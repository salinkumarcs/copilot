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theme/theme2.xml" ContentType="application/vnd.openxmlformats-officedocument.theme+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47" r:id="rId4"/>
    <p:sldMasterId id="2147485549" r:id="rId5"/>
    <p:sldMasterId id="2147485584" r:id="rId6"/>
  </p:sldMasterIdLst>
  <p:notesMasterIdLst>
    <p:notesMasterId r:id="rId20"/>
  </p:notesMasterIdLst>
  <p:handoutMasterIdLst>
    <p:handoutMasterId r:id="rId21"/>
  </p:handoutMasterIdLst>
  <p:sldIdLst>
    <p:sldId id="2147479581" r:id="rId7"/>
    <p:sldId id="259" r:id="rId8"/>
    <p:sldId id="266" r:id="rId9"/>
    <p:sldId id="269" r:id="rId10"/>
    <p:sldId id="270" r:id="rId11"/>
    <p:sldId id="273" r:id="rId12"/>
    <p:sldId id="280" r:id="rId13"/>
    <p:sldId id="281" r:id="rId14"/>
    <p:sldId id="282" r:id="rId15"/>
    <p:sldId id="283" r:id="rId16"/>
    <p:sldId id="284" r:id="rId17"/>
    <p:sldId id="285" r:id="rId18"/>
    <p:sldId id="276" r:id="rId19"/>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Customer Zero Agents Use Case" id="{3825B4DB-DB6C-4F4D-9168-3A7BF27940C5}">
          <p14:sldIdLst>
            <p14:sldId id="2147479581"/>
            <p14:sldId id="259"/>
            <p14:sldId id="266"/>
            <p14:sldId id="269"/>
            <p14:sldId id="270"/>
            <p14:sldId id="273"/>
            <p14:sldId id="280"/>
            <p14:sldId id="281"/>
            <p14:sldId id="282"/>
            <p14:sldId id="283"/>
            <p14:sldId id="284"/>
            <p14:sldId id="285"/>
            <p14:sldId id="276"/>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F006436-91F0-011C-49DF-B294E27C17E0}" name="Gurkan Salk" initials="GS" userId="S::gurkans@microsoft.com::c4e0d400-4efe-4113-8c60-2272a247f2b5" providerId="AD"/>
  <p188:author id="{5C80A940-7505-1EE8-2C25-7940C7B02B31}" name="Pam Maynard" initials="PM" userId="S::pmaynard@microsoft.com::c7554795-f4c8-4f4d-874e-fb0ca2ecfd5c" providerId="AD"/>
  <p188:author id="{E549CA4E-9414-B49C-7404-CAC6D8CE4A47}" name="Keith Barnett" initials="KB" userId="S::kebarnet@microsoft.com::39234161-4930-4201-872c-7d14a4ce30a0" providerId="AD"/>
  <p188:author id="{E85E8759-6E4D-2D1D-AE6D-0B87E7591846}" name="Cory Hrncirik" initials="CH" userId="S::coryhrn@microsoft.com::09ab22e1-08c8-4a5e-957a-a09e224ae62d" providerId="AD"/>
  <p188:author id="{CF8A6F5A-B1C0-AFC0-0ECD-1FEF8A71F31D}" name="Vik Singh" initials="VS" userId="S::singhvik@microsoft.com::355d6a55-80e9-4ce6-b22b-1f83d90fbfc5" providerId="AD"/>
  <p188:author id="{E45D227C-DD9A-9FCD-CD34-CD50625CD106}" name="Tavo Adame (SIMPLICITY CONSULTING INC)" initials="TA" userId="S::v-tadame@microsoft.com::bfcf9539-9748-450c-a5e5-cd9a8efcfa1a" providerId="AD"/>
  <p188:author id="{EBA9DF9D-87EA-6B39-A87B-CB1B65BF9312}" name="Lori Mahoney (SIMPLICITY CONSULTING INC)" initials="LI" userId="S::v-lmahoney@microsoft.com::90d51f6a-163f-4992-b484-af052976e220" providerId="AD"/>
  <p188:author id="{FBE1259E-DC87-D683-9D95-450BDE5E6B2A}" name="Shiv Kunderu" initials="SK" userId="S::shkunder@microsoft.com::ebd64f20-4035-49b2-bbb8-5753bd40c861" providerId="AD"/>
  <p188:author id="{4ACC95A1-35E7-199E-C8D8-A60F70482912}" name="Tierney Cunningham" initials="TC" userId="S::ticunnin@microsoft.com::62f4f650-5c68-4535-8517-3a3a0205aaef" providerId="AD"/>
  <p188:author id="{C67B91A3-B323-EC6B-AC65-10C2DCD7B6AC}" name="Sandeep Bhanot" initials="" userId="S::sbhanot@microsoft.com::77ab694b-6e9b-457d-9d05-246503d20fb0" providerId="AD"/>
  <p188:author id="{B60887BF-3535-74B2-01E2-AA5D88984D44}" name="Hayley Bass" initials="HB" userId="S::haybass@microsoft.com::4e38fb8d-43a6-4d40-b789-443faef50370" providerId="AD"/>
  <p188:author id="{A5924ECA-9D88-7163-DB9E-80CF0AECF57C}" name="Zoe Ha" initials="ZH" userId="Zoe Ha" providerId="None"/>
  <p188:author id="{4A7A3BD1-DD43-8DBB-6DEC-2ECC8760C411}" name="David Griffith" initials="DG" userId="S::davidg@silverfoxprod.com::d098c8ac-700f-46f0-bf84-2134bdb9d901" providerId="AD"/>
  <p188:author id="{6AFA61D8-796F-555E-A395-B33F90AAF99E}" name="Monica Lueder" initials="ML" userId="S::monical@microsoft.com::75969e72-ba9c-4e32-a4ac-c8f3aeff9ba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 id="4" name="Tracy Tran" initials="TT" lastIdx="9" clrIdx="4">
    <p:extLst>
      <p:ext uri="{19B8F6BF-5375-455C-9EA6-DF929625EA0E}">
        <p15:presenceInfo xmlns:p15="http://schemas.microsoft.com/office/powerpoint/2012/main" userId="S::tracyt@microsoft.com::7b485f56-8fe8-4efc-a1b3-85e720327ac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5C39"/>
    <a:srgbClr val="F4F3F5"/>
    <a:srgbClr val="D9D9D6"/>
    <a:srgbClr val="B1B3B3"/>
    <a:srgbClr val="FFA38B"/>
    <a:srgbClr val="8661C5"/>
    <a:srgbClr val="0078D4"/>
    <a:srgbClr val="C03BC4"/>
    <a:srgbClr val="D2D6DB"/>
    <a:srgbClr val="D7D2C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E85F84E-6AF1-4220-80F7-4DE466145BCB}" v="1" dt="2025-03-25T23:09:31.9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666" y="156"/>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presProps" Target="presProps.xml"/><Relationship Id="rId28" Type="http://schemas.microsoft.com/office/2018/10/relationships/authors" Target="author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commentAuthors" Target="commentAuthors.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Sans Display" pitchFamily="2"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Sans Display" pitchFamily="2" charset="0"/>
              </a:rPr>
              <a:t>3/25/2025 7:08 PM</a:t>
            </a:fld>
            <a:endParaRPr lang="en-US">
              <a:latin typeface="Segoe Sans Display" pitchFamily="2"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Sans Display" pitchFamily="2" charset="0"/>
                <a:ea typeface="Segoe UI" pitchFamily="34" charset="0"/>
                <a:cs typeface="Segoe Sans Display" pitchFamily="2"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Sans Display" pitchFamily="2" charset="0"/>
              </a:rPr>
              <a:t>‹#›</a:t>
            </a:fld>
            <a:endParaRPr lang="en-US">
              <a:latin typeface="Segoe Sans Display" pitchFamily="2"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Sans Display" pitchFamily="2"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atin typeface="Segoe Sans Display" pitchFamily="2" charset="0"/>
                <a:cs typeface="Segoe Sans Display" pitchFamily="2" charset="0"/>
              </a:defRPr>
            </a:lvl1pPr>
          </a:lstStyle>
          <a:p>
            <a:pPr defTabSz="914099" eaLnBrk="0" hangingPunct="0"/>
            <a:r>
              <a:rPr lang="en-US" sz="400">
                <a:gradFill>
                  <a:gsLst>
                    <a:gs pos="0">
                      <a:prstClr val="black"/>
                    </a:gs>
                    <a:gs pos="100000">
                      <a:prstClr val="black"/>
                    </a:gs>
                  </a:gsLst>
                  <a:lin ang="5400000" scaled="0"/>
                </a:gradFill>
                <a:ea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Sans Display" pitchFamily="2" charset="0"/>
              </a:defRPr>
            </a:lvl1pPr>
          </a:lstStyle>
          <a:p>
            <a:fld id="{386CE63F-9E7F-4C04-9D0D-FCA25A8E9E86}" type="datetime8">
              <a:rPr lang="en-US" smtClean="0"/>
              <a:pPr/>
              <a:t>3/25/2025 7:08 PM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Sans Display" pitchFamily="2"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Sans Display" pitchFamily="2"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Sans Display" pitchFamily="2"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Sans Display" pitchFamily="2"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Sans Display" pitchFamily="2"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Sans Display" pitchFamily="2"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49CF2-D796-53DE-BC88-90D4BA37B9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F42940-7EE2-790E-7753-ECA00CD791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2CEB72-AD19-B26B-D08B-6EC8D998F495}"/>
              </a:ext>
            </a:extLst>
          </p:cNvPr>
          <p:cNvSpPr>
            <a:spLocks noGrp="1"/>
          </p:cNvSpPr>
          <p:nvPr>
            <p:ph type="body" idx="1"/>
          </p:nvPr>
        </p:nvSpPr>
        <p:spPr/>
        <p:txBody>
          <a:bodyPr/>
          <a:lstStyle/>
          <a:p>
            <a:pPr>
              <a:buNone/>
            </a:pPr>
            <a:endParaRPr lang="en-US" sz="850">
              <a:cs typeface="Segoe Sans Display"/>
            </a:endParaRPr>
          </a:p>
          <a:p>
            <a:br>
              <a:rPr lang="en-US" sz="850">
                <a:cs typeface="Segoe Sans Display"/>
              </a:rPr>
            </a:br>
            <a:endParaRPr lang="en-US"/>
          </a:p>
        </p:txBody>
      </p:sp>
      <p:sp>
        <p:nvSpPr>
          <p:cNvPr id="4" name="Header Placeholder 3">
            <a:extLst>
              <a:ext uri="{FF2B5EF4-FFF2-40B4-BE49-F238E27FC236}">
                <a16:creationId xmlns:a16="http://schemas.microsoft.com/office/drawing/2014/main" id="{91B4D79B-3204-AC40-531A-A5475BAC2630}"/>
              </a:ext>
            </a:extLst>
          </p:cNvPr>
          <p:cNvSpPr>
            <a:spLocks noGrp="1"/>
          </p:cNvSpPr>
          <p:nvPr>
            <p:ph type="hdr" sz="quarter" idx="10"/>
          </p:nvPr>
        </p:nvSpPr>
        <p:spPr/>
        <p:txBody>
          <a:bodyPr/>
          <a:lstStyle/>
          <a:p>
            <a:endParaRPr lang="en-US"/>
          </a:p>
        </p:txBody>
      </p:sp>
      <p:sp>
        <p:nvSpPr>
          <p:cNvPr id="5" name="Footer Placeholder 4">
            <a:extLst>
              <a:ext uri="{FF2B5EF4-FFF2-40B4-BE49-F238E27FC236}">
                <a16:creationId xmlns:a16="http://schemas.microsoft.com/office/drawing/2014/main" id="{B318E025-50B6-D3DD-C489-790B8695EFF4}"/>
              </a:ext>
            </a:extLst>
          </p:cNvPr>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ea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9A71F8BF-B38B-24CE-BA1A-23918B0B82A4}"/>
              </a:ext>
            </a:extLst>
          </p:cNvPr>
          <p:cNvSpPr>
            <a:spLocks noGrp="1"/>
          </p:cNvSpPr>
          <p:nvPr>
            <p:ph type="dt" idx="12"/>
          </p:nvPr>
        </p:nvSpPr>
        <p:spPr/>
        <p:txBody>
          <a:bodyPr/>
          <a:lstStyle/>
          <a:p>
            <a:fld id="{62072DC8-D49D-432C-9D46-A7718B5F5490}" type="datetime8">
              <a:rPr lang="en-US" smtClean="0"/>
              <a:t>3/25/2025 7:08 PM</a:t>
            </a:fld>
            <a:endParaRPr lang="en-US"/>
          </a:p>
        </p:txBody>
      </p:sp>
      <p:sp>
        <p:nvSpPr>
          <p:cNvPr id="7" name="Slide Number Placeholder 6">
            <a:extLst>
              <a:ext uri="{FF2B5EF4-FFF2-40B4-BE49-F238E27FC236}">
                <a16:creationId xmlns:a16="http://schemas.microsoft.com/office/drawing/2014/main" id="{24525D8E-87E8-6EAE-6040-D9AB8017D69E}"/>
              </a:ext>
            </a:extLst>
          </p:cNvPr>
          <p:cNvSpPr>
            <a:spLocks noGrp="1"/>
          </p:cNvSpPr>
          <p:nvPr>
            <p:ph type="sldNum" sz="quarter" idx="13"/>
          </p:nvPr>
        </p:nvSpPr>
        <p:spPr/>
        <p:txBody>
          <a:bodyPr/>
          <a:lstStyle/>
          <a:p>
            <a:fld id="{B4008EB6-D09E-4580-8CD6-DDB14511944F}" type="slidenum">
              <a:rPr lang="en-US" smtClean="0"/>
              <a:pPr/>
              <a:t>1</a:t>
            </a:fld>
            <a:endParaRPr lang="en-US"/>
          </a:p>
        </p:txBody>
      </p:sp>
    </p:spTree>
    <p:extLst>
      <p:ext uri="{BB962C8B-B14F-4D97-AF65-F5344CB8AC3E}">
        <p14:creationId xmlns:p14="http://schemas.microsoft.com/office/powerpoint/2010/main" val="7544072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endParaRPr lang="en-US" sz="850">
              <a:cs typeface="Segoe Sans Display"/>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ea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pPr/>
              <a:t>3/25/2025 7:08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a:t>
            </a:fld>
            <a:endParaRPr lang="en-US"/>
          </a:p>
        </p:txBody>
      </p:sp>
    </p:spTree>
    <p:extLst>
      <p:ext uri="{BB962C8B-B14F-4D97-AF65-F5344CB8AC3E}">
        <p14:creationId xmlns:p14="http://schemas.microsoft.com/office/powerpoint/2010/main" val="6533811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endParaRPr lang="en-US" sz="850">
              <a:cs typeface="Segoe Sans Display"/>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ea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pPr/>
              <a:t>3/25/2025 7:08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3</a:t>
            </a:fld>
            <a:endParaRPr lang="en-US"/>
          </a:p>
        </p:txBody>
      </p:sp>
    </p:spTree>
    <p:extLst>
      <p:ext uri="{BB962C8B-B14F-4D97-AF65-F5344CB8AC3E}">
        <p14:creationId xmlns:p14="http://schemas.microsoft.com/office/powerpoint/2010/main" val="16395181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AEF41-BAD5-2126-9AF3-C2649C61EC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7F43A4-2067-5B91-4BDA-70659067E1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73343D-C1AE-77D6-8E98-0CE2C28DC702}"/>
              </a:ext>
            </a:extLst>
          </p:cNvPr>
          <p:cNvSpPr>
            <a:spLocks noGrp="1"/>
          </p:cNvSpPr>
          <p:nvPr>
            <p:ph type="body" idx="1"/>
          </p:nvPr>
        </p:nvSpPr>
        <p:spPr/>
        <p:txBody>
          <a:bodyPr/>
          <a:lstStyle/>
          <a:p>
            <a:pPr>
              <a:buNone/>
            </a:pPr>
            <a:endParaRPr lang="en-US" sz="850">
              <a:cs typeface="Segoe Sans Display"/>
            </a:endParaRPr>
          </a:p>
        </p:txBody>
      </p:sp>
      <p:sp>
        <p:nvSpPr>
          <p:cNvPr id="4" name="Header Placeholder 3">
            <a:extLst>
              <a:ext uri="{FF2B5EF4-FFF2-40B4-BE49-F238E27FC236}">
                <a16:creationId xmlns:a16="http://schemas.microsoft.com/office/drawing/2014/main" id="{DC880C17-D1CB-3D83-50F4-372EDB461440}"/>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5" name="Footer Placeholder 4">
            <a:extLst>
              <a:ext uri="{FF2B5EF4-FFF2-40B4-BE49-F238E27FC236}">
                <a16:creationId xmlns:a16="http://schemas.microsoft.com/office/drawing/2014/main" id="{05A9B807-372F-647A-A3B1-7581DEEA4A8D}"/>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Display" pitchFamily="2" charset="0"/>
                <a:ea typeface="Segoe UI" pitchFamily="34" charset="0"/>
                <a:cs typeface="Segoe Sans Display"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C22EC357-2B66-12D0-6A11-7F77587C54B4}"/>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3/25/2025 7:08 PM</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7" name="Slide Number Placeholder 6">
            <a:extLst>
              <a:ext uri="{FF2B5EF4-FFF2-40B4-BE49-F238E27FC236}">
                <a16:creationId xmlns:a16="http://schemas.microsoft.com/office/drawing/2014/main" id="{020C9B29-4D73-57BB-D532-5A002213C205}"/>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3985181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F7FBF-F220-1B71-AB31-4EB1280A70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097C72-875A-0C3E-1E64-3FC2631950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22CBB5-7BC2-9E98-4A39-9A63C720C840}"/>
              </a:ext>
            </a:extLst>
          </p:cNvPr>
          <p:cNvSpPr>
            <a:spLocks noGrp="1"/>
          </p:cNvSpPr>
          <p:nvPr>
            <p:ph type="body" idx="1"/>
          </p:nvPr>
        </p:nvSpPr>
        <p:spPr/>
        <p:txBody>
          <a:bodyPr/>
          <a:lstStyle/>
          <a:p>
            <a:pPr>
              <a:buNone/>
            </a:pPr>
            <a:endParaRPr lang="en-US" sz="800">
              <a:cs typeface="Segoe Sans Display"/>
            </a:endParaRPr>
          </a:p>
        </p:txBody>
      </p:sp>
      <p:sp>
        <p:nvSpPr>
          <p:cNvPr id="4" name="Header Placeholder 3">
            <a:extLst>
              <a:ext uri="{FF2B5EF4-FFF2-40B4-BE49-F238E27FC236}">
                <a16:creationId xmlns:a16="http://schemas.microsoft.com/office/drawing/2014/main" id="{E09B4EEA-14FE-FE8B-5A78-77F4F0FDE41F}"/>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5" name="Footer Placeholder 4">
            <a:extLst>
              <a:ext uri="{FF2B5EF4-FFF2-40B4-BE49-F238E27FC236}">
                <a16:creationId xmlns:a16="http://schemas.microsoft.com/office/drawing/2014/main" id="{34AF701D-4554-A6D2-ABD6-B89A9AC46DF2}"/>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Display" pitchFamily="2" charset="0"/>
                <a:ea typeface="Segoe UI" pitchFamily="34" charset="0"/>
                <a:cs typeface="Segoe Sans Display"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CBDCF28F-19DF-C2ED-337A-FAC332B136C8}"/>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3/25/2025 7:08 PM</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7" name="Slide Number Placeholder 6">
            <a:extLst>
              <a:ext uri="{FF2B5EF4-FFF2-40B4-BE49-F238E27FC236}">
                <a16:creationId xmlns:a16="http://schemas.microsoft.com/office/drawing/2014/main" id="{8EAA89BE-6646-5EE3-2C14-4F675A1D4B89}"/>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34016420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E5FCF-A18C-BC74-6B13-0D3273A818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E54F91-1E3C-69F4-D463-5C8A32DCB9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F29923-3B46-C88A-39F7-D48BFB05F316}"/>
              </a:ext>
            </a:extLst>
          </p:cNvPr>
          <p:cNvSpPr>
            <a:spLocks noGrp="1"/>
          </p:cNvSpPr>
          <p:nvPr>
            <p:ph type="body" idx="1"/>
          </p:nvPr>
        </p:nvSpPr>
        <p:spPr/>
        <p:txBody>
          <a:bodyPr/>
          <a:lstStyle/>
          <a:p>
            <a:pPr>
              <a:buNone/>
            </a:pPr>
            <a:endParaRPr lang="en-US" sz="850">
              <a:cs typeface="Segoe Sans Display"/>
            </a:endParaRPr>
          </a:p>
        </p:txBody>
      </p:sp>
      <p:sp>
        <p:nvSpPr>
          <p:cNvPr id="4" name="Header Placeholder 3">
            <a:extLst>
              <a:ext uri="{FF2B5EF4-FFF2-40B4-BE49-F238E27FC236}">
                <a16:creationId xmlns:a16="http://schemas.microsoft.com/office/drawing/2014/main" id="{4FAC5E21-F7CF-A138-DF13-16D8DEE72D6C}"/>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5" name="Footer Placeholder 4">
            <a:extLst>
              <a:ext uri="{FF2B5EF4-FFF2-40B4-BE49-F238E27FC236}">
                <a16:creationId xmlns:a16="http://schemas.microsoft.com/office/drawing/2014/main" id="{AF267E2E-0044-6007-32BB-66A4DFDF604B}"/>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Display" pitchFamily="2" charset="0"/>
                <a:ea typeface="Segoe UI" pitchFamily="34" charset="0"/>
                <a:cs typeface="Segoe Sans Display"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A66270F7-9DA8-68E1-9126-AAF57B899BE1}"/>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3/25/2025 7:08 PM</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7" name="Slide Number Placeholder 6">
            <a:extLst>
              <a:ext uri="{FF2B5EF4-FFF2-40B4-BE49-F238E27FC236}">
                <a16:creationId xmlns:a16="http://schemas.microsoft.com/office/drawing/2014/main" id="{9D060C5B-A82D-7223-D80E-593AD82BB3D6}"/>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34957248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35B57-1431-3A31-2ACD-AC594E5C7B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0D53C0-5D32-5221-EE26-11D4698FDE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2E1A1E-650F-B8C0-3B4E-419CD3EE159A}"/>
              </a:ext>
            </a:extLst>
          </p:cNvPr>
          <p:cNvSpPr>
            <a:spLocks noGrp="1"/>
          </p:cNvSpPr>
          <p:nvPr>
            <p:ph type="body" idx="1"/>
          </p:nvPr>
        </p:nvSpPr>
        <p:spPr/>
        <p:txBody>
          <a:bodyPr/>
          <a:lstStyle/>
          <a:p>
            <a:pPr>
              <a:buNone/>
            </a:pPr>
            <a:endParaRPr lang="en-US" sz="850">
              <a:cs typeface="Segoe Sans Display"/>
            </a:endParaRPr>
          </a:p>
        </p:txBody>
      </p:sp>
      <p:sp>
        <p:nvSpPr>
          <p:cNvPr id="4" name="Header Placeholder 3">
            <a:extLst>
              <a:ext uri="{FF2B5EF4-FFF2-40B4-BE49-F238E27FC236}">
                <a16:creationId xmlns:a16="http://schemas.microsoft.com/office/drawing/2014/main" id="{08AA3194-DF03-AC5B-A8CC-7D91FA92DAA1}"/>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5" name="Footer Placeholder 4">
            <a:extLst>
              <a:ext uri="{FF2B5EF4-FFF2-40B4-BE49-F238E27FC236}">
                <a16:creationId xmlns:a16="http://schemas.microsoft.com/office/drawing/2014/main" id="{4E2156C7-08C2-1634-20EB-02C067C0844C}"/>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Display" pitchFamily="2" charset="0"/>
                <a:ea typeface="Segoe UI" pitchFamily="34" charset="0"/>
                <a:cs typeface="Segoe Sans Display"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64CBC398-428F-2887-5336-9226F7B42D25}"/>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3/25/2025 7:08 PM</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7" name="Slide Number Placeholder 6">
            <a:extLst>
              <a:ext uri="{FF2B5EF4-FFF2-40B4-BE49-F238E27FC236}">
                <a16:creationId xmlns:a16="http://schemas.microsoft.com/office/drawing/2014/main" id="{0EE7FC0D-925D-4207-CB3E-9F621461BC56}"/>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14455858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BBB72-E641-2CD3-843D-CD21A42D6F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63924E-40A2-8916-A6E6-278F35351A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C8C973-624E-C7F6-3FAB-3B6442E4854A}"/>
              </a:ext>
            </a:extLst>
          </p:cNvPr>
          <p:cNvSpPr>
            <a:spLocks noGrp="1"/>
          </p:cNvSpPr>
          <p:nvPr>
            <p:ph type="body" idx="1"/>
          </p:nvPr>
        </p:nvSpPr>
        <p:spPr/>
        <p:txBody>
          <a:bodyPr/>
          <a:lstStyle/>
          <a:p>
            <a:pPr>
              <a:buNone/>
            </a:pPr>
            <a:endParaRPr lang="en-US" sz="850">
              <a:cs typeface="Segoe Sans Display"/>
            </a:endParaRPr>
          </a:p>
        </p:txBody>
      </p:sp>
      <p:sp>
        <p:nvSpPr>
          <p:cNvPr id="4" name="Header Placeholder 3">
            <a:extLst>
              <a:ext uri="{FF2B5EF4-FFF2-40B4-BE49-F238E27FC236}">
                <a16:creationId xmlns:a16="http://schemas.microsoft.com/office/drawing/2014/main" id="{D9698406-B157-3998-F6A7-DD0CDC5676DF}"/>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5" name="Footer Placeholder 4">
            <a:extLst>
              <a:ext uri="{FF2B5EF4-FFF2-40B4-BE49-F238E27FC236}">
                <a16:creationId xmlns:a16="http://schemas.microsoft.com/office/drawing/2014/main" id="{083ADAA2-462E-81E5-8CDC-35C40493827D}"/>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Display" pitchFamily="2" charset="0"/>
                <a:ea typeface="Segoe UI" pitchFamily="34" charset="0"/>
                <a:cs typeface="Segoe Sans Display"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615C65AB-CD99-BE3C-F87A-187A3C203A6A}"/>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3/25/2025 7:08 PM</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7" name="Slide Number Placeholder 6">
            <a:extLst>
              <a:ext uri="{FF2B5EF4-FFF2-40B4-BE49-F238E27FC236}">
                <a16:creationId xmlns:a16="http://schemas.microsoft.com/office/drawing/2014/main" id="{F78686D1-4F2F-B2DD-E633-5F88FCDFADB3}"/>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23573363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1430D-7109-1470-8E6F-E58C5FAF80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9A877B-38B2-79DB-1BF8-AADE901839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F2ED1D-2E2C-4E55-337E-30428488DCE8}"/>
              </a:ext>
            </a:extLst>
          </p:cNvPr>
          <p:cNvSpPr>
            <a:spLocks noGrp="1"/>
          </p:cNvSpPr>
          <p:nvPr>
            <p:ph type="body" idx="1"/>
          </p:nvPr>
        </p:nvSpPr>
        <p:spPr/>
        <p:txBody>
          <a:bodyPr/>
          <a:lstStyle/>
          <a:p>
            <a:pPr>
              <a:buNone/>
            </a:pPr>
            <a:endParaRPr lang="en-US" sz="850">
              <a:cs typeface="Segoe Sans Display"/>
            </a:endParaRPr>
          </a:p>
        </p:txBody>
      </p:sp>
      <p:sp>
        <p:nvSpPr>
          <p:cNvPr id="4" name="Header Placeholder 3">
            <a:extLst>
              <a:ext uri="{FF2B5EF4-FFF2-40B4-BE49-F238E27FC236}">
                <a16:creationId xmlns:a16="http://schemas.microsoft.com/office/drawing/2014/main" id="{124A70B6-92D6-AC19-031A-144ED4DF362D}"/>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5" name="Footer Placeholder 4">
            <a:extLst>
              <a:ext uri="{FF2B5EF4-FFF2-40B4-BE49-F238E27FC236}">
                <a16:creationId xmlns:a16="http://schemas.microsoft.com/office/drawing/2014/main" id="{C9FEE589-F275-E6D8-84BA-EEF4FB9695AE}"/>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Display" pitchFamily="2" charset="0"/>
                <a:ea typeface="Segoe UI" pitchFamily="34" charset="0"/>
                <a:cs typeface="Segoe Sans Display"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EDB89E90-388F-A58B-487B-56E643956DF2}"/>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3/25/2025 7:08 PM</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7" name="Slide Number Placeholder 6">
            <a:extLst>
              <a:ext uri="{FF2B5EF4-FFF2-40B4-BE49-F238E27FC236}">
                <a16:creationId xmlns:a16="http://schemas.microsoft.com/office/drawing/2014/main" id="{138FA12B-2720-759A-BDF0-D5BE58F062E0}"/>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25841296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8643E-1542-1780-D834-95A600EDF7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11BD5E-963F-8011-A9FD-B3D2A5CFC7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E25998-3FBF-16F8-AF58-F691220063D1}"/>
              </a:ext>
            </a:extLst>
          </p:cNvPr>
          <p:cNvSpPr>
            <a:spLocks noGrp="1"/>
          </p:cNvSpPr>
          <p:nvPr>
            <p:ph type="body" idx="1"/>
          </p:nvPr>
        </p:nvSpPr>
        <p:spPr/>
        <p:txBody>
          <a:bodyPr/>
          <a:lstStyle/>
          <a:p>
            <a:pPr>
              <a:buNone/>
            </a:pPr>
            <a:endParaRPr lang="en-US" sz="850">
              <a:cs typeface="Segoe Sans Display"/>
            </a:endParaRPr>
          </a:p>
        </p:txBody>
      </p:sp>
      <p:sp>
        <p:nvSpPr>
          <p:cNvPr id="4" name="Header Placeholder 3">
            <a:extLst>
              <a:ext uri="{FF2B5EF4-FFF2-40B4-BE49-F238E27FC236}">
                <a16:creationId xmlns:a16="http://schemas.microsoft.com/office/drawing/2014/main" id="{EEE50206-CF22-78A9-3B40-3DBA958AE830}"/>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5" name="Footer Placeholder 4">
            <a:extLst>
              <a:ext uri="{FF2B5EF4-FFF2-40B4-BE49-F238E27FC236}">
                <a16:creationId xmlns:a16="http://schemas.microsoft.com/office/drawing/2014/main" id="{ADDD137B-40E0-F5F7-1AE9-DE102A429DEF}"/>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Display" pitchFamily="2" charset="0"/>
                <a:ea typeface="Segoe UI" pitchFamily="34" charset="0"/>
                <a:cs typeface="Segoe Sans Display"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9ED515C9-BFE1-FB96-97F7-CF0464731094}"/>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3/25/2025 7:08 PM</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7" name="Slide Number Placeholder 6">
            <a:extLst>
              <a:ext uri="{FF2B5EF4-FFF2-40B4-BE49-F238E27FC236}">
                <a16:creationId xmlns:a16="http://schemas.microsoft.com/office/drawing/2014/main" id="{076FF6D1-D9CA-FA80-0D92-0340D10003E1}"/>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6763357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D94B4-3885-FE92-432D-A77F549D17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34234C-ECE6-6961-B789-124111B2AC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E07379-A0DA-BA27-30D7-2F0BD40C90D3}"/>
              </a:ext>
            </a:extLst>
          </p:cNvPr>
          <p:cNvSpPr>
            <a:spLocks noGrp="1"/>
          </p:cNvSpPr>
          <p:nvPr>
            <p:ph type="body" idx="1"/>
          </p:nvPr>
        </p:nvSpPr>
        <p:spPr/>
        <p:txBody>
          <a:bodyPr/>
          <a:lstStyle/>
          <a:p>
            <a:pPr>
              <a:buNone/>
            </a:pPr>
            <a:endParaRPr lang="en-US" sz="850">
              <a:cs typeface="Segoe Sans Display"/>
            </a:endParaRPr>
          </a:p>
        </p:txBody>
      </p:sp>
      <p:sp>
        <p:nvSpPr>
          <p:cNvPr id="4" name="Header Placeholder 3">
            <a:extLst>
              <a:ext uri="{FF2B5EF4-FFF2-40B4-BE49-F238E27FC236}">
                <a16:creationId xmlns:a16="http://schemas.microsoft.com/office/drawing/2014/main" id="{5C554D3D-5A1B-0665-272C-F2081F1E1CD7}"/>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5" name="Footer Placeholder 4">
            <a:extLst>
              <a:ext uri="{FF2B5EF4-FFF2-40B4-BE49-F238E27FC236}">
                <a16:creationId xmlns:a16="http://schemas.microsoft.com/office/drawing/2014/main" id="{B97CDE6C-E30B-C6CE-536D-38D7C7D581EC}"/>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Display" pitchFamily="2" charset="0"/>
                <a:ea typeface="Segoe UI" pitchFamily="34" charset="0"/>
                <a:cs typeface="Segoe Sans Display"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8590EF03-DC77-6AD6-B199-FD2FA1C13E73}"/>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3/25/2025 7:08 PM</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7" name="Slide Number Placeholder 6">
            <a:extLst>
              <a:ext uri="{FF2B5EF4-FFF2-40B4-BE49-F238E27FC236}">
                <a16:creationId xmlns:a16="http://schemas.microsoft.com/office/drawing/2014/main" id="{D8A86FAC-CB4A-51ED-0B67-B5B1BC8C3F4B}"/>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4842305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329B0-3FAE-B301-06F1-BBDE9D9706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E698AC-A66A-5805-82F0-0953BA1FDD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4D667-CA8D-69A5-BCDB-5FC11BA1755D}"/>
              </a:ext>
            </a:extLst>
          </p:cNvPr>
          <p:cNvSpPr>
            <a:spLocks noGrp="1"/>
          </p:cNvSpPr>
          <p:nvPr>
            <p:ph type="body" idx="1"/>
          </p:nvPr>
        </p:nvSpPr>
        <p:spPr/>
        <p:txBody>
          <a:bodyPr/>
          <a:lstStyle/>
          <a:p>
            <a:pPr>
              <a:buNone/>
            </a:pPr>
            <a:endParaRPr lang="en-US" sz="850">
              <a:cs typeface="Segoe Sans Display"/>
            </a:endParaRPr>
          </a:p>
        </p:txBody>
      </p:sp>
      <p:sp>
        <p:nvSpPr>
          <p:cNvPr id="4" name="Header Placeholder 3">
            <a:extLst>
              <a:ext uri="{FF2B5EF4-FFF2-40B4-BE49-F238E27FC236}">
                <a16:creationId xmlns:a16="http://schemas.microsoft.com/office/drawing/2014/main" id="{7942A907-90B5-8F9E-9F55-8F3C82F90722}"/>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5" name="Footer Placeholder 4">
            <a:extLst>
              <a:ext uri="{FF2B5EF4-FFF2-40B4-BE49-F238E27FC236}">
                <a16:creationId xmlns:a16="http://schemas.microsoft.com/office/drawing/2014/main" id="{B4172115-71BD-6059-D07B-F0B5BFD82FA1}"/>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Display" pitchFamily="2" charset="0"/>
                <a:ea typeface="Segoe UI" pitchFamily="34" charset="0"/>
                <a:cs typeface="Segoe Sans Display"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67969A22-1F90-0CF4-2E43-39B207F2AFAD}"/>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3/25/2025 7:08 PM</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7" name="Slide Number Placeholder 6">
            <a:extLst>
              <a:ext uri="{FF2B5EF4-FFF2-40B4-BE49-F238E27FC236}">
                <a16:creationId xmlns:a16="http://schemas.microsoft.com/office/drawing/2014/main" id="{CF513029-A10E-0DC4-839D-F87DFDC12A91}"/>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18182140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ea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pPr/>
              <a:t>3/25/2025 7:08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13</a:t>
            </a:fld>
            <a:endParaRPr lang="en-US"/>
          </a:p>
        </p:txBody>
      </p:sp>
    </p:spTree>
    <p:extLst>
      <p:ext uri="{BB962C8B-B14F-4D97-AF65-F5344CB8AC3E}">
        <p14:creationId xmlns:p14="http://schemas.microsoft.com/office/powerpoint/2010/main" val="283384429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8.jpeg"/><Relationship Id="rId2" Type="http://schemas.openxmlformats.org/officeDocument/2006/relationships/image" Target="../media/image5.jpeg"/><Relationship Id="rId1" Type="http://schemas.openxmlformats.org/officeDocument/2006/relationships/slideMaster" Target="../slideMasters/slideMaster1.x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4.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8.jpeg"/><Relationship Id="rId4" Type="http://schemas.microsoft.com/office/2007/relationships/hdphoto" Target="../media/hdphoto2.wdp"/></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Master" Target="../slideMasters/slideMaster1.xml"/><Relationship Id="rId4" Type="http://schemas.openxmlformats.org/officeDocument/2006/relationships/image" Target="../media/image26.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Master" Target="../slideMasters/slideMaster1.xml"/><Relationship Id="rId5" Type="http://schemas.openxmlformats.org/officeDocument/2006/relationships/image" Target="../media/image30.jpeg"/><Relationship Id="rId4" Type="http://schemas.openxmlformats.org/officeDocument/2006/relationships/image" Target="../media/image29.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Master" Target="../slideMasters/slideMaster1.xml"/><Relationship Id="rId4" Type="http://schemas.openxmlformats.org/officeDocument/2006/relationships/image" Target="../media/image35.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Master" Target="../slideMasters/slideMaster1.xml"/><Relationship Id="rId5" Type="http://schemas.openxmlformats.org/officeDocument/2006/relationships/image" Target="../media/image39.jpeg"/><Relationship Id="rId4" Type="http://schemas.openxmlformats.org/officeDocument/2006/relationships/image" Target="../media/image38.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Master" Target="../slideMasters/slideMaster1.xml"/><Relationship Id="rId6" Type="http://schemas.openxmlformats.org/officeDocument/2006/relationships/image" Target="../media/image44.jpeg"/><Relationship Id="rId5" Type="http://schemas.openxmlformats.org/officeDocument/2006/relationships/image" Target="../media/image43.jpeg"/><Relationship Id="rId4" Type="http://schemas.openxmlformats.org/officeDocument/2006/relationships/image" Target="../media/image42.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slideMaster" Target="../slideMasters/slideMaster1.xml"/><Relationship Id="rId4" Type="http://schemas.openxmlformats.org/officeDocument/2006/relationships/image" Target="../media/image47.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slideMaster" Target="../slideMasters/slideMaster1.xml"/><Relationship Id="rId5" Type="http://schemas.openxmlformats.org/officeDocument/2006/relationships/image" Target="../media/image48.jpeg"/><Relationship Id="rId4" Type="http://schemas.openxmlformats.org/officeDocument/2006/relationships/image" Target="../media/image47.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slideMaster" Target="../slideMasters/slideMaster1.xml"/><Relationship Id="rId6" Type="http://schemas.openxmlformats.org/officeDocument/2006/relationships/image" Target="../media/image53.jpeg"/><Relationship Id="rId5" Type="http://schemas.openxmlformats.org/officeDocument/2006/relationships/image" Target="../media/image52.jpeg"/><Relationship Id="rId4" Type="http://schemas.openxmlformats.org/officeDocument/2006/relationships/image" Target="../media/image5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4.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56.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Master" Target="../slideMasters/slideMaster1.xml"/><Relationship Id="rId4" Type="http://schemas.microsoft.com/office/2007/relationships/hdphoto" Target="../media/hdphoto3.wdp"/></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Master" Target="../slideMasters/slideMaster1.xml"/><Relationship Id="rId4" Type="http://schemas.openxmlformats.org/officeDocument/2006/relationships/image" Target="../media/image71.svg"/></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76.svg"/><Relationship Id="rId4" Type="http://schemas.openxmlformats.org/officeDocument/2006/relationships/image" Target="../media/image75.pn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78.svg"/><Relationship Id="rId2" Type="http://schemas.openxmlformats.org/officeDocument/2006/relationships/image" Target="../media/image77.pn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79.jpe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81.svg"/><Relationship Id="rId2" Type="http://schemas.openxmlformats.org/officeDocument/2006/relationships/image" Target="../media/image80.png"/><Relationship Id="rId1" Type="http://schemas.openxmlformats.org/officeDocument/2006/relationships/slideMaster" Target="../slideMasters/slideMaster2.xml"/><Relationship Id="rId4" Type="http://schemas.openxmlformats.org/officeDocument/2006/relationships/image" Target="../media/image82.png"/></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84.svg"/><Relationship Id="rId2" Type="http://schemas.openxmlformats.org/officeDocument/2006/relationships/image" Target="../media/image83.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86.svg"/><Relationship Id="rId2" Type="http://schemas.openxmlformats.org/officeDocument/2006/relationships/image" Target="../media/image85.png"/><Relationship Id="rId1" Type="http://schemas.openxmlformats.org/officeDocument/2006/relationships/slideMaster" Target="../slideMasters/slideMaster2.xml"/><Relationship Id="rId5" Type="http://schemas.openxmlformats.org/officeDocument/2006/relationships/image" Target="../media/image84.svg"/><Relationship Id="rId4" Type="http://schemas.openxmlformats.org/officeDocument/2006/relationships/image" Target="../media/image83.png"/></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84.svg"/><Relationship Id="rId2" Type="http://schemas.openxmlformats.org/officeDocument/2006/relationships/image" Target="../media/image83.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84.svg"/><Relationship Id="rId2" Type="http://schemas.openxmlformats.org/officeDocument/2006/relationships/image" Target="../media/image83.png"/><Relationship Id="rId1" Type="http://schemas.openxmlformats.org/officeDocument/2006/relationships/slideMaster" Target="../slideMasters/slideMaster2.xml"/><Relationship Id="rId5" Type="http://schemas.openxmlformats.org/officeDocument/2006/relationships/image" Target="../media/image81.svg"/><Relationship Id="rId4" Type="http://schemas.openxmlformats.org/officeDocument/2006/relationships/image" Target="../media/image80.png"/></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84.svg"/><Relationship Id="rId2" Type="http://schemas.openxmlformats.org/officeDocument/2006/relationships/image" Target="../media/image83.pn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84.svg"/><Relationship Id="rId2" Type="http://schemas.openxmlformats.org/officeDocument/2006/relationships/image" Target="../media/image83.png"/><Relationship Id="rId1" Type="http://schemas.openxmlformats.org/officeDocument/2006/relationships/slideMaster" Target="../slideMasters/slideMaster2.xml"/><Relationship Id="rId5" Type="http://schemas.openxmlformats.org/officeDocument/2006/relationships/image" Target="../media/image88.svg"/><Relationship Id="rId4" Type="http://schemas.openxmlformats.org/officeDocument/2006/relationships/image" Target="../media/image87.png"/></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90.svg"/><Relationship Id="rId2" Type="http://schemas.openxmlformats.org/officeDocument/2006/relationships/image" Target="../media/image89.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91.pn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81.svg"/><Relationship Id="rId2" Type="http://schemas.openxmlformats.org/officeDocument/2006/relationships/image" Target="../media/image80.png"/><Relationship Id="rId1" Type="http://schemas.openxmlformats.org/officeDocument/2006/relationships/slideMaster" Target="../slideMasters/slideMaster2.xml"/><Relationship Id="rId5" Type="http://schemas.openxmlformats.org/officeDocument/2006/relationships/image" Target="../media/image84.svg"/><Relationship Id="rId4" Type="http://schemas.openxmlformats.org/officeDocument/2006/relationships/image" Target="../media/image83.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image" Target="../media/image94.emf"/><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94.emf"/><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96.jpeg"/><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96.jpeg"/><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96.jpeg"/><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97.jpeg"/><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97.jpeg"/><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97.jpeg"/><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98.jpeg"/><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98.jpeg"/><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image" Target="../media/image99.jpeg"/><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image" Target="../media/image96.jpeg"/><Relationship Id="rId1" Type="http://schemas.openxmlformats.org/officeDocument/2006/relationships/slideMaster" Target="../slideMasters/slideMaster3.xml"/><Relationship Id="rId4" Type="http://schemas.openxmlformats.org/officeDocument/2006/relationships/image" Target="../media/image102.jpeg"/></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image" Target="../media/image96.jpeg"/><Relationship Id="rId1" Type="http://schemas.openxmlformats.org/officeDocument/2006/relationships/slideMaster" Target="../slideMasters/slideMaster3.xml"/><Relationship Id="rId5" Type="http://schemas.openxmlformats.org/officeDocument/2006/relationships/image" Target="../media/image103.jpeg"/><Relationship Id="rId4" Type="http://schemas.openxmlformats.org/officeDocument/2006/relationships/image" Target="../media/image102.jpeg"/></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image" Target="../media/image104.jpeg"/><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image" Target="../media/image106.jpeg"/><Relationship Id="rId1" Type="http://schemas.openxmlformats.org/officeDocument/2006/relationships/slideMaster" Target="../slideMasters/slideMaster3.xml"/><Relationship Id="rId4" Type="http://schemas.openxmlformats.org/officeDocument/2006/relationships/image" Target="../media/image108.jpeg"/></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image" Target="../media/image109.jpeg"/><Relationship Id="rId1" Type="http://schemas.openxmlformats.org/officeDocument/2006/relationships/slideMaster" Target="../slideMasters/slideMaster3.xml"/><Relationship Id="rId5" Type="http://schemas.openxmlformats.org/officeDocument/2006/relationships/image" Target="../media/image112.jpeg"/><Relationship Id="rId4" Type="http://schemas.openxmlformats.org/officeDocument/2006/relationships/image" Target="../media/image111.jpeg"/></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image" Target="../media/image96.jpeg"/><Relationship Id="rId1" Type="http://schemas.openxmlformats.org/officeDocument/2006/relationships/slideMaster" Target="../slideMasters/slideMaster3.xml"/><Relationship Id="rId6" Type="http://schemas.openxmlformats.org/officeDocument/2006/relationships/image" Target="../media/image113.jpeg"/><Relationship Id="rId5" Type="http://schemas.openxmlformats.org/officeDocument/2006/relationships/image" Target="../media/image103.jpeg"/><Relationship Id="rId4" Type="http://schemas.openxmlformats.org/officeDocument/2006/relationships/image" Target="../media/image102.jpeg"/></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image" Target="../media/image96.jpeg"/><Relationship Id="rId1" Type="http://schemas.openxmlformats.org/officeDocument/2006/relationships/slideMaster" Target="../slideMasters/slideMaster3.xml"/><Relationship Id="rId4" Type="http://schemas.openxmlformats.org/officeDocument/2006/relationships/image" Target="../media/image102.jpeg"/></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image" Target="../media/image96.jpeg"/><Relationship Id="rId1" Type="http://schemas.openxmlformats.org/officeDocument/2006/relationships/slideMaster" Target="../slideMasters/slideMaster3.xml"/><Relationship Id="rId5" Type="http://schemas.openxmlformats.org/officeDocument/2006/relationships/image" Target="../media/image103.jpeg"/><Relationship Id="rId4" Type="http://schemas.openxmlformats.org/officeDocument/2006/relationships/image" Target="../media/image102.jpeg"/></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image" Target="../media/image96.jpeg"/><Relationship Id="rId1" Type="http://schemas.openxmlformats.org/officeDocument/2006/relationships/slideMaster" Target="../slideMasters/slideMaster3.xml"/><Relationship Id="rId6" Type="http://schemas.openxmlformats.org/officeDocument/2006/relationships/image" Target="../media/image113.jpeg"/><Relationship Id="rId5" Type="http://schemas.openxmlformats.org/officeDocument/2006/relationships/image" Target="../media/image103.jpeg"/><Relationship Id="rId4" Type="http://schemas.openxmlformats.org/officeDocument/2006/relationships/image" Target="../media/image102.jpeg"/></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2" Type="http://schemas.openxmlformats.org/officeDocument/2006/relationships/image" Target="../media/image94.emf"/><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91440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2" name="MS logo gray - EMF" descr="Microsoft logo, gray text version">
            <a:extLst>
              <a:ext uri="{FF2B5EF4-FFF2-40B4-BE49-F238E27FC236}">
                <a16:creationId xmlns:a16="http://schemas.microsoft.com/office/drawing/2014/main" id="{AAF08618-9320-F218-333F-40F22693A11D}"/>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53439708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Custom]">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0376318A-388E-B61F-35CD-4D06EF75207A}"/>
              </a:ext>
              <a:ext uri="{C183D7F6-B498-43B3-948B-1728B52AA6E4}">
                <adec:decorative xmlns:adec="http://schemas.microsoft.com/office/drawing/2017/decorative" val="1"/>
              </a:ext>
            </a:extLst>
          </p:cNvPr>
          <p:cNvPicPr>
            <a:picLocks noChangeAspect="1"/>
          </p:cNvPicPr>
          <p:nvPr userDrawn="1"/>
        </p:nvPicPr>
        <p:blipFill>
          <a:blip r:embed="rId2">
            <a:alphaModFix amt="70000"/>
          </a:blip>
          <a:stretch>
            <a:fillRect/>
          </a:stretch>
        </p:blipFill>
        <p:spPr>
          <a:xfrm>
            <a:off x="0" y="0"/>
            <a:ext cx="12192000" cy="6858000"/>
          </a:xfrm>
          <a:prstGeom prst="rect">
            <a:avLst/>
          </a:prstGeom>
        </p:spPr>
      </p:pic>
      <p:sp>
        <p:nvSpPr>
          <p:cNvPr id="9" name="Title 1"/>
          <p:cNvSpPr>
            <a:spLocks noGrp="1"/>
          </p:cNvSpPr>
          <p:nvPr>
            <p:ph type="title" hasCustomPrompt="1"/>
          </p:nvPr>
        </p:nvSpPr>
        <p:spPr>
          <a:xfrm>
            <a:off x="584200" y="2302670"/>
            <a:ext cx="44958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44958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4" name="Picture 3" descr="A person looking at a tablet&#10;&#10;AI-generated content may be incorrect.">
            <a:extLst>
              <a:ext uri="{FF2B5EF4-FFF2-40B4-BE49-F238E27FC236}">
                <a16:creationId xmlns:a16="http://schemas.microsoft.com/office/drawing/2014/main" id="{A003ED82-8C36-C1BE-85A2-C46820E02404}"/>
              </a:ext>
            </a:extLst>
          </p:cNvPr>
          <p:cNvPicPr>
            <a:picLocks noChangeAspect="1"/>
          </p:cNvPicPr>
          <p:nvPr userDrawn="1"/>
        </p:nvPicPr>
        <p:blipFill>
          <a:blip r:embed="rId3"/>
          <a:srcRect l="7407" t="7407"/>
          <a:stretch/>
        </p:blipFill>
        <p:spPr>
          <a:xfrm>
            <a:off x="5334000" y="0"/>
            <a:ext cx="6858000" cy="6858000"/>
          </a:xfrm>
          <a:prstGeom prst="rect">
            <a:avLst/>
          </a:prstGeom>
        </p:spPr>
      </p:pic>
      <p:pic>
        <p:nvPicPr>
          <p:cNvPr id="7" name="MS logo gray - EMF" descr="Microsoft logo, gray text version">
            <a:extLst>
              <a:ext uri="{FF2B5EF4-FFF2-40B4-BE49-F238E27FC236}">
                <a16:creationId xmlns:a16="http://schemas.microsoft.com/office/drawing/2014/main" id="{BFC4DB9B-DE7F-2E7C-3805-7E229FA95E1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pic>
        <p:nvPicPr>
          <p:cNvPr id="13" name="Picture 12">
            <a:extLst>
              <a:ext uri="{FF2B5EF4-FFF2-40B4-BE49-F238E27FC236}">
                <a16:creationId xmlns:a16="http://schemas.microsoft.com/office/drawing/2014/main" id="{564CFC44-6075-043B-D8AE-3D0F9AEC986D}"/>
              </a:ext>
            </a:extLst>
          </p:cNvPr>
          <p:cNvPicPr>
            <a:picLocks noChangeAspect="1"/>
          </p:cNvPicPr>
          <p:nvPr userDrawn="1"/>
        </p:nvPicPr>
        <p:blipFill>
          <a:blip r:embed="rId5">
            <a:extLst>
              <a:ext uri="{BEBA8EAE-BF5A-486C-A8C5-ECC9F3942E4B}">
                <a14:imgProps xmlns:a14="http://schemas.microsoft.com/office/drawing/2010/main">
                  <a14:imgLayer r:embed="rId6">
                    <a14:imgEffect>
                      <a14:artisticBlur/>
                    </a14:imgEffect>
                  </a14:imgLayer>
                </a14:imgProps>
              </a:ext>
            </a:extLst>
          </a:blip>
          <a:stretch>
            <a:fillRect/>
          </a:stretch>
        </p:blipFill>
        <p:spPr>
          <a:xfrm>
            <a:off x="5253925" y="4925401"/>
            <a:ext cx="6938075" cy="1932599"/>
          </a:xfrm>
          <a:prstGeom prst="rect">
            <a:avLst/>
          </a:prstGeom>
        </p:spPr>
      </p:pic>
      <p:pic>
        <p:nvPicPr>
          <p:cNvPr id="11" name="Picture 10" descr="A colorful gradient going from darker blue on the left side to light blue to magenta to orange on the right side">
            <a:extLst>
              <a:ext uri="{FF2B5EF4-FFF2-40B4-BE49-F238E27FC236}">
                <a16:creationId xmlns:a16="http://schemas.microsoft.com/office/drawing/2014/main" id="{2F8CF0E8-C593-533A-B00D-602B2BE7267E}"/>
              </a:ext>
            </a:extLst>
          </p:cNvPr>
          <p:cNvPicPr>
            <a:picLocks noChangeAspect="1"/>
          </p:cNvPicPr>
          <p:nvPr userDrawn="1"/>
        </p:nvPicPr>
        <p:blipFill>
          <a:blip r:embed="rId7" cstate="email">
            <a:alphaModFix amt="20000"/>
            <a:extLst>
              <a:ext uri="{28A0092B-C50C-407E-A947-70E740481C1C}">
                <a14:useLocalDpi xmlns:a14="http://schemas.microsoft.com/office/drawing/2010/main"/>
              </a:ext>
            </a:extLst>
          </a:blip>
          <a:stretch>
            <a:fillRect/>
          </a:stretch>
        </p:blipFill>
        <p:spPr>
          <a:xfrm>
            <a:off x="0" y="4923810"/>
            <a:ext cx="12192000" cy="1934190"/>
          </a:xfrm>
          <a:prstGeom prst="roundRect">
            <a:avLst>
              <a:gd name="adj" fmla="val 0"/>
            </a:avLst>
          </a:prstGeom>
        </p:spPr>
      </p:pic>
    </p:spTree>
    <p:extLst>
      <p:ext uri="{BB962C8B-B14F-4D97-AF65-F5344CB8AC3E}">
        <p14:creationId xmlns:p14="http://schemas.microsoft.com/office/powerpoint/2010/main" val="25210070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Custom]">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D9970BD-C09C-684F-B341-8701CD53225C}"/>
              </a:ext>
              <a:ext uri="{C183D7F6-B498-43B3-948B-1728B52AA6E4}">
                <adec:decorative xmlns:adec="http://schemas.microsoft.com/office/drawing/2017/decorative" val="1"/>
              </a:ext>
            </a:extLst>
          </p:cNvPr>
          <p:cNvPicPr>
            <a:picLocks noChangeAspect="1"/>
          </p:cNvPicPr>
          <p:nvPr userDrawn="1"/>
        </p:nvPicPr>
        <p:blipFill>
          <a:blip r:embed="rId2">
            <a:alphaModFix amt="70000"/>
          </a:blip>
          <a:stretch>
            <a:fillRect/>
          </a:stretch>
        </p:blipFill>
        <p:spPr>
          <a:xfrm>
            <a:off x="0" y="0"/>
            <a:ext cx="12192000" cy="6858000"/>
          </a:xfrm>
          <a:prstGeom prst="rect">
            <a:avLst/>
          </a:prstGeom>
        </p:spPr>
      </p:pic>
      <p:sp>
        <p:nvSpPr>
          <p:cNvPr id="9" name="Title 1"/>
          <p:cNvSpPr>
            <a:spLocks noGrp="1"/>
          </p:cNvSpPr>
          <p:nvPr>
            <p:ph type="title" hasCustomPrompt="1"/>
          </p:nvPr>
        </p:nvSpPr>
        <p:spPr>
          <a:xfrm>
            <a:off x="584200" y="2302670"/>
            <a:ext cx="44958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44958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D958BC26-4C2D-A630-51A3-0957860AB6E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581298"/>
            <a:ext cx="12192000" cy="276702"/>
          </a:xfrm>
          <a:prstGeom prst="roundRect">
            <a:avLst>
              <a:gd name="adj" fmla="val 0"/>
            </a:avLst>
          </a:prstGeom>
        </p:spPr>
      </p:pic>
      <p:pic>
        <p:nvPicPr>
          <p:cNvPr id="6" name="MS logo gray - EMF" descr="Microsoft logo, gray text version">
            <a:extLst>
              <a:ext uri="{FF2B5EF4-FFF2-40B4-BE49-F238E27FC236}">
                <a16:creationId xmlns:a16="http://schemas.microsoft.com/office/drawing/2014/main" id="{8FD1A08C-5045-312B-4560-BEAAE1FED6C5}"/>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27545128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322482736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A1363FF4-6EF0-D2BC-8DFE-19CC89CD9276}"/>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179657981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3" name="Text Placeholder 4">
            <a:extLst>
              <a:ext uri="{FF2B5EF4-FFF2-40B4-BE49-F238E27FC236}">
                <a16:creationId xmlns:a16="http://schemas.microsoft.com/office/drawing/2014/main" id="{CDC3595B-25C2-CF43-259D-75A3671E7098}"/>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163091465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Sans Display" pitchFamily="2" charset="0"/>
                <a:cs typeface="Segoe Sans Display" pitchFamily="2"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Sans Display" pitchFamily="2" charset="0"/>
                <a:cs typeface="Segoe Sans Display" pitchFamily="2"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4">
            <a:extLst>
              <a:ext uri="{FF2B5EF4-FFF2-40B4-BE49-F238E27FC236}">
                <a16:creationId xmlns:a16="http://schemas.microsoft.com/office/drawing/2014/main" id="{3A3D27F9-7D19-8ECF-C50E-71D515E54BB8}"/>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367624214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4">
            <a:extLst>
              <a:ext uri="{FF2B5EF4-FFF2-40B4-BE49-F238E27FC236}">
                <a16:creationId xmlns:a16="http://schemas.microsoft.com/office/drawing/2014/main" id="{C112CDB0-015D-94C2-ECEE-970711F59EB7}"/>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388613108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CFADFBB8-E1C1-D5AB-8154-CBA2D9EFB6B9}"/>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 Placeholder 4">
            <a:extLst>
              <a:ext uri="{FF2B5EF4-FFF2-40B4-BE49-F238E27FC236}">
                <a16:creationId xmlns:a16="http://schemas.microsoft.com/office/drawing/2014/main" id="{A51E17F0-59B9-3EAE-0FC7-A1EBDE8F7BB3}"/>
              </a:ext>
            </a:extLst>
          </p:cNvPr>
          <p:cNvSpPr>
            <a:spLocks noGrp="1"/>
          </p:cNvSpPr>
          <p:nvPr>
            <p:ph type="body" sz="quarter" idx="18"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165689722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496CCFA2-2D28-1617-4A3E-368924E94312}"/>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3077113435"/>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8AB70484-C812-6F3C-92DD-F6B2E1A813CF}"/>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104526567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AA97F131-E501-E84F-7717-E61457B6D3AC}"/>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580324421"/>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3" name="Text Placeholder 4">
            <a:extLst>
              <a:ext uri="{FF2B5EF4-FFF2-40B4-BE49-F238E27FC236}">
                <a16:creationId xmlns:a16="http://schemas.microsoft.com/office/drawing/2014/main" id="{3134AA3C-2F0D-D667-86A9-3A48F0A2264F}"/>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210317252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428162674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Sans Display" pitchFamily="2" charset="0"/>
              </a:defRPr>
            </a:lvl1pPr>
          </a:lstStyle>
          <a:p>
            <a:r>
              <a:rPr lang="en-US"/>
              <a:t>Click to edit Master title style</a:t>
            </a:r>
          </a:p>
        </p:txBody>
      </p:sp>
    </p:spTree>
    <p:extLst>
      <p:ext uri="{BB962C8B-B14F-4D97-AF65-F5344CB8AC3E}">
        <p14:creationId xmlns:p14="http://schemas.microsoft.com/office/powerpoint/2010/main" val="333033344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mall title  [Custom 1]">
    <p:bg>
      <p:bgPr>
        <a:solidFill>
          <a:srgbClr val="F4F3F5"/>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073F306-39EC-EA0A-2013-15DF7E4F72EA}"/>
              </a:ext>
              <a:ext uri="{C183D7F6-B498-43B3-948B-1728B52AA6E4}">
                <adec:decorative xmlns:adec="http://schemas.microsoft.com/office/drawing/2017/decorative" val="1"/>
              </a:ext>
            </a:extLst>
          </p:cNvPr>
          <p:cNvPicPr>
            <a:picLocks noChangeAspect="1"/>
          </p:cNvPicPr>
          <p:nvPr userDrawn="1"/>
        </p:nvPicPr>
        <p:blipFill>
          <a:blip r:embed="rId2">
            <a:alphaModFix amt="70000"/>
          </a:blip>
          <a:stretch>
            <a:fillRect/>
          </a:stretch>
        </p:blipFill>
        <p:spPr>
          <a:xfrm>
            <a:off x="0" y="0"/>
            <a:ext cx="12192000" cy="6858000"/>
          </a:xfrm>
          <a:prstGeom prst="rect">
            <a:avLst/>
          </a:prstGeom>
        </p:spPr>
      </p:pic>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794825"/>
            <a:ext cx="5508419" cy="372410"/>
          </a:xfrm>
        </p:spPr>
        <p:txBody>
          <a:bodyPr tIns="64008"/>
          <a:lstStyle>
            <a:lvl1pPr>
              <a:defRPr sz="2000" spc="0">
                <a:solidFill>
                  <a:srgbClr val="B1B3B3"/>
                </a:solidFill>
                <a:latin typeface="+mj-lt"/>
                <a:cs typeface="Segoe Sans Display" pitchFamily="2" charset="0"/>
              </a:defRPr>
            </a:lvl1pPr>
          </a:lstStyle>
          <a:p>
            <a:r>
              <a:rPr lang="en-US"/>
              <a:t>Click to edit Master title style</a:t>
            </a: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9ABDB704-B5ED-1189-409D-DF36079703D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rot="16200000">
            <a:off x="8402320" y="3068320"/>
            <a:ext cx="6858000" cy="721360"/>
          </a:xfrm>
          <a:prstGeom prst="roundRect">
            <a:avLst>
              <a:gd name="adj" fmla="val 0"/>
            </a:avLst>
          </a:prstGeom>
        </p:spPr>
      </p:pic>
    </p:spTree>
    <p:extLst>
      <p:ext uri="{BB962C8B-B14F-4D97-AF65-F5344CB8AC3E}">
        <p14:creationId xmlns:p14="http://schemas.microsoft.com/office/powerpoint/2010/main" val="372166008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mall title [Custom 2]">
    <p:bg>
      <p:bgPr>
        <a:solidFill>
          <a:srgbClr val="F4F3F5"/>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2CD0C57-4D50-3645-F70F-E1022BFB47A6}"/>
              </a:ext>
              <a:ext uri="{C183D7F6-B498-43B3-948B-1728B52AA6E4}">
                <adec:decorative xmlns:adec="http://schemas.microsoft.com/office/drawing/2017/decorative" val="1"/>
              </a:ext>
            </a:extLst>
          </p:cNvPr>
          <p:cNvPicPr>
            <a:picLocks noChangeAspect="1"/>
          </p:cNvPicPr>
          <p:nvPr userDrawn="1"/>
        </p:nvPicPr>
        <p:blipFill>
          <a:blip r:embed="rId2">
            <a:alphaModFix amt="70000"/>
          </a:blip>
          <a:stretch>
            <a:fillRect/>
          </a:stretch>
        </p:blipFill>
        <p:spPr>
          <a:xfrm flipV="1">
            <a:off x="0" y="0"/>
            <a:ext cx="12192000" cy="6858000"/>
          </a:xfrm>
          <a:prstGeom prst="rect">
            <a:avLst/>
          </a:prstGeom>
        </p:spPr>
      </p:pic>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794824"/>
            <a:ext cx="5508419" cy="372410"/>
          </a:xfrm>
        </p:spPr>
        <p:txBody>
          <a:bodyPr tIns="64008"/>
          <a:lstStyle>
            <a:lvl1pPr>
              <a:defRPr sz="2000" spc="0">
                <a:solidFill>
                  <a:srgbClr val="B1B3B3"/>
                </a:solidFill>
                <a:latin typeface="+mj-lt"/>
                <a:cs typeface="Segoe Sans Display" pitchFamily="2" charset="0"/>
              </a:defRPr>
            </a:lvl1pPr>
          </a:lstStyle>
          <a:p>
            <a:r>
              <a:rPr lang="en-US"/>
              <a:t>Click to edit Master title style</a:t>
            </a: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9ABDB704-B5ED-1189-409D-DF36079703D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rot="5400000" flipV="1">
            <a:off x="8402320" y="3068320"/>
            <a:ext cx="6858000" cy="721360"/>
          </a:xfrm>
          <a:prstGeom prst="roundRect">
            <a:avLst>
              <a:gd name="adj" fmla="val 0"/>
            </a:avLst>
          </a:prstGeom>
        </p:spPr>
      </p:pic>
    </p:spTree>
    <p:extLst>
      <p:ext uri="{BB962C8B-B14F-4D97-AF65-F5344CB8AC3E}">
        <p14:creationId xmlns:p14="http://schemas.microsoft.com/office/powerpoint/2010/main" val="318667539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evic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457200"/>
            <a:ext cx="6583680" cy="553998"/>
          </a:xfrm>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5394960"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84200" y="292100"/>
            <a:ext cx="658368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2CFD743-438B-21E8-B2BA-FF8644B73E5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16200000">
            <a:off x="8402320" y="3068320"/>
            <a:ext cx="6858000" cy="721360"/>
          </a:xfrm>
          <a:prstGeom prst="roundRect">
            <a:avLst>
              <a:gd name="adj" fmla="val 0"/>
            </a:avLst>
          </a:prstGeom>
        </p:spPr>
      </p:pic>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6343080" y="1866864"/>
            <a:ext cx="5544120" cy="3124272"/>
          </a:xfrm>
          <a:blipFill>
            <a:blip r:embed="rId3"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spTree>
    <p:extLst>
      <p:ext uri="{BB962C8B-B14F-4D97-AF65-F5344CB8AC3E}">
        <p14:creationId xmlns:p14="http://schemas.microsoft.com/office/powerpoint/2010/main" val="702530714"/>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888" userDrawn="1">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evic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2875002"/>
            <a:ext cx="3840862" cy="1107996"/>
          </a:xfrm>
        </p:spPr>
        <p:txBody>
          <a:bodyPr anchor="ctr" anchorCtr="0"/>
          <a:lstStyle>
            <a:lvl1pPr>
              <a:defRPr>
                <a:solidFill>
                  <a:schemeClr val="tx1"/>
                </a:solidFill>
              </a:defRPr>
            </a:lvl1pPr>
          </a:lstStyle>
          <a:p>
            <a:r>
              <a:rPr lang="en-US"/>
              <a:t>Click to edit Master title style</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453295D4-3AEF-C922-4A3C-5C3DBD4757A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rot="16200000">
            <a:off x="8402320" y="3068320"/>
            <a:ext cx="6858000" cy="721360"/>
          </a:xfrm>
          <a:prstGeom prst="roundRect">
            <a:avLst>
              <a:gd name="adj" fmla="val 0"/>
            </a:avLst>
          </a:prstGeom>
        </p:spPr>
      </p:pic>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5191125" y="1542284"/>
            <a:ext cx="6696075" cy="3773432"/>
          </a:xfrm>
          <a:blipFill>
            <a:blip r:embed="rId4"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spTree>
    <p:extLst>
      <p:ext uri="{BB962C8B-B14F-4D97-AF65-F5344CB8AC3E}">
        <p14:creationId xmlns:p14="http://schemas.microsoft.com/office/powerpoint/2010/main" val="1533898844"/>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quare Photo Graphic">
    <p:bg>
      <p:bgPr>
        <a:solidFill>
          <a:srgbClr val="FFF8F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834586-5E35-30D9-D8B4-75A164A4F9C0}"/>
              </a:ext>
            </a:extLst>
          </p:cNvPr>
          <p:cNvSpPr/>
          <p:nvPr userDrawn="1"/>
        </p:nvSpPr>
        <p:spPr bwMode="auto">
          <a:xfrm>
            <a:off x="0" y="2438400"/>
            <a:ext cx="12192000" cy="4419600"/>
          </a:xfrm>
          <a:prstGeom prst="rect">
            <a:avLst/>
          </a:prstGeom>
          <a:solidFill>
            <a:srgbClr val="E1D3C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745164" cy="1514157"/>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2743200"/>
            <a:ext cx="4749800" cy="352583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918200" y="1155700"/>
            <a:ext cx="5702300" cy="5465928"/>
          </a:xfrm>
          <a:prstGeom prst="round2SameRect">
            <a:avLst>
              <a:gd name="adj1" fmla="val 2235"/>
              <a:gd name="adj2" fmla="val 0"/>
            </a:avLst>
          </a:prstGeom>
          <a:blipFill>
            <a:blip r:embed="rId2" cstate="email">
              <a:extLst>
                <a:ext uri="{28A0092B-C50C-407E-A947-70E740481C1C}">
                  <a14:useLocalDpi xmlns:a14="http://schemas.microsoft.com/office/drawing/2010/main"/>
                </a:ext>
              </a:extLst>
            </a:blip>
            <a:stretch>
              <a:fillRect b="-4324"/>
            </a:stretch>
          </a:blipFill>
        </p:spPr>
        <p:txBody>
          <a:bodyPr lIns="0" tIns="914400" rIns="0" anchor="t" anchorCtr="0">
            <a:noAutofit/>
          </a:bodyPr>
          <a:lstStyle>
            <a:lvl1pPr marL="0" indent="0" algn="ctr">
              <a:lnSpc>
                <a:spcPct val="100000"/>
              </a:lnSpc>
              <a:buNone/>
              <a:defRPr sz="11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8" name="Picture 7">
            <a:extLst>
              <a:ext uri="{FF2B5EF4-FFF2-40B4-BE49-F238E27FC236}">
                <a16:creationId xmlns:a16="http://schemas.microsoft.com/office/drawing/2014/main" id="{E25C000A-8BFF-12E7-7DFB-FF34728592C6}"/>
              </a:ext>
            </a:extLst>
          </p:cNvPr>
          <p:cNvPicPr>
            <a:picLocks noChangeAspect="1"/>
          </p:cNvPicPr>
          <p:nvPr userDrawn="1"/>
        </p:nvPicPr>
        <p:blipFill>
          <a:blip r:embed="rId3" cstate="email">
            <a:extLst>
              <a:ext uri="{28A0092B-C50C-407E-A947-70E740481C1C}">
                <a14:useLocalDpi xmlns:a14="http://schemas.microsoft.com/office/drawing/2010/main"/>
              </a:ext>
            </a:extLst>
          </a:blip>
          <a:srcRect b="93678"/>
          <a:stretch/>
        </p:blipFill>
        <p:spPr>
          <a:xfrm flipV="1">
            <a:off x="5918200" y="6621628"/>
            <a:ext cx="5702300" cy="236372"/>
          </a:xfrm>
          <a:prstGeom prst="round2SameRect">
            <a:avLst>
              <a:gd name="adj1" fmla="val 0"/>
              <a:gd name="adj2" fmla="val 0"/>
            </a:avLst>
          </a:prstGeom>
        </p:spPr>
      </p:pic>
    </p:spTree>
    <p:extLst>
      <p:ext uri="{BB962C8B-B14F-4D97-AF65-F5344CB8AC3E}">
        <p14:creationId xmlns:p14="http://schemas.microsoft.com/office/powerpoint/2010/main" val="422515393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quare Photo Graphic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p:nvPr>
        </p:nvSpPr>
        <p:spPr bwMode="ltGray">
          <a:xfrm>
            <a:off x="5624513" y="585788"/>
            <a:ext cx="5683249" cy="5683249"/>
          </a:xfrm>
          <a:prstGeom prst="roundRect">
            <a:avLst>
              <a:gd name="adj" fmla="val 3259"/>
            </a:avLst>
          </a:prstGeom>
          <a:blipFill>
            <a:blip r:embed="rId3" cstate="email">
              <a:extLst>
                <a:ext uri="{28A0092B-C50C-407E-A947-70E740481C1C}">
                  <a14:useLocalDpi xmlns:a14="http://schemas.microsoft.com/office/drawing/2010/main"/>
                </a:ext>
              </a:extLst>
            </a:blip>
            <a:stretch>
              <a:fillRect/>
            </a:stretch>
          </a:blipFill>
        </p:spPr>
        <p:txBody>
          <a:bodyPr lIns="0" tIns="91440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endParaRPr lang="en-US"/>
          </a:p>
        </p:txBody>
      </p:sp>
      <p:pic>
        <p:nvPicPr>
          <p:cNvPr id="2" name="Picture 1" hidden="1">
            <a:extLst>
              <a:ext uri="{FF2B5EF4-FFF2-40B4-BE49-F238E27FC236}">
                <a16:creationId xmlns:a16="http://schemas.microsoft.com/office/drawing/2014/main" id="{4E2E619B-2D74-9B55-98E1-9E6126DE0DB1}"/>
              </a:ext>
            </a:extLst>
          </p:cNvPr>
          <p:cNvPicPr>
            <a:picLocks noChangeAspect="1"/>
          </p:cNvPicPr>
          <p:nvPr userDrawn="1"/>
        </p:nvPicPr>
        <p:blipFill>
          <a:blip r:embed="rId4" cstate="email">
            <a:extLst>
              <a:ext uri="{28A0092B-C50C-407E-A947-70E740481C1C}">
                <a14:useLocalDpi xmlns:a14="http://schemas.microsoft.com/office/drawing/2010/main"/>
              </a:ext>
            </a:extLst>
          </a:blip>
          <a:srcRect b="93678"/>
          <a:stretch/>
        </p:blipFill>
        <p:spPr>
          <a:xfrm flipV="1">
            <a:off x="5614987" y="6032665"/>
            <a:ext cx="5702300" cy="236372"/>
          </a:xfrm>
          <a:prstGeom prst="round2SameRect">
            <a:avLst>
              <a:gd name="adj1" fmla="val 50000"/>
              <a:gd name="adj2" fmla="val 0"/>
            </a:avLst>
          </a:prstGeom>
        </p:spPr>
      </p:pic>
    </p:spTree>
    <p:extLst>
      <p:ext uri="{BB962C8B-B14F-4D97-AF65-F5344CB8AC3E}">
        <p14:creationId xmlns:p14="http://schemas.microsoft.com/office/powerpoint/2010/main" val="4090369602"/>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quare Photo Graphic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pic>
        <p:nvPicPr>
          <p:cNvPr id="10" name="Picture 9" descr="A close-up of a colorful object&#10;&#10;Description automatically generated">
            <a:extLst>
              <a:ext uri="{FF2B5EF4-FFF2-40B4-BE49-F238E27FC236}">
                <a16:creationId xmlns:a16="http://schemas.microsoft.com/office/drawing/2014/main" id="{89A104E1-D13F-B13B-BB5D-930C8205C897}"/>
              </a:ext>
            </a:extLst>
          </p:cNvPr>
          <p:cNvPicPr>
            <a:picLocks noChangeAspect="1"/>
          </p:cNvPicPr>
          <p:nvPr userDrawn="1"/>
        </p:nvPicPr>
        <p:blipFill>
          <a:blip r:embed="rId3" cstate="email">
            <a:extLst>
              <a:ext uri="{BEBA8EAE-BF5A-486C-A8C5-ECC9F3942E4B}">
                <a14:imgProps xmlns:a14="http://schemas.microsoft.com/office/drawing/2010/main">
                  <a14:imgLayer r:embed="rId4">
                    <a14:imgEffect>
                      <a14:sharpenSoften amount="-65000"/>
                    </a14:imgEffect>
                  </a14:imgLayer>
                </a14:imgProps>
              </a:ext>
              <a:ext uri="{28A0092B-C50C-407E-A947-70E740481C1C}">
                <a14:useLocalDpi xmlns:a14="http://schemas.microsoft.com/office/drawing/2010/main"/>
              </a:ext>
            </a:extLst>
          </a:blip>
          <a:srcRect/>
          <a:stretch/>
        </p:blipFill>
        <p:spPr>
          <a:xfrm>
            <a:off x="5333999" y="0"/>
            <a:ext cx="6858001" cy="6858000"/>
          </a:xfrm>
          <a:prstGeom prst="rect">
            <a:avLst/>
          </a:prstGeom>
          <a:solidFill>
            <a:schemeClr val="bg1"/>
          </a:solidFill>
        </p:spPr>
      </p:pic>
      <p:pic>
        <p:nvPicPr>
          <p:cNvPr id="8" name="Picture 7" descr="A colorful gradient going from darker blue on the left side to light blue to magenta to orange on the right side">
            <a:extLst>
              <a:ext uri="{FF2B5EF4-FFF2-40B4-BE49-F238E27FC236}">
                <a16:creationId xmlns:a16="http://schemas.microsoft.com/office/drawing/2014/main" id="{69B64261-FB99-ADE9-26E4-3ECE1E68CF38}"/>
              </a:ext>
            </a:extLst>
          </p:cNvPr>
          <p:cNvPicPr>
            <a:picLocks noChangeAspect="1"/>
          </p:cNvPicPr>
          <p:nvPr userDrawn="1"/>
        </p:nvPicPr>
        <p:blipFill rotWithShape="1">
          <a:blip r:embed="rId5" cstate="email">
            <a:alphaModFix amt="50000"/>
            <a:extLst>
              <a:ext uri="{28A0092B-C50C-407E-A947-70E740481C1C}">
                <a14:useLocalDpi xmlns:a14="http://schemas.microsoft.com/office/drawing/2010/main"/>
              </a:ext>
            </a:extLst>
          </a:blip>
          <a:srcRect t="160" b="160"/>
          <a:stretch/>
        </p:blipFill>
        <p:spPr>
          <a:xfrm rot="16200000">
            <a:off x="6205856" y="868680"/>
            <a:ext cx="5120640" cy="5120640"/>
          </a:xfrm>
          <a:prstGeom prst="roundRect">
            <a:avLst>
              <a:gd name="adj" fmla="val 2716"/>
            </a:avLst>
          </a:prstGeom>
        </p:spPr>
      </p:pic>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6705600" y="1371600"/>
            <a:ext cx="4114800" cy="4114800"/>
          </a:xfrm>
          <a:prstGeom prst="roundRect">
            <a:avLst>
              <a:gd name="adj" fmla="val 2346"/>
            </a:avLst>
          </a:prstGeom>
          <a:blipFill>
            <a:blip r:embed="rId6"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2158929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userDrawn="1">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quare Photo Graphic 4">
    <p:bg>
      <p:bgPr>
        <a:solidFill>
          <a:srgbClr val="FFF8F3"/>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58AEFBE-EE1F-0FBF-5C84-1DF6EC17775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34000" y="0"/>
            <a:ext cx="6858000" cy="6858000"/>
          </a:xfrm>
          <a:prstGeom prst="rect">
            <a:avLst/>
          </a:prstGeom>
        </p:spPr>
      </p:pic>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6705600" y="1371600"/>
            <a:ext cx="4114800" cy="4114800"/>
          </a:xfrm>
          <a:prstGeom prst="roundRect">
            <a:avLst>
              <a:gd name="adj" fmla="val 2602"/>
            </a:avLst>
          </a:prstGeom>
          <a:blipFill>
            <a:blip r:embed="rId3"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58563649"/>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userDrawn="1">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dpi="0" rotWithShape="1">
            <a:blip r:embed="rId2" cstate="email">
              <a:extLst>
                <a:ext uri="{28A0092B-C50C-407E-A947-70E740481C1C}">
                  <a14:useLocalDpi xmlns:a14="http://schemas.microsoft.com/office/drawing/2010/main"/>
                </a:ext>
              </a:extLst>
            </a:blip>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2744721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quare Photo ">
    <p:bg>
      <p:bgPr>
        <a:solidFill>
          <a:srgbClr val="E8E6DF"/>
        </a:solidFill>
        <a:effectLst/>
      </p:bgPr>
    </p:bg>
    <p:spTree>
      <p:nvGrpSpPr>
        <p:cNvPr id="1" name=""/>
        <p:cNvGrpSpPr/>
        <p:nvPr/>
      </p:nvGrpSpPr>
      <p:grpSpPr>
        <a:xfrm>
          <a:off x="0" y="0"/>
          <a:ext cx="0" cy="0"/>
          <a:chOff x="0" y="0"/>
          <a:chExt cx="0" cy="0"/>
        </a:xfrm>
      </p:grpSpPr>
      <p:sp>
        <p:nvSpPr>
          <p:cNvPr id="2" name="Picture Placeholder" descr="This photo is a 'placeholder' only. Drag or drop your photo here, or click and tap the center to insert a photo.">
            <a:extLst>
              <a:ext uri="{FF2B5EF4-FFF2-40B4-BE49-F238E27FC236}">
                <a16:creationId xmlns:a16="http://schemas.microsoft.com/office/drawing/2014/main" id="{F7F87341-ECEA-3B94-51B2-A9E24914685F}"/>
              </a:ext>
            </a:extLst>
          </p:cNvPr>
          <p:cNvSpPr>
            <a:spLocks noGrp="1"/>
          </p:cNvSpPr>
          <p:nvPr>
            <p:ph type="pic" sz="quarter" idx="11" hasCustomPrompt="1"/>
          </p:nvPr>
        </p:nvSpPr>
        <p:spPr bwMode="ltGray">
          <a:xfrm>
            <a:off x="5334000" y="0"/>
            <a:ext cx="6858000" cy="6858000"/>
          </a:xfrm>
          <a:blipFill dpi="0" rotWithShape="1">
            <a:blip r:embed="rId2"/>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6" name="Rectangle 5">
            <a:extLst>
              <a:ext uri="{FF2B5EF4-FFF2-40B4-BE49-F238E27FC236}">
                <a16:creationId xmlns:a16="http://schemas.microsoft.com/office/drawing/2014/main" id="{3DED39DE-8DED-DC59-2BDA-C621877CF646}"/>
              </a:ext>
            </a:extLst>
          </p:cNvPr>
          <p:cNvSpPr/>
          <p:nvPr userDrawn="1"/>
        </p:nvSpPr>
        <p:spPr bwMode="auto">
          <a:xfrm>
            <a:off x="0" y="-1"/>
            <a:ext cx="5334000" cy="6857999"/>
          </a:xfrm>
          <a:prstGeom prst="rect">
            <a:avLst/>
          </a:prstGeom>
          <a:gradFill flip="none" rotWithShape="1">
            <a:gsLst>
              <a:gs pos="100000">
                <a:schemeClr val="bg1">
                  <a:alpha val="0"/>
                </a:schemeClr>
              </a:gs>
              <a:gs pos="0">
                <a:schemeClr val="bg1">
                  <a:shade val="100000"/>
                  <a:satMod val="115000"/>
                  <a:alpha val="22143"/>
                </a:schemeClr>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92596816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2" name="Picture Placeholder" descr="This photo is a 'placeholder' only. Drag or drop your photo here, or click and tap the center to insert a photo.">
            <a:extLst>
              <a:ext uri="{FF2B5EF4-FFF2-40B4-BE49-F238E27FC236}">
                <a16:creationId xmlns:a16="http://schemas.microsoft.com/office/drawing/2014/main" id="{3D4BC3CE-C968-246E-EAC3-B829FDF59F19}"/>
              </a:ext>
            </a:extLst>
          </p:cNvPr>
          <p:cNvSpPr>
            <a:spLocks noGrp="1"/>
          </p:cNvSpPr>
          <p:nvPr>
            <p:ph type="pic" sz="quarter" idx="11" hasCustomPrompt="1"/>
          </p:nvPr>
        </p:nvSpPr>
        <p:spPr bwMode="ltGray">
          <a:xfrm>
            <a:off x="5334000" y="0"/>
            <a:ext cx="6858000" cy="6858000"/>
          </a:xfrm>
          <a:blipFill dpi="0" rotWithShape="1">
            <a:blip r:embed="rId2" cstate="email">
              <a:extLst>
                <a:ext uri="{28A0092B-C50C-407E-A947-70E740481C1C}">
                  <a14:useLocalDpi xmlns:a14="http://schemas.microsoft.com/office/drawing/2010/main"/>
                </a:ext>
              </a:extLst>
            </a:blip>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6388858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dpi="0" rotWithShape="1">
            <a:blip r:embed="rId2" cstate="email">
              <a:extLst>
                <a:ext uri="{28A0092B-C50C-407E-A947-70E740481C1C}">
                  <a14:useLocalDpi xmlns:a14="http://schemas.microsoft.com/office/drawing/2010/main"/>
                </a:ext>
              </a:extLst>
            </a:blip>
            <a:srcRect/>
            <a:stretch>
              <a:fillRect/>
            </a:stretch>
          </a:blipFill>
        </p:spPr>
        <p:txBody>
          <a:bodyPr vert="horz" wrap="square" lIns="0" tIns="1280160" rIns="0" bIns="0" rtlCol="0" anchor="t" anchorCtr="0">
            <a:noAutofit/>
          </a:bodyPr>
          <a:lstStyle>
            <a:lvl1pPr marL="0" indent="0" algn="ctr">
              <a:buNone/>
              <a:defRPr lang="en-US" sz="14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54328601"/>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3" name="Picture Placeholder" descr="This photo is a 'placeholder' only. Drag or drop your photo here, or click and tap the center to insert a photo.">
            <a:extLst>
              <a:ext uri="{FF2B5EF4-FFF2-40B4-BE49-F238E27FC236}">
                <a16:creationId xmlns:a16="http://schemas.microsoft.com/office/drawing/2014/main" id="{84EB85E8-62D6-9C5F-D48A-055FCADA251A}"/>
              </a:ext>
            </a:extLst>
          </p:cNvPr>
          <p:cNvSpPr>
            <a:spLocks noGrp="1"/>
          </p:cNvSpPr>
          <p:nvPr>
            <p:ph type="pic" sz="quarter" idx="11" hasCustomPrompt="1"/>
          </p:nvPr>
        </p:nvSpPr>
        <p:spPr bwMode="ltGray">
          <a:xfrm>
            <a:off x="0" y="2286000"/>
            <a:ext cx="12192000" cy="4572000"/>
          </a:xfrm>
          <a:blipFill dpi="0" rotWithShape="1">
            <a:blip r:embed="rId2" cstate="email">
              <a:extLst>
                <a:ext uri="{28A0092B-C50C-407E-A947-70E740481C1C}">
                  <a14:useLocalDpi xmlns:a14="http://schemas.microsoft.com/office/drawing/2010/main"/>
                </a:ext>
              </a:extLst>
            </a:blip>
            <a:srcRect/>
            <a:stretch>
              <a:fillRect/>
            </a:stretch>
          </a:blipFill>
        </p:spPr>
        <p:txBody>
          <a:bodyPr vert="horz" wrap="square" lIns="0" tIns="1280160" rIns="0" bIns="0" rtlCol="0" anchor="t" anchorCtr="0">
            <a:noAutofit/>
          </a:bodyPr>
          <a:lstStyle>
            <a:lvl1pPr marL="0" indent="0" algn="ctr">
              <a:buNone/>
              <a:defRPr lang="en-US" sz="14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12290008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1005840" rtlCol="0" anchor="ctr" anchorCtr="0">
            <a:noAutofit/>
          </a:bodyPr>
          <a:lstStyle>
            <a:lvl1pPr marL="0" indent="0" algn="ctr">
              <a:buNone/>
              <a:defRPr lang="en-US" sz="10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1005840" rtlCol="0" anchor="ctr" anchorCtr="0">
            <a:noAutofit/>
          </a:bodyPr>
          <a:lstStyle>
            <a:lvl1pPr marL="0" indent="0" algn="ctr">
              <a:buNone/>
              <a:defRPr lang="en-US" sz="1000" b="1" dirty="0">
                <a:solidFill>
                  <a:schemeClr val="bg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56823867"/>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1357119"/>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991869532"/>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6613830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73682457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01018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800" b="1">
                <a:solidFill>
                  <a:schemeClr val="tx1"/>
                </a:solidFill>
                <a:latin typeface="+mn-lt"/>
                <a:cs typeface="Segoe Sans Display" pitchFamily="2"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3674216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123621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900" b="1" dirty="0">
                <a:solidFill>
                  <a:schemeClr val="tx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900" b="1" dirty="0">
                <a:solidFill>
                  <a:schemeClr val="bg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900" b="1" dirty="0">
                <a:solidFill>
                  <a:schemeClr val="bg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900" b="1" dirty="0">
                <a:solidFill>
                  <a:schemeClr val="tx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8389390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5728226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721736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25442284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Developer Code Layou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56848616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de Bottom">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65763921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de Top">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69285922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ode Right sid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Sans Display" pitchFamily="2" charset="0"/>
                <a:cs typeface="Segoe Sans Display" pitchFamily="2"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85784024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de Left sd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Sans Display" pitchFamily="2" charset="0"/>
                <a:cs typeface="Segoe Sans Display" pitchFamily="2"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98641691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85216" y="3977319"/>
            <a:ext cx="4177284"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D5F20BF-1B1B-50CA-191C-F2202EAF5B89}"/>
              </a:ext>
            </a:extLst>
          </p:cNvPr>
          <p:cNvSpPr>
            <a:spLocks noGrp="1"/>
          </p:cNvSpPr>
          <p:nvPr>
            <p:ph type="pic" sz="quarter" idx="11" hasCustomPrompt="1"/>
          </p:nvPr>
        </p:nvSpPr>
        <p:spPr bwMode="ltGray">
          <a:xfrm>
            <a:off x="5334000" y="0"/>
            <a:ext cx="6858000" cy="6858000"/>
          </a:xfrm>
          <a:blipFill>
            <a:blip r:embed="rId2"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tx2"/>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81276399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userDrawn="1">
          <p15:clr>
            <a:srgbClr val="5ACBF0"/>
          </p15:clr>
        </p15:guide>
        <p15:guide id="6" pos="3000" userDrawn="1">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Demo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85216" y="3977319"/>
            <a:ext cx="4177284"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10" name="Picture 9" descr="A person with curly hair standing in brightly illuminating outdoor light and shadows">
            <a:extLst>
              <a:ext uri="{FF2B5EF4-FFF2-40B4-BE49-F238E27FC236}">
                <a16:creationId xmlns:a16="http://schemas.microsoft.com/office/drawing/2014/main" id="{2E82545A-FD52-D775-7812-AC95C1735C22}"/>
              </a:ext>
            </a:extLst>
          </p:cNvPr>
          <p:cNvPicPr>
            <a:picLocks noChangeAspect="1"/>
          </p:cNvPicPr>
          <p:nvPr userDrawn="1"/>
        </p:nvPicPr>
        <p:blipFill>
          <a:blip r:embed="rId3" cstate="screen">
            <a:alphaModFix/>
            <a:extLst>
              <a:ext uri="{28A0092B-C50C-407E-A947-70E740481C1C}">
                <a14:useLocalDpi xmlns:a14="http://schemas.microsoft.com/office/drawing/2010/main"/>
              </a:ext>
            </a:extLst>
          </a:blip>
          <a:srcRect l="17213" r="21311"/>
          <a:stretch/>
        </p:blipFill>
        <p:spPr>
          <a:xfrm>
            <a:off x="5334000" y="0"/>
            <a:ext cx="6858000" cy="6858000"/>
          </a:xfrm>
          <a:prstGeom prst="roundRect">
            <a:avLst>
              <a:gd name="adj" fmla="val 0"/>
            </a:avLst>
          </a:prstGeom>
        </p:spPr>
      </p:pic>
    </p:spTree>
    <p:extLst>
      <p:ext uri="{BB962C8B-B14F-4D97-AF65-F5344CB8AC3E}">
        <p14:creationId xmlns:p14="http://schemas.microsoft.com/office/powerpoint/2010/main" val="210958748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userDrawn="1">
          <p15:clr>
            <a:srgbClr val="5ACBF0"/>
          </p15:clr>
        </p15:guide>
        <p15:guide id="6" pos="3000" userDrawn="1">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Demo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85216" y="3977319"/>
            <a:ext cx="4177284"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4" name="Picture 3">
            <a:extLst>
              <a:ext uri="{FF2B5EF4-FFF2-40B4-BE49-F238E27FC236}">
                <a16:creationId xmlns:a16="http://schemas.microsoft.com/office/drawing/2014/main" id="{EF270AE3-8618-7645-AE3C-5E57E3BF172C}"/>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5636036" y="302036"/>
            <a:ext cx="6251164" cy="6251164"/>
          </a:xfrm>
          <a:prstGeom prst="roundRect">
            <a:avLst>
              <a:gd name="adj" fmla="val 2595"/>
            </a:avLst>
          </a:prstGeom>
        </p:spPr>
      </p:pic>
    </p:spTree>
    <p:extLst>
      <p:ext uri="{BB962C8B-B14F-4D97-AF65-F5344CB8AC3E}">
        <p14:creationId xmlns:p14="http://schemas.microsoft.com/office/powerpoint/2010/main" val="41369593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Demo slide 4">
    <p:bg>
      <p:bgPr>
        <a:solidFill>
          <a:srgbClr val="E8E6D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85216" y="3977319"/>
            <a:ext cx="4177284"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4" name="Picture 3" descr="A person with white beard and hat&#10;&#10;Description automatically generated">
            <a:extLst>
              <a:ext uri="{FF2B5EF4-FFF2-40B4-BE49-F238E27FC236}">
                <a16:creationId xmlns:a16="http://schemas.microsoft.com/office/drawing/2014/main" id="{6114E386-90DD-2D33-E4EE-56C7BEC347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5334000" y="0"/>
            <a:ext cx="6858000" cy="6858000"/>
          </a:xfrm>
          <a:prstGeom prst="rect">
            <a:avLst/>
          </a:prstGeom>
        </p:spPr>
      </p:pic>
      <p:sp>
        <p:nvSpPr>
          <p:cNvPr id="3" name="Rectangle 2">
            <a:extLst>
              <a:ext uri="{FF2B5EF4-FFF2-40B4-BE49-F238E27FC236}">
                <a16:creationId xmlns:a16="http://schemas.microsoft.com/office/drawing/2014/main" id="{232DA8AD-FBCB-B320-7C32-5B6DFD8E5B66}"/>
              </a:ext>
            </a:extLst>
          </p:cNvPr>
          <p:cNvSpPr/>
          <p:nvPr userDrawn="1"/>
        </p:nvSpPr>
        <p:spPr bwMode="auto">
          <a:xfrm>
            <a:off x="0" y="-1"/>
            <a:ext cx="5334000" cy="6857999"/>
          </a:xfrm>
          <a:prstGeom prst="rect">
            <a:avLst/>
          </a:prstGeom>
          <a:gradFill flip="none" rotWithShape="1">
            <a:gsLst>
              <a:gs pos="100000">
                <a:schemeClr val="bg1">
                  <a:alpha val="0"/>
                </a:schemeClr>
              </a:gs>
              <a:gs pos="0">
                <a:schemeClr val="bg1">
                  <a:shade val="100000"/>
                  <a:satMod val="115000"/>
                  <a:alpha val="22143"/>
                </a:schemeClr>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Tree>
    <p:extLst>
      <p:ext uri="{BB962C8B-B14F-4D97-AF65-F5344CB8AC3E}">
        <p14:creationId xmlns:p14="http://schemas.microsoft.com/office/powerpoint/2010/main" val="36300084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C1E8B5B3-E911-FA3B-060D-08ACEFE48A20}"/>
              </a:ext>
            </a:extLst>
          </p:cNvPr>
          <p:cNvSpPr>
            <a:spLocks noGrp="1"/>
          </p:cNvSpPr>
          <p:nvPr>
            <p:ph type="pic" sz="quarter" idx="11" hasCustomPrompt="1"/>
          </p:nvPr>
        </p:nvSpPr>
        <p:spPr bwMode="ltGray">
          <a:xfrm>
            <a:off x="5334000" y="0"/>
            <a:ext cx="6858000" cy="6858000"/>
          </a:xfrm>
          <a:blipFill>
            <a:blip r:embed="rId2"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38462818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userDrawn="1">
          <p15:clr>
            <a:srgbClr val="5ACBF0"/>
          </p15:clr>
        </p15:guide>
        <p15:guide id="3" orient="horz" pos="1910">
          <p15:clr>
            <a:srgbClr val="5ACBF0"/>
          </p15:clr>
        </p15:guide>
        <p15:guide id="4" pos="3000" userDrawn="1">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7" name="Picture 6">
            <a:extLst>
              <a:ext uri="{FF2B5EF4-FFF2-40B4-BE49-F238E27FC236}">
                <a16:creationId xmlns:a16="http://schemas.microsoft.com/office/drawing/2014/main" id="{8111608B-3482-A33C-BA63-70C5869A2AC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1" y="0"/>
            <a:ext cx="6858000" cy="6861846"/>
          </a:xfrm>
          <a:prstGeom prst="rect">
            <a:avLst/>
          </a:prstGeom>
        </p:spPr>
      </p:pic>
    </p:spTree>
    <p:extLst>
      <p:ext uri="{BB962C8B-B14F-4D97-AF65-F5344CB8AC3E}">
        <p14:creationId xmlns:p14="http://schemas.microsoft.com/office/powerpoint/2010/main" val="40282414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userDrawn="1">
          <p15:clr>
            <a:srgbClr val="5ACBF0"/>
          </p15:clr>
        </p15:guide>
        <p15:guide id="3" orient="horz" pos="1910">
          <p15:clr>
            <a:srgbClr val="5ACBF0"/>
          </p15:clr>
        </p15:guide>
        <p15:guide id="4" pos="3000" userDrawn="1">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8" name="Picture 7">
            <a:extLst>
              <a:ext uri="{FF2B5EF4-FFF2-40B4-BE49-F238E27FC236}">
                <a16:creationId xmlns:a16="http://schemas.microsoft.com/office/drawing/2014/main" id="{27F67BE8-1773-C479-4149-41024CAFA3D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34000" y="0"/>
            <a:ext cx="6858000" cy="6858000"/>
          </a:xfrm>
          <a:prstGeom prst="rect">
            <a:avLst/>
          </a:prstGeom>
        </p:spPr>
      </p:pic>
    </p:spTree>
    <p:extLst>
      <p:ext uri="{BB962C8B-B14F-4D97-AF65-F5344CB8AC3E}">
        <p14:creationId xmlns:p14="http://schemas.microsoft.com/office/powerpoint/2010/main" val="2315228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Section Title 4">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4" name="Picture 3" descr="A close-up of a colorful wave&#10;&#10;Description automatically generated">
            <a:extLst>
              <a:ext uri="{FF2B5EF4-FFF2-40B4-BE49-F238E27FC236}">
                <a16:creationId xmlns:a16="http://schemas.microsoft.com/office/drawing/2014/main" id="{7E23DEF3-55CD-9793-23E4-712C6621B71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0" y="0"/>
            <a:ext cx="6856632" cy="6858000"/>
          </a:xfrm>
          <a:prstGeom prst="rect">
            <a:avLst/>
          </a:prstGeom>
        </p:spPr>
      </p:pic>
    </p:spTree>
    <p:extLst>
      <p:ext uri="{BB962C8B-B14F-4D97-AF65-F5344CB8AC3E}">
        <p14:creationId xmlns:p14="http://schemas.microsoft.com/office/powerpoint/2010/main" val="38093190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Section Title 5">
    <p:bg>
      <p:bgPr>
        <a:solidFill>
          <a:schemeClr val="accent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324116942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Section Title 6">
    <p:bg>
      <p:bgPr>
        <a:solidFill>
          <a:srgbClr val="2A446F"/>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39560337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ection Title 7">
    <p:bg>
      <p:bgPr>
        <a:solidFill>
          <a:schemeClr val="accent3"/>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64507927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685359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userDrawn="1">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Blank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703612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userDrawn="1">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Blank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192903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userDrawn="1">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Blank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879847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userDrawn="1">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tent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BC87E-4CC9-0F44-6DF9-7F6E2A04362F}"/>
              </a:ext>
            </a:extLst>
          </p:cNvPr>
          <p:cNvSpPr>
            <a:spLocks noGrp="1"/>
          </p:cNvSpPr>
          <p:nvPr>
            <p:ph type="title"/>
          </p:nvPr>
        </p:nvSpPr>
        <p:spPr>
          <a:xfrm>
            <a:off x="913532" y="1008742"/>
            <a:ext cx="10363918" cy="553998"/>
          </a:xfrm>
        </p:spPr>
        <p:txBody>
          <a:bodyPr/>
          <a:lstStyle>
            <a:lvl1pPr>
              <a:defRPr>
                <a:solidFill>
                  <a:schemeClr val="tx1"/>
                </a:solidFill>
              </a:defRPr>
            </a:lvl1pPr>
          </a:lstStyle>
          <a:p>
            <a:r>
              <a:rPr lang="en-US"/>
              <a:t>Click to edit Master title style</a:t>
            </a:r>
          </a:p>
        </p:txBody>
      </p:sp>
      <p:sp>
        <p:nvSpPr>
          <p:cNvPr id="3" name="Content Placeholder 3">
            <a:extLst>
              <a:ext uri="{FF2B5EF4-FFF2-40B4-BE49-F238E27FC236}">
                <a16:creationId xmlns:a16="http://schemas.microsoft.com/office/drawing/2014/main" id="{2155222B-26E4-2F43-D7F5-FC045289128D}"/>
              </a:ext>
            </a:extLst>
          </p:cNvPr>
          <p:cNvSpPr>
            <a:spLocks noGrp="1"/>
          </p:cNvSpPr>
          <p:nvPr>
            <p:ph sz="quarter" idx="10"/>
          </p:nvPr>
        </p:nvSpPr>
        <p:spPr>
          <a:xfrm>
            <a:off x="913382" y="2017712"/>
            <a:ext cx="10364218" cy="425132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4">
            <a:extLst>
              <a:ext uri="{FF2B5EF4-FFF2-40B4-BE49-F238E27FC236}">
                <a16:creationId xmlns:a16="http://schemas.microsoft.com/office/drawing/2014/main" id="{49DBCD25-6DFA-052F-4ED9-1E8C8737F934}"/>
              </a:ext>
            </a:extLst>
          </p:cNvPr>
          <p:cNvSpPr>
            <a:spLocks noGrp="1"/>
          </p:cNvSpPr>
          <p:nvPr>
            <p:ph type="body" sz="quarter" idx="11" hasCustomPrompt="1"/>
          </p:nvPr>
        </p:nvSpPr>
        <p:spPr>
          <a:xfrm>
            <a:off x="913532" y="843642"/>
            <a:ext cx="10363918"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263380513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userDrawn="1">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ntent Graphic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6318D53-3286-EAEB-3098-F1081AF276A8}"/>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5000"/>
                    </a14:imgEffect>
                  </a14:imgLayer>
                </a14:imgProps>
              </a:ext>
            </a:extLst>
          </a:blip>
          <a:srcRect t="48" b="48"/>
          <a:stretch/>
        </p:blipFill>
        <p:spPr>
          <a:xfrm>
            <a:off x="578642" y="588018"/>
            <a:ext cx="11033446" cy="5681964"/>
          </a:xfrm>
          <a:prstGeom prst="roundRect">
            <a:avLst>
              <a:gd name="adj" fmla="val 2183"/>
            </a:avLst>
          </a:prstGeom>
        </p:spPr>
      </p:pic>
      <p:sp>
        <p:nvSpPr>
          <p:cNvPr id="3" name="Title 1">
            <a:extLst>
              <a:ext uri="{FF2B5EF4-FFF2-40B4-BE49-F238E27FC236}">
                <a16:creationId xmlns:a16="http://schemas.microsoft.com/office/drawing/2014/main" id="{3AD825C2-7FF1-3371-96A7-47B94663743F}"/>
              </a:ext>
            </a:extLst>
          </p:cNvPr>
          <p:cNvSpPr>
            <a:spLocks noGrp="1"/>
          </p:cNvSpPr>
          <p:nvPr>
            <p:ph type="title"/>
          </p:nvPr>
        </p:nvSpPr>
        <p:spPr>
          <a:xfrm>
            <a:off x="913532" y="1008742"/>
            <a:ext cx="10363918" cy="553998"/>
          </a:xfrm>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4DDFB201-BF2E-7E3A-CE08-CB33082FCE63}"/>
              </a:ext>
            </a:extLst>
          </p:cNvPr>
          <p:cNvSpPr>
            <a:spLocks noGrp="1"/>
          </p:cNvSpPr>
          <p:nvPr>
            <p:ph sz="quarter" idx="10"/>
          </p:nvPr>
        </p:nvSpPr>
        <p:spPr>
          <a:xfrm>
            <a:off x="913382" y="2017712"/>
            <a:ext cx="10364218" cy="425132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83B56F-81D2-3B74-659E-75EE6D1D4858}"/>
              </a:ext>
            </a:extLst>
          </p:cNvPr>
          <p:cNvSpPr>
            <a:spLocks noGrp="1"/>
          </p:cNvSpPr>
          <p:nvPr>
            <p:ph type="body" sz="quarter" idx="11" hasCustomPrompt="1"/>
          </p:nvPr>
        </p:nvSpPr>
        <p:spPr>
          <a:xfrm>
            <a:off x="913532" y="843642"/>
            <a:ext cx="10363918"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30502733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userDrawn="1">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tent Graphic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B6B235D-925E-935A-C0D1-66A1BCB69698}"/>
              </a:ext>
            </a:extLst>
          </p:cNvPr>
          <p:cNvPicPr>
            <a:picLocks noChangeAspect="1"/>
          </p:cNvPicPr>
          <p:nvPr userDrawn="1"/>
        </p:nvPicPr>
        <p:blipFill>
          <a:blip r:embed="rId3">
            <a:lum bright="10000"/>
            <a:extLst>
              <a:ext uri="{96DAC541-7B7A-43D3-8B79-37D633B846F1}">
                <asvg:svgBlip xmlns:asvg="http://schemas.microsoft.com/office/drawing/2016/SVG/main" r:embed="rId4"/>
              </a:ext>
            </a:extLst>
          </a:blip>
          <a:srcRect l="29" r="29"/>
          <a:stretch/>
        </p:blipFill>
        <p:spPr>
          <a:xfrm>
            <a:off x="578642" y="588018"/>
            <a:ext cx="11033446" cy="5681964"/>
          </a:xfrm>
          <a:prstGeom prst="roundRect">
            <a:avLst>
              <a:gd name="adj" fmla="val 2183"/>
            </a:avLst>
          </a:prstGeom>
        </p:spPr>
      </p:pic>
      <p:sp>
        <p:nvSpPr>
          <p:cNvPr id="3" name="Title 1">
            <a:extLst>
              <a:ext uri="{FF2B5EF4-FFF2-40B4-BE49-F238E27FC236}">
                <a16:creationId xmlns:a16="http://schemas.microsoft.com/office/drawing/2014/main" id="{38A31E95-ADF9-9E3F-1324-0D2A40C31A9D}"/>
              </a:ext>
            </a:extLst>
          </p:cNvPr>
          <p:cNvSpPr>
            <a:spLocks noGrp="1"/>
          </p:cNvSpPr>
          <p:nvPr>
            <p:ph type="title"/>
          </p:nvPr>
        </p:nvSpPr>
        <p:spPr>
          <a:xfrm>
            <a:off x="913532" y="1008742"/>
            <a:ext cx="10363918" cy="553998"/>
          </a:xfrm>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855F23D6-B0F2-95EC-6A60-E33F63B03998}"/>
              </a:ext>
            </a:extLst>
          </p:cNvPr>
          <p:cNvSpPr>
            <a:spLocks noGrp="1"/>
          </p:cNvSpPr>
          <p:nvPr>
            <p:ph sz="quarter" idx="10"/>
          </p:nvPr>
        </p:nvSpPr>
        <p:spPr>
          <a:xfrm>
            <a:off x="913382" y="2017712"/>
            <a:ext cx="10364218" cy="425132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01A9544-8C8F-F52A-1876-F01F4D0915FE}"/>
              </a:ext>
            </a:extLst>
          </p:cNvPr>
          <p:cNvSpPr>
            <a:spLocks noGrp="1"/>
          </p:cNvSpPr>
          <p:nvPr>
            <p:ph type="body" sz="quarter" idx="11" hasCustomPrompt="1"/>
          </p:nvPr>
        </p:nvSpPr>
        <p:spPr>
          <a:xfrm>
            <a:off x="913532" y="843642"/>
            <a:ext cx="10363918"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147011353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userDrawn="1">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Big Numb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E53C62E-72E5-F065-0EA5-5455A61A105D}"/>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6" name="Text Placeholder 5">
            <a:extLst>
              <a:ext uri="{FF2B5EF4-FFF2-40B4-BE49-F238E27FC236}">
                <a16:creationId xmlns:a16="http://schemas.microsoft.com/office/drawing/2014/main" id="{E61FDE9D-CE47-EE58-DDEB-A4E2C9956FDB}"/>
              </a:ext>
            </a:extLst>
          </p:cNvPr>
          <p:cNvSpPr>
            <a:spLocks noGrp="1"/>
          </p:cNvSpPr>
          <p:nvPr>
            <p:ph type="body" sz="quarter" idx="10" hasCustomPrompt="1"/>
          </p:nvPr>
        </p:nvSpPr>
        <p:spPr>
          <a:xfrm>
            <a:off x="2146300" y="4253885"/>
            <a:ext cx="7899400" cy="246221"/>
          </a:xfr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7" name="Text Placeholder 5">
            <a:extLst>
              <a:ext uri="{FF2B5EF4-FFF2-40B4-BE49-F238E27FC236}">
                <a16:creationId xmlns:a16="http://schemas.microsoft.com/office/drawing/2014/main" id="{483921F1-D334-EC88-D639-C6492418B9DD}"/>
              </a:ext>
            </a:extLst>
          </p:cNvPr>
          <p:cNvSpPr>
            <a:spLocks noGrp="1"/>
          </p:cNvSpPr>
          <p:nvPr>
            <p:ph type="body" sz="quarter" idx="11" hasCustomPrompt="1"/>
          </p:nvPr>
        </p:nvSpPr>
        <p:spPr>
          <a:xfrm>
            <a:off x="2146300" y="5384185"/>
            <a:ext cx="7899400" cy="153888"/>
          </a:xfr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334353228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userDrawn="1">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2" userDrawn="1">
          <p15:clr>
            <a:srgbClr val="A4A3A4"/>
          </p15:clr>
        </p15:guide>
        <p15:guide id="24" pos="6120" userDrawn="1">
          <p15:clr>
            <a:srgbClr val="A4A3A4"/>
          </p15:clr>
        </p15:guide>
        <p15:guide id="25" pos="6308">
          <p15:clr>
            <a:srgbClr val="A4A3A4"/>
          </p15:clr>
        </p15:guide>
        <p15:guide id="26" pos="6717">
          <p15:clr>
            <a:srgbClr val="A4A3A4"/>
          </p15:clr>
        </p15:guide>
        <p15:guide id="27" pos="6900">
          <p15:clr>
            <a:srgbClr val="A4A3A4"/>
          </p15:clr>
        </p15:guide>
        <p15:guide id="28" orient="horz" pos="888" userDrawn="1">
          <p15:clr>
            <a:srgbClr val="5ACBF0"/>
          </p15:clr>
        </p15:guide>
        <p15:guide id="29" orient="horz" pos="1271">
          <p15:clr>
            <a:srgbClr val="5ACBF0"/>
          </p15:clr>
        </p15:guide>
        <p15:guide id="30" orient="horz" pos="288">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ig Numb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4CD05008-D889-2657-9E64-AE1A68432B3A}"/>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4" name="Text Placeholder 5">
            <a:extLst>
              <a:ext uri="{FF2B5EF4-FFF2-40B4-BE49-F238E27FC236}">
                <a16:creationId xmlns:a16="http://schemas.microsoft.com/office/drawing/2014/main" id="{B90B9417-A140-ED0E-9B15-EC46E435206D}"/>
              </a:ext>
            </a:extLst>
          </p:cNvPr>
          <p:cNvSpPr>
            <a:spLocks noGrp="1"/>
          </p:cNvSpPr>
          <p:nvPr>
            <p:ph type="body" sz="quarter" idx="10" hasCustomPrompt="1"/>
          </p:nvPr>
        </p:nvSpPr>
        <p:spPr>
          <a:xfrm>
            <a:off x="2146300" y="4253885"/>
            <a:ext cx="7899400" cy="246221"/>
          </a:xfr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5" name="Text Placeholder 5">
            <a:extLst>
              <a:ext uri="{FF2B5EF4-FFF2-40B4-BE49-F238E27FC236}">
                <a16:creationId xmlns:a16="http://schemas.microsoft.com/office/drawing/2014/main" id="{AE6AC568-C052-9C82-938A-92DB6B485D9D}"/>
              </a:ext>
            </a:extLst>
          </p:cNvPr>
          <p:cNvSpPr>
            <a:spLocks noGrp="1"/>
          </p:cNvSpPr>
          <p:nvPr>
            <p:ph type="body" sz="quarter" idx="11" hasCustomPrompt="1"/>
          </p:nvPr>
        </p:nvSpPr>
        <p:spPr>
          <a:xfrm>
            <a:off x="2146300" y="5384185"/>
            <a:ext cx="7899400" cy="153888"/>
          </a:xfr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321386522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Big Number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F1F03AAB-35E4-75D5-BC32-B2CE3D93644D}"/>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4" name="Text Placeholder 5">
            <a:extLst>
              <a:ext uri="{FF2B5EF4-FFF2-40B4-BE49-F238E27FC236}">
                <a16:creationId xmlns:a16="http://schemas.microsoft.com/office/drawing/2014/main" id="{D1F2F5D4-3A80-B49A-353F-38D18DF589C8}"/>
              </a:ext>
            </a:extLst>
          </p:cNvPr>
          <p:cNvSpPr>
            <a:spLocks noGrp="1"/>
          </p:cNvSpPr>
          <p:nvPr>
            <p:ph type="body" sz="quarter" idx="10" hasCustomPrompt="1"/>
          </p:nvPr>
        </p:nvSpPr>
        <p:spPr>
          <a:xfrm>
            <a:off x="2146300" y="4253885"/>
            <a:ext cx="7899400" cy="246221"/>
          </a:xfr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5" name="Text Placeholder 5">
            <a:extLst>
              <a:ext uri="{FF2B5EF4-FFF2-40B4-BE49-F238E27FC236}">
                <a16:creationId xmlns:a16="http://schemas.microsoft.com/office/drawing/2014/main" id="{E7DA8D6A-DC14-6890-FE2C-FDB67210F327}"/>
              </a:ext>
            </a:extLst>
          </p:cNvPr>
          <p:cNvSpPr>
            <a:spLocks noGrp="1"/>
          </p:cNvSpPr>
          <p:nvPr>
            <p:ph type="body" sz="quarter" idx="11" hasCustomPrompt="1"/>
          </p:nvPr>
        </p:nvSpPr>
        <p:spPr>
          <a:xfrm>
            <a:off x="2146300" y="5384185"/>
            <a:ext cx="7899400" cy="153888"/>
          </a:xfr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209608298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Quote Slide">
    <p:bg>
      <p:bgPr>
        <a:solidFill>
          <a:srgbClr val="FFF8F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728B26F-D58F-C59C-79A9-B632CC130CA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4925569"/>
            <a:ext cx="12192000" cy="1932431"/>
          </a:xfrm>
          <a:prstGeom prst="rect">
            <a:avLst/>
          </a:prstGeom>
        </p:spPr>
      </p:pic>
      <p:sp>
        <p:nvSpPr>
          <p:cNvPr id="2" name="Title 1">
            <a:extLst>
              <a:ext uri="{FF2B5EF4-FFF2-40B4-BE49-F238E27FC236}">
                <a16:creationId xmlns:a16="http://schemas.microsoft.com/office/drawing/2014/main" id="{4C7EB123-B336-56F7-07B9-7157FE92A3BD}"/>
              </a:ext>
            </a:extLst>
          </p:cNvPr>
          <p:cNvSpPr>
            <a:spLocks noGrp="1"/>
          </p:cNvSpPr>
          <p:nvPr>
            <p:ph type="title" hasCustomPrompt="1"/>
          </p:nvPr>
        </p:nvSpPr>
        <p:spPr>
          <a:xfrm>
            <a:off x="570830" y="3121223"/>
            <a:ext cx="5958557" cy="307777"/>
          </a:xfrm>
        </p:spPr>
        <p:txBody>
          <a:bodyPr anchor="b" anchorCtr="0"/>
          <a:lstStyle>
            <a:lvl1pPr>
              <a:defRPr sz="2000">
                <a:latin typeface="+mn-lt"/>
              </a:defRPr>
            </a:lvl1pPr>
          </a:lstStyle>
          <a:p>
            <a:r>
              <a:rPr lang="en-US"/>
              <a:t>Click to edit quote style</a:t>
            </a:r>
          </a:p>
        </p:txBody>
      </p:sp>
      <p:sp>
        <p:nvSpPr>
          <p:cNvPr id="6" name="Text Placeholder 5">
            <a:extLst>
              <a:ext uri="{FF2B5EF4-FFF2-40B4-BE49-F238E27FC236}">
                <a16:creationId xmlns:a16="http://schemas.microsoft.com/office/drawing/2014/main" id="{E17E51B3-B187-5510-113C-862CE543F9DF}"/>
              </a:ext>
            </a:extLst>
          </p:cNvPr>
          <p:cNvSpPr>
            <a:spLocks noGrp="1"/>
          </p:cNvSpPr>
          <p:nvPr>
            <p:ph type="body" sz="quarter" idx="10" hasCustomPrompt="1"/>
          </p:nvPr>
        </p:nvSpPr>
        <p:spPr>
          <a:xfrm>
            <a:off x="571500" y="3647032"/>
            <a:ext cx="5957887" cy="246221"/>
          </a:xfrm>
        </p:spPr>
        <p:txBody>
          <a:bodyPr/>
          <a:lstStyle>
            <a:lvl1pPr marL="0" indent="0" algn="r">
              <a:buNone/>
              <a:defRPr sz="1600"/>
            </a:lvl1pPr>
          </a:lstStyle>
          <a:p>
            <a:pPr lvl="0"/>
            <a:r>
              <a:rPr lang="en-US"/>
              <a:t>Quote author, Title, Organization</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4F713963-A5EA-2AC4-41B1-2A1162C6E1A4}"/>
              </a:ext>
            </a:extLst>
          </p:cNvPr>
          <p:cNvSpPr>
            <a:spLocks noGrp="1"/>
          </p:cNvSpPr>
          <p:nvPr>
            <p:ph type="pic" sz="quarter" idx="11" hasCustomPrompt="1"/>
          </p:nvPr>
        </p:nvSpPr>
        <p:spPr bwMode="ltGray">
          <a:xfrm>
            <a:off x="7505699" y="1371600"/>
            <a:ext cx="4114800" cy="4114800"/>
          </a:xfrm>
          <a:prstGeom prst="roundRect">
            <a:avLst>
              <a:gd name="adj" fmla="val 2602"/>
            </a:avLst>
          </a:prstGeom>
          <a:blipFill>
            <a:blip r:embed="rId3"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8" name="Graphic 7" descr="Quote mark">
            <a:extLst>
              <a:ext uri="{FF2B5EF4-FFF2-40B4-BE49-F238E27FC236}">
                <a16:creationId xmlns:a16="http://schemas.microsoft.com/office/drawing/2014/main" id="{64077A7A-76A3-4EA6-6BF5-2CFADD74DE4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0800000">
            <a:off x="570830" y="585788"/>
            <a:ext cx="674370" cy="587754"/>
          </a:xfrm>
          <a:prstGeom prst="rect">
            <a:avLst/>
          </a:prstGeom>
        </p:spPr>
      </p:pic>
    </p:spTree>
    <p:extLst>
      <p:ext uri="{BB962C8B-B14F-4D97-AF65-F5344CB8AC3E}">
        <p14:creationId xmlns:p14="http://schemas.microsoft.com/office/powerpoint/2010/main" val="692344834"/>
      </p:ext>
    </p:extLst>
  </p:cSld>
  <p:clrMapOvr>
    <a:masterClrMapping/>
  </p:clrMapOvr>
  <p:transition>
    <p:fade/>
  </p:transition>
  <p:extLst>
    <p:ext uri="{DCECCB84-F9BA-43D5-87BE-67443E8EF086}">
      <p15:sldGuideLst xmlns:p15="http://schemas.microsoft.com/office/powerpoint/2012/main">
        <p15:guide id="1" orient="horz" pos="2184" userDrawn="1">
          <p15:clr>
            <a:srgbClr val="FBAE40"/>
          </p15:clr>
        </p15:guide>
        <p15:guide id="2" pos="3528" userDrawn="1">
          <p15:clr>
            <a:srgbClr val="FBAE40"/>
          </p15:clr>
        </p15:guide>
        <p15:guide id="3" pos="3168" userDrawn="1">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Quote Slide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EB123-B336-56F7-07B9-7157FE92A3BD}"/>
              </a:ext>
            </a:extLst>
          </p:cNvPr>
          <p:cNvSpPr>
            <a:spLocks noGrp="1"/>
          </p:cNvSpPr>
          <p:nvPr>
            <p:ph type="title" hasCustomPrompt="1"/>
          </p:nvPr>
        </p:nvSpPr>
        <p:spPr>
          <a:xfrm>
            <a:off x="2549561" y="3159323"/>
            <a:ext cx="5958557" cy="307777"/>
          </a:xfrm>
        </p:spPr>
        <p:txBody>
          <a:bodyPr anchor="b" anchorCtr="0"/>
          <a:lstStyle>
            <a:lvl1pPr>
              <a:defRPr sz="2000">
                <a:latin typeface="+mn-lt"/>
              </a:defRPr>
            </a:lvl1pPr>
          </a:lstStyle>
          <a:p>
            <a:r>
              <a:rPr lang="en-US"/>
              <a:t>Click to edit quote style</a:t>
            </a:r>
          </a:p>
        </p:txBody>
      </p:sp>
      <p:sp>
        <p:nvSpPr>
          <p:cNvPr id="6" name="Text Placeholder 5">
            <a:extLst>
              <a:ext uri="{FF2B5EF4-FFF2-40B4-BE49-F238E27FC236}">
                <a16:creationId xmlns:a16="http://schemas.microsoft.com/office/drawing/2014/main" id="{E17E51B3-B187-5510-113C-862CE543F9DF}"/>
              </a:ext>
            </a:extLst>
          </p:cNvPr>
          <p:cNvSpPr>
            <a:spLocks noGrp="1"/>
          </p:cNvSpPr>
          <p:nvPr>
            <p:ph type="body" sz="quarter" idx="10" hasCustomPrompt="1"/>
          </p:nvPr>
        </p:nvSpPr>
        <p:spPr>
          <a:xfrm>
            <a:off x="2549561" y="3647032"/>
            <a:ext cx="5957887" cy="246221"/>
          </a:xfrm>
        </p:spPr>
        <p:txBody>
          <a:bodyPr/>
          <a:lstStyle>
            <a:lvl1pPr marL="0" indent="0" algn="r">
              <a:buNone/>
              <a:defRPr sz="1600"/>
            </a:lvl1pPr>
          </a:lstStyle>
          <a:p>
            <a:pPr lvl="0"/>
            <a:r>
              <a:rPr lang="en-US"/>
              <a:t>Quote author, Title, Organization</a:t>
            </a:r>
          </a:p>
        </p:txBody>
      </p:sp>
      <p:pic>
        <p:nvPicPr>
          <p:cNvPr id="8" name="Graphic 7" descr="Quote mark">
            <a:extLst>
              <a:ext uri="{FF2B5EF4-FFF2-40B4-BE49-F238E27FC236}">
                <a16:creationId xmlns:a16="http://schemas.microsoft.com/office/drawing/2014/main" id="{64077A7A-76A3-4EA6-6BF5-2CFADD74DE4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571500" y="585788"/>
            <a:ext cx="674370" cy="587754"/>
          </a:xfrm>
          <a:prstGeom prst="rect">
            <a:avLst/>
          </a:prstGeom>
        </p:spPr>
      </p:pic>
      <p:pic>
        <p:nvPicPr>
          <p:cNvPr id="3" name="Graphic 2" descr="Quote mark">
            <a:extLst>
              <a:ext uri="{FF2B5EF4-FFF2-40B4-BE49-F238E27FC236}">
                <a16:creationId xmlns:a16="http://schemas.microsoft.com/office/drawing/2014/main" id="{3884F2AA-E820-B43C-3C64-DA0CC8A6998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34846" y="5845760"/>
            <a:ext cx="485654" cy="423277"/>
          </a:xfrm>
          <a:prstGeom prst="rect">
            <a:avLst/>
          </a:prstGeom>
        </p:spPr>
      </p:pic>
    </p:spTree>
    <p:extLst>
      <p:ext uri="{BB962C8B-B14F-4D97-AF65-F5344CB8AC3E}">
        <p14:creationId xmlns:p14="http://schemas.microsoft.com/office/powerpoint/2010/main" val="3935288850"/>
      </p:ext>
    </p:extLst>
  </p:cSld>
  <p:clrMapOvr>
    <a:masterClrMapping/>
  </p:clrMapOvr>
  <p:transition>
    <p:fade/>
  </p:transition>
  <p:extLst>
    <p:ext uri="{DCECCB84-F9BA-43D5-87BE-67443E8EF086}">
      <p15:sldGuideLst xmlns:p15="http://schemas.microsoft.com/office/powerpoint/2012/main">
        <p15:guide id="1" orient="horz" pos="2184" userDrawn="1">
          <p15:clr>
            <a:srgbClr val="FBAE40"/>
          </p15:clr>
        </p15:guide>
        <p15:guide id="2" pos="3528" userDrawn="1">
          <p15:clr>
            <a:srgbClr val="FBAE40"/>
          </p15:clr>
        </p15:guide>
        <p15:guide id="3" pos="3168" userDrawn="1">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Prompt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193FD22E-D362-78A6-2219-103E4138CA05}"/>
              </a:ext>
            </a:extLst>
          </p:cNvPr>
          <p:cNvSpPr>
            <a:spLocks noGrp="1"/>
          </p:cNvSpPr>
          <p:nvPr>
            <p:ph type="body" sz="quarter" idx="10"/>
          </p:nvPr>
        </p:nvSpPr>
        <p:spPr>
          <a:xfrm>
            <a:off x="4117471" y="2220685"/>
            <a:ext cx="3991884" cy="663178"/>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none" lIns="182880" tIns="91440" rIns="182880" bIns="91440" anchor="ctr" anchorCtr="0"/>
          <a:lstStyle>
            <a:lvl1pPr marL="0" indent="0" algn="ctr">
              <a:buNone/>
              <a:defRPr/>
            </a:lvl1pPr>
            <a:lvl2pPr marL="228600" indent="0">
              <a:buNone/>
              <a:defRPr/>
            </a:lvl2pPr>
          </a:lstStyle>
          <a:p>
            <a:pPr lvl="0"/>
            <a:r>
              <a:rPr lang="en-US"/>
              <a:t>Click to edit Master text styles</a:t>
            </a:r>
          </a:p>
        </p:txBody>
      </p:sp>
      <p:sp>
        <p:nvSpPr>
          <p:cNvPr id="9" name="Text Placeholder 7">
            <a:extLst>
              <a:ext uri="{FF2B5EF4-FFF2-40B4-BE49-F238E27FC236}">
                <a16:creationId xmlns:a16="http://schemas.microsoft.com/office/drawing/2014/main" id="{ED89376E-3BB0-0414-9125-A137EF9F4E8D}"/>
              </a:ext>
            </a:extLst>
          </p:cNvPr>
          <p:cNvSpPr>
            <a:spLocks noGrp="1"/>
          </p:cNvSpPr>
          <p:nvPr>
            <p:ph type="body" sz="quarter" idx="11"/>
          </p:nvPr>
        </p:nvSpPr>
        <p:spPr>
          <a:xfrm>
            <a:off x="4117471" y="3317965"/>
            <a:ext cx="3991884" cy="663178"/>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none" lIns="182880" tIns="91440" rIns="182880" bIns="91440" anchor="ctr" anchorCtr="0"/>
          <a:lstStyle>
            <a:lvl1pPr marL="0" indent="0" algn="ctr">
              <a:buNone/>
              <a:defRPr/>
            </a:lvl1pPr>
            <a:lvl2pPr marL="228600" indent="0">
              <a:buNone/>
              <a:defRPr/>
            </a:lvl2pPr>
          </a:lstStyle>
          <a:p>
            <a:pPr lvl="0"/>
            <a:r>
              <a:rPr lang="en-US"/>
              <a:t>Click to edit Master text styles</a:t>
            </a:r>
          </a:p>
        </p:txBody>
      </p:sp>
      <p:sp>
        <p:nvSpPr>
          <p:cNvPr id="10" name="Text Placeholder 7">
            <a:extLst>
              <a:ext uri="{FF2B5EF4-FFF2-40B4-BE49-F238E27FC236}">
                <a16:creationId xmlns:a16="http://schemas.microsoft.com/office/drawing/2014/main" id="{8D545552-38C6-59C4-C664-F1E24F0794B7}"/>
              </a:ext>
            </a:extLst>
          </p:cNvPr>
          <p:cNvSpPr>
            <a:spLocks noGrp="1"/>
          </p:cNvSpPr>
          <p:nvPr>
            <p:ph type="body" sz="quarter" idx="12"/>
          </p:nvPr>
        </p:nvSpPr>
        <p:spPr>
          <a:xfrm>
            <a:off x="4117471" y="4415245"/>
            <a:ext cx="3991884" cy="663178"/>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none" lIns="182880" tIns="91440" rIns="182880" bIns="91440" anchor="ctr" anchorCtr="0"/>
          <a:lstStyle>
            <a:lvl1pPr marL="0" indent="0" algn="ctr">
              <a:buNone/>
              <a:defRPr/>
            </a:lvl1pPr>
            <a:lvl2pPr marL="228600" indent="0">
              <a:buNone/>
              <a:defRPr/>
            </a:lvl2pPr>
          </a:lstStyle>
          <a:p>
            <a:pPr lvl="0"/>
            <a:r>
              <a:rPr lang="en-US"/>
              <a:t>Click to edit Master text styles</a:t>
            </a:r>
          </a:p>
        </p:txBody>
      </p:sp>
      <p:sp>
        <p:nvSpPr>
          <p:cNvPr id="2" name="Title Placeholder 1">
            <a:extLst>
              <a:ext uri="{FF2B5EF4-FFF2-40B4-BE49-F238E27FC236}">
                <a16:creationId xmlns:a16="http://schemas.microsoft.com/office/drawing/2014/main" id="{8953A433-F2D5-7B5B-B3BD-45E3929D6926}"/>
              </a:ext>
            </a:extLst>
          </p:cNvPr>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Tree>
    <p:extLst>
      <p:ext uri="{BB962C8B-B14F-4D97-AF65-F5344CB8AC3E}">
        <p14:creationId xmlns:p14="http://schemas.microsoft.com/office/powerpoint/2010/main" val="3563147862"/>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229C82-21C9-D0DF-6705-381CAC370F59}"/>
              </a:ext>
              <a:ext uri="{C183D7F6-B498-43B3-948B-1728B52AA6E4}">
                <adec:decorative xmlns:adec="http://schemas.microsoft.com/office/drawing/2017/decorative" val="1"/>
              </a:ext>
            </a:extLst>
          </p:cNvPr>
          <p:cNvPicPr>
            <a:picLocks noChangeAspect="1"/>
          </p:cNvPicPr>
          <p:nvPr userDrawn="1"/>
        </p:nvPicPr>
        <p:blipFill>
          <a:blip r:embed="rId2">
            <a:alphaModFix amt="70000"/>
          </a:blip>
          <a:stretch>
            <a:fillRect/>
          </a:stretch>
        </p:blipFill>
        <p:spPr>
          <a:xfrm>
            <a:off x="0" y="0"/>
            <a:ext cx="12192000" cy="6858000"/>
          </a:xfrm>
          <a:prstGeom prst="rect">
            <a:avLst/>
          </a:prstGeom>
        </p:spPr>
      </p:pic>
      <p:pic>
        <p:nvPicPr>
          <p:cNvPr id="6" name="MS logo gray - EMF" descr="Microsoft logo, gray text version">
            <a:extLst>
              <a:ext uri="{FF2B5EF4-FFF2-40B4-BE49-F238E27FC236}">
                <a16:creationId xmlns:a16="http://schemas.microsoft.com/office/drawing/2014/main" id="{4B70472B-7BE6-7878-0C44-4C0ABFB5920D}"/>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Sans Display" pitchFamily="2" charset="0"/>
              </a:rPr>
              <a:t>© Copyright Microsoft Corporation. All rights reserved. </a:t>
            </a:r>
          </a:p>
        </p:txBody>
      </p:sp>
      <p:sp>
        <p:nvSpPr>
          <p:cNvPr id="7" name="Title 2">
            <a:extLst>
              <a:ext uri="{FF2B5EF4-FFF2-40B4-BE49-F238E27FC236}">
                <a16:creationId xmlns:a16="http://schemas.microsoft.com/office/drawing/2014/main" id="{9692DAFE-42D7-E5E6-BBA3-854A44A6FBB9}"/>
              </a:ext>
            </a:extLst>
          </p:cNvPr>
          <p:cNvSpPr>
            <a:spLocks noGrp="1"/>
          </p:cNvSpPr>
          <p:nvPr>
            <p:ph type="title"/>
          </p:nvPr>
        </p:nvSpPr>
        <p:spPr>
          <a:xfrm>
            <a:off x="584200" y="-794825"/>
            <a:ext cx="5508419" cy="372410"/>
          </a:xfrm>
        </p:spPr>
        <p:txBody>
          <a:bodyPr tIns="64008"/>
          <a:lstStyle>
            <a:lvl1pPr>
              <a:defRPr sz="2000" spc="0">
                <a:solidFill>
                  <a:srgbClr val="B1B3B3"/>
                </a:solidFill>
                <a:latin typeface="+mj-lt"/>
                <a:cs typeface="Segoe Sans Display" pitchFamily="2" charset="0"/>
              </a:defRPr>
            </a:lvl1pPr>
          </a:lstStyle>
          <a:p>
            <a:r>
              <a:rPr lang="en-US"/>
              <a:t>Click to edit Master title style</a:t>
            </a:r>
          </a:p>
        </p:txBody>
      </p:sp>
    </p:spTree>
    <p:extLst>
      <p:ext uri="{BB962C8B-B14F-4D97-AF65-F5344CB8AC3E}">
        <p14:creationId xmlns:p14="http://schemas.microsoft.com/office/powerpoint/2010/main" val="359451973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Black Notes slide Layout">
    <p:bg bwMode="gray">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Sans Display" pitchFamily="2" charset="0"/>
                <a:ea typeface="Segoe Sans Display" pitchFamily="2" charset="0"/>
                <a:cs typeface="Segoe Sans Display" pitchFamily="2"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Sans Display" pitchFamily="2" charset="0"/>
                <a:ea typeface="Segoe Sans Display" pitchFamily="2" charset="0"/>
                <a:cs typeface="Segoe Sans Display" pitchFamily="2" charset="0"/>
              </a:defRPr>
            </a:lvl1pPr>
          </a:lstStyle>
          <a:p>
            <a:pPr lvl="0"/>
            <a:r>
              <a:rPr lang="en-US"/>
              <a:t>Next:</a:t>
            </a:r>
          </a:p>
        </p:txBody>
      </p:sp>
    </p:spTree>
    <p:extLst>
      <p:ext uri="{BB962C8B-B14F-4D97-AF65-F5344CB8AC3E}">
        <p14:creationId xmlns:p14="http://schemas.microsoft.com/office/powerpoint/2010/main" val="406547413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Speaker Guidance">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BED924C7-0356-6225-E12D-52F6C07AEA4F}"/>
              </a:ext>
            </a:extLst>
          </p:cNvPr>
          <p:cNvSpPr/>
          <p:nvPr userDrawn="1"/>
        </p:nvSpPr>
        <p:spPr bwMode="auto">
          <a:xfrm flipH="1">
            <a:off x="2524538" y="1152524"/>
            <a:ext cx="9081674" cy="5114309"/>
          </a:xfrm>
          <a:prstGeom prst="rect">
            <a:avLst/>
          </a:prstGeom>
          <a:no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3" name="Rectangle 22">
            <a:extLst>
              <a:ext uri="{FF2B5EF4-FFF2-40B4-BE49-F238E27FC236}">
                <a16:creationId xmlns:a16="http://schemas.microsoft.com/office/drawing/2014/main" id="{82C25624-FD92-7EF6-BDD3-64F1782E1E0B}"/>
              </a:ext>
            </a:extLst>
          </p:cNvPr>
          <p:cNvSpPr/>
          <p:nvPr userDrawn="1"/>
        </p:nvSpPr>
        <p:spPr bwMode="auto">
          <a:xfrm>
            <a:off x="0" y="6266834"/>
            <a:ext cx="12192000" cy="59116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p:txBody>
          <a:bodyPr/>
          <a:lstStyle>
            <a:lvl1pPr>
              <a:defRPr/>
            </a:lvl1pPr>
          </a:lstStyle>
          <a:p>
            <a:r>
              <a:rPr lang="en-US"/>
              <a:t>Add Title here</a:t>
            </a:r>
          </a:p>
        </p:txBody>
      </p:sp>
      <p:sp>
        <p:nvSpPr>
          <p:cNvPr id="9" name="Text Placeholder 8">
            <a:extLst>
              <a:ext uri="{FF2B5EF4-FFF2-40B4-BE49-F238E27FC236}">
                <a16:creationId xmlns:a16="http://schemas.microsoft.com/office/drawing/2014/main" id="{3901E923-3221-A6AC-2035-31F63A3575E7}"/>
              </a:ext>
            </a:extLst>
          </p:cNvPr>
          <p:cNvSpPr>
            <a:spLocks noGrp="1"/>
          </p:cNvSpPr>
          <p:nvPr>
            <p:ph type="body" sz="quarter" idx="11" hasCustomPrompt="1"/>
          </p:nvPr>
        </p:nvSpPr>
        <p:spPr>
          <a:xfrm>
            <a:off x="588264" y="6423918"/>
            <a:ext cx="8689086" cy="276999"/>
          </a:xfrm>
        </p:spPr>
        <p:txBody>
          <a:bodyPr wrap="square" anchor="ctr">
            <a:spAutoFit/>
          </a:bodyPr>
          <a:lstStyle>
            <a:lvl1pPr marL="0" indent="0">
              <a:buNone/>
              <a:defRPr sz="1800"/>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Lorem Ipsum</a:t>
            </a:r>
          </a:p>
        </p:txBody>
      </p:sp>
      <p:sp>
        <p:nvSpPr>
          <p:cNvPr id="22" name="Text Placeholder 21">
            <a:extLst>
              <a:ext uri="{FF2B5EF4-FFF2-40B4-BE49-F238E27FC236}">
                <a16:creationId xmlns:a16="http://schemas.microsoft.com/office/drawing/2014/main" id="{60E9E77E-79B3-A576-631E-D8ABBC211A8F}"/>
              </a:ext>
            </a:extLst>
          </p:cNvPr>
          <p:cNvSpPr>
            <a:spLocks noGrp="1"/>
          </p:cNvSpPr>
          <p:nvPr>
            <p:ph type="body" sz="quarter" idx="12" hasCustomPrompt="1"/>
          </p:nvPr>
        </p:nvSpPr>
        <p:spPr>
          <a:xfrm>
            <a:off x="9448800" y="6408529"/>
            <a:ext cx="2160588" cy="307777"/>
          </a:xfrm>
        </p:spPr>
        <p:txBody>
          <a:bodyPr anchor="ctr"/>
          <a:lstStyle>
            <a:lvl1pPr marL="0" indent="0" algn="r">
              <a:buNone/>
              <a:defRPr sz="2000"/>
            </a:lvl1pPr>
            <a:lvl2pPr marL="228600" indent="0" algn="r">
              <a:buNone/>
              <a:defRPr/>
            </a:lvl2pPr>
            <a:lvl3pPr marL="457200" indent="0" algn="r">
              <a:buNone/>
              <a:defRPr/>
            </a:lvl3pPr>
            <a:lvl4pPr marL="661988" indent="0" algn="r">
              <a:buNone/>
              <a:defRPr/>
            </a:lvl4pPr>
            <a:lvl5pPr marL="855663" indent="0" algn="r">
              <a:buNone/>
              <a:defRPr/>
            </a:lvl5pPr>
          </a:lstStyle>
          <a:p>
            <a:pPr lvl="0"/>
            <a:r>
              <a:rPr lang="en-GB"/>
              <a:t>LOREM IPSUM</a:t>
            </a:r>
            <a:endParaRPr lang="en-US"/>
          </a:p>
        </p:txBody>
      </p:sp>
      <p:sp>
        <p:nvSpPr>
          <p:cNvPr id="15" name="Text Placeholder 5">
            <a:extLst>
              <a:ext uri="{FF2B5EF4-FFF2-40B4-BE49-F238E27FC236}">
                <a16:creationId xmlns:a16="http://schemas.microsoft.com/office/drawing/2014/main" id="{D205E7A8-1881-A585-87DB-A2BD273F9506}"/>
              </a:ext>
            </a:extLst>
          </p:cNvPr>
          <p:cNvSpPr>
            <a:spLocks noGrp="1"/>
          </p:cNvSpPr>
          <p:nvPr>
            <p:ph type="body" sz="quarter" idx="20" hasCustomPrompt="1"/>
          </p:nvPr>
        </p:nvSpPr>
        <p:spPr>
          <a:xfrm>
            <a:off x="2603500" y="1152525"/>
            <a:ext cx="8902700" cy="685800"/>
          </a:xfrm>
          <a:noFill/>
          <a:ln w="6350">
            <a:noFill/>
          </a:ln>
        </p:spPr>
        <p:txBody>
          <a:bodyPr lIns="91440" tIns="91440" rIns="91440" bIns="91440" anchor="ctr">
            <a:noAutofit/>
          </a:bodyPr>
          <a:lstStyle>
            <a:lvl1pPr marL="0" indent="0" algn="l">
              <a:buNone/>
              <a:defRPr sz="1400">
                <a:solidFill>
                  <a:schemeClr val="tx1"/>
                </a:solidFill>
                <a:latin typeface="+mn-lt"/>
              </a:defRPr>
            </a:lvl1pPr>
          </a:lstStyle>
          <a:p>
            <a:pPr lvl="0"/>
            <a:r>
              <a:rPr lang="en-GB"/>
              <a:t>Lorem Ipsum</a:t>
            </a:r>
            <a:endParaRPr lang="en-US"/>
          </a:p>
        </p:txBody>
      </p:sp>
      <p:sp>
        <p:nvSpPr>
          <p:cNvPr id="16" name="Text Placeholder 5">
            <a:extLst>
              <a:ext uri="{FF2B5EF4-FFF2-40B4-BE49-F238E27FC236}">
                <a16:creationId xmlns:a16="http://schemas.microsoft.com/office/drawing/2014/main" id="{AE27D661-5D7F-C05F-4F97-7818CB1C50E0}"/>
              </a:ext>
            </a:extLst>
          </p:cNvPr>
          <p:cNvSpPr>
            <a:spLocks noGrp="1"/>
          </p:cNvSpPr>
          <p:nvPr>
            <p:ph type="body" sz="quarter" idx="21" hasCustomPrompt="1"/>
          </p:nvPr>
        </p:nvSpPr>
        <p:spPr>
          <a:xfrm>
            <a:off x="2603500" y="1890977"/>
            <a:ext cx="8902700" cy="685800"/>
          </a:xfrm>
          <a:noFill/>
          <a:ln w="6350">
            <a:noFill/>
          </a:ln>
        </p:spPr>
        <p:txBody>
          <a:bodyPr lIns="91440" tIns="91440" rIns="91440" bIns="91440" anchor="ctr">
            <a:noAutofit/>
          </a:bodyPr>
          <a:lstStyle>
            <a:lvl1pPr marL="0" indent="0" algn="l">
              <a:buNone/>
              <a:defRPr sz="1400">
                <a:solidFill>
                  <a:schemeClr val="tx1"/>
                </a:solidFill>
                <a:latin typeface="+mn-lt"/>
              </a:defRPr>
            </a:lvl1pPr>
          </a:lstStyle>
          <a:p>
            <a:pPr lvl="0"/>
            <a:r>
              <a:rPr lang="en-GB"/>
              <a:t>Lorem Ipsum</a:t>
            </a:r>
            <a:endParaRPr lang="en-US"/>
          </a:p>
        </p:txBody>
      </p:sp>
      <p:sp>
        <p:nvSpPr>
          <p:cNvPr id="17" name="Text Placeholder 5">
            <a:extLst>
              <a:ext uri="{FF2B5EF4-FFF2-40B4-BE49-F238E27FC236}">
                <a16:creationId xmlns:a16="http://schemas.microsoft.com/office/drawing/2014/main" id="{94DD9AD2-18DF-C76D-C40C-3BC3856BC6F0}"/>
              </a:ext>
            </a:extLst>
          </p:cNvPr>
          <p:cNvSpPr>
            <a:spLocks noGrp="1"/>
          </p:cNvSpPr>
          <p:nvPr>
            <p:ph type="body" sz="quarter" idx="22" hasCustomPrompt="1"/>
          </p:nvPr>
        </p:nvSpPr>
        <p:spPr>
          <a:xfrm>
            <a:off x="2603500" y="2629429"/>
            <a:ext cx="8902700" cy="685800"/>
          </a:xfrm>
          <a:noFill/>
          <a:ln w="6350">
            <a:noFill/>
          </a:ln>
        </p:spPr>
        <p:txBody>
          <a:bodyPr lIns="91440" tIns="91440" rIns="91440" bIns="91440" anchor="ctr">
            <a:noAutofit/>
          </a:bodyPr>
          <a:lstStyle>
            <a:lvl1pPr marL="0" indent="0" algn="l">
              <a:buNone/>
              <a:defRPr sz="1400">
                <a:solidFill>
                  <a:schemeClr val="tx1"/>
                </a:solidFill>
                <a:latin typeface="+mn-lt"/>
              </a:defRPr>
            </a:lvl1pPr>
          </a:lstStyle>
          <a:p>
            <a:pPr lvl="0"/>
            <a:r>
              <a:rPr lang="en-GB"/>
              <a:t>Lorem Ipsum</a:t>
            </a:r>
            <a:endParaRPr lang="en-US"/>
          </a:p>
        </p:txBody>
      </p:sp>
      <p:sp>
        <p:nvSpPr>
          <p:cNvPr id="18" name="Text Placeholder 5">
            <a:extLst>
              <a:ext uri="{FF2B5EF4-FFF2-40B4-BE49-F238E27FC236}">
                <a16:creationId xmlns:a16="http://schemas.microsoft.com/office/drawing/2014/main" id="{B3E59AB2-BBBB-24AE-6D25-42A2F78E7CBA}"/>
              </a:ext>
            </a:extLst>
          </p:cNvPr>
          <p:cNvSpPr>
            <a:spLocks noGrp="1"/>
          </p:cNvSpPr>
          <p:nvPr>
            <p:ph type="body" sz="quarter" idx="23" hasCustomPrompt="1"/>
          </p:nvPr>
        </p:nvSpPr>
        <p:spPr>
          <a:xfrm>
            <a:off x="2603500" y="3367881"/>
            <a:ext cx="8902700" cy="685800"/>
          </a:xfrm>
          <a:noFill/>
          <a:ln w="6350">
            <a:noFill/>
          </a:ln>
        </p:spPr>
        <p:txBody>
          <a:bodyPr lIns="91440" tIns="91440" rIns="91440" bIns="91440" anchor="ctr">
            <a:noAutofit/>
          </a:bodyPr>
          <a:lstStyle>
            <a:lvl1pPr marL="0" indent="0" algn="l">
              <a:buNone/>
              <a:defRPr sz="1400">
                <a:solidFill>
                  <a:schemeClr val="tx1"/>
                </a:solidFill>
                <a:latin typeface="+mn-lt"/>
              </a:defRPr>
            </a:lvl1pPr>
          </a:lstStyle>
          <a:p>
            <a:pPr lvl="0"/>
            <a:r>
              <a:rPr lang="en-GB"/>
              <a:t>Lorem Ipsum</a:t>
            </a:r>
            <a:endParaRPr lang="en-US"/>
          </a:p>
        </p:txBody>
      </p:sp>
      <p:sp>
        <p:nvSpPr>
          <p:cNvPr id="19" name="Text Placeholder 5">
            <a:extLst>
              <a:ext uri="{FF2B5EF4-FFF2-40B4-BE49-F238E27FC236}">
                <a16:creationId xmlns:a16="http://schemas.microsoft.com/office/drawing/2014/main" id="{030D4C9A-59E0-BD9C-F67D-75EB7DD853A3}"/>
              </a:ext>
            </a:extLst>
          </p:cNvPr>
          <p:cNvSpPr>
            <a:spLocks noGrp="1"/>
          </p:cNvSpPr>
          <p:nvPr>
            <p:ph type="body" sz="quarter" idx="24" hasCustomPrompt="1"/>
          </p:nvPr>
        </p:nvSpPr>
        <p:spPr>
          <a:xfrm>
            <a:off x="2603500" y="4106333"/>
            <a:ext cx="8902700" cy="685800"/>
          </a:xfrm>
          <a:noFill/>
          <a:ln w="6350">
            <a:noFill/>
          </a:ln>
        </p:spPr>
        <p:txBody>
          <a:bodyPr lIns="91440" tIns="91440" rIns="91440" bIns="91440" anchor="ctr">
            <a:noAutofit/>
          </a:bodyPr>
          <a:lstStyle>
            <a:lvl1pPr marL="0" indent="0" algn="l">
              <a:buNone/>
              <a:defRPr sz="1400">
                <a:solidFill>
                  <a:schemeClr val="tx1"/>
                </a:solidFill>
                <a:latin typeface="+mn-lt"/>
              </a:defRPr>
            </a:lvl1pPr>
          </a:lstStyle>
          <a:p>
            <a:pPr lvl="0"/>
            <a:r>
              <a:rPr lang="en-GB"/>
              <a:t>Lorem Ipsum</a:t>
            </a:r>
            <a:endParaRPr lang="en-US"/>
          </a:p>
        </p:txBody>
      </p:sp>
      <p:sp>
        <p:nvSpPr>
          <p:cNvPr id="20" name="Text Placeholder 5">
            <a:extLst>
              <a:ext uri="{FF2B5EF4-FFF2-40B4-BE49-F238E27FC236}">
                <a16:creationId xmlns:a16="http://schemas.microsoft.com/office/drawing/2014/main" id="{53FFF5E9-EB90-274A-4F32-79223FFCBE75}"/>
              </a:ext>
            </a:extLst>
          </p:cNvPr>
          <p:cNvSpPr>
            <a:spLocks noGrp="1"/>
          </p:cNvSpPr>
          <p:nvPr>
            <p:ph type="body" sz="quarter" idx="25" hasCustomPrompt="1"/>
          </p:nvPr>
        </p:nvSpPr>
        <p:spPr>
          <a:xfrm>
            <a:off x="2603500" y="4844785"/>
            <a:ext cx="8902700" cy="685800"/>
          </a:xfrm>
          <a:noFill/>
          <a:ln w="6350">
            <a:noFill/>
          </a:ln>
        </p:spPr>
        <p:txBody>
          <a:bodyPr lIns="91440" tIns="91440" rIns="91440" bIns="91440" anchor="ctr">
            <a:noAutofit/>
          </a:bodyPr>
          <a:lstStyle>
            <a:lvl1pPr marL="0" indent="0" algn="l">
              <a:buNone/>
              <a:defRPr sz="1400">
                <a:solidFill>
                  <a:schemeClr val="tx1"/>
                </a:solidFill>
                <a:latin typeface="+mn-lt"/>
              </a:defRPr>
            </a:lvl1pPr>
          </a:lstStyle>
          <a:p>
            <a:pPr lvl="0"/>
            <a:r>
              <a:rPr lang="en-GB"/>
              <a:t>Lorem Ipsum</a:t>
            </a:r>
            <a:endParaRPr lang="en-US"/>
          </a:p>
        </p:txBody>
      </p:sp>
      <p:sp>
        <p:nvSpPr>
          <p:cNvPr id="21" name="Text Placeholder 5">
            <a:extLst>
              <a:ext uri="{FF2B5EF4-FFF2-40B4-BE49-F238E27FC236}">
                <a16:creationId xmlns:a16="http://schemas.microsoft.com/office/drawing/2014/main" id="{092C99D8-DBE4-4260-924F-35D46E0B0A84}"/>
              </a:ext>
            </a:extLst>
          </p:cNvPr>
          <p:cNvSpPr>
            <a:spLocks noGrp="1"/>
          </p:cNvSpPr>
          <p:nvPr>
            <p:ph type="body" sz="quarter" idx="26" hasCustomPrompt="1"/>
          </p:nvPr>
        </p:nvSpPr>
        <p:spPr>
          <a:xfrm>
            <a:off x="2603500" y="5583235"/>
            <a:ext cx="8902700" cy="685800"/>
          </a:xfrm>
          <a:noFill/>
          <a:ln w="6350">
            <a:noFill/>
          </a:ln>
        </p:spPr>
        <p:txBody>
          <a:bodyPr lIns="91440" tIns="91440" rIns="91440" bIns="91440" anchor="ctr">
            <a:noAutofit/>
          </a:bodyPr>
          <a:lstStyle>
            <a:lvl1pPr marL="0" indent="0" algn="l">
              <a:buNone/>
              <a:defRPr sz="1400">
                <a:solidFill>
                  <a:schemeClr val="tx1"/>
                </a:solidFill>
                <a:latin typeface="+mn-lt"/>
              </a:defRPr>
            </a:lvl1pPr>
          </a:lstStyle>
          <a:p>
            <a:pPr lvl="0"/>
            <a:r>
              <a:rPr lang="en-GB"/>
              <a:t>Lorem Ipsum</a:t>
            </a:r>
            <a:endParaRPr lang="en-US"/>
          </a:p>
        </p:txBody>
      </p:sp>
      <p:cxnSp>
        <p:nvCxnSpPr>
          <p:cNvPr id="25" name="Straight Connector 24">
            <a:extLst>
              <a:ext uri="{FF2B5EF4-FFF2-40B4-BE49-F238E27FC236}">
                <a16:creationId xmlns:a16="http://schemas.microsoft.com/office/drawing/2014/main" id="{B7C3725F-901C-C01F-E141-69E4374DC60C}"/>
              </a:ext>
            </a:extLst>
          </p:cNvPr>
          <p:cNvCxnSpPr>
            <a:cxnSpLocks/>
          </p:cNvCxnSpPr>
          <p:nvPr userDrawn="1"/>
        </p:nvCxnSpPr>
        <p:spPr>
          <a:xfrm>
            <a:off x="2603499" y="1864651"/>
            <a:ext cx="8902701" cy="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CCF5029-E2DC-F2CF-6F92-B65540D53548}"/>
              </a:ext>
            </a:extLst>
          </p:cNvPr>
          <p:cNvCxnSpPr>
            <a:cxnSpLocks/>
          </p:cNvCxnSpPr>
          <p:nvPr userDrawn="1"/>
        </p:nvCxnSpPr>
        <p:spPr>
          <a:xfrm>
            <a:off x="2603499" y="2603103"/>
            <a:ext cx="8902701" cy="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9075192-50B7-3FC8-2E43-9002B60CDB09}"/>
              </a:ext>
            </a:extLst>
          </p:cNvPr>
          <p:cNvCxnSpPr>
            <a:cxnSpLocks/>
          </p:cNvCxnSpPr>
          <p:nvPr userDrawn="1"/>
        </p:nvCxnSpPr>
        <p:spPr>
          <a:xfrm>
            <a:off x="2603499" y="3341555"/>
            <a:ext cx="8902701" cy="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253E800-D778-A32C-B978-EBD31A8823CD}"/>
              </a:ext>
            </a:extLst>
          </p:cNvPr>
          <p:cNvCxnSpPr>
            <a:cxnSpLocks/>
          </p:cNvCxnSpPr>
          <p:nvPr userDrawn="1"/>
        </p:nvCxnSpPr>
        <p:spPr>
          <a:xfrm>
            <a:off x="2603499" y="4080007"/>
            <a:ext cx="8902701" cy="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E0AFDF1-6406-00A6-9E52-3B64F6CEAA6B}"/>
              </a:ext>
            </a:extLst>
          </p:cNvPr>
          <p:cNvCxnSpPr>
            <a:cxnSpLocks/>
          </p:cNvCxnSpPr>
          <p:nvPr userDrawn="1"/>
        </p:nvCxnSpPr>
        <p:spPr>
          <a:xfrm>
            <a:off x="2603499" y="4818459"/>
            <a:ext cx="8902701" cy="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62580B5-E917-7977-84AB-B816900A32BA}"/>
              </a:ext>
            </a:extLst>
          </p:cNvPr>
          <p:cNvCxnSpPr>
            <a:cxnSpLocks/>
          </p:cNvCxnSpPr>
          <p:nvPr userDrawn="1"/>
        </p:nvCxnSpPr>
        <p:spPr>
          <a:xfrm>
            <a:off x="2603499" y="5556911"/>
            <a:ext cx="8902701" cy="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204E465-9A88-A57C-E10C-26DBF15524EE}"/>
              </a:ext>
            </a:extLst>
          </p:cNvPr>
          <p:cNvSpPr>
            <a:spLocks noGrp="1"/>
          </p:cNvSpPr>
          <p:nvPr>
            <p:ph type="body" sz="quarter" idx="13" hasCustomPrompt="1"/>
          </p:nvPr>
        </p:nvSpPr>
        <p:spPr>
          <a:xfrm>
            <a:off x="-1" y="1152525"/>
            <a:ext cx="2524539" cy="685800"/>
          </a:xfrm>
          <a:solidFill>
            <a:schemeClr val="bg2"/>
          </a:solidFill>
          <a:ln w="6350">
            <a:solidFill>
              <a:schemeClr val="bg2"/>
            </a:solidFill>
          </a:ln>
        </p:spPr>
        <p:txBody>
          <a:bodyPr lIns="576072" tIns="91440" rIns="91440" bIns="91440" anchor="ctr">
            <a:noAutofit/>
          </a:bodyPr>
          <a:lstStyle>
            <a:lvl1pPr marL="0" indent="0">
              <a:buNone/>
              <a:defRPr sz="1800">
                <a:solidFill>
                  <a:schemeClr val="bg1"/>
                </a:solidFill>
                <a:latin typeface="+mj-lt"/>
              </a:defRPr>
            </a:lvl1pPr>
          </a:lstStyle>
          <a:p>
            <a:pPr lvl="0"/>
            <a:r>
              <a:rPr lang="en-GB"/>
              <a:t>Lorem Ipsum</a:t>
            </a:r>
            <a:endParaRPr lang="en-US"/>
          </a:p>
        </p:txBody>
      </p:sp>
      <p:sp>
        <p:nvSpPr>
          <p:cNvPr id="7" name="Text Placeholder 5">
            <a:extLst>
              <a:ext uri="{FF2B5EF4-FFF2-40B4-BE49-F238E27FC236}">
                <a16:creationId xmlns:a16="http://schemas.microsoft.com/office/drawing/2014/main" id="{CED3A873-AF8D-D678-59D4-767C43AE3572}"/>
              </a:ext>
            </a:extLst>
          </p:cNvPr>
          <p:cNvSpPr>
            <a:spLocks noGrp="1"/>
          </p:cNvSpPr>
          <p:nvPr>
            <p:ph type="body" sz="quarter" idx="14" hasCustomPrompt="1"/>
          </p:nvPr>
        </p:nvSpPr>
        <p:spPr>
          <a:xfrm>
            <a:off x="-1" y="1890977"/>
            <a:ext cx="2524539" cy="685800"/>
          </a:xfrm>
          <a:solidFill>
            <a:schemeClr val="bg2"/>
          </a:solidFill>
          <a:ln w="6350">
            <a:solidFill>
              <a:schemeClr val="bg2"/>
            </a:solidFill>
          </a:ln>
        </p:spPr>
        <p:txBody>
          <a:bodyPr lIns="576072" tIns="91440" rIns="91440" bIns="91440" anchor="ctr">
            <a:noAutofit/>
          </a:bodyPr>
          <a:lstStyle>
            <a:lvl1pPr marL="0" indent="0">
              <a:buNone/>
              <a:defRPr sz="1800">
                <a:solidFill>
                  <a:schemeClr val="bg1"/>
                </a:solidFill>
                <a:latin typeface="+mj-lt"/>
              </a:defRPr>
            </a:lvl1pPr>
          </a:lstStyle>
          <a:p>
            <a:pPr lvl="0"/>
            <a:r>
              <a:rPr lang="en-GB"/>
              <a:t>Lorem Ipsum</a:t>
            </a:r>
          </a:p>
        </p:txBody>
      </p:sp>
      <p:sp>
        <p:nvSpPr>
          <p:cNvPr id="8" name="Text Placeholder 5">
            <a:extLst>
              <a:ext uri="{FF2B5EF4-FFF2-40B4-BE49-F238E27FC236}">
                <a16:creationId xmlns:a16="http://schemas.microsoft.com/office/drawing/2014/main" id="{3C4C1BAE-D67A-56B0-565E-BB8DD62A1F04}"/>
              </a:ext>
            </a:extLst>
          </p:cNvPr>
          <p:cNvSpPr>
            <a:spLocks noGrp="1"/>
          </p:cNvSpPr>
          <p:nvPr>
            <p:ph type="body" sz="quarter" idx="15" hasCustomPrompt="1"/>
          </p:nvPr>
        </p:nvSpPr>
        <p:spPr>
          <a:xfrm>
            <a:off x="-1" y="2629429"/>
            <a:ext cx="2524539" cy="685800"/>
          </a:xfrm>
          <a:solidFill>
            <a:schemeClr val="bg2"/>
          </a:solidFill>
          <a:ln w="6350">
            <a:solidFill>
              <a:schemeClr val="bg2"/>
            </a:solidFill>
          </a:ln>
        </p:spPr>
        <p:txBody>
          <a:bodyPr lIns="576072" tIns="91440" rIns="91440" bIns="91440" anchor="ctr">
            <a:noAutofit/>
          </a:bodyPr>
          <a:lstStyle>
            <a:lvl1pPr marL="0" indent="0">
              <a:buNone/>
              <a:defRPr sz="1800">
                <a:solidFill>
                  <a:schemeClr val="bg1"/>
                </a:solidFill>
                <a:latin typeface="+mj-lt"/>
              </a:defRPr>
            </a:lvl1pPr>
          </a:lstStyle>
          <a:p>
            <a:pPr lvl="0"/>
            <a:r>
              <a:rPr lang="en-GB"/>
              <a:t>Lorem Ipsum</a:t>
            </a:r>
          </a:p>
        </p:txBody>
      </p:sp>
      <p:sp>
        <p:nvSpPr>
          <p:cNvPr id="10" name="Text Placeholder 5">
            <a:extLst>
              <a:ext uri="{FF2B5EF4-FFF2-40B4-BE49-F238E27FC236}">
                <a16:creationId xmlns:a16="http://schemas.microsoft.com/office/drawing/2014/main" id="{EBDC8AD4-C927-CCDC-B645-AAC76C2FD939}"/>
              </a:ext>
            </a:extLst>
          </p:cNvPr>
          <p:cNvSpPr>
            <a:spLocks noGrp="1"/>
          </p:cNvSpPr>
          <p:nvPr>
            <p:ph type="body" sz="quarter" idx="16" hasCustomPrompt="1"/>
          </p:nvPr>
        </p:nvSpPr>
        <p:spPr>
          <a:xfrm>
            <a:off x="-1" y="3367881"/>
            <a:ext cx="2524539" cy="685800"/>
          </a:xfrm>
          <a:solidFill>
            <a:schemeClr val="bg2"/>
          </a:solidFill>
          <a:ln w="6350">
            <a:solidFill>
              <a:schemeClr val="bg2"/>
            </a:solidFill>
          </a:ln>
        </p:spPr>
        <p:txBody>
          <a:bodyPr lIns="576072" tIns="91440" rIns="91440" bIns="91440" anchor="ctr">
            <a:noAutofit/>
          </a:bodyPr>
          <a:lstStyle>
            <a:lvl1pPr marL="0" indent="0">
              <a:buNone/>
              <a:defRPr sz="1800">
                <a:solidFill>
                  <a:schemeClr val="bg1"/>
                </a:solidFill>
                <a:latin typeface="+mj-lt"/>
              </a:defRPr>
            </a:lvl1pPr>
          </a:lstStyle>
          <a:p>
            <a:pPr lvl="0"/>
            <a:r>
              <a:rPr lang="en-GB"/>
              <a:t>Lorem Ipsum</a:t>
            </a:r>
          </a:p>
        </p:txBody>
      </p:sp>
      <p:sp>
        <p:nvSpPr>
          <p:cNvPr id="12" name="Text Placeholder 5">
            <a:extLst>
              <a:ext uri="{FF2B5EF4-FFF2-40B4-BE49-F238E27FC236}">
                <a16:creationId xmlns:a16="http://schemas.microsoft.com/office/drawing/2014/main" id="{79EB4475-9CBB-9290-75FD-627A825D8BBE}"/>
              </a:ext>
            </a:extLst>
          </p:cNvPr>
          <p:cNvSpPr>
            <a:spLocks noGrp="1"/>
          </p:cNvSpPr>
          <p:nvPr>
            <p:ph type="body" sz="quarter" idx="17" hasCustomPrompt="1"/>
          </p:nvPr>
        </p:nvSpPr>
        <p:spPr>
          <a:xfrm>
            <a:off x="-1" y="4106333"/>
            <a:ext cx="2524539" cy="685800"/>
          </a:xfrm>
          <a:solidFill>
            <a:schemeClr val="bg2"/>
          </a:solidFill>
          <a:ln w="6350">
            <a:solidFill>
              <a:schemeClr val="bg2"/>
            </a:solidFill>
          </a:ln>
        </p:spPr>
        <p:txBody>
          <a:bodyPr lIns="576072" tIns="91440" rIns="91440" bIns="91440" anchor="ctr">
            <a:noAutofit/>
          </a:bodyPr>
          <a:lstStyle>
            <a:lvl1pPr marL="0" indent="0">
              <a:buNone/>
              <a:defRPr sz="1800">
                <a:solidFill>
                  <a:schemeClr val="bg1"/>
                </a:solidFill>
                <a:latin typeface="+mj-lt"/>
              </a:defRPr>
            </a:lvl1pPr>
          </a:lstStyle>
          <a:p>
            <a:pPr lvl="0"/>
            <a:r>
              <a:rPr lang="en-GB"/>
              <a:t>Lorem Ipsum</a:t>
            </a:r>
          </a:p>
        </p:txBody>
      </p:sp>
      <p:sp>
        <p:nvSpPr>
          <p:cNvPr id="13" name="Text Placeholder 5">
            <a:extLst>
              <a:ext uri="{FF2B5EF4-FFF2-40B4-BE49-F238E27FC236}">
                <a16:creationId xmlns:a16="http://schemas.microsoft.com/office/drawing/2014/main" id="{026C1969-4182-635E-8417-0C5A9050140D}"/>
              </a:ext>
            </a:extLst>
          </p:cNvPr>
          <p:cNvSpPr>
            <a:spLocks noGrp="1"/>
          </p:cNvSpPr>
          <p:nvPr>
            <p:ph type="body" sz="quarter" idx="18" hasCustomPrompt="1"/>
          </p:nvPr>
        </p:nvSpPr>
        <p:spPr>
          <a:xfrm>
            <a:off x="-1" y="4844785"/>
            <a:ext cx="2524539" cy="685800"/>
          </a:xfrm>
          <a:solidFill>
            <a:schemeClr val="bg2"/>
          </a:solidFill>
          <a:ln w="6350">
            <a:solidFill>
              <a:schemeClr val="bg2"/>
            </a:solidFill>
          </a:ln>
        </p:spPr>
        <p:txBody>
          <a:bodyPr lIns="576072" tIns="91440" rIns="91440" bIns="91440" anchor="ctr">
            <a:noAutofit/>
          </a:bodyPr>
          <a:lstStyle>
            <a:lvl1pPr marL="0" indent="0">
              <a:buNone/>
              <a:defRPr sz="1800">
                <a:solidFill>
                  <a:schemeClr val="bg1"/>
                </a:solidFill>
                <a:latin typeface="+mj-lt"/>
              </a:defRPr>
            </a:lvl1pPr>
          </a:lstStyle>
          <a:p>
            <a:pPr lvl="0"/>
            <a:r>
              <a:rPr lang="en-GB"/>
              <a:t>Lorem Ipsum</a:t>
            </a:r>
          </a:p>
        </p:txBody>
      </p:sp>
      <p:sp>
        <p:nvSpPr>
          <p:cNvPr id="14" name="Text Placeholder 5">
            <a:extLst>
              <a:ext uri="{FF2B5EF4-FFF2-40B4-BE49-F238E27FC236}">
                <a16:creationId xmlns:a16="http://schemas.microsoft.com/office/drawing/2014/main" id="{251F96A7-E684-A125-B0E2-0DEA00C8442A}"/>
              </a:ext>
            </a:extLst>
          </p:cNvPr>
          <p:cNvSpPr>
            <a:spLocks noGrp="1"/>
          </p:cNvSpPr>
          <p:nvPr>
            <p:ph type="body" sz="quarter" idx="19" hasCustomPrompt="1"/>
          </p:nvPr>
        </p:nvSpPr>
        <p:spPr>
          <a:xfrm>
            <a:off x="-1" y="5583235"/>
            <a:ext cx="2524539" cy="685800"/>
          </a:xfrm>
          <a:solidFill>
            <a:schemeClr val="bg2"/>
          </a:solidFill>
          <a:ln w="6350">
            <a:solidFill>
              <a:schemeClr val="bg2"/>
            </a:solidFill>
          </a:ln>
        </p:spPr>
        <p:txBody>
          <a:bodyPr lIns="576072" tIns="91440" rIns="91440" bIns="91440" anchor="ctr">
            <a:noAutofit/>
          </a:bodyPr>
          <a:lstStyle>
            <a:lvl1pPr marL="0" indent="0">
              <a:buNone/>
              <a:defRPr sz="1800">
                <a:solidFill>
                  <a:schemeClr val="bg1"/>
                </a:solidFill>
                <a:latin typeface="+mj-lt"/>
              </a:defRPr>
            </a:lvl1pPr>
          </a:lstStyle>
          <a:p>
            <a:pPr lvl="0"/>
            <a:r>
              <a:rPr lang="en-GB"/>
              <a:t>Lorem Ipsum</a:t>
            </a:r>
          </a:p>
        </p:txBody>
      </p:sp>
    </p:spTree>
    <p:extLst>
      <p:ext uri="{BB962C8B-B14F-4D97-AF65-F5344CB8AC3E}">
        <p14:creationId xmlns:p14="http://schemas.microsoft.com/office/powerpoint/2010/main" val="1021252577"/>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ver 1">
    <p:bg>
      <p:bgPr>
        <a:solidFill>
          <a:schemeClr val="bg1"/>
        </a:solidFill>
        <a:effectLst/>
      </p:bgPr>
    </p:bg>
    <p:spTree>
      <p:nvGrpSpPr>
        <p:cNvPr id="1" name=""/>
        <p:cNvGrpSpPr/>
        <p:nvPr/>
      </p:nvGrpSpPr>
      <p:grpSpPr>
        <a:xfrm>
          <a:off x="0" y="0"/>
          <a:ext cx="0" cy="0"/>
          <a:chOff x="0" y="0"/>
          <a:chExt cx="0" cy="0"/>
        </a:xfrm>
      </p:grpSpPr>
      <p:sp>
        <p:nvSpPr>
          <p:cNvPr id="2" name="Freeform: Shape 7">
            <a:extLst>
              <a:ext uri="{FF2B5EF4-FFF2-40B4-BE49-F238E27FC236}">
                <a16:creationId xmlns:a16="http://schemas.microsoft.com/office/drawing/2014/main" id="{FC6D84C9-F0D0-2E7D-2082-0E0EAA97BC32}"/>
              </a:ext>
            </a:extLst>
          </p:cNvPr>
          <p:cNvSpPr/>
          <p:nvPr userDrawn="1"/>
        </p:nvSpPr>
        <p:spPr>
          <a:xfrm>
            <a:off x="0" y="-3432"/>
            <a:ext cx="12192000" cy="6864864"/>
          </a:xfrm>
          <a:custGeom>
            <a:avLst/>
            <a:gdLst>
              <a:gd name="connsiteX0" fmla="*/ 0 w 12192000"/>
              <a:gd name="connsiteY0" fmla="*/ 0 h 6864864"/>
              <a:gd name="connsiteX1" fmla="*/ 12192000 w 12192000"/>
              <a:gd name="connsiteY1" fmla="*/ 0 h 6864864"/>
              <a:gd name="connsiteX2" fmla="*/ 12192000 w 12192000"/>
              <a:gd name="connsiteY2" fmla="*/ 6864864 h 6864864"/>
              <a:gd name="connsiteX3" fmla="*/ 0 w 12192000"/>
              <a:gd name="connsiteY3" fmla="*/ 6864864 h 6864864"/>
            </a:gdLst>
            <a:ahLst/>
            <a:cxnLst>
              <a:cxn ang="0">
                <a:pos x="connsiteX0" y="connsiteY0"/>
              </a:cxn>
              <a:cxn ang="0">
                <a:pos x="connsiteX1" y="connsiteY1"/>
              </a:cxn>
              <a:cxn ang="0">
                <a:pos x="connsiteX2" y="connsiteY2"/>
              </a:cxn>
              <a:cxn ang="0">
                <a:pos x="connsiteX3" y="connsiteY3"/>
              </a:cxn>
            </a:cxnLst>
            <a:rect l="l" t="t" r="r" b="b"/>
            <a:pathLst>
              <a:path w="12192000" h="6864864">
                <a:moveTo>
                  <a:pt x="0" y="0"/>
                </a:moveTo>
                <a:lnTo>
                  <a:pt x="12192000" y="0"/>
                </a:lnTo>
                <a:lnTo>
                  <a:pt x="12192000" y="6864864"/>
                </a:lnTo>
                <a:lnTo>
                  <a:pt x="0" y="6864864"/>
                </a:lnTo>
                <a:close/>
              </a:path>
            </a:pathLst>
          </a:custGeom>
          <a:solidFill>
            <a:schemeClr val="bg2">
              <a:lumMod val="50000"/>
            </a:schemeClr>
          </a:solidFill>
          <a:ln w="1373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Rectangle: Single Corner Rounded 6">
            <a:extLst>
              <a:ext uri="{FF2B5EF4-FFF2-40B4-BE49-F238E27FC236}">
                <a16:creationId xmlns:a16="http://schemas.microsoft.com/office/drawing/2014/main" id="{14C1DEFF-1CC8-4FA3-1BA4-C46D4165E041}"/>
              </a:ext>
            </a:extLst>
          </p:cNvPr>
          <p:cNvSpPr/>
          <p:nvPr userDrawn="1"/>
        </p:nvSpPr>
        <p:spPr>
          <a:xfrm rot="10800000">
            <a:off x="6925824" y="-3432"/>
            <a:ext cx="5266175" cy="6864864"/>
          </a:xfrm>
          <a:prstGeom prst="round1Rect">
            <a:avLst>
              <a:gd name="adj" fmla="val 30051"/>
            </a:avLst>
          </a:prstGeom>
          <a:solidFill>
            <a:schemeClr val="bg2">
              <a:lumMod val="75000"/>
            </a:schemeClr>
          </a:solidFill>
          <a:ln w="13730" cap="flat">
            <a:noFill/>
            <a:prstDash val="solid"/>
            <a:miter/>
          </a:ln>
          <a:effectLst>
            <a:outerShdw blurRad="990600" dist="38100" algn="l" rotWithShape="0">
              <a:prstClr val="black">
                <a:alpha val="14000"/>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grpSp>
        <p:nvGrpSpPr>
          <p:cNvPr id="10" name="Group 9">
            <a:extLst>
              <a:ext uri="{FF2B5EF4-FFF2-40B4-BE49-F238E27FC236}">
                <a16:creationId xmlns:a16="http://schemas.microsoft.com/office/drawing/2014/main" id="{1EE70375-B879-2E04-7DE9-267858168E40}"/>
              </a:ext>
            </a:extLst>
          </p:cNvPr>
          <p:cNvGrpSpPr/>
          <p:nvPr userDrawn="1"/>
        </p:nvGrpSpPr>
        <p:grpSpPr>
          <a:xfrm>
            <a:off x="9687834" y="5133271"/>
            <a:ext cx="2504165" cy="1728160"/>
            <a:chOff x="9687834" y="5133271"/>
            <a:chExt cx="2504165" cy="1728160"/>
          </a:xfrm>
        </p:grpSpPr>
        <p:sp>
          <p:nvSpPr>
            <p:cNvPr id="11" name="Rectangle: Single Corner Rounded 10">
              <a:extLst>
                <a:ext uri="{FF2B5EF4-FFF2-40B4-BE49-F238E27FC236}">
                  <a16:creationId xmlns:a16="http://schemas.microsoft.com/office/drawing/2014/main" id="{3E49D4A0-C4CF-0AA5-5EB4-3D4E52E194CA}"/>
                </a:ext>
              </a:extLst>
            </p:cNvPr>
            <p:cNvSpPr/>
            <p:nvPr/>
          </p:nvSpPr>
          <p:spPr>
            <a:xfrm flipH="1">
              <a:off x="9687834" y="5517291"/>
              <a:ext cx="2120144" cy="1344140"/>
            </a:xfrm>
            <a:prstGeom prst="round1Rect">
              <a:avLst>
                <a:gd name="adj" fmla="val 50000"/>
              </a:avLst>
            </a:prstGeom>
            <a:solidFill>
              <a:schemeClr val="bg2">
                <a:lumMod val="60000"/>
                <a:lumOff val="40000"/>
              </a:schemeClr>
            </a:solidFill>
            <a:ln w="1373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12" name="Freeform: Shape 15">
              <a:extLst>
                <a:ext uri="{FF2B5EF4-FFF2-40B4-BE49-F238E27FC236}">
                  <a16:creationId xmlns:a16="http://schemas.microsoft.com/office/drawing/2014/main" id="{21736647-7677-95A4-E03E-CFB1CE5ED12C}"/>
                </a:ext>
              </a:extLst>
            </p:cNvPr>
            <p:cNvSpPr/>
            <p:nvPr/>
          </p:nvSpPr>
          <p:spPr>
            <a:xfrm>
              <a:off x="11807979" y="5133271"/>
              <a:ext cx="384020" cy="384020"/>
            </a:xfrm>
            <a:custGeom>
              <a:avLst/>
              <a:gdLst>
                <a:gd name="connsiteX0" fmla="*/ 0 w 384020"/>
                <a:gd name="connsiteY0" fmla="*/ 0 h 384020"/>
                <a:gd name="connsiteX1" fmla="*/ 384021 w 384020"/>
                <a:gd name="connsiteY1" fmla="*/ 0 h 384020"/>
                <a:gd name="connsiteX2" fmla="*/ 384021 w 384020"/>
                <a:gd name="connsiteY2" fmla="*/ 384021 h 384020"/>
                <a:gd name="connsiteX3" fmla="*/ 0 w 384020"/>
                <a:gd name="connsiteY3" fmla="*/ 384021 h 384020"/>
              </a:gdLst>
              <a:ahLst/>
              <a:cxnLst>
                <a:cxn ang="0">
                  <a:pos x="connsiteX0" y="connsiteY0"/>
                </a:cxn>
                <a:cxn ang="0">
                  <a:pos x="connsiteX1" y="connsiteY1"/>
                </a:cxn>
                <a:cxn ang="0">
                  <a:pos x="connsiteX2" y="connsiteY2"/>
                </a:cxn>
                <a:cxn ang="0">
                  <a:pos x="connsiteX3" y="connsiteY3"/>
                </a:cxn>
              </a:cxnLst>
              <a:rect l="l" t="t" r="r" b="b"/>
              <a:pathLst>
                <a:path w="384020" h="384020">
                  <a:moveTo>
                    <a:pt x="0" y="0"/>
                  </a:moveTo>
                  <a:lnTo>
                    <a:pt x="384021" y="0"/>
                  </a:lnTo>
                  <a:lnTo>
                    <a:pt x="384021" y="384021"/>
                  </a:lnTo>
                  <a:lnTo>
                    <a:pt x="0" y="384021"/>
                  </a:lnTo>
                  <a:close/>
                </a:path>
              </a:pathLst>
            </a:custGeom>
            <a:solidFill>
              <a:schemeClr val="bg2">
                <a:lumMod val="60000"/>
                <a:lumOff val="40000"/>
              </a:schemeClr>
            </a:solidFill>
            <a:ln w="1373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13" name="Group 12">
            <a:extLst>
              <a:ext uri="{FF2B5EF4-FFF2-40B4-BE49-F238E27FC236}">
                <a16:creationId xmlns:a16="http://schemas.microsoft.com/office/drawing/2014/main" id="{746C5367-4BDF-E244-6A42-C9CC3CDE3E7B}"/>
              </a:ext>
            </a:extLst>
          </p:cNvPr>
          <p:cNvGrpSpPr/>
          <p:nvPr userDrawn="1"/>
        </p:nvGrpSpPr>
        <p:grpSpPr>
          <a:xfrm>
            <a:off x="7795920" y="4037990"/>
            <a:ext cx="1891914" cy="1010359"/>
            <a:chOff x="604894" y="4447838"/>
            <a:chExt cx="1891914" cy="1010359"/>
          </a:xfrm>
        </p:grpSpPr>
        <p:sp>
          <p:nvSpPr>
            <p:cNvPr id="14" name="Freeform: Shape 33">
              <a:extLst>
                <a:ext uri="{FF2B5EF4-FFF2-40B4-BE49-F238E27FC236}">
                  <a16:creationId xmlns:a16="http://schemas.microsoft.com/office/drawing/2014/main" id="{E0E3D134-EDDE-C309-761E-7A2931AE5650}"/>
                </a:ext>
              </a:extLst>
            </p:cNvPr>
            <p:cNvSpPr/>
            <p:nvPr/>
          </p:nvSpPr>
          <p:spPr>
            <a:xfrm>
              <a:off x="604894" y="4447839"/>
              <a:ext cx="128324" cy="128324"/>
            </a:xfrm>
            <a:custGeom>
              <a:avLst/>
              <a:gdLst>
                <a:gd name="connsiteX0" fmla="*/ 30480 w 30479"/>
                <a:gd name="connsiteY0" fmla="*/ 15240 h 30479"/>
                <a:gd name="connsiteX1" fmla="*/ 15240 w 30479"/>
                <a:gd name="connsiteY1" fmla="*/ 30480 h 30479"/>
                <a:gd name="connsiteX2" fmla="*/ 0 w 30479"/>
                <a:gd name="connsiteY2" fmla="*/ 15240 h 30479"/>
                <a:gd name="connsiteX3" fmla="*/ 15240 w 30479"/>
                <a:gd name="connsiteY3" fmla="*/ 0 h 30479"/>
                <a:gd name="connsiteX4" fmla="*/ 30480 w 30479"/>
                <a:gd name="connsiteY4" fmla="*/ 15240 h 30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79" h="30479">
                  <a:moveTo>
                    <a:pt x="30480" y="15240"/>
                  </a:moveTo>
                  <a:cubicBezTo>
                    <a:pt x="30480" y="23657"/>
                    <a:pt x="23657" y="30480"/>
                    <a:pt x="15240" y="30480"/>
                  </a:cubicBezTo>
                  <a:cubicBezTo>
                    <a:pt x="6823" y="30480"/>
                    <a:pt x="0" y="23657"/>
                    <a:pt x="0" y="15240"/>
                  </a:cubicBezTo>
                  <a:cubicBezTo>
                    <a:pt x="0" y="6823"/>
                    <a:pt x="6823" y="0"/>
                    <a:pt x="15240" y="0"/>
                  </a:cubicBezTo>
                  <a:cubicBezTo>
                    <a:pt x="23657" y="0"/>
                    <a:pt x="30480" y="6824"/>
                    <a:pt x="30480" y="15240"/>
                  </a:cubicBezTo>
                  <a:close/>
                </a:path>
              </a:pathLst>
            </a:custGeom>
            <a:solidFill>
              <a:schemeClr val="bg2"/>
            </a:solidFill>
            <a:ln w="1373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15" name="Freeform: Shape 34">
              <a:extLst>
                <a:ext uri="{FF2B5EF4-FFF2-40B4-BE49-F238E27FC236}">
                  <a16:creationId xmlns:a16="http://schemas.microsoft.com/office/drawing/2014/main" id="{6A47CC7F-4C9B-37F9-2F89-CCB0E67569F9}"/>
                </a:ext>
              </a:extLst>
            </p:cNvPr>
            <p:cNvSpPr/>
            <p:nvPr/>
          </p:nvSpPr>
          <p:spPr>
            <a:xfrm>
              <a:off x="1045792" y="4447839"/>
              <a:ext cx="128324" cy="128324"/>
            </a:xfrm>
            <a:custGeom>
              <a:avLst/>
              <a:gdLst>
                <a:gd name="connsiteX0" fmla="*/ 30480 w 30479"/>
                <a:gd name="connsiteY0" fmla="*/ 15240 h 30479"/>
                <a:gd name="connsiteX1" fmla="*/ 15240 w 30479"/>
                <a:gd name="connsiteY1" fmla="*/ 30480 h 30479"/>
                <a:gd name="connsiteX2" fmla="*/ 0 w 30479"/>
                <a:gd name="connsiteY2" fmla="*/ 15240 h 30479"/>
                <a:gd name="connsiteX3" fmla="*/ 15240 w 30479"/>
                <a:gd name="connsiteY3" fmla="*/ 0 h 30479"/>
                <a:gd name="connsiteX4" fmla="*/ 30480 w 30479"/>
                <a:gd name="connsiteY4" fmla="*/ 15240 h 30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79" h="30479">
                  <a:moveTo>
                    <a:pt x="30480" y="15240"/>
                  </a:moveTo>
                  <a:cubicBezTo>
                    <a:pt x="30480" y="23657"/>
                    <a:pt x="23657" y="30480"/>
                    <a:pt x="15240" y="30480"/>
                  </a:cubicBezTo>
                  <a:cubicBezTo>
                    <a:pt x="6823" y="30480"/>
                    <a:pt x="0" y="23657"/>
                    <a:pt x="0" y="15240"/>
                  </a:cubicBezTo>
                  <a:cubicBezTo>
                    <a:pt x="0" y="6823"/>
                    <a:pt x="6823" y="0"/>
                    <a:pt x="15240" y="0"/>
                  </a:cubicBezTo>
                  <a:cubicBezTo>
                    <a:pt x="23657" y="0"/>
                    <a:pt x="30480" y="6824"/>
                    <a:pt x="30480" y="15240"/>
                  </a:cubicBezTo>
                  <a:close/>
                </a:path>
              </a:pathLst>
            </a:custGeom>
            <a:solidFill>
              <a:schemeClr val="bg2"/>
            </a:solidFill>
            <a:ln w="1373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16" name="Freeform: Shape 35">
              <a:extLst>
                <a:ext uri="{FF2B5EF4-FFF2-40B4-BE49-F238E27FC236}">
                  <a16:creationId xmlns:a16="http://schemas.microsoft.com/office/drawing/2014/main" id="{ACF1B38E-BE08-FFF5-436A-950B19B40061}"/>
                </a:ext>
              </a:extLst>
            </p:cNvPr>
            <p:cNvSpPr/>
            <p:nvPr/>
          </p:nvSpPr>
          <p:spPr>
            <a:xfrm>
              <a:off x="1486689" y="4447839"/>
              <a:ext cx="128324" cy="128324"/>
            </a:xfrm>
            <a:custGeom>
              <a:avLst/>
              <a:gdLst>
                <a:gd name="connsiteX0" fmla="*/ 30480 w 30479"/>
                <a:gd name="connsiteY0" fmla="*/ 15240 h 30479"/>
                <a:gd name="connsiteX1" fmla="*/ 15240 w 30479"/>
                <a:gd name="connsiteY1" fmla="*/ 30480 h 30479"/>
                <a:gd name="connsiteX2" fmla="*/ 0 w 30479"/>
                <a:gd name="connsiteY2" fmla="*/ 15240 h 30479"/>
                <a:gd name="connsiteX3" fmla="*/ 15240 w 30479"/>
                <a:gd name="connsiteY3" fmla="*/ 0 h 30479"/>
                <a:gd name="connsiteX4" fmla="*/ 30480 w 30479"/>
                <a:gd name="connsiteY4" fmla="*/ 15240 h 30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79" h="30479">
                  <a:moveTo>
                    <a:pt x="30480" y="15240"/>
                  </a:moveTo>
                  <a:cubicBezTo>
                    <a:pt x="30480" y="23657"/>
                    <a:pt x="23657" y="30480"/>
                    <a:pt x="15240" y="30480"/>
                  </a:cubicBezTo>
                  <a:cubicBezTo>
                    <a:pt x="6823" y="30480"/>
                    <a:pt x="0" y="23657"/>
                    <a:pt x="0" y="15240"/>
                  </a:cubicBezTo>
                  <a:cubicBezTo>
                    <a:pt x="0" y="6823"/>
                    <a:pt x="6823" y="0"/>
                    <a:pt x="15240" y="0"/>
                  </a:cubicBezTo>
                  <a:cubicBezTo>
                    <a:pt x="23657" y="0"/>
                    <a:pt x="30480" y="6824"/>
                    <a:pt x="30480" y="15240"/>
                  </a:cubicBezTo>
                  <a:close/>
                </a:path>
              </a:pathLst>
            </a:custGeom>
            <a:solidFill>
              <a:schemeClr val="bg2"/>
            </a:solidFill>
            <a:ln w="1373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17" name="Freeform: Shape 36">
              <a:extLst>
                <a:ext uri="{FF2B5EF4-FFF2-40B4-BE49-F238E27FC236}">
                  <a16:creationId xmlns:a16="http://schemas.microsoft.com/office/drawing/2014/main" id="{ABFC80D3-D60A-0429-7B77-A24B5C3DFA51}"/>
                </a:ext>
              </a:extLst>
            </p:cNvPr>
            <p:cNvSpPr/>
            <p:nvPr/>
          </p:nvSpPr>
          <p:spPr>
            <a:xfrm>
              <a:off x="1927822" y="4447838"/>
              <a:ext cx="128328" cy="128328"/>
            </a:xfrm>
            <a:custGeom>
              <a:avLst/>
              <a:gdLst>
                <a:gd name="connsiteX0" fmla="*/ 30480 w 30480"/>
                <a:gd name="connsiteY0" fmla="*/ 15240 h 30480"/>
                <a:gd name="connsiteX1" fmla="*/ 15240 w 30480"/>
                <a:gd name="connsiteY1" fmla="*/ 30480 h 30480"/>
                <a:gd name="connsiteX2" fmla="*/ 0 w 30480"/>
                <a:gd name="connsiteY2" fmla="*/ 15240 h 30480"/>
                <a:gd name="connsiteX3" fmla="*/ 15240 w 30480"/>
                <a:gd name="connsiteY3" fmla="*/ 0 h 30480"/>
                <a:gd name="connsiteX4" fmla="*/ 30480 w 30480"/>
                <a:gd name="connsiteY4" fmla="*/ 15240 h 3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80" h="30480">
                  <a:moveTo>
                    <a:pt x="30480" y="15240"/>
                  </a:moveTo>
                  <a:cubicBezTo>
                    <a:pt x="30480" y="23615"/>
                    <a:pt x="23615" y="30480"/>
                    <a:pt x="15240" y="30480"/>
                  </a:cubicBezTo>
                  <a:cubicBezTo>
                    <a:pt x="6865" y="30480"/>
                    <a:pt x="0" y="23615"/>
                    <a:pt x="0" y="15240"/>
                  </a:cubicBezTo>
                  <a:cubicBezTo>
                    <a:pt x="0" y="6865"/>
                    <a:pt x="6865" y="0"/>
                    <a:pt x="15240" y="0"/>
                  </a:cubicBezTo>
                  <a:cubicBezTo>
                    <a:pt x="23615" y="0"/>
                    <a:pt x="30480" y="6865"/>
                    <a:pt x="30480" y="15240"/>
                  </a:cubicBezTo>
                  <a:close/>
                </a:path>
              </a:pathLst>
            </a:custGeom>
            <a:solidFill>
              <a:schemeClr val="bg2"/>
            </a:solidFill>
            <a:ln w="1373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18" name="Freeform: Shape 39">
              <a:extLst>
                <a:ext uri="{FF2B5EF4-FFF2-40B4-BE49-F238E27FC236}">
                  <a16:creationId xmlns:a16="http://schemas.microsoft.com/office/drawing/2014/main" id="{E7099C2F-C30D-0008-8482-90E4D75B82B0}"/>
                </a:ext>
              </a:extLst>
            </p:cNvPr>
            <p:cNvSpPr/>
            <p:nvPr/>
          </p:nvSpPr>
          <p:spPr>
            <a:xfrm>
              <a:off x="2368484" y="4447839"/>
              <a:ext cx="128324" cy="128324"/>
            </a:xfrm>
            <a:custGeom>
              <a:avLst/>
              <a:gdLst>
                <a:gd name="connsiteX0" fmla="*/ 30480 w 30479"/>
                <a:gd name="connsiteY0" fmla="*/ 15240 h 30479"/>
                <a:gd name="connsiteX1" fmla="*/ 15240 w 30479"/>
                <a:gd name="connsiteY1" fmla="*/ 30480 h 30479"/>
                <a:gd name="connsiteX2" fmla="*/ 0 w 30479"/>
                <a:gd name="connsiteY2" fmla="*/ 15240 h 30479"/>
                <a:gd name="connsiteX3" fmla="*/ 15240 w 30479"/>
                <a:gd name="connsiteY3" fmla="*/ 0 h 30479"/>
                <a:gd name="connsiteX4" fmla="*/ 30480 w 30479"/>
                <a:gd name="connsiteY4" fmla="*/ 15240 h 30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79" h="30479">
                  <a:moveTo>
                    <a:pt x="30480" y="15240"/>
                  </a:moveTo>
                  <a:cubicBezTo>
                    <a:pt x="30480" y="23657"/>
                    <a:pt x="23657" y="30480"/>
                    <a:pt x="15240" y="30480"/>
                  </a:cubicBezTo>
                  <a:cubicBezTo>
                    <a:pt x="6823" y="30480"/>
                    <a:pt x="0" y="23657"/>
                    <a:pt x="0" y="15240"/>
                  </a:cubicBezTo>
                  <a:cubicBezTo>
                    <a:pt x="0" y="6823"/>
                    <a:pt x="6823" y="0"/>
                    <a:pt x="15240" y="0"/>
                  </a:cubicBezTo>
                  <a:cubicBezTo>
                    <a:pt x="23657" y="0"/>
                    <a:pt x="30480" y="6824"/>
                    <a:pt x="30480" y="15240"/>
                  </a:cubicBezTo>
                  <a:close/>
                </a:path>
              </a:pathLst>
            </a:custGeom>
            <a:solidFill>
              <a:schemeClr val="bg2"/>
            </a:solidFill>
            <a:ln w="1373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19" name="Freeform: Shape 40">
              <a:extLst>
                <a:ext uri="{FF2B5EF4-FFF2-40B4-BE49-F238E27FC236}">
                  <a16:creationId xmlns:a16="http://schemas.microsoft.com/office/drawing/2014/main" id="{68B94521-C619-90B6-F6E8-DFDC6F0BF984}"/>
                </a:ext>
              </a:extLst>
            </p:cNvPr>
            <p:cNvSpPr/>
            <p:nvPr/>
          </p:nvSpPr>
          <p:spPr>
            <a:xfrm>
              <a:off x="604894" y="4888973"/>
              <a:ext cx="128324" cy="128324"/>
            </a:xfrm>
            <a:custGeom>
              <a:avLst/>
              <a:gdLst>
                <a:gd name="connsiteX0" fmla="*/ 30480 w 30479"/>
                <a:gd name="connsiteY0" fmla="*/ 15240 h 30479"/>
                <a:gd name="connsiteX1" fmla="*/ 15240 w 30479"/>
                <a:gd name="connsiteY1" fmla="*/ 30480 h 30479"/>
                <a:gd name="connsiteX2" fmla="*/ 0 w 30479"/>
                <a:gd name="connsiteY2" fmla="*/ 15240 h 30479"/>
                <a:gd name="connsiteX3" fmla="*/ 15240 w 30479"/>
                <a:gd name="connsiteY3" fmla="*/ 0 h 30479"/>
                <a:gd name="connsiteX4" fmla="*/ 30480 w 30479"/>
                <a:gd name="connsiteY4" fmla="*/ 15240 h 30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79" h="30479">
                  <a:moveTo>
                    <a:pt x="30480" y="15240"/>
                  </a:moveTo>
                  <a:cubicBezTo>
                    <a:pt x="30480" y="23657"/>
                    <a:pt x="23657" y="30480"/>
                    <a:pt x="15240" y="30480"/>
                  </a:cubicBezTo>
                  <a:cubicBezTo>
                    <a:pt x="6823" y="30480"/>
                    <a:pt x="0" y="23656"/>
                    <a:pt x="0" y="15240"/>
                  </a:cubicBezTo>
                  <a:cubicBezTo>
                    <a:pt x="0" y="6823"/>
                    <a:pt x="6823" y="0"/>
                    <a:pt x="15240" y="0"/>
                  </a:cubicBezTo>
                  <a:cubicBezTo>
                    <a:pt x="23657" y="0"/>
                    <a:pt x="30480" y="6823"/>
                    <a:pt x="30480" y="15240"/>
                  </a:cubicBezTo>
                  <a:close/>
                </a:path>
              </a:pathLst>
            </a:custGeom>
            <a:solidFill>
              <a:schemeClr val="bg2"/>
            </a:solidFill>
            <a:ln w="1373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20" name="Freeform: Shape 42">
              <a:extLst>
                <a:ext uri="{FF2B5EF4-FFF2-40B4-BE49-F238E27FC236}">
                  <a16:creationId xmlns:a16="http://schemas.microsoft.com/office/drawing/2014/main" id="{74DFA832-4B4A-BA2C-2D5C-9745C6C0B317}"/>
                </a:ext>
              </a:extLst>
            </p:cNvPr>
            <p:cNvSpPr/>
            <p:nvPr/>
          </p:nvSpPr>
          <p:spPr>
            <a:xfrm>
              <a:off x="1045792" y="4888973"/>
              <a:ext cx="128324" cy="128324"/>
            </a:xfrm>
            <a:custGeom>
              <a:avLst/>
              <a:gdLst>
                <a:gd name="connsiteX0" fmla="*/ 30480 w 30479"/>
                <a:gd name="connsiteY0" fmla="*/ 15240 h 30479"/>
                <a:gd name="connsiteX1" fmla="*/ 15240 w 30479"/>
                <a:gd name="connsiteY1" fmla="*/ 30480 h 30479"/>
                <a:gd name="connsiteX2" fmla="*/ 0 w 30479"/>
                <a:gd name="connsiteY2" fmla="*/ 15240 h 30479"/>
                <a:gd name="connsiteX3" fmla="*/ 15240 w 30479"/>
                <a:gd name="connsiteY3" fmla="*/ 0 h 30479"/>
                <a:gd name="connsiteX4" fmla="*/ 30480 w 30479"/>
                <a:gd name="connsiteY4" fmla="*/ 15240 h 30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79" h="30479">
                  <a:moveTo>
                    <a:pt x="30480" y="15240"/>
                  </a:moveTo>
                  <a:cubicBezTo>
                    <a:pt x="30480" y="23657"/>
                    <a:pt x="23657" y="30480"/>
                    <a:pt x="15240" y="30480"/>
                  </a:cubicBezTo>
                  <a:cubicBezTo>
                    <a:pt x="6823" y="30480"/>
                    <a:pt x="0" y="23656"/>
                    <a:pt x="0" y="15240"/>
                  </a:cubicBezTo>
                  <a:cubicBezTo>
                    <a:pt x="0" y="6823"/>
                    <a:pt x="6823" y="0"/>
                    <a:pt x="15240" y="0"/>
                  </a:cubicBezTo>
                  <a:cubicBezTo>
                    <a:pt x="23657" y="0"/>
                    <a:pt x="30480" y="6823"/>
                    <a:pt x="30480" y="15240"/>
                  </a:cubicBezTo>
                  <a:close/>
                </a:path>
              </a:pathLst>
            </a:custGeom>
            <a:solidFill>
              <a:schemeClr val="bg2"/>
            </a:solidFill>
            <a:ln w="1373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21" name="Freeform: Shape 43">
              <a:extLst>
                <a:ext uri="{FF2B5EF4-FFF2-40B4-BE49-F238E27FC236}">
                  <a16:creationId xmlns:a16="http://schemas.microsoft.com/office/drawing/2014/main" id="{2DF856A0-94CB-B9FD-C649-F20AF5300CED}"/>
                </a:ext>
              </a:extLst>
            </p:cNvPr>
            <p:cNvSpPr/>
            <p:nvPr/>
          </p:nvSpPr>
          <p:spPr>
            <a:xfrm>
              <a:off x="1486689" y="4888973"/>
              <a:ext cx="128324" cy="128324"/>
            </a:xfrm>
            <a:custGeom>
              <a:avLst/>
              <a:gdLst>
                <a:gd name="connsiteX0" fmla="*/ 30480 w 30479"/>
                <a:gd name="connsiteY0" fmla="*/ 15240 h 30479"/>
                <a:gd name="connsiteX1" fmla="*/ 15240 w 30479"/>
                <a:gd name="connsiteY1" fmla="*/ 30480 h 30479"/>
                <a:gd name="connsiteX2" fmla="*/ 0 w 30479"/>
                <a:gd name="connsiteY2" fmla="*/ 15240 h 30479"/>
                <a:gd name="connsiteX3" fmla="*/ 15240 w 30479"/>
                <a:gd name="connsiteY3" fmla="*/ 0 h 30479"/>
                <a:gd name="connsiteX4" fmla="*/ 30480 w 30479"/>
                <a:gd name="connsiteY4" fmla="*/ 15240 h 30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79" h="30479">
                  <a:moveTo>
                    <a:pt x="30480" y="15240"/>
                  </a:moveTo>
                  <a:cubicBezTo>
                    <a:pt x="30480" y="23657"/>
                    <a:pt x="23657" y="30480"/>
                    <a:pt x="15240" y="30480"/>
                  </a:cubicBezTo>
                  <a:cubicBezTo>
                    <a:pt x="6823" y="30480"/>
                    <a:pt x="0" y="23656"/>
                    <a:pt x="0" y="15240"/>
                  </a:cubicBezTo>
                  <a:cubicBezTo>
                    <a:pt x="0" y="6823"/>
                    <a:pt x="6823" y="0"/>
                    <a:pt x="15240" y="0"/>
                  </a:cubicBezTo>
                  <a:cubicBezTo>
                    <a:pt x="23657" y="0"/>
                    <a:pt x="30480" y="6823"/>
                    <a:pt x="30480" y="15240"/>
                  </a:cubicBezTo>
                  <a:close/>
                </a:path>
              </a:pathLst>
            </a:custGeom>
            <a:solidFill>
              <a:schemeClr val="bg2"/>
            </a:solidFill>
            <a:ln w="1373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22" name="Freeform: Shape 44">
              <a:extLst>
                <a:ext uri="{FF2B5EF4-FFF2-40B4-BE49-F238E27FC236}">
                  <a16:creationId xmlns:a16="http://schemas.microsoft.com/office/drawing/2014/main" id="{DE06AA07-F3BC-B873-A606-C2BD8A9F47AE}"/>
                </a:ext>
              </a:extLst>
            </p:cNvPr>
            <p:cNvSpPr/>
            <p:nvPr/>
          </p:nvSpPr>
          <p:spPr>
            <a:xfrm>
              <a:off x="1927822" y="4888972"/>
              <a:ext cx="128328" cy="128328"/>
            </a:xfrm>
            <a:custGeom>
              <a:avLst/>
              <a:gdLst>
                <a:gd name="connsiteX0" fmla="*/ 30480 w 30480"/>
                <a:gd name="connsiteY0" fmla="*/ 15240 h 30480"/>
                <a:gd name="connsiteX1" fmla="*/ 15240 w 30480"/>
                <a:gd name="connsiteY1" fmla="*/ 30480 h 30480"/>
                <a:gd name="connsiteX2" fmla="*/ 0 w 30480"/>
                <a:gd name="connsiteY2" fmla="*/ 15240 h 30480"/>
                <a:gd name="connsiteX3" fmla="*/ 15240 w 30480"/>
                <a:gd name="connsiteY3" fmla="*/ 0 h 30480"/>
                <a:gd name="connsiteX4" fmla="*/ 30480 w 30480"/>
                <a:gd name="connsiteY4" fmla="*/ 15240 h 3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80" h="30480">
                  <a:moveTo>
                    <a:pt x="30480" y="15240"/>
                  </a:moveTo>
                  <a:cubicBezTo>
                    <a:pt x="30480" y="23615"/>
                    <a:pt x="23615" y="30480"/>
                    <a:pt x="15240" y="30480"/>
                  </a:cubicBezTo>
                  <a:cubicBezTo>
                    <a:pt x="6865" y="30480"/>
                    <a:pt x="0" y="23615"/>
                    <a:pt x="0" y="15240"/>
                  </a:cubicBezTo>
                  <a:cubicBezTo>
                    <a:pt x="0" y="6865"/>
                    <a:pt x="6865" y="0"/>
                    <a:pt x="15240" y="0"/>
                  </a:cubicBezTo>
                  <a:cubicBezTo>
                    <a:pt x="23615" y="0"/>
                    <a:pt x="30480" y="6865"/>
                    <a:pt x="30480" y="15240"/>
                  </a:cubicBezTo>
                  <a:close/>
                </a:path>
              </a:pathLst>
            </a:custGeom>
            <a:solidFill>
              <a:schemeClr val="bg2"/>
            </a:solidFill>
            <a:ln w="1373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23" name="Freeform: Shape 45">
              <a:extLst>
                <a:ext uri="{FF2B5EF4-FFF2-40B4-BE49-F238E27FC236}">
                  <a16:creationId xmlns:a16="http://schemas.microsoft.com/office/drawing/2014/main" id="{1456EC0B-C7F1-3E39-DA0A-FF7791984511}"/>
                </a:ext>
              </a:extLst>
            </p:cNvPr>
            <p:cNvSpPr/>
            <p:nvPr/>
          </p:nvSpPr>
          <p:spPr>
            <a:xfrm>
              <a:off x="2368484" y="4888973"/>
              <a:ext cx="128324" cy="128324"/>
            </a:xfrm>
            <a:custGeom>
              <a:avLst/>
              <a:gdLst>
                <a:gd name="connsiteX0" fmla="*/ 30480 w 30479"/>
                <a:gd name="connsiteY0" fmla="*/ 15240 h 30479"/>
                <a:gd name="connsiteX1" fmla="*/ 15240 w 30479"/>
                <a:gd name="connsiteY1" fmla="*/ 30480 h 30479"/>
                <a:gd name="connsiteX2" fmla="*/ 0 w 30479"/>
                <a:gd name="connsiteY2" fmla="*/ 15240 h 30479"/>
                <a:gd name="connsiteX3" fmla="*/ 15240 w 30479"/>
                <a:gd name="connsiteY3" fmla="*/ 0 h 30479"/>
                <a:gd name="connsiteX4" fmla="*/ 30480 w 30479"/>
                <a:gd name="connsiteY4" fmla="*/ 15240 h 30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79" h="30479">
                  <a:moveTo>
                    <a:pt x="30480" y="15240"/>
                  </a:moveTo>
                  <a:cubicBezTo>
                    <a:pt x="30480" y="23657"/>
                    <a:pt x="23657" y="30480"/>
                    <a:pt x="15240" y="30480"/>
                  </a:cubicBezTo>
                  <a:cubicBezTo>
                    <a:pt x="6823" y="30480"/>
                    <a:pt x="0" y="23656"/>
                    <a:pt x="0" y="15240"/>
                  </a:cubicBezTo>
                  <a:cubicBezTo>
                    <a:pt x="0" y="6823"/>
                    <a:pt x="6823" y="0"/>
                    <a:pt x="15240" y="0"/>
                  </a:cubicBezTo>
                  <a:cubicBezTo>
                    <a:pt x="23657" y="0"/>
                    <a:pt x="30480" y="6823"/>
                    <a:pt x="30480" y="15240"/>
                  </a:cubicBezTo>
                  <a:close/>
                </a:path>
              </a:pathLst>
            </a:custGeom>
            <a:solidFill>
              <a:schemeClr val="bg2"/>
            </a:solidFill>
            <a:ln w="1373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24" name="Freeform: Shape 46">
              <a:extLst>
                <a:ext uri="{FF2B5EF4-FFF2-40B4-BE49-F238E27FC236}">
                  <a16:creationId xmlns:a16="http://schemas.microsoft.com/office/drawing/2014/main" id="{1B4DC2E8-3BE0-89E9-13BF-80A2FF208436}"/>
                </a:ext>
              </a:extLst>
            </p:cNvPr>
            <p:cNvSpPr/>
            <p:nvPr/>
          </p:nvSpPr>
          <p:spPr>
            <a:xfrm>
              <a:off x="604894" y="5329870"/>
              <a:ext cx="128324" cy="128324"/>
            </a:xfrm>
            <a:custGeom>
              <a:avLst/>
              <a:gdLst>
                <a:gd name="connsiteX0" fmla="*/ 30480 w 30479"/>
                <a:gd name="connsiteY0" fmla="*/ 15240 h 30479"/>
                <a:gd name="connsiteX1" fmla="*/ 15240 w 30479"/>
                <a:gd name="connsiteY1" fmla="*/ 30480 h 30479"/>
                <a:gd name="connsiteX2" fmla="*/ 0 w 30479"/>
                <a:gd name="connsiteY2" fmla="*/ 15240 h 30479"/>
                <a:gd name="connsiteX3" fmla="*/ 15240 w 30479"/>
                <a:gd name="connsiteY3" fmla="*/ 0 h 30479"/>
                <a:gd name="connsiteX4" fmla="*/ 30480 w 30479"/>
                <a:gd name="connsiteY4" fmla="*/ 15240 h 30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79" h="30479">
                  <a:moveTo>
                    <a:pt x="30480" y="15240"/>
                  </a:moveTo>
                  <a:cubicBezTo>
                    <a:pt x="30480" y="23657"/>
                    <a:pt x="23657" y="30480"/>
                    <a:pt x="15240" y="30480"/>
                  </a:cubicBezTo>
                  <a:cubicBezTo>
                    <a:pt x="6823" y="30480"/>
                    <a:pt x="0" y="23657"/>
                    <a:pt x="0" y="15240"/>
                  </a:cubicBezTo>
                  <a:cubicBezTo>
                    <a:pt x="0" y="6823"/>
                    <a:pt x="6823" y="0"/>
                    <a:pt x="15240" y="0"/>
                  </a:cubicBezTo>
                  <a:cubicBezTo>
                    <a:pt x="23657" y="0"/>
                    <a:pt x="30480" y="6824"/>
                    <a:pt x="30480" y="15240"/>
                  </a:cubicBezTo>
                  <a:close/>
                </a:path>
              </a:pathLst>
            </a:custGeom>
            <a:solidFill>
              <a:schemeClr val="bg2"/>
            </a:solidFill>
            <a:ln w="1373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25" name="Freeform: Shape 47">
              <a:extLst>
                <a:ext uri="{FF2B5EF4-FFF2-40B4-BE49-F238E27FC236}">
                  <a16:creationId xmlns:a16="http://schemas.microsoft.com/office/drawing/2014/main" id="{C15642AC-59F9-C462-7258-FB00902E3114}"/>
                </a:ext>
              </a:extLst>
            </p:cNvPr>
            <p:cNvSpPr/>
            <p:nvPr/>
          </p:nvSpPr>
          <p:spPr>
            <a:xfrm>
              <a:off x="1045792" y="5329870"/>
              <a:ext cx="128324" cy="128324"/>
            </a:xfrm>
            <a:custGeom>
              <a:avLst/>
              <a:gdLst>
                <a:gd name="connsiteX0" fmla="*/ 30480 w 30479"/>
                <a:gd name="connsiteY0" fmla="*/ 15240 h 30479"/>
                <a:gd name="connsiteX1" fmla="*/ 15240 w 30479"/>
                <a:gd name="connsiteY1" fmla="*/ 30480 h 30479"/>
                <a:gd name="connsiteX2" fmla="*/ 0 w 30479"/>
                <a:gd name="connsiteY2" fmla="*/ 15240 h 30479"/>
                <a:gd name="connsiteX3" fmla="*/ 15240 w 30479"/>
                <a:gd name="connsiteY3" fmla="*/ 0 h 30479"/>
                <a:gd name="connsiteX4" fmla="*/ 30480 w 30479"/>
                <a:gd name="connsiteY4" fmla="*/ 15240 h 30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79" h="30479">
                  <a:moveTo>
                    <a:pt x="30480" y="15240"/>
                  </a:moveTo>
                  <a:cubicBezTo>
                    <a:pt x="30480" y="23657"/>
                    <a:pt x="23657" y="30480"/>
                    <a:pt x="15240" y="30480"/>
                  </a:cubicBezTo>
                  <a:cubicBezTo>
                    <a:pt x="6823" y="30480"/>
                    <a:pt x="0" y="23657"/>
                    <a:pt x="0" y="15240"/>
                  </a:cubicBezTo>
                  <a:cubicBezTo>
                    <a:pt x="0" y="6823"/>
                    <a:pt x="6823" y="0"/>
                    <a:pt x="15240" y="0"/>
                  </a:cubicBezTo>
                  <a:cubicBezTo>
                    <a:pt x="23657" y="0"/>
                    <a:pt x="30480" y="6824"/>
                    <a:pt x="30480" y="15240"/>
                  </a:cubicBezTo>
                  <a:close/>
                </a:path>
              </a:pathLst>
            </a:custGeom>
            <a:solidFill>
              <a:schemeClr val="bg2"/>
            </a:solidFill>
            <a:ln w="1373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26" name="Freeform: Shape 48">
              <a:extLst>
                <a:ext uri="{FF2B5EF4-FFF2-40B4-BE49-F238E27FC236}">
                  <a16:creationId xmlns:a16="http://schemas.microsoft.com/office/drawing/2014/main" id="{B21A83EB-4AA9-A21D-52D4-D024CCDB9964}"/>
                </a:ext>
              </a:extLst>
            </p:cNvPr>
            <p:cNvSpPr/>
            <p:nvPr/>
          </p:nvSpPr>
          <p:spPr>
            <a:xfrm>
              <a:off x="1486689" y="5329870"/>
              <a:ext cx="128324" cy="128324"/>
            </a:xfrm>
            <a:custGeom>
              <a:avLst/>
              <a:gdLst>
                <a:gd name="connsiteX0" fmla="*/ 30480 w 30479"/>
                <a:gd name="connsiteY0" fmla="*/ 15240 h 30479"/>
                <a:gd name="connsiteX1" fmla="*/ 15240 w 30479"/>
                <a:gd name="connsiteY1" fmla="*/ 30480 h 30479"/>
                <a:gd name="connsiteX2" fmla="*/ 0 w 30479"/>
                <a:gd name="connsiteY2" fmla="*/ 15240 h 30479"/>
                <a:gd name="connsiteX3" fmla="*/ 15240 w 30479"/>
                <a:gd name="connsiteY3" fmla="*/ 0 h 30479"/>
                <a:gd name="connsiteX4" fmla="*/ 30480 w 30479"/>
                <a:gd name="connsiteY4" fmla="*/ 15240 h 30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79" h="30479">
                  <a:moveTo>
                    <a:pt x="30480" y="15240"/>
                  </a:moveTo>
                  <a:cubicBezTo>
                    <a:pt x="30480" y="23657"/>
                    <a:pt x="23657" y="30480"/>
                    <a:pt x="15240" y="30480"/>
                  </a:cubicBezTo>
                  <a:cubicBezTo>
                    <a:pt x="6823" y="30480"/>
                    <a:pt x="0" y="23657"/>
                    <a:pt x="0" y="15240"/>
                  </a:cubicBezTo>
                  <a:cubicBezTo>
                    <a:pt x="0" y="6823"/>
                    <a:pt x="6823" y="0"/>
                    <a:pt x="15240" y="0"/>
                  </a:cubicBezTo>
                  <a:cubicBezTo>
                    <a:pt x="23657" y="0"/>
                    <a:pt x="30480" y="6824"/>
                    <a:pt x="30480" y="15240"/>
                  </a:cubicBezTo>
                  <a:close/>
                </a:path>
              </a:pathLst>
            </a:custGeom>
            <a:solidFill>
              <a:schemeClr val="bg2"/>
            </a:solidFill>
            <a:ln w="1373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27" name="Freeform: Shape 49">
              <a:extLst>
                <a:ext uri="{FF2B5EF4-FFF2-40B4-BE49-F238E27FC236}">
                  <a16:creationId xmlns:a16="http://schemas.microsoft.com/office/drawing/2014/main" id="{176D7FDF-1F8E-DA92-6B2B-A040AA076321}"/>
                </a:ext>
              </a:extLst>
            </p:cNvPr>
            <p:cNvSpPr/>
            <p:nvPr/>
          </p:nvSpPr>
          <p:spPr>
            <a:xfrm>
              <a:off x="1927822" y="5329869"/>
              <a:ext cx="128328" cy="128328"/>
            </a:xfrm>
            <a:custGeom>
              <a:avLst/>
              <a:gdLst>
                <a:gd name="connsiteX0" fmla="*/ 30480 w 30480"/>
                <a:gd name="connsiteY0" fmla="*/ 15240 h 30480"/>
                <a:gd name="connsiteX1" fmla="*/ 15240 w 30480"/>
                <a:gd name="connsiteY1" fmla="*/ 30480 h 30480"/>
                <a:gd name="connsiteX2" fmla="*/ 0 w 30480"/>
                <a:gd name="connsiteY2" fmla="*/ 15240 h 30480"/>
                <a:gd name="connsiteX3" fmla="*/ 15240 w 30480"/>
                <a:gd name="connsiteY3" fmla="*/ 0 h 30480"/>
                <a:gd name="connsiteX4" fmla="*/ 30480 w 30480"/>
                <a:gd name="connsiteY4" fmla="*/ 15240 h 3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80" h="30480">
                  <a:moveTo>
                    <a:pt x="30480" y="15240"/>
                  </a:moveTo>
                  <a:cubicBezTo>
                    <a:pt x="30480" y="23615"/>
                    <a:pt x="23615" y="30480"/>
                    <a:pt x="15240" y="30480"/>
                  </a:cubicBezTo>
                  <a:cubicBezTo>
                    <a:pt x="6865" y="30480"/>
                    <a:pt x="0" y="23615"/>
                    <a:pt x="0" y="15240"/>
                  </a:cubicBezTo>
                  <a:cubicBezTo>
                    <a:pt x="0" y="6865"/>
                    <a:pt x="6865" y="0"/>
                    <a:pt x="15240" y="0"/>
                  </a:cubicBezTo>
                  <a:cubicBezTo>
                    <a:pt x="23615" y="0"/>
                    <a:pt x="30480" y="6865"/>
                    <a:pt x="30480" y="15240"/>
                  </a:cubicBezTo>
                  <a:close/>
                </a:path>
              </a:pathLst>
            </a:custGeom>
            <a:solidFill>
              <a:schemeClr val="bg2"/>
            </a:solidFill>
            <a:ln w="1373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28" name="Freeform: Shape 50">
              <a:extLst>
                <a:ext uri="{FF2B5EF4-FFF2-40B4-BE49-F238E27FC236}">
                  <a16:creationId xmlns:a16="http://schemas.microsoft.com/office/drawing/2014/main" id="{2EEA353D-9DEE-DDFF-8CFD-DAE53A86B0DB}"/>
                </a:ext>
              </a:extLst>
            </p:cNvPr>
            <p:cNvSpPr/>
            <p:nvPr/>
          </p:nvSpPr>
          <p:spPr>
            <a:xfrm>
              <a:off x="2368484" y="5329870"/>
              <a:ext cx="128324" cy="128324"/>
            </a:xfrm>
            <a:custGeom>
              <a:avLst/>
              <a:gdLst>
                <a:gd name="connsiteX0" fmla="*/ 30480 w 30479"/>
                <a:gd name="connsiteY0" fmla="*/ 15240 h 30479"/>
                <a:gd name="connsiteX1" fmla="*/ 15240 w 30479"/>
                <a:gd name="connsiteY1" fmla="*/ 30480 h 30479"/>
                <a:gd name="connsiteX2" fmla="*/ 0 w 30479"/>
                <a:gd name="connsiteY2" fmla="*/ 15240 h 30479"/>
                <a:gd name="connsiteX3" fmla="*/ 15240 w 30479"/>
                <a:gd name="connsiteY3" fmla="*/ 0 h 30479"/>
                <a:gd name="connsiteX4" fmla="*/ 30480 w 30479"/>
                <a:gd name="connsiteY4" fmla="*/ 15240 h 30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79" h="30479">
                  <a:moveTo>
                    <a:pt x="30480" y="15240"/>
                  </a:moveTo>
                  <a:cubicBezTo>
                    <a:pt x="30480" y="23657"/>
                    <a:pt x="23657" y="30480"/>
                    <a:pt x="15240" y="30480"/>
                  </a:cubicBezTo>
                  <a:cubicBezTo>
                    <a:pt x="6823" y="30480"/>
                    <a:pt x="0" y="23657"/>
                    <a:pt x="0" y="15240"/>
                  </a:cubicBezTo>
                  <a:cubicBezTo>
                    <a:pt x="0" y="6823"/>
                    <a:pt x="6823" y="0"/>
                    <a:pt x="15240" y="0"/>
                  </a:cubicBezTo>
                  <a:cubicBezTo>
                    <a:pt x="23657" y="0"/>
                    <a:pt x="30480" y="6824"/>
                    <a:pt x="30480" y="15240"/>
                  </a:cubicBezTo>
                  <a:close/>
                </a:path>
              </a:pathLst>
            </a:custGeom>
            <a:solidFill>
              <a:schemeClr val="bg2"/>
            </a:solidFill>
            <a:ln w="1373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grpSp>
      <p:sp>
        <p:nvSpPr>
          <p:cNvPr id="29" name="Rectangle: Single Corner Rounded 28">
            <a:extLst>
              <a:ext uri="{FF2B5EF4-FFF2-40B4-BE49-F238E27FC236}">
                <a16:creationId xmlns:a16="http://schemas.microsoft.com/office/drawing/2014/main" id="{CD78616E-69AD-9AA7-2097-9EB3C37621F4}"/>
              </a:ext>
            </a:extLst>
          </p:cNvPr>
          <p:cNvSpPr/>
          <p:nvPr userDrawn="1"/>
        </p:nvSpPr>
        <p:spPr>
          <a:xfrm rot="10800000" flipH="1">
            <a:off x="6925823" y="-3435"/>
            <a:ext cx="4882152" cy="2318265"/>
          </a:xfrm>
          <a:prstGeom prst="round1Rect">
            <a:avLst>
              <a:gd name="adj" fmla="val 50000"/>
            </a:avLst>
          </a:prstGeom>
          <a:solidFill>
            <a:schemeClr val="bg2"/>
          </a:solidFill>
          <a:ln w="13730" cap="flat">
            <a:noFill/>
            <a:prstDash val="solid"/>
            <a:miter/>
          </a:ln>
          <a:effectLst>
            <a:outerShdw blurRad="495300" dist="38100" dir="2700000" algn="tl" rotWithShape="0">
              <a:schemeClr val="tx2">
                <a:lumMod val="50000"/>
                <a:alpha val="7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30" name="Rectangle: Single Corner Rounded 29">
            <a:extLst>
              <a:ext uri="{FF2B5EF4-FFF2-40B4-BE49-F238E27FC236}">
                <a16:creationId xmlns:a16="http://schemas.microsoft.com/office/drawing/2014/main" id="{1089C2C6-EA1F-2659-9060-91E6A380A8AC}"/>
              </a:ext>
            </a:extLst>
          </p:cNvPr>
          <p:cNvSpPr/>
          <p:nvPr userDrawn="1"/>
        </p:nvSpPr>
        <p:spPr>
          <a:xfrm rot="10800000" flipH="1">
            <a:off x="1" y="1959429"/>
            <a:ext cx="293688" cy="3652320"/>
          </a:xfrm>
          <a:prstGeom prst="round1Rect">
            <a:avLst>
              <a:gd name="adj" fmla="val 50000"/>
            </a:avLst>
          </a:prstGeom>
          <a:solidFill>
            <a:schemeClr val="bg2"/>
          </a:solidFill>
          <a:ln w="13730" cap="flat">
            <a:noFill/>
            <a:prstDash val="solid"/>
            <a:miter/>
          </a:ln>
          <a:effectLst>
            <a:outerShdw blurRad="495300" dist="38100" dir="2700000" algn="tl" rotWithShape="0">
              <a:schemeClr val="tx2">
                <a:lumMod val="50000"/>
                <a:alpha val="7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9" name="Title 1"/>
          <p:cNvSpPr>
            <a:spLocks noGrp="1"/>
          </p:cNvSpPr>
          <p:nvPr>
            <p:ph type="title" hasCustomPrompt="1"/>
          </p:nvPr>
        </p:nvSpPr>
        <p:spPr>
          <a:xfrm>
            <a:off x="604894" y="1852015"/>
            <a:ext cx="5486400" cy="1231106"/>
          </a:xfrm>
          <a:noFill/>
        </p:spPr>
        <p:txBody>
          <a:bodyPr wrap="square" lIns="0" tIns="0" rIns="0" bIns="0" anchor="b" anchorCtr="0">
            <a:spAutoFit/>
          </a:bodyPr>
          <a:lstStyle>
            <a:lvl1pPr>
              <a:defRPr kumimoji="0" lang="en-US" sz="4000" b="0" i="0" u="none" strike="noStrike" kern="1200" cap="none" spc="0" normalizeH="0" baseline="0" dirty="0">
                <a:ln>
                  <a:noFill/>
                </a:ln>
                <a:solidFill>
                  <a:srgbClr val="FFFFFF"/>
                </a:solidFill>
                <a:effectLst/>
                <a:uLnTx/>
                <a:uFillTx/>
                <a:latin typeface="Segoe UI Semibold"/>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Event name or presentation title </a:t>
            </a:r>
          </a:p>
        </p:txBody>
      </p:sp>
      <p:sp>
        <p:nvSpPr>
          <p:cNvPr id="5" name="Text Placeholder 4"/>
          <p:cNvSpPr>
            <a:spLocks noGrp="1"/>
          </p:cNvSpPr>
          <p:nvPr>
            <p:ph type="body" sz="quarter" idx="12" hasCustomPrompt="1"/>
          </p:nvPr>
        </p:nvSpPr>
        <p:spPr>
          <a:xfrm>
            <a:off x="604894" y="3464888"/>
            <a:ext cx="5486400" cy="492443"/>
          </a:xfrm>
          <a:noFill/>
        </p:spPr>
        <p:txBody>
          <a:bodyPr wrap="square" lIns="0" tIns="0" rIns="0" bIns="0">
            <a:spAutoFit/>
          </a:bodyPr>
          <a:lstStyle>
            <a:lvl1pPr marL="0" indent="0">
              <a:spcBef>
                <a:spcPts val="0"/>
              </a:spcBef>
              <a:buNone/>
              <a:defRPr kumimoji="0" lang="en-US" sz="3200" b="0" i="0" u="none" strike="noStrike" kern="1200" cap="none" spc="0" normalizeH="0" baseline="0" dirty="0">
                <a:ln>
                  <a:noFill/>
                </a:ln>
                <a:solidFill>
                  <a:srgbClr val="FFFFFF"/>
                </a:solidFill>
                <a:effectLst/>
                <a:uLnTx/>
                <a:uFillTx/>
                <a:latin typeface="Segoe UI Semibold"/>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Speaker name</a:t>
            </a:r>
          </a:p>
        </p:txBody>
      </p:sp>
      <p:sp>
        <p:nvSpPr>
          <p:cNvPr id="8" name="Text Placeholder 7">
            <a:extLst>
              <a:ext uri="{FF2B5EF4-FFF2-40B4-BE49-F238E27FC236}">
                <a16:creationId xmlns:a16="http://schemas.microsoft.com/office/drawing/2014/main" id="{72BE9B4C-457B-DAE3-024C-78127F20AD66}"/>
              </a:ext>
            </a:extLst>
          </p:cNvPr>
          <p:cNvSpPr>
            <a:spLocks noGrp="1"/>
          </p:cNvSpPr>
          <p:nvPr>
            <p:ph type="body" sz="quarter" idx="13" hasCustomPrompt="1"/>
          </p:nvPr>
        </p:nvSpPr>
        <p:spPr>
          <a:xfrm>
            <a:off x="604894" y="4298751"/>
            <a:ext cx="5486400" cy="1255728"/>
          </a:xfrm>
        </p:spPr>
        <p:txBody>
          <a:bodyPr/>
          <a:lstStyle>
            <a:lvl1pPr marL="0" indent="0">
              <a:spcBef>
                <a:spcPts val="24"/>
              </a:spcBef>
              <a:buNone/>
              <a:defRPr kumimoji="0" lang="en-US" sz="2400" b="0" i="0" u="none" strike="noStrike" kern="1200" cap="none" spc="0" normalizeH="0" baseline="0" dirty="0">
                <a:ln>
                  <a:noFill/>
                </a:ln>
                <a:solidFill>
                  <a:srgbClr val="FFFFFF"/>
                </a:solidFill>
                <a:effectLst/>
                <a:uLnTx/>
                <a:uFillTx/>
                <a:latin typeface="Segoe UI"/>
                <a:ea typeface="+mn-ea"/>
                <a:cs typeface="Segoe UI" panose="020B0502040204020203" pitchFamily="34" charset="0"/>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Title</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Company</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Other information</a:t>
            </a:r>
          </a:p>
        </p:txBody>
      </p:sp>
    </p:spTree>
    <p:extLst>
      <p:ext uri="{BB962C8B-B14F-4D97-AF65-F5344CB8AC3E}">
        <p14:creationId xmlns:p14="http://schemas.microsoft.com/office/powerpoint/2010/main" val="358440338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3842">
          <p15:clr>
            <a:srgbClr val="5ACBF0"/>
          </p15:clr>
        </p15:guide>
        <p15:guide id="4" orient="horz" pos="2160">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over 2">
    <p:bg>
      <p:bgPr>
        <a:solidFill>
          <a:schemeClr val="bg1"/>
        </a:solidFill>
        <a:effectLst/>
      </p:bgPr>
    </p:bg>
    <p:spTree>
      <p:nvGrpSpPr>
        <p:cNvPr id="1" name=""/>
        <p:cNvGrpSpPr/>
        <p:nvPr/>
      </p:nvGrpSpPr>
      <p:grpSpPr>
        <a:xfrm>
          <a:off x="0" y="0"/>
          <a:ext cx="0" cy="0"/>
          <a:chOff x="0" y="0"/>
          <a:chExt cx="0" cy="0"/>
        </a:xfrm>
      </p:grpSpPr>
      <p:sp>
        <p:nvSpPr>
          <p:cNvPr id="35" name="Freeform: Shape 7">
            <a:extLst>
              <a:ext uri="{FF2B5EF4-FFF2-40B4-BE49-F238E27FC236}">
                <a16:creationId xmlns:a16="http://schemas.microsoft.com/office/drawing/2014/main" id="{88D7459A-787E-7208-CE84-4169E8DAAF16}"/>
              </a:ext>
            </a:extLst>
          </p:cNvPr>
          <p:cNvSpPr/>
          <p:nvPr userDrawn="1"/>
        </p:nvSpPr>
        <p:spPr>
          <a:xfrm>
            <a:off x="0" y="-3432"/>
            <a:ext cx="12192000" cy="6864864"/>
          </a:xfrm>
          <a:custGeom>
            <a:avLst/>
            <a:gdLst>
              <a:gd name="connsiteX0" fmla="*/ 0 w 12192000"/>
              <a:gd name="connsiteY0" fmla="*/ 0 h 6864864"/>
              <a:gd name="connsiteX1" fmla="*/ 12192000 w 12192000"/>
              <a:gd name="connsiteY1" fmla="*/ 0 h 6864864"/>
              <a:gd name="connsiteX2" fmla="*/ 12192000 w 12192000"/>
              <a:gd name="connsiteY2" fmla="*/ 6864864 h 6864864"/>
              <a:gd name="connsiteX3" fmla="*/ 0 w 12192000"/>
              <a:gd name="connsiteY3" fmla="*/ 6864864 h 6864864"/>
            </a:gdLst>
            <a:ahLst/>
            <a:cxnLst>
              <a:cxn ang="0">
                <a:pos x="connsiteX0" y="connsiteY0"/>
              </a:cxn>
              <a:cxn ang="0">
                <a:pos x="connsiteX1" y="connsiteY1"/>
              </a:cxn>
              <a:cxn ang="0">
                <a:pos x="connsiteX2" y="connsiteY2"/>
              </a:cxn>
              <a:cxn ang="0">
                <a:pos x="connsiteX3" y="connsiteY3"/>
              </a:cxn>
            </a:cxnLst>
            <a:rect l="l" t="t" r="r" b="b"/>
            <a:pathLst>
              <a:path w="12192000" h="6864864">
                <a:moveTo>
                  <a:pt x="0" y="0"/>
                </a:moveTo>
                <a:lnTo>
                  <a:pt x="12192000" y="0"/>
                </a:lnTo>
                <a:lnTo>
                  <a:pt x="12192000" y="6864864"/>
                </a:lnTo>
                <a:lnTo>
                  <a:pt x="0" y="6864864"/>
                </a:lnTo>
                <a:close/>
              </a:path>
            </a:pathLst>
          </a:custGeom>
          <a:solidFill>
            <a:schemeClr val="bg2">
              <a:lumMod val="50000"/>
            </a:schemeClr>
          </a:solidFill>
          <a:ln w="1373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6" name="Rectangle 5">
            <a:extLst>
              <a:ext uri="{FF2B5EF4-FFF2-40B4-BE49-F238E27FC236}">
                <a16:creationId xmlns:a16="http://schemas.microsoft.com/office/drawing/2014/main" id="{C6EEFF52-3FE4-7FB1-488F-DDEC308643F7}"/>
              </a:ext>
            </a:extLst>
          </p:cNvPr>
          <p:cNvSpPr/>
          <p:nvPr userDrawn="1"/>
        </p:nvSpPr>
        <p:spPr>
          <a:xfrm rot="10800000" flipH="1">
            <a:off x="1" y="1959429"/>
            <a:ext cx="293688" cy="3547068"/>
          </a:xfrm>
          <a:prstGeom prst="rect">
            <a:avLst/>
          </a:prstGeom>
          <a:solidFill>
            <a:schemeClr val="bg2"/>
          </a:solidFill>
          <a:ln w="13730" cap="flat">
            <a:noFill/>
            <a:prstDash val="solid"/>
            <a:miter/>
          </a:ln>
          <a:effectLst>
            <a:outerShdw blurRad="495300" dist="38100" dir="2700000" algn="tl" rotWithShape="0">
              <a:schemeClr val="tx2">
                <a:lumMod val="50000"/>
                <a:alpha val="7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pic>
        <p:nvPicPr>
          <p:cNvPr id="34" name="Graphic 33">
            <a:extLst>
              <a:ext uri="{FF2B5EF4-FFF2-40B4-BE49-F238E27FC236}">
                <a16:creationId xmlns:a16="http://schemas.microsoft.com/office/drawing/2014/main" id="{6621EBC7-D089-A311-51C8-34B5C7C4FF2B}"/>
              </a:ext>
            </a:extLst>
          </p:cNvPr>
          <p:cNvPicPr>
            <a:picLocks noChangeAspect="1"/>
          </p:cNvPicPr>
          <p:nvPr userDrawn="1"/>
        </p:nvPicPr>
        <p:blipFill rotWithShape="1">
          <a:blip r:embed="rId2">
            <a:alphaModFix amt="44000"/>
            <a:extLst>
              <a:ext uri="{96DAC541-7B7A-43D3-8B79-37D633B846F1}">
                <asvg:svgBlip xmlns:asvg="http://schemas.microsoft.com/office/drawing/2016/SVG/main" r:embed="rId3"/>
              </a:ext>
            </a:extLst>
          </a:blip>
          <a:srcRect r="13100"/>
          <a:stretch/>
        </p:blipFill>
        <p:spPr>
          <a:xfrm>
            <a:off x="4044201" y="0"/>
            <a:ext cx="8166849" cy="6864864"/>
          </a:xfrm>
          <a:prstGeom prst="rect">
            <a:avLst/>
          </a:prstGeom>
        </p:spPr>
      </p:pic>
      <p:sp>
        <p:nvSpPr>
          <p:cNvPr id="9" name="Title 1"/>
          <p:cNvSpPr>
            <a:spLocks noGrp="1"/>
          </p:cNvSpPr>
          <p:nvPr>
            <p:ph type="title" hasCustomPrompt="1"/>
          </p:nvPr>
        </p:nvSpPr>
        <p:spPr>
          <a:xfrm>
            <a:off x="604894" y="1852015"/>
            <a:ext cx="5486400" cy="1231106"/>
          </a:xfrm>
          <a:noFill/>
        </p:spPr>
        <p:txBody>
          <a:bodyPr wrap="square" lIns="0" tIns="0" rIns="0" bIns="0" anchor="b" anchorCtr="0">
            <a:spAutoFit/>
          </a:bodyPr>
          <a:lstStyle>
            <a:lvl1pPr>
              <a:defRPr kumimoji="0" lang="en-US" sz="4000" b="0" i="0" u="none" strike="noStrike" kern="1200" cap="none" spc="0" normalizeH="0" baseline="0" dirty="0">
                <a:ln>
                  <a:noFill/>
                </a:ln>
                <a:solidFill>
                  <a:srgbClr val="FFFFFF"/>
                </a:solidFill>
                <a:effectLst/>
                <a:uLnTx/>
                <a:uFillTx/>
                <a:latin typeface="Segoe UI Semibold"/>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Event name or presentation title </a:t>
            </a:r>
          </a:p>
        </p:txBody>
      </p:sp>
      <p:sp>
        <p:nvSpPr>
          <p:cNvPr id="5" name="Text Placeholder 4"/>
          <p:cNvSpPr>
            <a:spLocks noGrp="1"/>
          </p:cNvSpPr>
          <p:nvPr>
            <p:ph type="body" sz="quarter" idx="12" hasCustomPrompt="1"/>
          </p:nvPr>
        </p:nvSpPr>
        <p:spPr>
          <a:xfrm>
            <a:off x="604894" y="3464888"/>
            <a:ext cx="5486400" cy="492443"/>
          </a:xfrm>
          <a:noFill/>
        </p:spPr>
        <p:txBody>
          <a:bodyPr wrap="square" lIns="0" tIns="0" rIns="0" bIns="0">
            <a:spAutoFit/>
          </a:bodyPr>
          <a:lstStyle>
            <a:lvl1pPr marL="0" indent="0">
              <a:spcBef>
                <a:spcPts val="0"/>
              </a:spcBef>
              <a:buNone/>
              <a:defRPr kumimoji="0" lang="en-US" sz="3200" b="0" i="0" u="none" strike="noStrike" kern="1200" cap="none" spc="0" normalizeH="0" baseline="0" dirty="0">
                <a:ln>
                  <a:noFill/>
                </a:ln>
                <a:solidFill>
                  <a:srgbClr val="FFFFFF"/>
                </a:solidFill>
                <a:effectLst/>
                <a:uLnTx/>
                <a:uFillTx/>
                <a:latin typeface="Segoe UI Semibold"/>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Speaker name</a:t>
            </a:r>
          </a:p>
        </p:txBody>
      </p:sp>
      <p:sp>
        <p:nvSpPr>
          <p:cNvPr id="8" name="Text Placeholder 7">
            <a:extLst>
              <a:ext uri="{FF2B5EF4-FFF2-40B4-BE49-F238E27FC236}">
                <a16:creationId xmlns:a16="http://schemas.microsoft.com/office/drawing/2014/main" id="{72BE9B4C-457B-DAE3-024C-78127F20AD66}"/>
              </a:ext>
            </a:extLst>
          </p:cNvPr>
          <p:cNvSpPr>
            <a:spLocks noGrp="1"/>
          </p:cNvSpPr>
          <p:nvPr>
            <p:ph type="body" sz="quarter" idx="13" hasCustomPrompt="1"/>
          </p:nvPr>
        </p:nvSpPr>
        <p:spPr>
          <a:xfrm>
            <a:off x="604894" y="4298751"/>
            <a:ext cx="5486400" cy="1255728"/>
          </a:xfrm>
        </p:spPr>
        <p:txBody>
          <a:bodyPr/>
          <a:lstStyle>
            <a:lvl1pPr marL="0" indent="0">
              <a:spcBef>
                <a:spcPts val="24"/>
              </a:spcBef>
              <a:buNone/>
              <a:defRPr kumimoji="0" lang="en-US" sz="2400" b="0" i="0" u="none" strike="noStrike" kern="1200" cap="none" spc="0" normalizeH="0" baseline="0" dirty="0">
                <a:ln>
                  <a:noFill/>
                </a:ln>
                <a:solidFill>
                  <a:srgbClr val="FFFFFF"/>
                </a:solidFill>
                <a:effectLst/>
                <a:uLnTx/>
                <a:uFillTx/>
                <a:latin typeface="Segoe UI"/>
                <a:ea typeface="+mn-ea"/>
                <a:cs typeface="Segoe UI" panose="020B0502040204020203" pitchFamily="34" charset="0"/>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Title</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Company</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Other information</a:t>
            </a:r>
          </a:p>
        </p:txBody>
      </p:sp>
      <p:pic>
        <p:nvPicPr>
          <p:cNvPr id="7" name="Picture 6" descr="A logo on a black background&#10;&#10;Description automatically generated">
            <a:extLst>
              <a:ext uri="{FF2B5EF4-FFF2-40B4-BE49-F238E27FC236}">
                <a16:creationId xmlns:a16="http://schemas.microsoft.com/office/drawing/2014/main" id="{6F57E7F1-E517-DF82-574D-DC59B275C63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46846" y="86423"/>
            <a:ext cx="2308766" cy="1034806"/>
          </a:xfrm>
          <a:prstGeom prst="rect">
            <a:avLst/>
          </a:prstGeom>
        </p:spPr>
      </p:pic>
    </p:spTree>
    <p:extLst>
      <p:ext uri="{BB962C8B-B14F-4D97-AF65-F5344CB8AC3E}">
        <p14:creationId xmlns:p14="http://schemas.microsoft.com/office/powerpoint/2010/main" val="13076307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3842">
          <p15:clr>
            <a:srgbClr val="5ACBF0"/>
          </p15:clr>
        </p15:guide>
        <p15:guide id="4" orient="horz" pos="2160">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Hero Deck Cover">
    <p:bg>
      <p:bgPr>
        <a:solidFill>
          <a:schemeClr val="bg1"/>
        </a:solidFill>
        <a:effectLst/>
      </p:bgPr>
    </p:bg>
    <p:spTree>
      <p:nvGrpSpPr>
        <p:cNvPr id="1" name=""/>
        <p:cNvGrpSpPr/>
        <p:nvPr/>
      </p:nvGrpSpPr>
      <p:grpSpPr>
        <a:xfrm>
          <a:off x="0" y="0"/>
          <a:ext cx="0" cy="0"/>
          <a:chOff x="0" y="0"/>
          <a:chExt cx="0" cy="0"/>
        </a:xfrm>
      </p:grpSpPr>
      <p:sp>
        <p:nvSpPr>
          <p:cNvPr id="2" name="Freeform: Shape 7">
            <a:extLst>
              <a:ext uri="{FF2B5EF4-FFF2-40B4-BE49-F238E27FC236}">
                <a16:creationId xmlns:a16="http://schemas.microsoft.com/office/drawing/2014/main" id="{D1878DE7-7CE1-155D-58B8-0E821BFE4D97}"/>
              </a:ext>
            </a:extLst>
          </p:cNvPr>
          <p:cNvSpPr/>
          <p:nvPr userDrawn="1"/>
        </p:nvSpPr>
        <p:spPr>
          <a:xfrm>
            <a:off x="0" y="-3432"/>
            <a:ext cx="12192000" cy="6864864"/>
          </a:xfrm>
          <a:custGeom>
            <a:avLst/>
            <a:gdLst>
              <a:gd name="connsiteX0" fmla="*/ 0 w 12192000"/>
              <a:gd name="connsiteY0" fmla="*/ 0 h 6864864"/>
              <a:gd name="connsiteX1" fmla="*/ 12192000 w 12192000"/>
              <a:gd name="connsiteY1" fmla="*/ 0 h 6864864"/>
              <a:gd name="connsiteX2" fmla="*/ 12192000 w 12192000"/>
              <a:gd name="connsiteY2" fmla="*/ 6864864 h 6864864"/>
              <a:gd name="connsiteX3" fmla="*/ 0 w 12192000"/>
              <a:gd name="connsiteY3" fmla="*/ 6864864 h 6864864"/>
            </a:gdLst>
            <a:ahLst/>
            <a:cxnLst>
              <a:cxn ang="0">
                <a:pos x="connsiteX0" y="connsiteY0"/>
              </a:cxn>
              <a:cxn ang="0">
                <a:pos x="connsiteX1" y="connsiteY1"/>
              </a:cxn>
              <a:cxn ang="0">
                <a:pos x="connsiteX2" y="connsiteY2"/>
              </a:cxn>
              <a:cxn ang="0">
                <a:pos x="connsiteX3" y="connsiteY3"/>
              </a:cxn>
            </a:cxnLst>
            <a:rect l="l" t="t" r="r" b="b"/>
            <a:pathLst>
              <a:path w="12192000" h="6864864">
                <a:moveTo>
                  <a:pt x="0" y="0"/>
                </a:moveTo>
                <a:lnTo>
                  <a:pt x="12192000" y="0"/>
                </a:lnTo>
                <a:lnTo>
                  <a:pt x="12192000" y="6864864"/>
                </a:lnTo>
                <a:lnTo>
                  <a:pt x="0" y="6864864"/>
                </a:lnTo>
                <a:close/>
              </a:path>
            </a:pathLst>
          </a:custGeom>
          <a:solidFill>
            <a:schemeClr val="bg2">
              <a:lumMod val="50000"/>
            </a:schemeClr>
          </a:solidFill>
          <a:ln w="1373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grpSp>
        <p:nvGrpSpPr>
          <p:cNvPr id="3" name="Group 2">
            <a:extLst>
              <a:ext uri="{FF2B5EF4-FFF2-40B4-BE49-F238E27FC236}">
                <a16:creationId xmlns:a16="http://schemas.microsoft.com/office/drawing/2014/main" id="{5C3FA7E9-87A6-6D06-563E-16727CB182D1}"/>
              </a:ext>
            </a:extLst>
          </p:cNvPr>
          <p:cNvGrpSpPr/>
          <p:nvPr userDrawn="1"/>
        </p:nvGrpSpPr>
        <p:grpSpPr>
          <a:xfrm>
            <a:off x="3227441" y="1"/>
            <a:ext cx="8964559" cy="6858000"/>
            <a:chOff x="3227441" y="0"/>
            <a:chExt cx="8964559" cy="6915049"/>
          </a:xfrm>
        </p:grpSpPr>
        <p:sp>
          <p:nvSpPr>
            <p:cNvPr id="4" name="Freeform: Shape 15">
              <a:extLst>
                <a:ext uri="{FF2B5EF4-FFF2-40B4-BE49-F238E27FC236}">
                  <a16:creationId xmlns:a16="http://schemas.microsoft.com/office/drawing/2014/main" id="{AD738473-E7DA-B632-CA2B-3E9AD4E339DF}"/>
                </a:ext>
              </a:extLst>
            </p:cNvPr>
            <p:cNvSpPr/>
            <p:nvPr/>
          </p:nvSpPr>
          <p:spPr>
            <a:xfrm flipH="1">
              <a:off x="7434216" y="2145932"/>
              <a:ext cx="4757784" cy="4757604"/>
            </a:xfrm>
            <a:custGeom>
              <a:avLst/>
              <a:gdLst>
                <a:gd name="connsiteX0" fmla="*/ 4757785 w 4757784"/>
                <a:gd name="connsiteY0" fmla="*/ 4757605 h 4757604"/>
                <a:gd name="connsiteX1" fmla="*/ 1673176 w 4757784"/>
                <a:gd name="connsiteY1" fmla="*/ 4757605 h 4757604"/>
                <a:gd name="connsiteX2" fmla="*/ 1115151 w 4757784"/>
                <a:gd name="connsiteY2" fmla="*/ 4199580 h 4757604"/>
                <a:gd name="connsiteX3" fmla="*/ 0 w 4757784"/>
                <a:gd name="connsiteY3" fmla="*/ 3084429 h 4757604"/>
                <a:gd name="connsiteX4" fmla="*/ 0 w 4757784"/>
                <a:gd name="connsiteY4" fmla="*/ 0 h 4757604"/>
                <a:gd name="connsiteX5" fmla="*/ 10434 w 4757784"/>
                <a:gd name="connsiteY5" fmla="*/ 10434 h 4757604"/>
                <a:gd name="connsiteX6" fmla="*/ 90666 w 4757784"/>
                <a:gd name="connsiteY6" fmla="*/ 90486 h 4757604"/>
                <a:gd name="connsiteX7" fmla="*/ 101639 w 4757784"/>
                <a:gd name="connsiteY7" fmla="*/ 101459 h 4757604"/>
                <a:gd name="connsiteX8" fmla="*/ 154167 w 4757784"/>
                <a:gd name="connsiteY8" fmla="*/ 154167 h 4757604"/>
                <a:gd name="connsiteX9" fmla="*/ 165141 w 4757784"/>
                <a:gd name="connsiteY9" fmla="*/ 165141 h 4757604"/>
                <a:gd name="connsiteX10" fmla="*/ 272177 w 4757784"/>
                <a:gd name="connsiteY10" fmla="*/ 272177 h 4757604"/>
                <a:gd name="connsiteX11" fmla="*/ 283150 w 4757784"/>
                <a:gd name="connsiteY11" fmla="*/ 283150 h 4757604"/>
                <a:gd name="connsiteX12" fmla="*/ 453868 w 4757784"/>
                <a:gd name="connsiteY12" fmla="*/ 453868 h 4757604"/>
                <a:gd name="connsiteX13" fmla="*/ 517549 w 4757784"/>
                <a:gd name="connsiteY13" fmla="*/ 517370 h 4757604"/>
                <a:gd name="connsiteX14" fmla="*/ 635559 w 4757784"/>
                <a:gd name="connsiteY14" fmla="*/ 635379 h 4757604"/>
                <a:gd name="connsiteX15" fmla="*/ 699060 w 4757784"/>
                <a:gd name="connsiteY15" fmla="*/ 699060 h 4757604"/>
                <a:gd name="connsiteX16" fmla="*/ 1577473 w 4757784"/>
                <a:gd name="connsiteY16" fmla="*/ 1577473 h 4757604"/>
                <a:gd name="connsiteX17" fmla="*/ 1732900 w 4757784"/>
                <a:gd name="connsiteY17" fmla="*/ 1732720 h 4757604"/>
                <a:gd name="connsiteX18" fmla="*/ 1800180 w 4757784"/>
                <a:gd name="connsiteY18" fmla="*/ 1800180 h 4757604"/>
                <a:gd name="connsiteX19" fmla="*/ 1932940 w 4757784"/>
                <a:gd name="connsiteY19" fmla="*/ 1932940 h 4757604"/>
                <a:gd name="connsiteX20" fmla="*/ 2407675 w 4757784"/>
                <a:gd name="connsiteY20" fmla="*/ 2407675 h 4757604"/>
                <a:gd name="connsiteX21" fmla="*/ 2475135 w 4757784"/>
                <a:gd name="connsiteY21" fmla="*/ 2474955 h 4757604"/>
                <a:gd name="connsiteX22" fmla="*/ 2630381 w 4757784"/>
                <a:gd name="connsiteY22" fmla="*/ 2630201 h 4757604"/>
                <a:gd name="connsiteX23" fmla="*/ 2699460 w 4757784"/>
                <a:gd name="connsiteY23" fmla="*/ 2699460 h 4757604"/>
                <a:gd name="connsiteX24" fmla="*/ 2893923 w 4757784"/>
                <a:gd name="connsiteY24" fmla="*/ 2893923 h 4757604"/>
                <a:gd name="connsiteX25" fmla="*/ 3174735 w 4757784"/>
                <a:gd name="connsiteY25" fmla="*/ 3174555 h 4757604"/>
                <a:gd name="connsiteX26" fmla="*/ 4757785 w 4757784"/>
                <a:gd name="connsiteY26" fmla="*/ 4757605 h 4757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757784" h="4757604">
                  <a:moveTo>
                    <a:pt x="4757785" y="4757605"/>
                  </a:moveTo>
                  <a:lnTo>
                    <a:pt x="1673176" y="4757605"/>
                  </a:lnTo>
                  <a:lnTo>
                    <a:pt x="1115151" y="4199580"/>
                  </a:lnTo>
                  <a:lnTo>
                    <a:pt x="0" y="3084429"/>
                  </a:lnTo>
                  <a:lnTo>
                    <a:pt x="0" y="0"/>
                  </a:lnTo>
                  <a:lnTo>
                    <a:pt x="10434" y="10434"/>
                  </a:lnTo>
                  <a:lnTo>
                    <a:pt x="90666" y="90486"/>
                  </a:lnTo>
                  <a:lnTo>
                    <a:pt x="101639" y="101459"/>
                  </a:lnTo>
                  <a:lnTo>
                    <a:pt x="154167" y="154167"/>
                  </a:lnTo>
                  <a:lnTo>
                    <a:pt x="165141" y="165141"/>
                  </a:lnTo>
                  <a:lnTo>
                    <a:pt x="272177" y="272177"/>
                  </a:lnTo>
                  <a:lnTo>
                    <a:pt x="283150" y="283150"/>
                  </a:lnTo>
                  <a:lnTo>
                    <a:pt x="453868" y="453868"/>
                  </a:lnTo>
                  <a:lnTo>
                    <a:pt x="517549" y="517370"/>
                  </a:lnTo>
                  <a:lnTo>
                    <a:pt x="635559" y="635379"/>
                  </a:lnTo>
                  <a:lnTo>
                    <a:pt x="699060" y="699060"/>
                  </a:lnTo>
                  <a:lnTo>
                    <a:pt x="1577473" y="1577473"/>
                  </a:lnTo>
                  <a:lnTo>
                    <a:pt x="1732900" y="1732720"/>
                  </a:lnTo>
                  <a:lnTo>
                    <a:pt x="1800180" y="1800180"/>
                  </a:lnTo>
                  <a:lnTo>
                    <a:pt x="1932940" y="1932940"/>
                  </a:lnTo>
                  <a:lnTo>
                    <a:pt x="2407675" y="2407675"/>
                  </a:lnTo>
                  <a:lnTo>
                    <a:pt x="2475135" y="2474955"/>
                  </a:lnTo>
                  <a:lnTo>
                    <a:pt x="2630381" y="2630201"/>
                  </a:lnTo>
                  <a:lnTo>
                    <a:pt x="2699460" y="2699460"/>
                  </a:lnTo>
                  <a:lnTo>
                    <a:pt x="2893923" y="2893923"/>
                  </a:lnTo>
                  <a:lnTo>
                    <a:pt x="3174735" y="3174555"/>
                  </a:lnTo>
                  <a:lnTo>
                    <a:pt x="4757785" y="4757605"/>
                  </a:lnTo>
                  <a:close/>
                </a:path>
              </a:pathLst>
            </a:custGeom>
            <a:gradFill>
              <a:gsLst>
                <a:gs pos="0">
                  <a:srgbClr val="FFFFFF">
                    <a:alpha val="8000"/>
                  </a:srgbClr>
                </a:gs>
                <a:gs pos="99000">
                  <a:srgbClr val="FFFFFF">
                    <a:alpha val="0"/>
                  </a:srgbClr>
                </a:gs>
              </a:gsLst>
              <a:lin ang="13500000" scaled="1"/>
            </a:gradFill>
            <a:ln w="1798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Freeform: Shape 18">
              <a:extLst>
                <a:ext uri="{FF2B5EF4-FFF2-40B4-BE49-F238E27FC236}">
                  <a16:creationId xmlns:a16="http://schemas.microsoft.com/office/drawing/2014/main" id="{105BF785-B0BC-2278-6F39-F349B1E407D6}"/>
                </a:ext>
              </a:extLst>
            </p:cNvPr>
            <p:cNvSpPr/>
            <p:nvPr/>
          </p:nvSpPr>
          <p:spPr>
            <a:xfrm flipH="1">
              <a:off x="7886051" y="0"/>
              <a:ext cx="4305949" cy="5076210"/>
            </a:xfrm>
            <a:custGeom>
              <a:avLst/>
              <a:gdLst>
                <a:gd name="connsiteX0" fmla="*/ 4257325 w 4305949"/>
                <a:gd name="connsiteY0" fmla="*/ 4492264 h 5076210"/>
                <a:gd name="connsiteX1" fmla="*/ 4050809 w 4305949"/>
                <a:gd name="connsiteY1" fmla="*/ 4820927 h 5076210"/>
                <a:gd name="connsiteX2" fmla="*/ 3558804 w 4305949"/>
                <a:gd name="connsiteY2" fmla="*/ 5067379 h 5076210"/>
                <a:gd name="connsiteX3" fmla="*/ 2987647 w 4305949"/>
                <a:gd name="connsiteY3" fmla="*/ 4952967 h 5076210"/>
                <a:gd name="connsiteX4" fmla="*/ 2910473 w 4305949"/>
                <a:gd name="connsiteY4" fmla="*/ 4900979 h 5076210"/>
                <a:gd name="connsiteX5" fmla="*/ 2818369 w 4305949"/>
                <a:gd name="connsiteY5" fmla="*/ 4820927 h 5076210"/>
                <a:gd name="connsiteX6" fmla="*/ 2554107 w 4305949"/>
                <a:gd name="connsiteY6" fmla="*/ 4556665 h 5076210"/>
                <a:gd name="connsiteX7" fmla="*/ 2488447 w 4305949"/>
                <a:gd name="connsiteY7" fmla="*/ 4491005 h 5076210"/>
                <a:gd name="connsiteX8" fmla="*/ 2362162 w 4305949"/>
                <a:gd name="connsiteY8" fmla="*/ 4364721 h 5076210"/>
                <a:gd name="connsiteX9" fmla="*/ 2303158 w 4305949"/>
                <a:gd name="connsiteY9" fmla="*/ 4305716 h 5076210"/>
                <a:gd name="connsiteX10" fmla="*/ 2048251 w 4305949"/>
                <a:gd name="connsiteY10" fmla="*/ 4050809 h 5076210"/>
                <a:gd name="connsiteX11" fmla="*/ 1862782 w 4305949"/>
                <a:gd name="connsiteY11" fmla="*/ 3865340 h 5076210"/>
                <a:gd name="connsiteX12" fmla="*/ 1796942 w 4305949"/>
                <a:gd name="connsiteY12" fmla="*/ 3799500 h 5076210"/>
                <a:gd name="connsiteX13" fmla="*/ 1575495 w 4305949"/>
                <a:gd name="connsiteY13" fmla="*/ 3578053 h 5076210"/>
                <a:gd name="connsiteX14" fmla="*/ 1446872 w 4305949"/>
                <a:gd name="connsiteY14" fmla="*/ 3449430 h 5076210"/>
                <a:gd name="connsiteX15" fmla="*/ 1382111 w 4305949"/>
                <a:gd name="connsiteY15" fmla="*/ 3384669 h 5076210"/>
                <a:gd name="connsiteX16" fmla="*/ 1041215 w 4305949"/>
                <a:gd name="connsiteY16" fmla="*/ 3043773 h 5076210"/>
                <a:gd name="connsiteX17" fmla="*/ 952528 w 4305949"/>
                <a:gd name="connsiteY17" fmla="*/ 2955087 h 5076210"/>
                <a:gd name="connsiteX18" fmla="*/ 888847 w 4305949"/>
                <a:gd name="connsiteY18" fmla="*/ 2891405 h 5076210"/>
                <a:gd name="connsiteX19" fmla="*/ 770837 w 4305949"/>
                <a:gd name="connsiteY19" fmla="*/ 2773396 h 5076210"/>
                <a:gd name="connsiteX20" fmla="*/ 589146 w 4305949"/>
                <a:gd name="connsiteY20" fmla="*/ 2591705 h 5076210"/>
                <a:gd name="connsiteX21" fmla="*/ 525465 w 4305949"/>
                <a:gd name="connsiteY21" fmla="*/ 2528023 h 5076210"/>
                <a:gd name="connsiteX22" fmla="*/ 407455 w 4305949"/>
                <a:gd name="connsiteY22" fmla="*/ 2410014 h 5076210"/>
                <a:gd name="connsiteX23" fmla="*/ 343954 w 4305949"/>
                <a:gd name="connsiteY23" fmla="*/ 2346512 h 5076210"/>
                <a:gd name="connsiteX24" fmla="*/ 225944 w 4305949"/>
                <a:gd name="connsiteY24" fmla="*/ 2228503 h 5076210"/>
                <a:gd name="connsiteX25" fmla="*/ 162263 w 4305949"/>
                <a:gd name="connsiteY25" fmla="*/ 2164821 h 5076210"/>
                <a:gd name="connsiteX26" fmla="*/ 44253 w 4305949"/>
                <a:gd name="connsiteY26" fmla="*/ 2046812 h 5076210"/>
                <a:gd name="connsiteX27" fmla="*/ 0 w 4305949"/>
                <a:gd name="connsiteY27" fmla="*/ 2002558 h 5076210"/>
                <a:gd name="connsiteX28" fmla="*/ 0 w 4305949"/>
                <a:gd name="connsiteY28" fmla="*/ 0 h 5076210"/>
                <a:gd name="connsiteX29" fmla="*/ 462323 w 4305949"/>
                <a:gd name="connsiteY29" fmla="*/ 0 h 5076210"/>
                <a:gd name="connsiteX30" fmla="*/ 2742814 w 4305949"/>
                <a:gd name="connsiteY30" fmla="*/ 2280491 h 5076210"/>
                <a:gd name="connsiteX31" fmla="*/ 3305516 w 4305949"/>
                <a:gd name="connsiteY31" fmla="*/ 2843194 h 5076210"/>
                <a:gd name="connsiteX32" fmla="*/ 3381970 w 4305949"/>
                <a:gd name="connsiteY32" fmla="*/ 2919648 h 5076210"/>
                <a:gd name="connsiteX33" fmla="*/ 4050809 w 4305949"/>
                <a:gd name="connsiteY33" fmla="*/ 3588486 h 5076210"/>
                <a:gd name="connsiteX34" fmla="*/ 4293663 w 4305949"/>
                <a:gd name="connsiteY34" fmla="*/ 4058724 h 5076210"/>
                <a:gd name="connsiteX35" fmla="*/ 4257325 w 4305949"/>
                <a:gd name="connsiteY35" fmla="*/ 4492264 h 5076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4305949" h="5076210">
                  <a:moveTo>
                    <a:pt x="4257325" y="4492264"/>
                  </a:moveTo>
                  <a:cubicBezTo>
                    <a:pt x="4215590" y="4612252"/>
                    <a:pt x="4146691" y="4725044"/>
                    <a:pt x="4050809" y="4820927"/>
                  </a:cubicBezTo>
                  <a:cubicBezTo>
                    <a:pt x="3912292" y="4959444"/>
                    <a:pt x="3738696" y="5041654"/>
                    <a:pt x="3558804" y="5067379"/>
                  </a:cubicBezTo>
                  <a:cubicBezTo>
                    <a:pt x="3363981" y="5095262"/>
                    <a:pt x="3161603" y="5057125"/>
                    <a:pt x="2987647" y="4952967"/>
                  </a:cubicBezTo>
                  <a:cubicBezTo>
                    <a:pt x="2961203" y="4937317"/>
                    <a:pt x="2935478" y="4919867"/>
                    <a:pt x="2910473" y="4900979"/>
                  </a:cubicBezTo>
                  <a:cubicBezTo>
                    <a:pt x="2878452" y="4876873"/>
                    <a:pt x="2847511" y="4850069"/>
                    <a:pt x="2818369" y="4820927"/>
                  </a:cubicBezTo>
                  <a:lnTo>
                    <a:pt x="2554107" y="4556665"/>
                  </a:lnTo>
                  <a:lnTo>
                    <a:pt x="2488447" y="4491005"/>
                  </a:lnTo>
                  <a:lnTo>
                    <a:pt x="2362162" y="4364721"/>
                  </a:lnTo>
                  <a:lnTo>
                    <a:pt x="2303158" y="4305716"/>
                  </a:lnTo>
                  <a:lnTo>
                    <a:pt x="2048251" y="4050809"/>
                  </a:lnTo>
                  <a:lnTo>
                    <a:pt x="1862782" y="3865340"/>
                  </a:lnTo>
                  <a:lnTo>
                    <a:pt x="1796942" y="3799500"/>
                  </a:lnTo>
                  <a:lnTo>
                    <a:pt x="1575495" y="3578053"/>
                  </a:lnTo>
                  <a:lnTo>
                    <a:pt x="1446872" y="3449430"/>
                  </a:lnTo>
                  <a:lnTo>
                    <a:pt x="1382111" y="3384669"/>
                  </a:lnTo>
                  <a:lnTo>
                    <a:pt x="1041215" y="3043773"/>
                  </a:lnTo>
                  <a:lnTo>
                    <a:pt x="952528" y="2955087"/>
                  </a:lnTo>
                  <a:lnTo>
                    <a:pt x="888847" y="2891405"/>
                  </a:lnTo>
                  <a:lnTo>
                    <a:pt x="770837" y="2773396"/>
                  </a:lnTo>
                  <a:lnTo>
                    <a:pt x="589146" y="2591705"/>
                  </a:lnTo>
                  <a:lnTo>
                    <a:pt x="525465" y="2528023"/>
                  </a:lnTo>
                  <a:lnTo>
                    <a:pt x="407455" y="2410014"/>
                  </a:lnTo>
                  <a:lnTo>
                    <a:pt x="343954" y="2346512"/>
                  </a:lnTo>
                  <a:lnTo>
                    <a:pt x="225944" y="2228503"/>
                  </a:lnTo>
                  <a:lnTo>
                    <a:pt x="162263" y="2164821"/>
                  </a:lnTo>
                  <a:lnTo>
                    <a:pt x="44253" y="2046812"/>
                  </a:lnTo>
                  <a:lnTo>
                    <a:pt x="0" y="2002558"/>
                  </a:lnTo>
                  <a:lnTo>
                    <a:pt x="0" y="0"/>
                  </a:lnTo>
                  <a:lnTo>
                    <a:pt x="462323" y="0"/>
                  </a:lnTo>
                  <a:lnTo>
                    <a:pt x="2742814" y="2280491"/>
                  </a:lnTo>
                  <a:lnTo>
                    <a:pt x="3305516" y="2843194"/>
                  </a:lnTo>
                  <a:lnTo>
                    <a:pt x="3381970" y="2919648"/>
                  </a:lnTo>
                  <a:lnTo>
                    <a:pt x="4050809" y="3588486"/>
                  </a:lnTo>
                  <a:cubicBezTo>
                    <a:pt x="4183749" y="3721426"/>
                    <a:pt x="4264701" y="3886568"/>
                    <a:pt x="4293663" y="4058724"/>
                  </a:cubicBezTo>
                  <a:cubicBezTo>
                    <a:pt x="4318129" y="4203177"/>
                    <a:pt x="4306076" y="4352668"/>
                    <a:pt x="4257325" y="4492264"/>
                  </a:cubicBezTo>
                  <a:close/>
                </a:path>
              </a:pathLst>
            </a:custGeom>
            <a:gradFill>
              <a:gsLst>
                <a:gs pos="0">
                  <a:srgbClr val="FFFFFF">
                    <a:alpha val="8000"/>
                  </a:srgbClr>
                </a:gs>
                <a:gs pos="99000">
                  <a:srgbClr val="FFFFFF">
                    <a:alpha val="0"/>
                  </a:srgbClr>
                </a:gs>
              </a:gsLst>
              <a:lin ang="13500000" scaled="1"/>
            </a:gradFill>
            <a:ln w="1798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10" name="Freeform: Shape 19">
              <a:extLst>
                <a:ext uri="{FF2B5EF4-FFF2-40B4-BE49-F238E27FC236}">
                  <a16:creationId xmlns:a16="http://schemas.microsoft.com/office/drawing/2014/main" id="{5C1E4B12-B33D-A109-1ADE-6DFF6349FD88}"/>
                </a:ext>
              </a:extLst>
            </p:cNvPr>
            <p:cNvSpPr/>
            <p:nvPr/>
          </p:nvSpPr>
          <p:spPr>
            <a:xfrm flipH="1">
              <a:off x="3534741" y="0"/>
              <a:ext cx="5191459" cy="3966034"/>
            </a:xfrm>
            <a:custGeom>
              <a:avLst/>
              <a:gdLst>
                <a:gd name="connsiteX0" fmla="*/ 4937677 w 5191459"/>
                <a:gd name="connsiteY0" fmla="*/ 3712252 h 3966034"/>
                <a:gd name="connsiteX1" fmla="*/ 3712252 w 5191459"/>
                <a:gd name="connsiteY1" fmla="*/ 3712252 h 3966034"/>
                <a:gd name="connsiteX2" fmla="*/ 0 w 5191459"/>
                <a:gd name="connsiteY2" fmla="*/ 0 h 3966034"/>
                <a:gd name="connsiteX3" fmla="*/ 2450849 w 5191459"/>
                <a:gd name="connsiteY3" fmla="*/ 0 h 3966034"/>
                <a:gd name="connsiteX4" fmla="*/ 4937677 w 5191459"/>
                <a:gd name="connsiteY4" fmla="*/ 2486828 h 3966034"/>
                <a:gd name="connsiteX5" fmla="*/ 4937677 w 5191459"/>
                <a:gd name="connsiteY5" fmla="*/ 3712252 h 3966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1459" h="3966034">
                  <a:moveTo>
                    <a:pt x="4937677" y="3712252"/>
                  </a:moveTo>
                  <a:cubicBezTo>
                    <a:pt x="4599300" y="4050629"/>
                    <a:pt x="4050629" y="4050629"/>
                    <a:pt x="3712252" y="3712252"/>
                  </a:cubicBezTo>
                  <a:lnTo>
                    <a:pt x="0" y="0"/>
                  </a:lnTo>
                  <a:lnTo>
                    <a:pt x="2450849" y="0"/>
                  </a:lnTo>
                  <a:lnTo>
                    <a:pt x="4937677" y="2486828"/>
                  </a:lnTo>
                  <a:cubicBezTo>
                    <a:pt x="5276054" y="2825205"/>
                    <a:pt x="5276054" y="3373875"/>
                    <a:pt x="4937677" y="3712252"/>
                  </a:cubicBezTo>
                  <a:close/>
                </a:path>
              </a:pathLst>
            </a:custGeom>
            <a:gradFill>
              <a:gsLst>
                <a:gs pos="0">
                  <a:srgbClr val="FFFFFF">
                    <a:alpha val="8000"/>
                  </a:srgbClr>
                </a:gs>
                <a:gs pos="99000">
                  <a:srgbClr val="FFFFFF">
                    <a:alpha val="0"/>
                  </a:srgbClr>
                </a:gs>
              </a:gsLst>
              <a:lin ang="13500000" scaled="1"/>
            </a:gradFill>
            <a:ln w="179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11" name="Freeform: Shape 20">
              <a:extLst>
                <a:ext uri="{FF2B5EF4-FFF2-40B4-BE49-F238E27FC236}">
                  <a16:creationId xmlns:a16="http://schemas.microsoft.com/office/drawing/2014/main" id="{A1B34098-F15D-2371-8FE1-317D8E18CBF9}"/>
                </a:ext>
              </a:extLst>
            </p:cNvPr>
            <p:cNvSpPr/>
            <p:nvPr/>
          </p:nvSpPr>
          <p:spPr>
            <a:xfrm flipH="1">
              <a:off x="5473618" y="0"/>
              <a:ext cx="2650664" cy="2027158"/>
            </a:xfrm>
            <a:custGeom>
              <a:avLst/>
              <a:gdLst>
                <a:gd name="connsiteX0" fmla="*/ 2521547 w 2650664"/>
                <a:gd name="connsiteY0" fmla="*/ 1898041 h 2027158"/>
                <a:gd name="connsiteX1" fmla="*/ 1898041 w 2650664"/>
                <a:gd name="connsiteY1" fmla="*/ 1898041 h 2027158"/>
                <a:gd name="connsiteX2" fmla="*/ 0 w 2650664"/>
                <a:gd name="connsiteY2" fmla="*/ 0 h 2027158"/>
                <a:gd name="connsiteX3" fmla="*/ 1247012 w 2650664"/>
                <a:gd name="connsiteY3" fmla="*/ 0 h 2027158"/>
                <a:gd name="connsiteX4" fmla="*/ 2521547 w 2650664"/>
                <a:gd name="connsiteY4" fmla="*/ 1274535 h 2027158"/>
                <a:gd name="connsiteX5" fmla="*/ 2521547 w 2650664"/>
                <a:gd name="connsiteY5" fmla="*/ 1898041 h 2027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50664" h="2027158">
                  <a:moveTo>
                    <a:pt x="2521547" y="1898041"/>
                  </a:moveTo>
                  <a:cubicBezTo>
                    <a:pt x="2349390" y="2070198"/>
                    <a:pt x="2070198" y="2070198"/>
                    <a:pt x="1898041" y="1898041"/>
                  </a:cubicBezTo>
                  <a:lnTo>
                    <a:pt x="0" y="0"/>
                  </a:lnTo>
                  <a:lnTo>
                    <a:pt x="1247012" y="0"/>
                  </a:lnTo>
                  <a:lnTo>
                    <a:pt x="2521547" y="1274535"/>
                  </a:lnTo>
                  <a:cubicBezTo>
                    <a:pt x="2693703" y="1446692"/>
                    <a:pt x="2693703" y="1725884"/>
                    <a:pt x="2521547" y="1898041"/>
                  </a:cubicBezTo>
                  <a:close/>
                </a:path>
              </a:pathLst>
            </a:custGeom>
            <a:gradFill>
              <a:gsLst>
                <a:gs pos="0">
                  <a:srgbClr val="FFFFFF">
                    <a:alpha val="8000"/>
                  </a:srgbClr>
                </a:gs>
                <a:gs pos="99000">
                  <a:srgbClr val="FFFFFF">
                    <a:alpha val="0"/>
                  </a:srgbClr>
                </a:gs>
              </a:gsLst>
              <a:lin ang="13500000" scaled="1"/>
            </a:gradFill>
            <a:ln w="1798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12" name="Freeform: Shape 21">
              <a:extLst>
                <a:ext uri="{FF2B5EF4-FFF2-40B4-BE49-F238E27FC236}">
                  <a16:creationId xmlns:a16="http://schemas.microsoft.com/office/drawing/2014/main" id="{62A03ECD-B52A-209E-FC4D-EE886C65EA1E}"/>
                </a:ext>
              </a:extLst>
            </p:cNvPr>
            <p:cNvSpPr/>
            <p:nvPr/>
          </p:nvSpPr>
          <p:spPr>
            <a:xfrm flipH="1">
              <a:off x="4771094" y="0"/>
              <a:ext cx="7420906" cy="6903536"/>
            </a:xfrm>
            <a:custGeom>
              <a:avLst/>
              <a:gdLst>
                <a:gd name="connsiteX0" fmla="*/ 7420906 w 7420906"/>
                <a:gd name="connsiteY0" fmla="*/ 6903537 h 6903536"/>
                <a:gd name="connsiteX1" fmla="*/ 5394962 w 7420906"/>
                <a:gd name="connsiteY1" fmla="*/ 6903537 h 6903536"/>
                <a:gd name="connsiteX2" fmla="*/ 2971097 w 7420906"/>
                <a:gd name="connsiteY2" fmla="*/ 4479672 h 6903536"/>
                <a:gd name="connsiteX3" fmla="*/ 2895183 w 7420906"/>
                <a:gd name="connsiteY3" fmla="*/ 4403757 h 6903536"/>
                <a:gd name="connsiteX4" fmla="*/ 2712232 w 7420906"/>
                <a:gd name="connsiteY4" fmla="*/ 4220807 h 6903536"/>
                <a:gd name="connsiteX5" fmla="*/ 2226884 w 7420906"/>
                <a:gd name="connsiteY5" fmla="*/ 3735458 h 6903536"/>
                <a:gd name="connsiteX6" fmla="*/ 2132980 w 7420906"/>
                <a:gd name="connsiteY6" fmla="*/ 3641554 h 6903536"/>
                <a:gd name="connsiteX7" fmla="*/ 1950030 w 7420906"/>
                <a:gd name="connsiteY7" fmla="*/ 3458604 h 6903536"/>
                <a:gd name="connsiteX8" fmla="*/ 1667239 w 7420906"/>
                <a:gd name="connsiteY8" fmla="*/ 3175814 h 6903536"/>
                <a:gd name="connsiteX9" fmla="*/ 0 w 7420906"/>
                <a:gd name="connsiteY9" fmla="*/ 1508575 h 6903536"/>
                <a:gd name="connsiteX10" fmla="*/ 0 w 7420906"/>
                <a:gd name="connsiteY10" fmla="*/ 0 h 6903536"/>
                <a:gd name="connsiteX11" fmla="*/ 517370 w 7420906"/>
                <a:gd name="connsiteY11" fmla="*/ 0 h 6903536"/>
                <a:gd name="connsiteX12" fmla="*/ 2209254 w 7420906"/>
                <a:gd name="connsiteY12" fmla="*/ 1691885 h 6903536"/>
                <a:gd name="connsiteX13" fmla="*/ 2283909 w 7420906"/>
                <a:gd name="connsiteY13" fmla="*/ 1766540 h 6903536"/>
                <a:gd name="connsiteX14" fmla="*/ 4276394 w 7420906"/>
                <a:gd name="connsiteY14" fmla="*/ 3759024 h 6903536"/>
                <a:gd name="connsiteX15" fmla="*/ 5290985 w 7420906"/>
                <a:gd name="connsiteY15" fmla="*/ 4773615 h 6903536"/>
                <a:gd name="connsiteX16" fmla="*/ 7420906 w 7420906"/>
                <a:gd name="connsiteY16" fmla="*/ 6903537 h 6903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20906" h="6903536">
                  <a:moveTo>
                    <a:pt x="7420906" y="6903537"/>
                  </a:moveTo>
                  <a:lnTo>
                    <a:pt x="5394962" y="6903537"/>
                  </a:lnTo>
                  <a:lnTo>
                    <a:pt x="2971097" y="4479672"/>
                  </a:lnTo>
                  <a:lnTo>
                    <a:pt x="2895183" y="4403757"/>
                  </a:lnTo>
                  <a:lnTo>
                    <a:pt x="2712232" y="4220807"/>
                  </a:lnTo>
                  <a:lnTo>
                    <a:pt x="2226884" y="3735458"/>
                  </a:lnTo>
                  <a:lnTo>
                    <a:pt x="2132980" y="3641554"/>
                  </a:lnTo>
                  <a:lnTo>
                    <a:pt x="1950030" y="3458604"/>
                  </a:lnTo>
                  <a:lnTo>
                    <a:pt x="1667239" y="3175814"/>
                  </a:lnTo>
                  <a:lnTo>
                    <a:pt x="0" y="1508575"/>
                  </a:lnTo>
                  <a:lnTo>
                    <a:pt x="0" y="0"/>
                  </a:lnTo>
                  <a:lnTo>
                    <a:pt x="517370" y="0"/>
                  </a:lnTo>
                  <a:lnTo>
                    <a:pt x="2209254" y="1691885"/>
                  </a:lnTo>
                  <a:lnTo>
                    <a:pt x="2283909" y="1766540"/>
                  </a:lnTo>
                  <a:lnTo>
                    <a:pt x="4276394" y="3759024"/>
                  </a:lnTo>
                  <a:lnTo>
                    <a:pt x="5290985" y="4773615"/>
                  </a:lnTo>
                  <a:lnTo>
                    <a:pt x="7420906" y="6903537"/>
                  </a:lnTo>
                  <a:close/>
                </a:path>
              </a:pathLst>
            </a:custGeom>
            <a:gradFill>
              <a:gsLst>
                <a:gs pos="0">
                  <a:srgbClr val="FFFFFF">
                    <a:alpha val="8000"/>
                  </a:srgbClr>
                </a:gs>
                <a:gs pos="99000">
                  <a:srgbClr val="FFFFFF">
                    <a:alpha val="0"/>
                  </a:srgbClr>
                </a:gs>
              </a:gsLst>
              <a:lin ang="13500000" scaled="1"/>
            </a:gradFill>
            <a:ln w="1798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13" name="Freeform: Shape 22">
              <a:extLst>
                <a:ext uri="{FF2B5EF4-FFF2-40B4-BE49-F238E27FC236}">
                  <a16:creationId xmlns:a16="http://schemas.microsoft.com/office/drawing/2014/main" id="{BE689352-2C21-998E-16DE-ABCD005BE350}"/>
                </a:ext>
              </a:extLst>
            </p:cNvPr>
            <p:cNvSpPr/>
            <p:nvPr/>
          </p:nvSpPr>
          <p:spPr>
            <a:xfrm flipH="1">
              <a:off x="3227441" y="0"/>
              <a:ext cx="8964559" cy="6903536"/>
            </a:xfrm>
            <a:custGeom>
              <a:avLst/>
              <a:gdLst>
                <a:gd name="connsiteX0" fmla="*/ 8964560 w 8964559"/>
                <a:gd name="connsiteY0" fmla="*/ 6903537 h 6903536"/>
                <a:gd name="connsiteX1" fmla="*/ 6668598 w 8964559"/>
                <a:gd name="connsiteY1" fmla="*/ 6903537 h 6903536"/>
                <a:gd name="connsiteX2" fmla="*/ 1573156 w 8964559"/>
                <a:gd name="connsiteY2" fmla="*/ 1808095 h 6903536"/>
                <a:gd name="connsiteX3" fmla="*/ 1056686 w 8964559"/>
                <a:gd name="connsiteY3" fmla="*/ 1291625 h 6903536"/>
                <a:gd name="connsiteX4" fmla="*/ 0 w 8964559"/>
                <a:gd name="connsiteY4" fmla="*/ 234939 h 6903536"/>
                <a:gd name="connsiteX5" fmla="*/ 0 w 8964559"/>
                <a:gd name="connsiteY5" fmla="*/ 0 h 6903536"/>
                <a:gd name="connsiteX6" fmla="*/ 2061023 w 8964559"/>
                <a:gd name="connsiteY6" fmla="*/ 0 h 6903536"/>
                <a:gd name="connsiteX7" fmla="*/ 2942134 w 8964559"/>
                <a:gd name="connsiteY7" fmla="*/ 881111 h 6903536"/>
                <a:gd name="connsiteX8" fmla="*/ 3621767 w 8964559"/>
                <a:gd name="connsiteY8" fmla="*/ 1560743 h 6903536"/>
                <a:gd name="connsiteX9" fmla="*/ 4093623 w 8964559"/>
                <a:gd name="connsiteY9" fmla="*/ 2032600 h 6903536"/>
                <a:gd name="connsiteX10" fmla="*/ 5364201 w 8964559"/>
                <a:gd name="connsiteY10" fmla="*/ 3303178 h 6903536"/>
                <a:gd name="connsiteX11" fmla="*/ 5372476 w 8964559"/>
                <a:gd name="connsiteY11" fmla="*/ 3311453 h 6903536"/>
                <a:gd name="connsiteX12" fmla="*/ 5475914 w 8964559"/>
                <a:gd name="connsiteY12" fmla="*/ 3414891 h 6903536"/>
                <a:gd name="connsiteX13" fmla="*/ 5603637 w 8964559"/>
                <a:gd name="connsiteY13" fmla="*/ 3542614 h 6903536"/>
                <a:gd name="connsiteX14" fmla="*/ 5709234 w 8964559"/>
                <a:gd name="connsiteY14" fmla="*/ 3648211 h 6903536"/>
                <a:gd name="connsiteX15" fmla="*/ 8964560 w 8964559"/>
                <a:gd name="connsiteY15" fmla="*/ 6903537 h 6903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964559" h="6903536">
                  <a:moveTo>
                    <a:pt x="8964560" y="6903537"/>
                  </a:moveTo>
                  <a:lnTo>
                    <a:pt x="6668598" y="6903537"/>
                  </a:lnTo>
                  <a:lnTo>
                    <a:pt x="1573156" y="1808095"/>
                  </a:lnTo>
                  <a:lnTo>
                    <a:pt x="1056686" y="1291625"/>
                  </a:lnTo>
                  <a:lnTo>
                    <a:pt x="0" y="234939"/>
                  </a:lnTo>
                  <a:lnTo>
                    <a:pt x="0" y="0"/>
                  </a:lnTo>
                  <a:lnTo>
                    <a:pt x="2061023" y="0"/>
                  </a:lnTo>
                  <a:lnTo>
                    <a:pt x="2942134" y="881111"/>
                  </a:lnTo>
                  <a:lnTo>
                    <a:pt x="3621767" y="1560743"/>
                  </a:lnTo>
                  <a:lnTo>
                    <a:pt x="4093623" y="2032600"/>
                  </a:lnTo>
                  <a:lnTo>
                    <a:pt x="5364201" y="3303178"/>
                  </a:lnTo>
                  <a:lnTo>
                    <a:pt x="5372476" y="3311453"/>
                  </a:lnTo>
                  <a:lnTo>
                    <a:pt x="5475914" y="3414891"/>
                  </a:lnTo>
                  <a:lnTo>
                    <a:pt x="5603637" y="3542614"/>
                  </a:lnTo>
                  <a:lnTo>
                    <a:pt x="5709234" y="3648211"/>
                  </a:lnTo>
                  <a:lnTo>
                    <a:pt x="8964560" y="6903537"/>
                  </a:lnTo>
                  <a:close/>
                </a:path>
              </a:pathLst>
            </a:custGeom>
            <a:gradFill>
              <a:gsLst>
                <a:gs pos="0">
                  <a:srgbClr val="FFFFFF">
                    <a:alpha val="8000"/>
                  </a:srgbClr>
                </a:gs>
                <a:gs pos="99000">
                  <a:srgbClr val="FFFFFF">
                    <a:alpha val="0"/>
                  </a:srgbClr>
                </a:gs>
              </a:gsLst>
              <a:lin ang="13500000" scaled="1"/>
            </a:gradFill>
            <a:ln w="1798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14" name="Freeform: Shape 24">
              <a:extLst>
                <a:ext uri="{FF2B5EF4-FFF2-40B4-BE49-F238E27FC236}">
                  <a16:creationId xmlns:a16="http://schemas.microsoft.com/office/drawing/2014/main" id="{8AF9DFD9-916F-BA4C-C747-4122EED1AA72}"/>
                </a:ext>
              </a:extLst>
            </p:cNvPr>
            <p:cNvSpPr/>
            <p:nvPr/>
          </p:nvSpPr>
          <p:spPr>
            <a:xfrm flipH="1">
              <a:off x="4400697" y="2810633"/>
              <a:ext cx="4425470" cy="4104416"/>
            </a:xfrm>
            <a:custGeom>
              <a:avLst/>
              <a:gdLst>
                <a:gd name="connsiteX0" fmla="*/ 4425471 w 4425470"/>
                <a:gd name="connsiteY0" fmla="*/ 4104417 h 4104416"/>
                <a:gd name="connsiteX1" fmla="*/ 3783256 w 4425470"/>
                <a:gd name="connsiteY1" fmla="*/ 4104417 h 4104416"/>
                <a:gd name="connsiteX2" fmla="*/ 1842581 w 4425470"/>
                <a:gd name="connsiteY2" fmla="*/ 2163921 h 4104416"/>
                <a:gd name="connsiteX3" fmla="*/ 938264 w 4425470"/>
                <a:gd name="connsiteY3" fmla="*/ 1259604 h 4104416"/>
                <a:gd name="connsiteX4" fmla="*/ 300726 w 4425470"/>
                <a:gd name="connsiteY4" fmla="*/ 622067 h 4104416"/>
                <a:gd name="connsiteX5" fmla="*/ 66327 w 4425470"/>
                <a:gd name="connsiteY5" fmla="*/ 387667 h 4104416"/>
                <a:gd name="connsiteX6" fmla="*/ 15597 w 4425470"/>
                <a:gd name="connsiteY6" fmla="*/ 144093 h 4104416"/>
                <a:gd name="connsiteX7" fmla="*/ 26571 w 4425470"/>
                <a:gd name="connsiteY7" fmla="*/ 120528 h 4104416"/>
                <a:gd name="connsiteX8" fmla="*/ 48338 w 4425470"/>
                <a:gd name="connsiteY8" fmla="*/ 87247 h 4104416"/>
                <a:gd name="connsiteX9" fmla="*/ 66327 w 4425470"/>
                <a:gd name="connsiteY9" fmla="*/ 66560 h 4104416"/>
                <a:gd name="connsiteX10" fmla="*/ 226971 w 4425470"/>
                <a:gd name="connsiteY10" fmla="*/ 0 h 4104416"/>
                <a:gd name="connsiteX11" fmla="*/ 387434 w 4425470"/>
                <a:gd name="connsiteY11" fmla="*/ 66560 h 4104416"/>
                <a:gd name="connsiteX12" fmla="*/ 920994 w 4425470"/>
                <a:gd name="connsiteY12" fmla="*/ 600120 h 4104416"/>
                <a:gd name="connsiteX13" fmla="*/ 2047298 w 4425470"/>
                <a:gd name="connsiteY13" fmla="*/ 1726244 h 4104416"/>
                <a:gd name="connsiteX14" fmla="*/ 4425471 w 4425470"/>
                <a:gd name="connsiteY14" fmla="*/ 4104417 h 4104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25470" h="4104416">
                  <a:moveTo>
                    <a:pt x="4425471" y="4104417"/>
                  </a:moveTo>
                  <a:lnTo>
                    <a:pt x="3783256" y="4104417"/>
                  </a:lnTo>
                  <a:lnTo>
                    <a:pt x="1842581" y="2163921"/>
                  </a:lnTo>
                  <a:lnTo>
                    <a:pt x="938264" y="1259604"/>
                  </a:lnTo>
                  <a:lnTo>
                    <a:pt x="300726" y="622067"/>
                  </a:lnTo>
                  <a:lnTo>
                    <a:pt x="66327" y="387667"/>
                  </a:lnTo>
                  <a:cubicBezTo>
                    <a:pt x="666" y="321827"/>
                    <a:pt x="-16244" y="225584"/>
                    <a:pt x="15597" y="144093"/>
                  </a:cubicBezTo>
                  <a:cubicBezTo>
                    <a:pt x="18835" y="135998"/>
                    <a:pt x="22433" y="128083"/>
                    <a:pt x="26571" y="120528"/>
                  </a:cubicBezTo>
                  <a:cubicBezTo>
                    <a:pt x="32507" y="109015"/>
                    <a:pt x="39703" y="97861"/>
                    <a:pt x="48338" y="87247"/>
                  </a:cubicBezTo>
                  <a:cubicBezTo>
                    <a:pt x="53734" y="80052"/>
                    <a:pt x="59671" y="73216"/>
                    <a:pt x="66327" y="66560"/>
                  </a:cubicBezTo>
                  <a:cubicBezTo>
                    <a:pt x="110760" y="22127"/>
                    <a:pt x="168685" y="0"/>
                    <a:pt x="226971" y="0"/>
                  </a:cubicBezTo>
                  <a:cubicBezTo>
                    <a:pt x="285256" y="0"/>
                    <a:pt x="343181" y="22127"/>
                    <a:pt x="387434" y="66560"/>
                  </a:cubicBezTo>
                  <a:lnTo>
                    <a:pt x="920994" y="600120"/>
                  </a:lnTo>
                  <a:lnTo>
                    <a:pt x="2047298" y="1726244"/>
                  </a:lnTo>
                  <a:lnTo>
                    <a:pt x="4425471" y="4104417"/>
                  </a:lnTo>
                  <a:close/>
                </a:path>
              </a:pathLst>
            </a:custGeom>
            <a:gradFill>
              <a:gsLst>
                <a:gs pos="0">
                  <a:srgbClr val="0098FF"/>
                </a:gs>
                <a:gs pos="50000">
                  <a:srgbClr val="00BCFF"/>
                </a:gs>
                <a:gs pos="100000">
                  <a:srgbClr val="00E1FF"/>
                </a:gs>
              </a:gsLst>
              <a:lin ang="13500053" scaled="1"/>
            </a:gradFill>
            <a:ln w="179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15" name="Freeform: Shape 25">
              <a:extLst>
                <a:ext uri="{FF2B5EF4-FFF2-40B4-BE49-F238E27FC236}">
                  <a16:creationId xmlns:a16="http://schemas.microsoft.com/office/drawing/2014/main" id="{9FB74CCB-0493-360D-21F2-DBAE55C05011}"/>
                </a:ext>
              </a:extLst>
            </p:cNvPr>
            <p:cNvSpPr/>
            <p:nvPr/>
          </p:nvSpPr>
          <p:spPr>
            <a:xfrm flipH="1">
              <a:off x="6158063" y="5370316"/>
              <a:ext cx="1594877" cy="1544732"/>
            </a:xfrm>
            <a:custGeom>
              <a:avLst/>
              <a:gdLst>
                <a:gd name="connsiteX0" fmla="*/ 1594878 w 1594877"/>
                <a:gd name="connsiteY0" fmla="*/ 1544733 h 1544732"/>
                <a:gd name="connsiteX1" fmla="*/ 1494678 w 1594877"/>
                <a:gd name="connsiteY1" fmla="*/ 1544733 h 1544732"/>
                <a:gd name="connsiteX2" fmla="*/ 10389 w 1594877"/>
                <a:gd name="connsiteY2" fmla="*/ 60444 h 1544732"/>
                <a:gd name="connsiteX3" fmla="*/ 10389 w 1594877"/>
                <a:gd name="connsiteY3" fmla="*/ 10433 h 1544732"/>
                <a:gd name="connsiteX4" fmla="*/ 35394 w 1594877"/>
                <a:gd name="connsiteY4" fmla="*/ 0 h 1544732"/>
                <a:gd name="connsiteX5" fmla="*/ 60399 w 1594877"/>
                <a:gd name="connsiteY5" fmla="*/ 10433 h 1544732"/>
                <a:gd name="connsiteX6" fmla="*/ 358120 w 1594877"/>
                <a:gd name="connsiteY6" fmla="*/ 308155 h 1544732"/>
                <a:gd name="connsiteX7" fmla="*/ 1594878 w 1594877"/>
                <a:gd name="connsiteY7" fmla="*/ 1544733 h 154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4877" h="1544732">
                  <a:moveTo>
                    <a:pt x="1594878" y="1544733"/>
                  </a:moveTo>
                  <a:lnTo>
                    <a:pt x="1494678" y="1544733"/>
                  </a:lnTo>
                  <a:lnTo>
                    <a:pt x="10389" y="60444"/>
                  </a:lnTo>
                  <a:cubicBezTo>
                    <a:pt x="-3463" y="46592"/>
                    <a:pt x="-3463" y="24286"/>
                    <a:pt x="10389" y="10433"/>
                  </a:cubicBezTo>
                  <a:cubicBezTo>
                    <a:pt x="17225" y="3598"/>
                    <a:pt x="26399" y="0"/>
                    <a:pt x="35394" y="0"/>
                  </a:cubicBezTo>
                  <a:cubicBezTo>
                    <a:pt x="44388" y="0"/>
                    <a:pt x="53563" y="3598"/>
                    <a:pt x="60399" y="10433"/>
                  </a:cubicBezTo>
                  <a:lnTo>
                    <a:pt x="358120" y="308155"/>
                  </a:lnTo>
                  <a:lnTo>
                    <a:pt x="1594878" y="1544733"/>
                  </a:lnTo>
                  <a:close/>
                </a:path>
              </a:pathLst>
            </a:custGeom>
            <a:solidFill>
              <a:srgbClr val="FFFFFF"/>
            </a:solidFill>
            <a:ln w="179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16" name="Freeform: Shape 26">
              <a:extLst>
                <a:ext uri="{FF2B5EF4-FFF2-40B4-BE49-F238E27FC236}">
                  <a16:creationId xmlns:a16="http://schemas.microsoft.com/office/drawing/2014/main" id="{7C65DE81-5BDA-2EF4-2236-2DF8D40CEFC8}"/>
                </a:ext>
              </a:extLst>
            </p:cNvPr>
            <p:cNvSpPr/>
            <p:nvPr/>
          </p:nvSpPr>
          <p:spPr>
            <a:xfrm flipH="1">
              <a:off x="11221664" y="4466898"/>
              <a:ext cx="959903" cy="1033434"/>
            </a:xfrm>
            <a:custGeom>
              <a:avLst/>
              <a:gdLst>
                <a:gd name="connsiteX0" fmla="*/ 944793 w 959903"/>
                <a:gd name="connsiteY0" fmla="*/ 1018189 h 1033434"/>
                <a:gd name="connsiteX1" fmla="*/ 871397 w 959903"/>
                <a:gd name="connsiteY1" fmla="*/ 1018189 h 1033434"/>
                <a:gd name="connsiteX2" fmla="*/ 0 w 959903"/>
                <a:gd name="connsiteY2" fmla="*/ 146792 h 1033434"/>
                <a:gd name="connsiteX3" fmla="*/ 0 w 959903"/>
                <a:gd name="connsiteY3" fmla="*/ 0 h 1033434"/>
                <a:gd name="connsiteX4" fmla="*/ 944793 w 959903"/>
                <a:gd name="connsiteY4" fmla="*/ 944793 h 1033434"/>
                <a:gd name="connsiteX5" fmla="*/ 944793 w 959903"/>
                <a:gd name="connsiteY5" fmla="*/ 1018189 h 103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59903" h="1033434">
                  <a:moveTo>
                    <a:pt x="944793" y="1018189"/>
                  </a:moveTo>
                  <a:cubicBezTo>
                    <a:pt x="924465" y="1038517"/>
                    <a:pt x="891545" y="1038517"/>
                    <a:pt x="871397" y="1018189"/>
                  </a:cubicBezTo>
                  <a:lnTo>
                    <a:pt x="0" y="146792"/>
                  </a:lnTo>
                  <a:lnTo>
                    <a:pt x="0" y="0"/>
                  </a:lnTo>
                  <a:lnTo>
                    <a:pt x="944793" y="944793"/>
                  </a:lnTo>
                  <a:cubicBezTo>
                    <a:pt x="964941" y="965121"/>
                    <a:pt x="964941" y="997861"/>
                    <a:pt x="944793" y="1018189"/>
                  </a:cubicBezTo>
                  <a:close/>
                </a:path>
              </a:pathLst>
            </a:custGeom>
            <a:solidFill>
              <a:srgbClr val="FFFFFF"/>
            </a:solidFill>
            <a:ln w="179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17" name="Freeform: Shape 27">
              <a:extLst>
                <a:ext uri="{FF2B5EF4-FFF2-40B4-BE49-F238E27FC236}">
                  <a16:creationId xmlns:a16="http://schemas.microsoft.com/office/drawing/2014/main" id="{6306B905-10E3-B94C-DEF1-E3D639005AFB}"/>
                </a:ext>
              </a:extLst>
            </p:cNvPr>
            <p:cNvSpPr/>
            <p:nvPr/>
          </p:nvSpPr>
          <p:spPr>
            <a:xfrm flipH="1">
              <a:off x="6554229" y="1253172"/>
              <a:ext cx="701489" cy="701489"/>
            </a:xfrm>
            <a:custGeom>
              <a:avLst/>
              <a:gdLst>
                <a:gd name="connsiteX0" fmla="*/ 694339 w 701489"/>
                <a:gd name="connsiteY0" fmla="*/ 694338 h 701489"/>
                <a:gd name="connsiteX1" fmla="*/ 694339 w 701489"/>
                <a:gd name="connsiteY1" fmla="*/ 694338 h 701489"/>
                <a:gd name="connsiteX2" fmla="*/ 659799 w 701489"/>
                <a:gd name="connsiteY2" fmla="*/ 694338 h 701489"/>
                <a:gd name="connsiteX3" fmla="*/ 7151 w 701489"/>
                <a:gd name="connsiteY3" fmla="*/ 41690 h 701489"/>
                <a:gd name="connsiteX4" fmla="*/ 7151 w 701489"/>
                <a:gd name="connsiteY4" fmla="*/ 7151 h 701489"/>
                <a:gd name="connsiteX5" fmla="*/ 7151 w 701489"/>
                <a:gd name="connsiteY5" fmla="*/ 7151 h 701489"/>
                <a:gd name="connsiteX6" fmla="*/ 41690 w 701489"/>
                <a:gd name="connsiteY6" fmla="*/ 7151 h 701489"/>
                <a:gd name="connsiteX7" fmla="*/ 694339 w 701489"/>
                <a:gd name="connsiteY7" fmla="*/ 659799 h 701489"/>
                <a:gd name="connsiteX8" fmla="*/ 694339 w 701489"/>
                <a:gd name="connsiteY8" fmla="*/ 694338 h 701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1489" h="701489">
                  <a:moveTo>
                    <a:pt x="694339" y="694338"/>
                  </a:moveTo>
                  <a:lnTo>
                    <a:pt x="694339" y="694338"/>
                  </a:lnTo>
                  <a:cubicBezTo>
                    <a:pt x="684804" y="703873"/>
                    <a:pt x="669333" y="703873"/>
                    <a:pt x="659799" y="694338"/>
                  </a:cubicBezTo>
                  <a:lnTo>
                    <a:pt x="7151" y="41690"/>
                  </a:lnTo>
                  <a:cubicBezTo>
                    <a:pt x="-2384" y="32156"/>
                    <a:pt x="-2384" y="16685"/>
                    <a:pt x="7151" y="7151"/>
                  </a:cubicBezTo>
                  <a:lnTo>
                    <a:pt x="7151" y="7151"/>
                  </a:lnTo>
                  <a:cubicBezTo>
                    <a:pt x="16685" y="-2384"/>
                    <a:pt x="32156" y="-2384"/>
                    <a:pt x="41690" y="7151"/>
                  </a:cubicBezTo>
                  <a:lnTo>
                    <a:pt x="694339" y="659799"/>
                  </a:lnTo>
                  <a:cubicBezTo>
                    <a:pt x="703873" y="669333"/>
                    <a:pt x="703873" y="684804"/>
                    <a:pt x="694339" y="694338"/>
                  </a:cubicBezTo>
                  <a:close/>
                </a:path>
              </a:pathLst>
            </a:custGeom>
            <a:solidFill>
              <a:srgbClr val="FFFFFF"/>
            </a:solidFill>
            <a:ln w="179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18" name="Freeform: Shape 28">
              <a:extLst>
                <a:ext uri="{FF2B5EF4-FFF2-40B4-BE49-F238E27FC236}">
                  <a16:creationId xmlns:a16="http://schemas.microsoft.com/office/drawing/2014/main" id="{449B93B0-089A-8978-DB97-F515E683C646}"/>
                </a:ext>
              </a:extLst>
            </p:cNvPr>
            <p:cNvSpPr/>
            <p:nvPr/>
          </p:nvSpPr>
          <p:spPr>
            <a:xfrm flipH="1">
              <a:off x="9338059" y="5464445"/>
              <a:ext cx="249779" cy="249779"/>
            </a:xfrm>
            <a:custGeom>
              <a:avLst/>
              <a:gdLst>
                <a:gd name="connsiteX0" fmla="*/ 242629 w 249779"/>
                <a:gd name="connsiteY0" fmla="*/ 242629 h 249779"/>
                <a:gd name="connsiteX1" fmla="*/ 242629 w 249779"/>
                <a:gd name="connsiteY1" fmla="*/ 242629 h 249779"/>
                <a:gd name="connsiteX2" fmla="*/ 208090 w 249779"/>
                <a:gd name="connsiteY2" fmla="*/ 242629 h 249779"/>
                <a:gd name="connsiteX3" fmla="*/ 7151 w 249779"/>
                <a:gd name="connsiteY3" fmla="*/ 41690 h 249779"/>
                <a:gd name="connsiteX4" fmla="*/ 7151 w 249779"/>
                <a:gd name="connsiteY4" fmla="*/ 7151 h 249779"/>
                <a:gd name="connsiteX5" fmla="*/ 7151 w 249779"/>
                <a:gd name="connsiteY5" fmla="*/ 7151 h 249779"/>
                <a:gd name="connsiteX6" fmla="*/ 41690 w 249779"/>
                <a:gd name="connsiteY6" fmla="*/ 7151 h 249779"/>
                <a:gd name="connsiteX7" fmla="*/ 242629 w 249779"/>
                <a:gd name="connsiteY7" fmla="*/ 208090 h 249779"/>
                <a:gd name="connsiteX8" fmla="*/ 242629 w 249779"/>
                <a:gd name="connsiteY8" fmla="*/ 242629 h 249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9779" h="249779">
                  <a:moveTo>
                    <a:pt x="242629" y="242629"/>
                  </a:moveTo>
                  <a:lnTo>
                    <a:pt x="242629" y="242629"/>
                  </a:lnTo>
                  <a:cubicBezTo>
                    <a:pt x="233095" y="252164"/>
                    <a:pt x="217624" y="252164"/>
                    <a:pt x="208090" y="242629"/>
                  </a:cubicBezTo>
                  <a:lnTo>
                    <a:pt x="7151" y="41690"/>
                  </a:lnTo>
                  <a:cubicBezTo>
                    <a:pt x="-2384" y="32155"/>
                    <a:pt x="-2384" y="16685"/>
                    <a:pt x="7151" y="7151"/>
                  </a:cubicBezTo>
                  <a:lnTo>
                    <a:pt x="7151" y="7151"/>
                  </a:lnTo>
                  <a:cubicBezTo>
                    <a:pt x="16685" y="-2384"/>
                    <a:pt x="32156" y="-2384"/>
                    <a:pt x="41690" y="7151"/>
                  </a:cubicBezTo>
                  <a:lnTo>
                    <a:pt x="242629" y="208090"/>
                  </a:lnTo>
                  <a:cubicBezTo>
                    <a:pt x="252164" y="217624"/>
                    <a:pt x="252164" y="233095"/>
                    <a:pt x="242629" y="242629"/>
                  </a:cubicBezTo>
                  <a:close/>
                </a:path>
              </a:pathLst>
            </a:custGeom>
            <a:solidFill>
              <a:srgbClr val="FFFFFF"/>
            </a:solidFill>
            <a:ln w="179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19" name="Freeform: Shape 29">
              <a:extLst>
                <a:ext uri="{FF2B5EF4-FFF2-40B4-BE49-F238E27FC236}">
                  <a16:creationId xmlns:a16="http://schemas.microsoft.com/office/drawing/2014/main" id="{87CD9414-5142-13EF-E3CD-4645DAD3816E}"/>
                </a:ext>
              </a:extLst>
            </p:cNvPr>
            <p:cNvSpPr/>
            <p:nvPr/>
          </p:nvSpPr>
          <p:spPr>
            <a:xfrm flipH="1">
              <a:off x="4852676" y="4977522"/>
              <a:ext cx="867978" cy="867979"/>
            </a:xfrm>
            <a:custGeom>
              <a:avLst/>
              <a:gdLst>
                <a:gd name="connsiteX0" fmla="*/ 855836 w 867978"/>
                <a:gd name="connsiteY0" fmla="*/ 855836 h 867979"/>
                <a:gd name="connsiteX1" fmla="*/ 855836 w 867978"/>
                <a:gd name="connsiteY1" fmla="*/ 855836 h 867979"/>
                <a:gd name="connsiteX2" fmla="*/ 797551 w 867978"/>
                <a:gd name="connsiteY2" fmla="*/ 855836 h 867979"/>
                <a:gd name="connsiteX3" fmla="*/ 12143 w 867978"/>
                <a:gd name="connsiteY3" fmla="*/ 70427 h 867979"/>
                <a:gd name="connsiteX4" fmla="*/ 12143 w 867978"/>
                <a:gd name="connsiteY4" fmla="*/ 12143 h 867979"/>
                <a:gd name="connsiteX5" fmla="*/ 12143 w 867978"/>
                <a:gd name="connsiteY5" fmla="*/ 12143 h 867979"/>
                <a:gd name="connsiteX6" fmla="*/ 70427 w 867978"/>
                <a:gd name="connsiteY6" fmla="*/ 12143 h 867979"/>
                <a:gd name="connsiteX7" fmla="*/ 855836 w 867978"/>
                <a:gd name="connsiteY7" fmla="*/ 797551 h 867979"/>
                <a:gd name="connsiteX8" fmla="*/ 855836 w 867978"/>
                <a:gd name="connsiteY8" fmla="*/ 855836 h 867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7978" h="867979">
                  <a:moveTo>
                    <a:pt x="855836" y="855836"/>
                  </a:moveTo>
                  <a:lnTo>
                    <a:pt x="855836" y="855836"/>
                  </a:lnTo>
                  <a:cubicBezTo>
                    <a:pt x="839646" y="872027"/>
                    <a:pt x="813561" y="872027"/>
                    <a:pt x="797551" y="855836"/>
                  </a:cubicBezTo>
                  <a:lnTo>
                    <a:pt x="12143" y="70427"/>
                  </a:lnTo>
                  <a:cubicBezTo>
                    <a:pt x="-4048" y="54237"/>
                    <a:pt x="-4048" y="28153"/>
                    <a:pt x="12143" y="12143"/>
                  </a:cubicBezTo>
                  <a:lnTo>
                    <a:pt x="12143" y="12143"/>
                  </a:lnTo>
                  <a:cubicBezTo>
                    <a:pt x="28333" y="-4048"/>
                    <a:pt x="54417" y="-4048"/>
                    <a:pt x="70427" y="12143"/>
                  </a:cubicBezTo>
                  <a:lnTo>
                    <a:pt x="855836" y="797551"/>
                  </a:lnTo>
                  <a:cubicBezTo>
                    <a:pt x="872026" y="813742"/>
                    <a:pt x="872026" y="839826"/>
                    <a:pt x="855836" y="855836"/>
                  </a:cubicBezTo>
                  <a:close/>
                </a:path>
              </a:pathLst>
            </a:custGeom>
            <a:gradFill>
              <a:gsLst>
                <a:gs pos="0">
                  <a:schemeClr val="bg2">
                    <a:alpha val="69000"/>
                  </a:schemeClr>
                </a:gs>
                <a:gs pos="100000">
                  <a:schemeClr val="bg2">
                    <a:lumMod val="60000"/>
                    <a:lumOff val="40000"/>
                    <a:alpha val="45000"/>
                  </a:schemeClr>
                </a:gs>
              </a:gsLst>
              <a:lin ang="13500000" scaled="1"/>
            </a:gradFill>
            <a:ln w="1798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20" name="Freeform: Shape 30">
              <a:extLst>
                <a:ext uri="{FF2B5EF4-FFF2-40B4-BE49-F238E27FC236}">
                  <a16:creationId xmlns:a16="http://schemas.microsoft.com/office/drawing/2014/main" id="{FE0CDECF-8DDB-B236-F2E9-42EC0D031DFC}"/>
                </a:ext>
              </a:extLst>
            </p:cNvPr>
            <p:cNvSpPr/>
            <p:nvPr/>
          </p:nvSpPr>
          <p:spPr>
            <a:xfrm flipH="1">
              <a:off x="8981872" y="456610"/>
              <a:ext cx="249780" cy="249780"/>
            </a:xfrm>
            <a:custGeom>
              <a:avLst/>
              <a:gdLst>
                <a:gd name="connsiteX0" fmla="*/ 242630 w 249780"/>
                <a:gd name="connsiteY0" fmla="*/ 242629 h 249780"/>
                <a:gd name="connsiteX1" fmla="*/ 242630 w 249780"/>
                <a:gd name="connsiteY1" fmla="*/ 242629 h 249780"/>
                <a:gd name="connsiteX2" fmla="*/ 208090 w 249780"/>
                <a:gd name="connsiteY2" fmla="*/ 242629 h 249780"/>
                <a:gd name="connsiteX3" fmla="*/ 7151 w 249780"/>
                <a:gd name="connsiteY3" fmla="*/ 41690 h 249780"/>
                <a:gd name="connsiteX4" fmla="*/ 7151 w 249780"/>
                <a:gd name="connsiteY4" fmla="*/ 7151 h 249780"/>
                <a:gd name="connsiteX5" fmla="*/ 7151 w 249780"/>
                <a:gd name="connsiteY5" fmla="*/ 7151 h 249780"/>
                <a:gd name="connsiteX6" fmla="*/ 41690 w 249780"/>
                <a:gd name="connsiteY6" fmla="*/ 7151 h 249780"/>
                <a:gd name="connsiteX7" fmla="*/ 242630 w 249780"/>
                <a:gd name="connsiteY7" fmla="*/ 208090 h 249780"/>
                <a:gd name="connsiteX8" fmla="*/ 242630 w 249780"/>
                <a:gd name="connsiteY8" fmla="*/ 242629 h 24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9780" h="249780">
                  <a:moveTo>
                    <a:pt x="242630" y="242629"/>
                  </a:moveTo>
                  <a:lnTo>
                    <a:pt x="242630" y="242629"/>
                  </a:lnTo>
                  <a:cubicBezTo>
                    <a:pt x="233095" y="252164"/>
                    <a:pt x="217625" y="252164"/>
                    <a:pt x="208090" y="242629"/>
                  </a:cubicBezTo>
                  <a:lnTo>
                    <a:pt x="7151" y="41690"/>
                  </a:lnTo>
                  <a:cubicBezTo>
                    <a:pt x="-2384" y="32156"/>
                    <a:pt x="-2384" y="16685"/>
                    <a:pt x="7151" y="7151"/>
                  </a:cubicBezTo>
                  <a:lnTo>
                    <a:pt x="7151" y="7151"/>
                  </a:lnTo>
                  <a:cubicBezTo>
                    <a:pt x="16685" y="-2384"/>
                    <a:pt x="32156" y="-2384"/>
                    <a:pt x="41690" y="7151"/>
                  </a:cubicBezTo>
                  <a:lnTo>
                    <a:pt x="242630" y="208090"/>
                  </a:lnTo>
                  <a:cubicBezTo>
                    <a:pt x="252164" y="217624"/>
                    <a:pt x="252164" y="233095"/>
                    <a:pt x="242630" y="242629"/>
                  </a:cubicBezTo>
                  <a:close/>
                </a:path>
              </a:pathLst>
            </a:custGeom>
            <a:solidFill>
              <a:srgbClr val="FFFFFF"/>
            </a:solidFill>
            <a:ln w="179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21" name="Freeform: Shape 31">
              <a:extLst>
                <a:ext uri="{FF2B5EF4-FFF2-40B4-BE49-F238E27FC236}">
                  <a16:creationId xmlns:a16="http://schemas.microsoft.com/office/drawing/2014/main" id="{E6642546-E8B5-E01E-8102-4B8BBF87CF43}"/>
                </a:ext>
              </a:extLst>
            </p:cNvPr>
            <p:cNvSpPr/>
            <p:nvPr/>
          </p:nvSpPr>
          <p:spPr>
            <a:xfrm flipH="1">
              <a:off x="11561345" y="648510"/>
              <a:ext cx="620222" cy="662182"/>
            </a:xfrm>
            <a:custGeom>
              <a:avLst/>
              <a:gdLst>
                <a:gd name="connsiteX0" fmla="*/ 611453 w 620222"/>
                <a:gd name="connsiteY0" fmla="*/ 653548 h 662182"/>
                <a:gd name="connsiteX1" fmla="*/ 569538 w 620222"/>
                <a:gd name="connsiteY1" fmla="*/ 653548 h 662182"/>
                <a:gd name="connsiteX2" fmla="*/ 0 w 620222"/>
                <a:gd name="connsiteY2" fmla="*/ 83830 h 662182"/>
                <a:gd name="connsiteX3" fmla="*/ 0 w 620222"/>
                <a:gd name="connsiteY3" fmla="*/ 0 h 662182"/>
                <a:gd name="connsiteX4" fmla="*/ 611453 w 620222"/>
                <a:gd name="connsiteY4" fmla="*/ 611453 h 662182"/>
                <a:gd name="connsiteX5" fmla="*/ 611453 w 620222"/>
                <a:gd name="connsiteY5" fmla="*/ 653548 h 662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0222" h="662182">
                  <a:moveTo>
                    <a:pt x="611453" y="653548"/>
                  </a:moveTo>
                  <a:cubicBezTo>
                    <a:pt x="599940" y="665061"/>
                    <a:pt x="581051" y="665061"/>
                    <a:pt x="569538" y="653548"/>
                  </a:cubicBezTo>
                  <a:lnTo>
                    <a:pt x="0" y="83830"/>
                  </a:lnTo>
                  <a:lnTo>
                    <a:pt x="0" y="0"/>
                  </a:lnTo>
                  <a:lnTo>
                    <a:pt x="611453" y="611453"/>
                  </a:lnTo>
                  <a:cubicBezTo>
                    <a:pt x="623146" y="623146"/>
                    <a:pt x="623146" y="641855"/>
                    <a:pt x="611453" y="653548"/>
                  </a:cubicBezTo>
                  <a:close/>
                </a:path>
              </a:pathLst>
            </a:custGeom>
            <a:solidFill>
              <a:srgbClr val="FFFFFF"/>
            </a:solidFill>
            <a:ln w="179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22" name="Freeform: Shape 32">
              <a:extLst>
                <a:ext uri="{FF2B5EF4-FFF2-40B4-BE49-F238E27FC236}">
                  <a16:creationId xmlns:a16="http://schemas.microsoft.com/office/drawing/2014/main" id="{7F0A24E1-B2CF-AA3D-450F-7AA0BD3F0CF9}"/>
                </a:ext>
              </a:extLst>
            </p:cNvPr>
            <p:cNvSpPr/>
            <p:nvPr/>
          </p:nvSpPr>
          <p:spPr>
            <a:xfrm flipH="1">
              <a:off x="7172474" y="5268138"/>
              <a:ext cx="1863290" cy="1646911"/>
            </a:xfrm>
            <a:custGeom>
              <a:avLst/>
              <a:gdLst>
                <a:gd name="connsiteX0" fmla="*/ 1863291 w 1863290"/>
                <a:gd name="connsiteY0" fmla="*/ 1646911 h 1646911"/>
                <a:gd name="connsiteX1" fmla="*/ 1430291 w 1863290"/>
                <a:gd name="connsiteY1" fmla="*/ 1646911 h 1646911"/>
                <a:gd name="connsiteX2" fmla="*/ 44942 w 1863290"/>
                <a:gd name="connsiteY2" fmla="*/ 261563 h 1646911"/>
                <a:gd name="connsiteX3" fmla="*/ 28932 w 1863290"/>
                <a:gd name="connsiteY3" fmla="*/ 63861 h 1646911"/>
                <a:gd name="connsiteX4" fmla="*/ 44942 w 1863290"/>
                <a:gd name="connsiteY4" fmla="*/ 44973 h 1646911"/>
                <a:gd name="connsiteX5" fmla="*/ 153058 w 1863290"/>
                <a:gd name="connsiteY5" fmla="*/ 0 h 1646911"/>
                <a:gd name="connsiteX6" fmla="*/ 261352 w 1863290"/>
                <a:gd name="connsiteY6" fmla="*/ 44973 h 1646911"/>
                <a:gd name="connsiteX7" fmla="*/ 1209563 w 1863290"/>
                <a:gd name="connsiteY7" fmla="*/ 993184 h 1646911"/>
                <a:gd name="connsiteX8" fmla="*/ 1863291 w 1863290"/>
                <a:gd name="connsiteY8" fmla="*/ 1646911 h 1646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63290" h="1646911">
                  <a:moveTo>
                    <a:pt x="1863291" y="1646911"/>
                  </a:moveTo>
                  <a:lnTo>
                    <a:pt x="1430291" y="1646911"/>
                  </a:lnTo>
                  <a:lnTo>
                    <a:pt x="44942" y="261563"/>
                  </a:lnTo>
                  <a:cubicBezTo>
                    <a:pt x="-9025" y="207596"/>
                    <a:pt x="-14422" y="123586"/>
                    <a:pt x="28932" y="63861"/>
                  </a:cubicBezTo>
                  <a:cubicBezTo>
                    <a:pt x="33609" y="57206"/>
                    <a:pt x="39006" y="50909"/>
                    <a:pt x="44942" y="44973"/>
                  </a:cubicBezTo>
                  <a:cubicBezTo>
                    <a:pt x="74804" y="15111"/>
                    <a:pt x="114021" y="0"/>
                    <a:pt x="153058" y="0"/>
                  </a:cubicBezTo>
                  <a:cubicBezTo>
                    <a:pt x="192094" y="0"/>
                    <a:pt x="231490" y="15111"/>
                    <a:pt x="261352" y="44973"/>
                  </a:cubicBezTo>
                  <a:lnTo>
                    <a:pt x="1209563" y="993184"/>
                  </a:lnTo>
                  <a:lnTo>
                    <a:pt x="1863291" y="1646911"/>
                  </a:lnTo>
                  <a:close/>
                </a:path>
              </a:pathLst>
            </a:custGeom>
            <a:gradFill>
              <a:gsLst>
                <a:gs pos="0">
                  <a:srgbClr val="0098FF"/>
                </a:gs>
                <a:gs pos="50000">
                  <a:srgbClr val="00BCFF"/>
                </a:gs>
                <a:gs pos="100000">
                  <a:srgbClr val="00E1FF"/>
                </a:gs>
              </a:gsLst>
              <a:lin ang="13500167" scaled="1"/>
            </a:gradFill>
            <a:ln w="179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23" name="Freeform: Shape 33">
              <a:extLst>
                <a:ext uri="{FF2B5EF4-FFF2-40B4-BE49-F238E27FC236}">
                  <a16:creationId xmlns:a16="http://schemas.microsoft.com/office/drawing/2014/main" id="{70E75DE8-AEF2-633C-2CBC-DFF8F0F7FE58}"/>
                </a:ext>
              </a:extLst>
            </p:cNvPr>
            <p:cNvSpPr/>
            <p:nvPr/>
          </p:nvSpPr>
          <p:spPr>
            <a:xfrm rot="802202" flipH="1">
              <a:off x="7592049" y="1923832"/>
              <a:ext cx="541475" cy="541475"/>
            </a:xfrm>
            <a:custGeom>
              <a:avLst/>
              <a:gdLst>
                <a:gd name="connsiteX0" fmla="*/ 541475 w 541475"/>
                <a:gd name="connsiteY0" fmla="*/ 270737 h 541475"/>
                <a:gd name="connsiteX1" fmla="*/ 270738 w 541475"/>
                <a:gd name="connsiteY1" fmla="*/ 541475 h 541475"/>
                <a:gd name="connsiteX2" fmla="*/ 0 w 541475"/>
                <a:gd name="connsiteY2" fmla="*/ 270737 h 541475"/>
                <a:gd name="connsiteX3" fmla="*/ 270738 w 541475"/>
                <a:gd name="connsiteY3" fmla="*/ 0 h 541475"/>
                <a:gd name="connsiteX4" fmla="*/ 541475 w 541475"/>
                <a:gd name="connsiteY4" fmla="*/ 270737 h 54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475" h="541475">
                  <a:moveTo>
                    <a:pt x="541475" y="270737"/>
                  </a:moveTo>
                  <a:cubicBezTo>
                    <a:pt x="541475" y="420262"/>
                    <a:pt x="420262" y="541475"/>
                    <a:pt x="270738" y="541475"/>
                  </a:cubicBezTo>
                  <a:cubicBezTo>
                    <a:pt x="121213" y="541475"/>
                    <a:pt x="0" y="420262"/>
                    <a:pt x="0" y="270737"/>
                  </a:cubicBezTo>
                  <a:cubicBezTo>
                    <a:pt x="0" y="121213"/>
                    <a:pt x="121213" y="0"/>
                    <a:pt x="270738" y="0"/>
                  </a:cubicBezTo>
                  <a:cubicBezTo>
                    <a:pt x="420262" y="0"/>
                    <a:pt x="541475" y="121213"/>
                    <a:pt x="541475" y="270737"/>
                  </a:cubicBezTo>
                  <a:close/>
                </a:path>
              </a:pathLst>
            </a:custGeom>
            <a:gradFill>
              <a:gsLst>
                <a:gs pos="0">
                  <a:schemeClr val="bg2">
                    <a:alpha val="69000"/>
                  </a:schemeClr>
                </a:gs>
                <a:gs pos="100000">
                  <a:schemeClr val="bg2">
                    <a:lumMod val="60000"/>
                    <a:lumOff val="40000"/>
                    <a:alpha val="45000"/>
                  </a:schemeClr>
                </a:gs>
              </a:gsLst>
              <a:lin ang="13500000" scaled="1"/>
            </a:gradFill>
            <a:ln w="1798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24" name="Freeform: Shape 34">
              <a:extLst>
                <a:ext uri="{FF2B5EF4-FFF2-40B4-BE49-F238E27FC236}">
                  <a16:creationId xmlns:a16="http://schemas.microsoft.com/office/drawing/2014/main" id="{2249F4FC-6490-CB8A-C13A-3F06DBD10C2C}"/>
                </a:ext>
              </a:extLst>
            </p:cNvPr>
            <p:cNvSpPr/>
            <p:nvPr/>
          </p:nvSpPr>
          <p:spPr>
            <a:xfrm flipH="1">
              <a:off x="10427440" y="1122166"/>
              <a:ext cx="751948" cy="751948"/>
            </a:xfrm>
            <a:custGeom>
              <a:avLst/>
              <a:gdLst>
                <a:gd name="connsiteX0" fmla="*/ 751949 w 751948"/>
                <a:gd name="connsiteY0" fmla="*/ 375974 h 751948"/>
                <a:gd name="connsiteX1" fmla="*/ 375974 w 751948"/>
                <a:gd name="connsiteY1" fmla="*/ 751949 h 751948"/>
                <a:gd name="connsiteX2" fmla="*/ 0 w 751948"/>
                <a:gd name="connsiteY2" fmla="*/ 375974 h 751948"/>
                <a:gd name="connsiteX3" fmla="*/ 375974 w 751948"/>
                <a:gd name="connsiteY3" fmla="*/ 0 h 751948"/>
                <a:gd name="connsiteX4" fmla="*/ 751949 w 751948"/>
                <a:gd name="connsiteY4" fmla="*/ 375974 h 751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48" h="751948">
                  <a:moveTo>
                    <a:pt x="751949" y="375974"/>
                  </a:moveTo>
                  <a:cubicBezTo>
                    <a:pt x="751949" y="583619"/>
                    <a:pt x="583619" y="751949"/>
                    <a:pt x="375974" y="751949"/>
                  </a:cubicBezTo>
                  <a:cubicBezTo>
                    <a:pt x="168329" y="751949"/>
                    <a:pt x="0" y="583619"/>
                    <a:pt x="0" y="375974"/>
                  </a:cubicBezTo>
                  <a:cubicBezTo>
                    <a:pt x="0" y="168330"/>
                    <a:pt x="168329" y="0"/>
                    <a:pt x="375974" y="0"/>
                  </a:cubicBezTo>
                  <a:cubicBezTo>
                    <a:pt x="583619" y="0"/>
                    <a:pt x="751949" y="168329"/>
                    <a:pt x="751949" y="375974"/>
                  </a:cubicBezTo>
                  <a:close/>
                </a:path>
              </a:pathLst>
            </a:custGeom>
            <a:gradFill>
              <a:gsLst>
                <a:gs pos="0">
                  <a:schemeClr val="bg2">
                    <a:alpha val="69000"/>
                  </a:schemeClr>
                </a:gs>
                <a:gs pos="100000">
                  <a:schemeClr val="bg2">
                    <a:lumMod val="60000"/>
                    <a:lumOff val="40000"/>
                    <a:alpha val="45000"/>
                  </a:schemeClr>
                </a:gs>
              </a:gsLst>
              <a:lin ang="13500000" scaled="1"/>
            </a:gradFill>
            <a:ln w="1798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25" name="Freeform: Shape 35">
              <a:extLst>
                <a:ext uri="{FF2B5EF4-FFF2-40B4-BE49-F238E27FC236}">
                  <a16:creationId xmlns:a16="http://schemas.microsoft.com/office/drawing/2014/main" id="{129FE6D9-BFCD-64DE-89BE-C73A1B5B2C8C}"/>
                </a:ext>
              </a:extLst>
            </p:cNvPr>
            <p:cNvSpPr/>
            <p:nvPr/>
          </p:nvSpPr>
          <p:spPr>
            <a:xfrm flipH="1">
              <a:off x="8880548" y="3064460"/>
              <a:ext cx="2244333" cy="2244332"/>
            </a:xfrm>
            <a:custGeom>
              <a:avLst/>
              <a:gdLst>
                <a:gd name="connsiteX0" fmla="*/ 1121987 w 2244333"/>
                <a:gd name="connsiteY0" fmla="*/ 0 h 2244332"/>
                <a:gd name="connsiteX1" fmla="*/ 1076474 w 2244333"/>
                <a:gd name="connsiteY1" fmla="*/ 899 h 2244332"/>
                <a:gd name="connsiteX2" fmla="*/ 1076474 w 2244333"/>
                <a:gd name="connsiteY2" fmla="*/ 899 h 2244332"/>
                <a:gd name="connsiteX3" fmla="*/ 610733 w 2244333"/>
                <a:gd name="connsiteY3" fmla="*/ 122866 h 2244332"/>
                <a:gd name="connsiteX4" fmla="*/ 325605 w 2244333"/>
                <a:gd name="connsiteY4" fmla="*/ 331721 h 2244332"/>
                <a:gd name="connsiteX5" fmla="*/ 257425 w 2244333"/>
                <a:gd name="connsiteY5" fmla="*/ 406916 h 2244332"/>
                <a:gd name="connsiteX6" fmla="*/ 148231 w 2244333"/>
                <a:gd name="connsiteY6" fmla="*/ 564321 h 2244332"/>
                <a:gd name="connsiteX7" fmla="*/ 0 w 2244333"/>
                <a:gd name="connsiteY7" fmla="*/ 1122166 h 2244332"/>
                <a:gd name="connsiteX8" fmla="*/ 1122167 w 2244333"/>
                <a:gd name="connsiteY8" fmla="*/ 2244333 h 2244332"/>
                <a:gd name="connsiteX9" fmla="*/ 1621547 w 2244333"/>
                <a:gd name="connsiteY9" fmla="*/ 2127223 h 2244332"/>
                <a:gd name="connsiteX10" fmla="*/ 1621727 w 2244333"/>
                <a:gd name="connsiteY10" fmla="*/ 2127223 h 2244332"/>
                <a:gd name="connsiteX11" fmla="*/ 1837417 w 2244333"/>
                <a:gd name="connsiteY11" fmla="*/ 1986907 h 2244332"/>
                <a:gd name="connsiteX12" fmla="*/ 1931141 w 2244333"/>
                <a:gd name="connsiteY12" fmla="*/ 1900020 h 2244332"/>
                <a:gd name="connsiteX13" fmla="*/ 2121467 w 2244333"/>
                <a:gd name="connsiteY13" fmla="*/ 1633600 h 2244332"/>
                <a:gd name="connsiteX14" fmla="*/ 2243434 w 2244333"/>
                <a:gd name="connsiteY14" fmla="*/ 1167679 h 2244332"/>
                <a:gd name="connsiteX15" fmla="*/ 2244333 w 2244333"/>
                <a:gd name="connsiteY15" fmla="*/ 1122166 h 2244332"/>
                <a:gd name="connsiteX16" fmla="*/ 1122167 w 2244333"/>
                <a:gd name="connsiteY16" fmla="*/ 0 h 2244332"/>
                <a:gd name="connsiteX17" fmla="*/ 2152768 w 2244333"/>
                <a:gd name="connsiteY17" fmla="*/ 1122166 h 2244332"/>
                <a:gd name="connsiteX18" fmla="*/ 2052928 w 2244333"/>
                <a:gd name="connsiteY18" fmla="*/ 1565240 h 2244332"/>
                <a:gd name="connsiteX19" fmla="*/ 1853787 w 2244333"/>
                <a:gd name="connsiteY19" fmla="*/ 1848031 h 2244332"/>
                <a:gd name="connsiteX20" fmla="*/ 1772296 w 2244333"/>
                <a:gd name="connsiteY20" fmla="*/ 1921966 h 2244332"/>
                <a:gd name="connsiteX21" fmla="*/ 1561823 w 2244333"/>
                <a:gd name="connsiteY21" fmla="*/ 2054727 h 2244332"/>
                <a:gd name="connsiteX22" fmla="*/ 1121987 w 2244333"/>
                <a:gd name="connsiteY22" fmla="*/ 2152948 h 2244332"/>
                <a:gd name="connsiteX23" fmla="*/ 91205 w 2244333"/>
                <a:gd name="connsiteY23" fmla="*/ 1122166 h 2244332"/>
                <a:gd name="connsiteX24" fmla="*/ 216950 w 2244333"/>
                <a:gd name="connsiteY24" fmla="*/ 628723 h 2244332"/>
                <a:gd name="connsiteX25" fmla="*/ 322187 w 2244333"/>
                <a:gd name="connsiteY25" fmla="*/ 471857 h 2244332"/>
                <a:gd name="connsiteX26" fmla="*/ 390186 w 2244333"/>
                <a:gd name="connsiteY26" fmla="*/ 396482 h 2244332"/>
                <a:gd name="connsiteX27" fmla="*/ 678913 w 2244333"/>
                <a:gd name="connsiteY27" fmla="*/ 191225 h 2244332"/>
                <a:gd name="connsiteX28" fmla="*/ 1121987 w 2244333"/>
                <a:gd name="connsiteY28" fmla="*/ 91385 h 2244332"/>
                <a:gd name="connsiteX29" fmla="*/ 1167859 w 2244333"/>
                <a:gd name="connsiteY29" fmla="*/ 92464 h 2244332"/>
                <a:gd name="connsiteX30" fmla="*/ 2151689 w 2244333"/>
                <a:gd name="connsiteY30" fmla="*/ 1076114 h 2244332"/>
                <a:gd name="connsiteX31" fmla="*/ 2151689 w 2244333"/>
                <a:gd name="connsiteY31" fmla="*/ 1076114 h 2244332"/>
                <a:gd name="connsiteX32" fmla="*/ 2152768 w 2244333"/>
                <a:gd name="connsiteY32" fmla="*/ 1122166 h 2244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244333" h="2244332">
                  <a:moveTo>
                    <a:pt x="1121987" y="0"/>
                  </a:moveTo>
                  <a:cubicBezTo>
                    <a:pt x="1106696" y="0"/>
                    <a:pt x="1091585" y="360"/>
                    <a:pt x="1076474" y="899"/>
                  </a:cubicBezTo>
                  <a:lnTo>
                    <a:pt x="1076474" y="899"/>
                  </a:lnTo>
                  <a:cubicBezTo>
                    <a:pt x="909174" y="7555"/>
                    <a:pt x="751409" y="50909"/>
                    <a:pt x="610733" y="122866"/>
                  </a:cubicBezTo>
                  <a:cubicBezTo>
                    <a:pt x="504777" y="177374"/>
                    <a:pt x="408715" y="248071"/>
                    <a:pt x="325605" y="331721"/>
                  </a:cubicBezTo>
                  <a:cubicBezTo>
                    <a:pt x="301859" y="355646"/>
                    <a:pt x="279013" y="380831"/>
                    <a:pt x="257425" y="406916"/>
                  </a:cubicBezTo>
                  <a:cubicBezTo>
                    <a:pt x="216770" y="456026"/>
                    <a:pt x="180252" y="508735"/>
                    <a:pt x="148231" y="564321"/>
                  </a:cubicBezTo>
                  <a:cubicBezTo>
                    <a:pt x="53968" y="728743"/>
                    <a:pt x="0" y="919248"/>
                    <a:pt x="0" y="1122166"/>
                  </a:cubicBezTo>
                  <a:cubicBezTo>
                    <a:pt x="0" y="1741894"/>
                    <a:pt x="502438" y="2244333"/>
                    <a:pt x="1122167" y="2244333"/>
                  </a:cubicBezTo>
                  <a:cubicBezTo>
                    <a:pt x="1301699" y="2244333"/>
                    <a:pt x="1471157" y="2202238"/>
                    <a:pt x="1621547" y="2127223"/>
                  </a:cubicBezTo>
                  <a:lnTo>
                    <a:pt x="1621727" y="2127223"/>
                  </a:lnTo>
                  <a:cubicBezTo>
                    <a:pt x="1699080" y="2088726"/>
                    <a:pt x="1771397" y="2041595"/>
                    <a:pt x="1837417" y="1986907"/>
                  </a:cubicBezTo>
                  <a:cubicBezTo>
                    <a:pt x="1870158" y="1959744"/>
                    <a:pt x="1901459" y="1930781"/>
                    <a:pt x="1931141" y="1900020"/>
                  </a:cubicBezTo>
                  <a:cubicBezTo>
                    <a:pt x="2006696" y="1821407"/>
                    <a:pt x="2071097" y="1731640"/>
                    <a:pt x="2121467" y="1633600"/>
                  </a:cubicBezTo>
                  <a:cubicBezTo>
                    <a:pt x="2193424" y="1492924"/>
                    <a:pt x="2236778" y="1334979"/>
                    <a:pt x="2243434" y="1167679"/>
                  </a:cubicBezTo>
                  <a:cubicBezTo>
                    <a:pt x="2243973" y="1152568"/>
                    <a:pt x="2244333" y="1137457"/>
                    <a:pt x="2244333" y="1122166"/>
                  </a:cubicBezTo>
                  <a:cubicBezTo>
                    <a:pt x="2244333" y="502438"/>
                    <a:pt x="1741895" y="0"/>
                    <a:pt x="1122167" y="0"/>
                  </a:cubicBezTo>
                  <a:close/>
                  <a:moveTo>
                    <a:pt x="2152768" y="1122166"/>
                  </a:moveTo>
                  <a:cubicBezTo>
                    <a:pt x="2152768" y="1280831"/>
                    <a:pt x="2116970" y="1431041"/>
                    <a:pt x="2052928" y="1565240"/>
                  </a:cubicBezTo>
                  <a:cubicBezTo>
                    <a:pt x="2002738" y="1670477"/>
                    <a:pt x="1935099" y="1766000"/>
                    <a:pt x="1853787" y="1848031"/>
                  </a:cubicBezTo>
                  <a:cubicBezTo>
                    <a:pt x="1828063" y="1874115"/>
                    <a:pt x="1800899" y="1898760"/>
                    <a:pt x="1772296" y="1921966"/>
                  </a:cubicBezTo>
                  <a:cubicBezTo>
                    <a:pt x="1708075" y="1974135"/>
                    <a:pt x="1637557" y="2018928"/>
                    <a:pt x="1561823" y="2054727"/>
                  </a:cubicBezTo>
                  <a:cubicBezTo>
                    <a:pt x="1428523" y="2117689"/>
                    <a:pt x="1279392" y="2152948"/>
                    <a:pt x="1121987" y="2152948"/>
                  </a:cubicBezTo>
                  <a:cubicBezTo>
                    <a:pt x="552808" y="2152948"/>
                    <a:pt x="91205" y="1691345"/>
                    <a:pt x="91205" y="1122166"/>
                  </a:cubicBezTo>
                  <a:cubicBezTo>
                    <a:pt x="91205" y="943354"/>
                    <a:pt x="136718" y="775155"/>
                    <a:pt x="216950" y="628723"/>
                  </a:cubicBezTo>
                  <a:cubicBezTo>
                    <a:pt x="247172" y="573136"/>
                    <a:pt x="282610" y="520607"/>
                    <a:pt x="322187" y="471857"/>
                  </a:cubicBezTo>
                  <a:cubicBezTo>
                    <a:pt x="343594" y="445592"/>
                    <a:pt x="366260" y="420408"/>
                    <a:pt x="390186" y="396482"/>
                  </a:cubicBezTo>
                  <a:cubicBezTo>
                    <a:pt x="473296" y="312472"/>
                    <a:pt x="570977" y="242674"/>
                    <a:pt x="678913" y="191225"/>
                  </a:cubicBezTo>
                  <a:cubicBezTo>
                    <a:pt x="813112" y="127184"/>
                    <a:pt x="963322" y="91385"/>
                    <a:pt x="1121987" y="91385"/>
                  </a:cubicBezTo>
                  <a:cubicBezTo>
                    <a:pt x="1137278" y="91385"/>
                    <a:pt x="1152748" y="91745"/>
                    <a:pt x="1167859" y="92464"/>
                  </a:cubicBezTo>
                  <a:cubicBezTo>
                    <a:pt x="1700699" y="115670"/>
                    <a:pt x="2128303" y="543274"/>
                    <a:pt x="2151689" y="1076114"/>
                  </a:cubicBezTo>
                  <a:lnTo>
                    <a:pt x="2151689" y="1076114"/>
                  </a:lnTo>
                  <a:cubicBezTo>
                    <a:pt x="2152408" y="1091585"/>
                    <a:pt x="2152768" y="1106876"/>
                    <a:pt x="2152768" y="1122166"/>
                  </a:cubicBezTo>
                  <a:close/>
                </a:path>
              </a:pathLst>
            </a:custGeom>
            <a:gradFill>
              <a:gsLst>
                <a:gs pos="0">
                  <a:schemeClr val="bg2">
                    <a:alpha val="69000"/>
                  </a:schemeClr>
                </a:gs>
                <a:gs pos="100000">
                  <a:schemeClr val="bg2">
                    <a:lumMod val="60000"/>
                    <a:lumOff val="40000"/>
                    <a:alpha val="45000"/>
                  </a:schemeClr>
                </a:gs>
              </a:gsLst>
              <a:lin ang="13500000" scaled="1"/>
            </a:gradFill>
            <a:ln w="1798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26" name="Freeform: Shape 36">
              <a:extLst>
                <a:ext uri="{FF2B5EF4-FFF2-40B4-BE49-F238E27FC236}">
                  <a16:creationId xmlns:a16="http://schemas.microsoft.com/office/drawing/2014/main" id="{C2DB5FEE-FF58-036D-7E4E-1E6261434FB6}"/>
                </a:ext>
              </a:extLst>
            </p:cNvPr>
            <p:cNvSpPr/>
            <p:nvPr/>
          </p:nvSpPr>
          <p:spPr>
            <a:xfrm flipH="1">
              <a:off x="9154164" y="3337896"/>
              <a:ext cx="1697461" cy="1697461"/>
            </a:xfrm>
            <a:custGeom>
              <a:avLst/>
              <a:gdLst>
                <a:gd name="connsiteX0" fmla="*/ 1653208 w 1697461"/>
                <a:gd name="connsiteY0" fmla="*/ 577633 h 1697461"/>
                <a:gd name="connsiteX1" fmla="*/ 1653208 w 1697461"/>
                <a:gd name="connsiteY1" fmla="*/ 577633 h 1697461"/>
                <a:gd name="connsiteX2" fmla="*/ 1119828 w 1697461"/>
                <a:gd name="connsiteY2" fmla="*/ 44253 h 1697461"/>
                <a:gd name="connsiteX3" fmla="*/ 848731 w 1697461"/>
                <a:gd name="connsiteY3" fmla="*/ 0 h 1697461"/>
                <a:gd name="connsiteX4" fmla="*/ 544173 w 1697461"/>
                <a:gd name="connsiteY4" fmla="*/ 56306 h 1697461"/>
                <a:gd name="connsiteX5" fmla="*/ 245553 w 1697461"/>
                <a:gd name="connsiteY5" fmla="*/ 251669 h 1697461"/>
                <a:gd name="connsiteX6" fmla="*/ 178453 w 1697461"/>
                <a:gd name="connsiteY6" fmla="*/ 327943 h 1697461"/>
                <a:gd name="connsiteX7" fmla="*/ 81311 w 1697461"/>
                <a:gd name="connsiteY7" fmla="*/ 485709 h 1697461"/>
                <a:gd name="connsiteX8" fmla="*/ 0 w 1697461"/>
                <a:gd name="connsiteY8" fmla="*/ 848731 h 1697461"/>
                <a:gd name="connsiteX9" fmla="*/ 848731 w 1697461"/>
                <a:gd name="connsiteY9" fmla="*/ 1697461 h 1697461"/>
                <a:gd name="connsiteX10" fmla="*/ 1166600 w 1697461"/>
                <a:gd name="connsiteY10" fmla="*/ 1635938 h 1697461"/>
                <a:gd name="connsiteX11" fmla="*/ 1369518 w 1697461"/>
                <a:gd name="connsiteY11" fmla="*/ 1519008 h 1697461"/>
                <a:gd name="connsiteX12" fmla="*/ 1445792 w 1697461"/>
                <a:gd name="connsiteY12" fmla="*/ 1451909 h 1697461"/>
                <a:gd name="connsiteX13" fmla="*/ 1641155 w 1697461"/>
                <a:gd name="connsiteY13" fmla="*/ 1153288 h 1697461"/>
                <a:gd name="connsiteX14" fmla="*/ 1697461 w 1697461"/>
                <a:gd name="connsiteY14" fmla="*/ 848731 h 1697461"/>
                <a:gd name="connsiteX15" fmla="*/ 1653208 w 1697461"/>
                <a:gd name="connsiteY15" fmla="*/ 577633 h 1697461"/>
                <a:gd name="connsiteX16" fmla="*/ 1377254 w 1697461"/>
                <a:gd name="connsiteY16" fmla="*/ 1383370 h 1697461"/>
                <a:gd name="connsiteX17" fmla="*/ 1300440 w 1697461"/>
                <a:gd name="connsiteY17" fmla="*/ 1449750 h 1697461"/>
                <a:gd name="connsiteX18" fmla="*/ 1099500 w 1697461"/>
                <a:gd name="connsiteY18" fmla="*/ 1557505 h 1697461"/>
                <a:gd name="connsiteX19" fmla="*/ 848731 w 1697461"/>
                <a:gd name="connsiteY19" fmla="*/ 1600499 h 1697461"/>
                <a:gd name="connsiteX20" fmla="*/ 96962 w 1697461"/>
                <a:gd name="connsiteY20" fmla="*/ 848731 h 1697461"/>
                <a:gd name="connsiteX21" fmla="*/ 155427 w 1697461"/>
                <a:gd name="connsiteY21" fmla="*/ 557485 h 1697461"/>
                <a:gd name="connsiteX22" fmla="*/ 247531 w 1697461"/>
                <a:gd name="connsiteY22" fmla="*/ 397022 h 1697461"/>
                <a:gd name="connsiteX23" fmla="*/ 314091 w 1697461"/>
                <a:gd name="connsiteY23" fmla="*/ 320208 h 1697461"/>
                <a:gd name="connsiteX24" fmla="*/ 620088 w 1697461"/>
                <a:gd name="connsiteY24" fmla="*/ 132220 h 1697461"/>
                <a:gd name="connsiteX25" fmla="*/ 848731 w 1697461"/>
                <a:gd name="connsiteY25" fmla="*/ 96782 h 1697461"/>
                <a:gd name="connsiteX26" fmla="*/ 1600679 w 1697461"/>
                <a:gd name="connsiteY26" fmla="*/ 848731 h 1697461"/>
                <a:gd name="connsiteX27" fmla="*/ 1565241 w 1697461"/>
                <a:gd name="connsiteY27" fmla="*/ 1077373 h 1697461"/>
                <a:gd name="connsiteX28" fmla="*/ 1377254 w 1697461"/>
                <a:gd name="connsiteY28" fmla="*/ 1383370 h 1697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697461" h="1697461">
                  <a:moveTo>
                    <a:pt x="1653208" y="577633"/>
                  </a:moveTo>
                  <a:lnTo>
                    <a:pt x="1653208" y="577633"/>
                  </a:lnTo>
                  <a:cubicBezTo>
                    <a:pt x="1568659" y="326864"/>
                    <a:pt x="1370418" y="128623"/>
                    <a:pt x="1119828" y="44253"/>
                  </a:cubicBezTo>
                  <a:cubicBezTo>
                    <a:pt x="1034739" y="15471"/>
                    <a:pt x="943534" y="0"/>
                    <a:pt x="848731" y="0"/>
                  </a:cubicBezTo>
                  <a:cubicBezTo>
                    <a:pt x="741335" y="0"/>
                    <a:pt x="638617" y="19968"/>
                    <a:pt x="544173" y="56306"/>
                  </a:cubicBezTo>
                  <a:cubicBezTo>
                    <a:pt x="431021" y="99840"/>
                    <a:pt x="329382" y="166940"/>
                    <a:pt x="245553" y="251669"/>
                  </a:cubicBezTo>
                  <a:cubicBezTo>
                    <a:pt x="221807" y="275775"/>
                    <a:pt x="199320" y="301139"/>
                    <a:pt x="178453" y="327943"/>
                  </a:cubicBezTo>
                  <a:cubicBezTo>
                    <a:pt x="140676" y="376514"/>
                    <a:pt x="107935" y="429402"/>
                    <a:pt x="81311" y="485709"/>
                  </a:cubicBezTo>
                  <a:cubicBezTo>
                    <a:pt x="29142" y="595802"/>
                    <a:pt x="0" y="718848"/>
                    <a:pt x="0" y="848731"/>
                  </a:cubicBezTo>
                  <a:cubicBezTo>
                    <a:pt x="0" y="1317349"/>
                    <a:pt x="380112" y="1697461"/>
                    <a:pt x="848731" y="1697461"/>
                  </a:cubicBezTo>
                  <a:cubicBezTo>
                    <a:pt x="961163" y="1697461"/>
                    <a:pt x="1068379" y="1675694"/>
                    <a:pt x="1166600" y="1635938"/>
                  </a:cubicBezTo>
                  <a:cubicBezTo>
                    <a:pt x="1239996" y="1606256"/>
                    <a:pt x="1308175" y="1566680"/>
                    <a:pt x="1369518" y="1519008"/>
                  </a:cubicBezTo>
                  <a:cubicBezTo>
                    <a:pt x="1396322" y="1498141"/>
                    <a:pt x="1421687" y="1475654"/>
                    <a:pt x="1445792" y="1451909"/>
                  </a:cubicBezTo>
                  <a:cubicBezTo>
                    <a:pt x="1530521" y="1368079"/>
                    <a:pt x="1597621" y="1266440"/>
                    <a:pt x="1641155" y="1153288"/>
                  </a:cubicBezTo>
                  <a:cubicBezTo>
                    <a:pt x="1677493" y="1058665"/>
                    <a:pt x="1697461" y="955946"/>
                    <a:pt x="1697461" y="848731"/>
                  </a:cubicBezTo>
                  <a:cubicBezTo>
                    <a:pt x="1697461" y="753928"/>
                    <a:pt x="1681811" y="662722"/>
                    <a:pt x="1653208" y="577633"/>
                  </a:cubicBezTo>
                  <a:close/>
                  <a:moveTo>
                    <a:pt x="1377254" y="1383370"/>
                  </a:moveTo>
                  <a:cubicBezTo>
                    <a:pt x="1353148" y="1407115"/>
                    <a:pt x="1327603" y="1429242"/>
                    <a:pt x="1300440" y="1449750"/>
                  </a:cubicBezTo>
                  <a:cubicBezTo>
                    <a:pt x="1239996" y="1495263"/>
                    <a:pt x="1172356" y="1531960"/>
                    <a:pt x="1099500" y="1557505"/>
                  </a:cubicBezTo>
                  <a:cubicBezTo>
                    <a:pt x="1021067" y="1585388"/>
                    <a:pt x="936698" y="1600499"/>
                    <a:pt x="848731" y="1600499"/>
                  </a:cubicBezTo>
                  <a:cubicBezTo>
                    <a:pt x="433540" y="1600499"/>
                    <a:pt x="96962" y="1263921"/>
                    <a:pt x="96962" y="848731"/>
                  </a:cubicBezTo>
                  <a:cubicBezTo>
                    <a:pt x="96962" y="745473"/>
                    <a:pt x="117829" y="647072"/>
                    <a:pt x="155427" y="557485"/>
                  </a:cubicBezTo>
                  <a:cubicBezTo>
                    <a:pt x="179532" y="499920"/>
                    <a:pt x="210654" y="446132"/>
                    <a:pt x="247531" y="397022"/>
                  </a:cubicBezTo>
                  <a:cubicBezTo>
                    <a:pt x="268039" y="369858"/>
                    <a:pt x="290166" y="344133"/>
                    <a:pt x="314091" y="320208"/>
                  </a:cubicBezTo>
                  <a:cubicBezTo>
                    <a:pt x="398281" y="234759"/>
                    <a:pt x="502978" y="169458"/>
                    <a:pt x="620088" y="132220"/>
                  </a:cubicBezTo>
                  <a:cubicBezTo>
                    <a:pt x="692225" y="109194"/>
                    <a:pt x="769038" y="96782"/>
                    <a:pt x="848731" y="96782"/>
                  </a:cubicBezTo>
                  <a:cubicBezTo>
                    <a:pt x="1263922" y="96782"/>
                    <a:pt x="1600679" y="433360"/>
                    <a:pt x="1600679" y="848731"/>
                  </a:cubicBezTo>
                  <a:cubicBezTo>
                    <a:pt x="1600679" y="928423"/>
                    <a:pt x="1588267" y="1005237"/>
                    <a:pt x="1565241" y="1077373"/>
                  </a:cubicBezTo>
                  <a:cubicBezTo>
                    <a:pt x="1528003" y="1194483"/>
                    <a:pt x="1462702" y="1299001"/>
                    <a:pt x="1377254" y="1383370"/>
                  </a:cubicBezTo>
                  <a:close/>
                </a:path>
              </a:pathLst>
            </a:custGeom>
            <a:gradFill>
              <a:gsLst>
                <a:gs pos="0">
                  <a:schemeClr val="bg2">
                    <a:alpha val="69000"/>
                  </a:schemeClr>
                </a:gs>
                <a:gs pos="100000">
                  <a:schemeClr val="bg2">
                    <a:lumMod val="60000"/>
                    <a:lumOff val="40000"/>
                    <a:alpha val="45000"/>
                  </a:schemeClr>
                </a:gs>
              </a:gsLst>
              <a:lin ang="13500000" scaled="1"/>
            </a:gradFill>
            <a:ln w="1798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27" name="Freeform: Shape 37">
              <a:extLst>
                <a:ext uri="{FF2B5EF4-FFF2-40B4-BE49-F238E27FC236}">
                  <a16:creationId xmlns:a16="http://schemas.microsoft.com/office/drawing/2014/main" id="{BD33ABEC-59E7-FEE6-9BCA-68A835613E65}"/>
                </a:ext>
              </a:extLst>
            </p:cNvPr>
            <p:cNvSpPr/>
            <p:nvPr/>
          </p:nvSpPr>
          <p:spPr>
            <a:xfrm flipH="1">
              <a:off x="9467356" y="3651088"/>
              <a:ext cx="1070897" cy="1070896"/>
            </a:xfrm>
            <a:custGeom>
              <a:avLst/>
              <a:gdLst>
                <a:gd name="connsiteX0" fmla="*/ 535359 w 1070897"/>
                <a:gd name="connsiteY0" fmla="*/ 0 h 1070896"/>
                <a:gd name="connsiteX1" fmla="*/ 489666 w 1070897"/>
                <a:gd name="connsiteY1" fmla="*/ 1979 h 1070896"/>
                <a:gd name="connsiteX2" fmla="*/ 153628 w 1070897"/>
                <a:gd name="connsiteY2" fmla="*/ 159924 h 1070896"/>
                <a:gd name="connsiteX3" fmla="*/ 89586 w 1070897"/>
                <a:gd name="connsiteY3" fmla="*/ 239076 h 1070896"/>
                <a:gd name="connsiteX4" fmla="*/ 14032 w 1070897"/>
                <a:gd name="connsiteY4" fmla="*/ 413931 h 1070896"/>
                <a:gd name="connsiteX5" fmla="*/ 0 w 1070897"/>
                <a:gd name="connsiteY5" fmla="*/ 535538 h 1070896"/>
                <a:gd name="connsiteX6" fmla="*/ 535359 w 1070897"/>
                <a:gd name="connsiteY6" fmla="*/ 1070897 h 1070896"/>
                <a:gd name="connsiteX7" fmla="*/ 627104 w 1070897"/>
                <a:gd name="connsiteY7" fmla="*/ 1062982 h 1070896"/>
                <a:gd name="connsiteX8" fmla="*/ 831821 w 1070897"/>
                <a:gd name="connsiteY8" fmla="*/ 981311 h 1070896"/>
                <a:gd name="connsiteX9" fmla="*/ 910793 w 1070897"/>
                <a:gd name="connsiteY9" fmla="*/ 917090 h 1070896"/>
                <a:gd name="connsiteX10" fmla="*/ 1068919 w 1070897"/>
                <a:gd name="connsiteY10" fmla="*/ 581231 h 1070896"/>
                <a:gd name="connsiteX11" fmla="*/ 1070897 w 1070897"/>
                <a:gd name="connsiteY11" fmla="*/ 535538 h 1070896"/>
                <a:gd name="connsiteX12" fmla="*/ 535359 w 1070897"/>
                <a:gd name="connsiteY12" fmla="*/ 0 h 1070896"/>
                <a:gd name="connsiteX13" fmla="*/ 977713 w 1070897"/>
                <a:gd name="connsiteY13" fmla="*/ 535538 h 1070896"/>
                <a:gd name="connsiteX14" fmla="*/ 845133 w 1070897"/>
                <a:gd name="connsiteY14" fmla="*/ 851429 h 1070896"/>
                <a:gd name="connsiteX15" fmla="*/ 764361 w 1070897"/>
                <a:gd name="connsiteY15" fmla="*/ 914031 h 1070896"/>
                <a:gd name="connsiteX16" fmla="*/ 550110 w 1070897"/>
                <a:gd name="connsiteY16" fmla="*/ 977533 h 1070896"/>
                <a:gd name="connsiteX17" fmla="*/ 535359 w 1070897"/>
                <a:gd name="connsiteY17" fmla="*/ 977893 h 1070896"/>
                <a:gd name="connsiteX18" fmla="*/ 93004 w 1070897"/>
                <a:gd name="connsiteY18" fmla="*/ 535538 h 1070896"/>
                <a:gd name="connsiteX19" fmla="*/ 94983 w 1070897"/>
                <a:gd name="connsiteY19" fmla="*/ 495782 h 1070896"/>
                <a:gd name="connsiteX20" fmla="*/ 94983 w 1070897"/>
                <a:gd name="connsiteY20" fmla="*/ 495782 h 1070896"/>
                <a:gd name="connsiteX21" fmla="*/ 156866 w 1070897"/>
                <a:gd name="connsiteY21" fmla="*/ 306536 h 1070896"/>
                <a:gd name="connsiteX22" fmla="*/ 219468 w 1070897"/>
                <a:gd name="connsiteY22" fmla="*/ 225764 h 1070896"/>
                <a:gd name="connsiteX23" fmla="*/ 535359 w 1070897"/>
                <a:gd name="connsiteY23" fmla="*/ 93184 h 1070896"/>
                <a:gd name="connsiteX24" fmla="*/ 583570 w 1070897"/>
                <a:gd name="connsiteY24" fmla="*/ 95882 h 1070896"/>
                <a:gd name="connsiteX25" fmla="*/ 975015 w 1070897"/>
                <a:gd name="connsiteY25" fmla="*/ 487327 h 1070896"/>
                <a:gd name="connsiteX26" fmla="*/ 977713 w 1070897"/>
                <a:gd name="connsiteY26" fmla="*/ 535538 h 1070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70897" h="1070896">
                  <a:moveTo>
                    <a:pt x="535359" y="0"/>
                  </a:moveTo>
                  <a:cubicBezTo>
                    <a:pt x="519888" y="0"/>
                    <a:pt x="504777" y="719"/>
                    <a:pt x="489666" y="1979"/>
                  </a:cubicBezTo>
                  <a:cubicBezTo>
                    <a:pt x="358525" y="12952"/>
                    <a:pt x="240875" y="71417"/>
                    <a:pt x="153628" y="159924"/>
                  </a:cubicBezTo>
                  <a:cubicBezTo>
                    <a:pt x="129882" y="184029"/>
                    <a:pt x="108295" y="210653"/>
                    <a:pt x="89586" y="239076"/>
                  </a:cubicBezTo>
                  <a:cubicBezTo>
                    <a:pt x="54507" y="291605"/>
                    <a:pt x="28603" y="350609"/>
                    <a:pt x="14032" y="413931"/>
                  </a:cubicBezTo>
                  <a:cubicBezTo>
                    <a:pt x="4857" y="452968"/>
                    <a:pt x="0" y="493624"/>
                    <a:pt x="0" y="535538"/>
                  </a:cubicBezTo>
                  <a:cubicBezTo>
                    <a:pt x="0" y="831281"/>
                    <a:pt x="239616" y="1070897"/>
                    <a:pt x="535359" y="1070897"/>
                  </a:cubicBezTo>
                  <a:cubicBezTo>
                    <a:pt x="566660" y="1070897"/>
                    <a:pt x="597421" y="1068199"/>
                    <a:pt x="627104" y="1062982"/>
                  </a:cubicBezTo>
                  <a:cubicBezTo>
                    <a:pt x="701939" y="1050210"/>
                    <a:pt x="771197" y="1021787"/>
                    <a:pt x="831821" y="981311"/>
                  </a:cubicBezTo>
                  <a:cubicBezTo>
                    <a:pt x="860244" y="962422"/>
                    <a:pt x="886688" y="941015"/>
                    <a:pt x="910793" y="917090"/>
                  </a:cubicBezTo>
                  <a:cubicBezTo>
                    <a:pt x="999480" y="830202"/>
                    <a:pt x="1057945" y="712372"/>
                    <a:pt x="1068919" y="581231"/>
                  </a:cubicBezTo>
                  <a:cubicBezTo>
                    <a:pt x="1070178" y="566120"/>
                    <a:pt x="1070897" y="551009"/>
                    <a:pt x="1070897" y="535538"/>
                  </a:cubicBezTo>
                  <a:cubicBezTo>
                    <a:pt x="1070897" y="239796"/>
                    <a:pt x="831101" y="0"/>
                    <a:pt x="535359" y="0"/>
                  </a:cubicBezTo>
                  <a:close/>
                  <a:moveTo>
                    <a:pt x="977713" y="535538"/>
                  </a:moveTo>
                  <a:cubicBezTo>
                    <a:pt x="977713" y="659124"/>
                    <a:pt x="926984" y="771017"/>
                    <a:pt x="845133" y="851429"/>
                  </a:cubicBezTo>
                  <a:cubicBezTo>
                    <a:pt x="820847" y="875175"/>
                    <a:pt x="793684" y="896402"/>
                    <a:pt x="764361" y="914031"/>
                  </a:cubicBezTo>
                  <a:cubicBezTo>
                    <a:pt x="701579" y="952168"/>
                    <a:pt x="628363" y="975015"/>
                    <a:pt x="550110" y="977533"/>
                  </a:cubicBezTo>
                  <a:cubicBezTo>
                    <a:pt x="545253" y="977893"/>
                    <a:pt x="540216" y="977893"/>
                    <a:pt x="535359" y="977893"/>
                  </a:cubicBezTo>
                  <a:cubicBezTo>
                    <a:pt x="291065" y="977893"/>
                    <a:pt x="93004" y="779832"/>
                    <a:pt x="93004" y="535538"/>
                  </a:cubicBezTo>
                  <a:cubicBezTo>
                    <a:pt x="93004" y="522046"/>
                    <a:pt x="93544" y="508914"/>
                    <a:pt x="94983" y="495782"/>
                  </a:cubicBezTo>
                  <a:lnTo>
                    <a:pt x="94983" y="495782"/>
                  </a:lnTo>
                  <a:cubicBezTo>
                    <a:pt x="100919" y="426704"/>
                    <a:pt x="122866" y="362482"/>
                    <a:pt x="156866" y="306536"/>
                  </a:cubicBezTo>
                  <a:cubicBezTo>
                    <a:pt x="174495" y="277213"/>
                    <a:pt x="195722" y="250050"/>
                    <a:pt x="219468" y="225764"/>
                  </a:cubicBezTo>
                  <a:cubicBezTo>
                    <a:pt x="299880" y="143914"/>
                    <a:pt x="411773" y="93184"/>
                    <a:pt x="535359" y="93184"/>
                  </a:cubicBezTo>
                  <a:cubicBezTo>
                    <a:pt x="551729" y="93184"/>
                    <a:pt x="567739" y="94083"/>
                    <a:pt x="583570" y="95882"/>
                  </a:cubicBezTo>
                  <a:cubicBezTo>
                    <a:pt x="789366" y="118009"/>
                    <a:pt x="952888" y="281531"/>
                    <a:pt x="975015" y="487327"/>
                  </a:cubicBezTo>
                  <a:cubicBezTo>
                    <a:pt x="976814" y="503158"/>
                    <a:pt x="977713" y="519168"/>
                    <a:pt x="977713" y="535538"/>
                  </a:cubicBezTo>
                  <a:close/>
                </a:path>
              </a:pathLst>
            </a:custGeom>
            <a:gradFill>
              <a:gsLst>
                <a:gs pos="0">
                  <a:schemeClr val="bg2">
                    <a:alpha val="69000"/>
                  </a:schemeClr>
                </a:gs>
                <a:gs pos="100000">
                  <a:schemeClr val="bg2">
                    <a:lumMod val="60000"/>
                    <a:lumOff val="40000"/>
                    <a:alpha val="45000"/>
                  </a:schemeClr>
                </a:gs>
              </a:gsLst>
              <a:lin ang="13500000" scaled="1"/>
            </a:gradFill>
            <a:ln w="1798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28" name="Freeform: Shape 38">
              <a:extLst>
                <a:ext uri="{FF2B5EF4-FFF2-40B4-BE49-F238E27FC236}">
                  <a16:creationId xmlns:a16="http://schemas.microsoft.com/office/drawing/2014/main" id="{7DBE5BA5-503F-6B2C-9FAE-00B5C434F645}"/>
                </a:ext>
              </a:extLst>
            </p:cNvPr>
            <p:cNvSpPr/>
            <p:nvPr/>
          </p:nvSpPr>
          <p:spPr>
            <a:xfrm flipH="1">
              <a:off x="9738993" y="3922725"/>
              <a:ext cx="527803" cy="527803"/>
            </a:xfrm>
            <a:custGeom>
              <a:avLst/>
              <a:gdLst>
                <a:gd name="connsiteX0" fmla="*/ 263902 w 527803"/>
                <a:gd name="connsiteY0" fmla="*/ 0 h 527803"/>
                <a:gd name="connsiteX1" fmla="*/ 74296 w 527803"/>
                <a:gd name="connsiteY1" fmla="*/ 80412 h 527803"/>
                <a:gd name="connsiteX2" fmla="*/ 18169 w 527803"/>
                <a:gd name="connsiteY2" fmla="*/ 167660 h 527803"/>
                <a:gd name="connsiteX3" fmla="*/ 0 w 527803"/>
                <a:gd name="connsiteY3" fmla="*/ 263902 h 527803"/>
                <a:gd name="connsiteX4" fmla="*/ 263902 w 527803"/>
                <a:gd name="connsiteY4" fmla="*/ 527803 h 527803"/>
                <a:gd name="connsiteX5" fmla="*/ 360144 w 527803"/>
                <a:gd name="connsiteY5" fmla="*/ 509634 h 527803"/>
                <a:gd name="connsiteX6" fmla="*/ 447392 w 527803"/>
                <a:gd name="connsiteY6" fmla="*/ 453508 h 527803"/>
                <a:gd name="connsiteX7" fmla="*/ 527803 w 527803"/>
                <a:gd name="connsiteY7" fmla="*/ 263902 h 527803"/>
                <a:gd name="connsiteX8" fmla="*/ 263902 w 527803"/>
                <a:gd name="connsiteY8" fmla="*/ 0 h 527803"/>
                <a:gd name="connsiteX9" fmla="*/ 292505 w 527803"/>
                <a:gd name="connsiteY9" fmla="*/ 441995 h 527803"/>
                <a:gd name="connsiteX10" fmla="*/ 263902 w 527803"/>
                <a:gd name="connsiteY10" fmla="*/ 444333 h 527803"/>
                <a:gd name="connsiteX11" fmla="*/ 83470 w 527803"/>
                <a:gd name="connsiteY11" fmla="*/ 263902 h 527803"/>
                <a:gd name="connsiteX12" fmla="*/ 85809 w 527803"/>
                <a:gd name="connsiteY12" fmla="*/ 235299 h 527803"/>
                <a:gd name="connsiteX13" fmla="*/ 133480 w 527803"/>
                <a:gd name="connsiteY13" fmla="*/ 139596 h 527803"/>
                <a:gd name="connsiteX14" fmla="*/ 263902 w 527803"/>
                <a:gd name="connsiteY14" fmla="*/ 83470 h 527803"/>
                <a:gd name="connsiteX15" fmla="*/ 444333 w 527803"/>
                <a:gd name="connsiteY15" fmla="*/ 263902 h 527803"/>
                <a:gd name="connsiteX16" fmla="*/ 388387 w 527803"/>
                <a:gd name="connsiteY16" fmla="*/ 394503 h 527803"/>
                <a:gd name="connsiteX17" fmla="*/ 292505 w 527803"/>
                <a:gd name="connsiteY17" fmla="*/ 441995 h 527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27803" h="527803">
                  <a:moveTo>
                    <a:pt x="263902" y="0"/>
                  </a:moveTo>
                  <a:cubicBezTo>
                    <a:pt x="189606" y="0"/>
                    <a:pt x="122327" y="30762"/>
                    <a:pt x="74296" y="80412"/>
                  </a:cubicBezTo>
                  <a:cubicBezTo>
                    <a:pt x="50190" y="105237"/>
                    <a:pt x="30941" y="134739"/>
                    <a:pt x="18169" y="167660"/>
                  </a:cubicBezTo>
                  <a:cubicBezTo>
                    <a:pt x="6476" y="197342"/>
                    <a:pt x="0" y="229902"/>
                    <a:pt x="0" y="263902"/>
                  </a:cubicBezTo>
                  <a:cubicBezTo>
                    <a:pt x="0" y="409614"/>
                    <a:pt x="118189" y="527803"/>
                    <a:pt x="263902" y="527803"/>
                  </a:cubicBezTo>
                  <a:cubicBezTo>
                    <a:pt x="297901" y="527803"/>
                    <a:pt x="330462" y="521327"/>
                    <a:pt x="360144" y="509634"/>
                  </a:cubicBezTo>
                  <a:cubicBezTo>
                    <a:pt x="393064" y="496862"/>
                    <a:pt x="422566" y="477613"/>
                    <a:pt x="447392" y="453508"/>
                  </a:cubicBezTo>
                  <a:cubicBezTo>
                    <a:pt x="497042" y="405477"/>
                    <a:pt x="527803" y="338197"/>
                    <a:pt x="527803" y="263902"/>
                  </a:cubicBezTo>
                  <a:cubicBezTo>
                    <a:pt x="527803" y="118189"/>
                    <a:pt x="409614" y="0"/>
                    <a:pt x="263902" y="0"/>
                  </a:cubicBezTo>
                  <a:close/>
                  <a:moveTo>
                    <a:pt x="292505" y="441995"/>
                  </a:moveTo>
                  <a:cubicBezTo>
                    <a:pt x="283150" y="443614"/>
                    <a:pt x="273616" y="444333"/>
                    <a:pt x="263902" y="444333"/>
                  </a:cubicBezTo>
                  <a:cubicBezTo>
                    <a:pt x="164242" y="444333"/>
                    <a:pt x="83470" y="363562"/>
                    <a:pt x="83470" y="263902"/>
                  </a:cubicBezTo>
                  <a:cubicBezTo>
                    <a:pt x="83470" y="254188"/>
                    <a:pt x="84189" y="244653"/>
                    <a:pt x="85809" y="235299"/>
                  </a:cubicBezTo>
                  <a:cubicBezTo>
                    <a:pt x="91565" y="198421"/>
                    <a:pt x="108655" y="165321"/>
                    <a:pt x="133480" y="139596"/>
                  </a:cubicBezTo>
                  <a:cubicBezTo>
                    <a:pt x="166040" y="105057"/>
                    <a:pt x="212453" y="83470"/>
                    <a:pt x="263902" y="83470"/>
                  </a:cubicBezTo>
                  <a:cubicBezTo>
                    <a:pt x="363562" y="83470"/>
                    <a:pt x="444333" y="164242"/>
                    <a:pt x="444333" y="263902"/>
                  </a:cubicBezTo>
                  <a:cubicBezTo>
                    <a:pt x="444333" y="315171"/>
                    <a:pt x="422926" y="361583"/>
                    <a:pt x="388387" y="394503"/>
                  </a:cubicBezTo>
                  <a:cubicBezTo>
                    <a:pt x="362662" y="419149"/>
                    <a:pt x="329382" y="436238"/>
                    <a:pt x="292505" y="441995"/>
                  </a:cubicBezTo>
                  <a:close/>
                </a:path>
              </a:pathLst>
            </a:custGeom>
            <a:gradFill>
              <a:gsLst>
                <a:gs pos="0">
                  <a:schemeClr val="bg2">
                    <a:alpha val="69000"/>
                  </a:schemeClr>
                </a:gs>
                <a:gs pos="100000">
                  <a:schemeClr val="bg2">
                    <a:lumMod val="60000"/>
                    <a:lumOff val="40000"/>
                    <a:alpha val="45000"/>
                  </a:schemeClr>
                </a:gs>
              </a:gsLst>
              <a:lin ang="13500000" scaled="1"/>
            </a:gradFill>
            <a:ln w="1798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29" name="Freeform: Shape 39">
              <a:extLst>
                <a:ext uri="{FF2B5EF4-FFF2-40B4-BE49-F238E27FC236}">
                  <a16:creationId xmlns:a16="http://schemas.microsoft.com/office/drawing/2014/main" id="{81FCAFD5-70B1-CFC7-B6AE-345B2805E364}"/>
                </a:ext>
              </a:extLst>
            </p:cNvPr>
            <p:cNvSpPr/>
            <p:nvPr/>
          </p:nvSpPr>
          <p:spPr>
            <a:xfrm flipH="1">
              <a:off x="8559081" y="891904"/>
              <a:ext cx="1420427" cy="1420427"/>
            </a:xfrm>
            <a:custGeom>
              <a:avLst/>
              <a:gdLst>
                <a:gd name="connsiteX0" fmla="*/ 1419708 w 1420427"/>
                <a:gd name="connsiteY0" fmla="*/ 680352 h 1420427"/>
                <a:gd name="connsiteX1" fmla="*/ 740076 w 1420427"/>
                <a:gd name="connsiteY1" fmla="*/ 720 h 1420427"/>
                <a:gd name="connsiteX2" fmla="*/ 710214 w 1420427"/>
                <a:gd name="connsiteY2" fmla="*/ 0 h 1420427"/>
                <a:gd name="connsiteX3" fmla="*/ 13672 w 1420427"/>
                <a:gd name="connsiteY3" fmla="*/ 570438 h 1420427"/>
                <a:gd name="connsiteX4" fmla="*/ 0 w 1420427"/>
                <a:gd name="connsiteY4" fmla="*/ 710214 h 1420427"/>
                <a:gd name="connsiteX5" fmla="*/ 7196 w 1420427"/>
                <a:gd name="connsiteY5" fmla="*/ 811493 h 1420427"/>
                <a:gd name="connsiteX6" fmla="*/ 20328 w 1420427"/>
                <a:gd name="connsiteY6" fmla="*/ 879672 h 1420427"/>
                <a:gd name="connsiteX7" fmla="*/ 540756 w 1420427"/>
                <a:gd name="connsiteY7" fmla="*/ 1400100 h 1420427"/>
                <a:gd name="connsiteX8" fmla="*/ 608935 w 1420427"/>
                <a:gd name="connsiteY8" fmla="*/ 1413232 h 1420427"/>
                <a:gd name="connsiteX9" fmla="*/ 710214 w 1420427"/>
                <a:gd name="connsiteY9" fmla="*/ 1420427 h 1420427"/>
                <a:gd name="connsiteX10" fmla="*/ 716510 w 1420427"/>
                <a:gd name="connsiteY10" fmla="*/ 1420427 h 1420427"/>
                <a:gd name="connsiteX11" fmla="*/ 1420428 w 1420427"/>
                <a:gd name="connsiteY11" fmla="*/ 710214 h 1420427"/>
                <a:gd name="connsiteX12" fmla="*/ 1419708 w 1420427"/>
                <a:gd name="connsiteY12" fmla="*/ 680352 h 1420427"/>
                <a:gd name="connsiteX13" fmla="*/ 710214 w 1420427"/>
                <a:gd name="connsiteY13" fmla="*/ 1362682 h 1420427"/>
                <a:gd name="connsiteX14" fmla="*/ 671357 w 1420427"/>
                <a:gd name="connsiteY14" fmla="*/ 1361423 h 1420427"/>
                <a:gd name="connsiteX15" fmla="*/ 534279 w 1420427"/>
                <a:gd name="connsiteY15" fmla="*/ 1338577 h 1420427"/>
                <a:gd name="connsiteX16" fmla="*/ 448831 w 1420427"/>
                <a:gd name="connsiteY16" fmla="*/ 1308175 h 1420427"/>
                <a:gd name="connsiteX17" fmla="*/ 112253 w 1420427"/>
                <a:gd name="connsiteY17" fmla="*/ 971597 h 1420427"/>
                <a:gd name="connsiteX18" fmla="*/ 81851 w 1420427"/>
                <a:gd name="connsiteY18" fmla="*/ 886148 h 1420427"/>
                <a:gd name="connsiteX19" fmla="*/ 57745 w 1420427"/>
                <a:gd name="connsiteY19" fmla="*/ 710214 h 1420427"/>
                <a:gd name="connsiteX20" fmla="*/ 63142 w 1420427"/>
                <a:gd name="connsiteY20" fmla="*/ 626024 h 1420427"/>
                <a:gd name="connsiteX21" fmla="*/ 710214 w 1420427"/>
                <a:gd name="connsiteY21" fmla="*/ 57745 h 1420427"/>
                <a:gd name="connsiteX22" fmla="*/ 803758 w 1420427"/>
                <a:gd name="connsiteY22" fmla="*/ 64401 h 1420427"/>
                <a:gd name="connsiteX23" fmla="*/ 1356026 w 1420427"/>
                <a:gd name="connsiteY23" fmla="*/ 616670 h 1420427"/>
                <a:gd name="connsiteX24" fmla="*/ 1362682 w 1420427"/>
                <a:gd name="connsiteY24" fmla="*/ 710214 h 1420427"/>
                <a:gd name="connsiteX25" fmla="*/ 710214 w 1420427"/>
                <a:gd name="connsiteY25" fmla="*/ 1362682 h 1420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20427" h="1420427">
                  <a:moveTo>
                    <a:pt x="1419708" y="680352"/>
                  </a:moveTo>
                  <a:cubicBezTo>
                    <a:pt x="1404597" y="311753"/>
                    <a:pt x="1108675" y="15830"/>
                    <a:pt x="740076" y="720"/>
                  </a:cubicBezTo>
                  <a:cubicBezTo>
                    <a:pt x="730182" y="180"/>
                    <a:pt x="720288" y="0"/>
                    <a:pt x="710214" y="0"/>
                  </a:cubicBezTo>
                  <a:cubicBezTo>
                    <a:pt x="365721" y="0"/>
                    <a:pt x="78613" y="245013"/>
                    <a:pt x="13672" y="570438"/>
                  </a:cubicBezTo>
                  <a:cubicBezTo>
                    <a:pt x="4677" y="615591"/>
                    <a:pt x="0" y="662362"/>
                    <a:pt x="0" y="710214"/>
                  </a:cubicBezTo>
                  <a:cubicBezTo>
                    <a:pt x="0" y="744573"/>
                    <a:pt x="2518" y="778393"/>
                    <a:pt x="7196" y="811493"/>
                  </a:cubicBezTo>
                  <a:cubicBezTo>
                    <a:pt x="10434" y="834519"/>
                    <a:pt x="14931" y="857365"/>
                    <a:pt x="20328" y="879672"/>
                  </a:cubicBezTo>
                  <a:cubicBezTo>
                    <a:pt x="82930" y="1135838"/>
                    <a:pt x="284589" y="1337497"/>
                    <a:pt x="540756" y="1400100"/>
                  </a:cubicBezTo>
                  <a:cubicBezTo>
                    <a:pt x="563062" y="1405496"/>
                    <a:pt x="585908" y="1409994"/>
                    <a:pt x="608935" y="1413232"/>
                  </a:cubicBezTo>
                  <a:cubicBezTo>
                    <a:pt x="642035" y="1417909"/>
                    <a:pt x="675854" y="1420427"/>
                    <a:pt x="710214" y="1420427"/>
                  </a:cubicBezTo>
                  <a:lnTo>
                    <a:pt x="716510" y="1420427"/>
                  </a:lnTo>
                  <a:cubicBezTo>
                    <a:pt x="1105976" y="1417010"/>
                    <a:pt x="1420428" y="1100580"/>
                    <a:pt x="1420428" y="710214"/>
                  </a:cubicBezTo>
                  <a:cubicBezTo>
                    <a:pt x="1420428" y="700140"/>
                    <a:pt x="1420248" y="690246"/>
                    <a:pt x="1419708" y="680352"/>
                  </a:cubicBezTo>
                  <a:close/>
                  <a:moveTo>
                    <a:pt x="710214" y="1362682"/>
                  </a:moveTo>
                  <a:cubicBezTo>
                    <a:pt x="697262" y="1362682"/>
                    <a:pt x="684309" y="1362322"/>
                    <a:pt x="671357" y="1361423"/>
                  </a:cubicBezTo>
                  <a:cubicBezTo>
                    <a:pt x="624225" y="1358725"/>
                    <a:pt x="578353" y="1350989"/>
                    <a:pt x="534279" y="1338577"/>
                  </a:cubicBezTo>
                  <a:cubicBezTo>
                    <a:pt x="504957" y="1330482"/>
                    <a:pt x="476354" y="1320228"/>
                    <a:pt x="448831" y="1308175"/>
                  </a:cubicBezTo>
                  <a:cubicBezTo>
                    <a:pt x="298621" y="1242514"/>
                    <a:pt x="177913" y="1121807"/>
                    <a:pt x="112253" y="971597"/>
                  </a:cubicBezTo>
                  <a:cubicBezTo>
                    <a:pt x="100200" y="944073"/>
                    <a:pt x="89946" y="915471"/>
                    <a:pt x="81851" y="886148"/>
                  </a:cubicBezTo>
                  <a:cubicBezTo>
                    <a:pt x="66020" y="830202"/>
                    <a:pt x="57745" y="771197"/>
                    <a:pt x="57745" y="710214"/>
                  </a:cubicBezTo>
                  <a:cubicBezTo>
                    <a:pt x="57745" y="681791"/>
                    <a:pt x="59544" y="653548"/>
                    <a:pt x="63142" y="626024"/>
                  </a:cubicBezTo>
                  <a:cubicBezTo>
                    <a:pt x="104517" y="305457"/>
                    <a:pt x="378493" y="57745"/>
                    <a:pt x="710214" y="57745"/>
                  </a:cubicBezTo>
                  <a:cubicBezTo>
                    <a:pt x="742055" y="57745"/>
                    <a:pt x="773176" y="60084"/>
                    <a:pt x="803758" y="64401"/>
                  </a:cubicBezTo>
                  <a:cubicBezTo>
                    <a:pt x="1089246" y="105417"/>
                    <a:pt x="1315011" y="331181"/>
                    <a:pt x="1356026" y="616670"/>
                  </a:cubicBezTo>
                  <a:cubicBezTo>
                    <a:pt x="1360344" y="647251"/>
                    <a:pt x="1362682" y="678373"/>
                    <a:pt x="1362682" y="710214"/>
                  </a:cubicBezTo>
                  <a:cubicBezTo>
                    <a:pt x="1362682" y="1070537"/>
                    <a:pt x="1070538" y="1362682"/>
                    <a:pt x="710214" y="1362682"/>
                  </a:cubicBezTo>
                  <a:close/>
                </a:path>
              </a:pathLst>
            </a:custGeom>
            <a:gradFill>
              <a:gsLst>
                <a:gs pos="0">
                  <a:srgbClr val="0098FF"/>
                </a:gs>
                <a:gs pos="50000">
                  <a:srgbClr val="00BCFF"/>
                </a:gs>
                <a:gs pos="100000">
                  <a:srgbClr val="00E1FF"/>
                </a:gs>
              </a:gsLst>
              <a:lin ang="18900000" scaled="1"/>
            </a:gradFill>
            <a:ln w="179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30" name="Freeform: Shape 40">
              <a:extLst>
                <a:ext uri="{FF2B5EF4-FFF2-40B4-BE49-F238E27FC236}">
                  <a16:creationId xmlns:a16="http://schemas.microsoft.com/office/drawing/2014/main" id="{F1113073-8A53-5648-8D29-688BF62C3037}"/>
                </a:ext>
              </a:extLst>
            </p:cNvPr>
            <p:cNvSpPr/>
            <p:nvPr/>
          </p:nvSpPr>
          <p:spPr>
            <a:xfrm flipH="1">
              <a:off x="8732317" y="1064960"/>
              <a:ext cx="1074135" cy="1074315"/>
            </a:xfrm>
            <a:custGeom>
              <a:avLst/>
              <a:gdLst>
                <a:gd name="connsiteX0" fmla="*/ 993904 w 1074135"/>
                <a:gd name="connsiteY0" fmla="*/ 254547 h 1074315"/>
                <a:gd name="connsiteX1" fmla="*/ 819768 w 1074135"/>
                <a:gd name="connsiteY1" fmla="*/ 80412 h 1074315"/>
                <a:gd name="connsiteX2" fmla="*/ 537158 w 1074135"/>
                <a:gd name="connsiteY2" fmla="*/ 0 h 1074315"/>
                <a:gd name="connsiteX3" fmla="*/ 0 w 1074135"/>
                <a:gd name="connsiteY3" fmla="*/ 537158 h 1074315"/>
                <a:gd name="connsiteX4" fmla="*/ 1799 w 1074135"/>
                <a:gd name="connsiteY4" fmla="*/ 580871 h 1074315"/>
                <a:gd name="connsiteX5" fmla="*/ 394144 w 1074135"/>
                <a:gd name="connsiteY5" fmla="*/ 1054887 h 1074315"/>
                <a:gd name="connsiteX6" fmla="*/ 394144 w 1074135"/>
                <a:gd name="connsiteY6" fmla="*/ 1054887 h 1074315"/>
                <a:gd name="connsiteX7" fmla="*/ 536978 w 1074135"/>
                <a:gd name="connsiteY7" fmla="*/ 1074315 h 1074315"/>
                <a:gd name="connsiteX8" fmla="*/ 1074136 w 1074135"/>
                <a:gd name="connsiteY8" fmla="*/ 537158 h 1074315"/>
                <a:gd name="connsiteX9" fmla="*/ 993724 w 1074135"/>
                <a:gd name="connsiteY9" fmla="*/ 254547 h 1074315"/>
                <a:gd name="connsiteX10" fmla="*/ 537158 w 1074135"/>
                <a:gd name="connsiteY10" fmla="*/ 1013152 h 1074315"/>
                <a:gd name="connsiteX11" fmla="*/ 318589 w 1074135"/>
                <a:gd name="connsiteY11" fmla="*/ 960084 h 1074315"/>
                <a:gd name="connsiteX12" fmla="*/ 318409 w 1074135"/>
                <a:gd name="connsiteY12" fmla="*/ 960084 h 1074315"/>
                <a:gd name="connsiteX13" fmla="*/ 318229 w 1074135"/>
                <a:gd name="connsiteY13" fmla="*/ 959904 h 1074315"/>
                <a:gd name="connsiteX14" fmla="*/ 80951 w 1074135"/>
                <a:gd name="connsiteY14" fmla="*/ 673156 h 1074315"/>
                <a:gd name="connsiteX15" fmla="*/ 80951 w 1074135"/>
                <a:gd name="connsiteY15" fmla="*/ 673156 h 1074315"/>
                <a:gd name="connsiteX16" fmla="*/ 61163 w 1074135"/>
                <a:gd name="connsiteY16" fmla="*/ 537158 h 1074315"/>
                <a:gd name="connsiteX17" fmla="*/ 537158 w 1074135"/>
                <a:gd name="connsiteY17" fmla="*/ 61163 h 1074315"/>
                <a:gd name="connsiteX18" fmla="*/ 1013152 w 1074135"/>
                <a:gd name="connsiteY18" fmla="*/ 537158 h 1074315"/>
                <a:gd name="connsiteX19" fmla="*/ 537158 w 1074135"/>
                <a:gd name="connsiteY19" fmla="*/ 1013152 h 1074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4135" h="1074315">
                  <a:moveTo>
                    <a:pt x="993904" y="254547"/>
                  </a:moveTo>
                  <a:cubicBezTo>
                    <a:pt x="950190" y="183850"/>
                    <a:pt x="890466" y="124125"/>
                    <a:pt x="819768" y="80412"/>
                  </a:cubicBezTo>
                  <a:cubicBezTo>
                    <a:pt x="737737" y="29322"/>
                    <a:pt x="640955" y="0"/>
                    <a:pt x="537158" y="0"/>
                  </a:cubicBezTo>
                  <a:cubicBezTo>
                    <a:pt x="240516" y="0"/>
                    <a:pt x="0" y="240516"/>
                    <a:pt x="0" y="537158"/>
                  </a:cubicBezTo>
                  <a:cubicBezTo>
                    <a:pt x="0" y="551909"/>
                    <a:pt x="540" y="566480"/>
                    <a:pt x="1799" y="580871"/>
                  </a:cubicBezTo>
                  <a:cubicBezTo>
                    <a:pt x="20148" y="808615"/>
                    <a:pt x="180432" y="996062"/>
                    <a:pt x="394144" y="1054887"/>
                  </a:cubicBezTo>
                  <a:lnTo>
                    <a:pt x="394144" y="1054887"/>
                  </a:lnTo>
                  <a:cubicBezTo>
                    <a:pt x="439656" y="1067659"/>
                    <a:pt x="487508" y="1074315"/>
                    <a:pt x="536978" y="1074315"/>
                  </a:cubicBezTo>
                  <a:cubicBezTo>
                    <a:pt x="833620" y="1074315"/>
                    <a:pt x="1074136" y="833800"/>
                    <a:pt x="1074136" y="537158"/>
                  </a:cubicBezTo>
                  <a:cubicBezTo>
                    <a:pt x="1074136" y="433360"/>
                    <a:pt x="1044813" y="336578"/>
                    <a:pt x="993724" y="254547"/>
                  </a:cubicBezTo>
                  <a:close/>
                  <a:moveTo>
                    <a:pt x="537158" y="1013152"/>
                  </a:moveTo>
                  <a:cubicBezTo>
                    <a:pt x="458185" y="1013152"/>
                    <a:pt x="384070" y="993903"/>
                    <a:pt x="318589" y="960084"/>
                  </a:cubicBezTo>
                  <a:lnTo>
                    <a:pt x="318409" y="960084"/>
                  </a:lnTo>
                  <a:cubicBezTo>
                    <a:pt x="318409" y="960084"/>
                    <a:pt x="318229" y="959904"/>
                    <a:pt x="318229" y="959904"/>
                  </a:cubicBezTo>
                  <a:cubicBezTo>
                    <a:pt x="204717" y="901079"/>
                    <a:pt x="117829" y="797821"/>
                    <a:pt x="80951" y="673156"/>
                  </a:cubicBezTo>
                  <a:lnTo>
                    <a:pt x="80951" y="673156"/>
                  </a:lnTo>
                  <a:cubicBezTo>
                    <a:pt x="67999" y="629982"/>
                    <a:pt x="61163" y="584469"/>
                    <a:pt x="61163" y="537158"/>
                  </a:cubicBezTo>
                  <a:cubicBezTo>
                    <a:pt x="61163" y="274335"/>
                    <a:pt x="274335" y="61163"/>
                    <a:pt x="537158" y="61163"/>
                  </a:cubicBezTo>
                  <a:cubicBezTo>
                    <a:pt x="799980" y="61163"/>
                    <a:pt x="1013152" y="274335"/>
                    <a:pt x="1013152" y="537158"/>
                  </a:cubicBezTo>
                  <a:cubicBezTo>
                    <a:pt x="1013152" y="799980"/>
                    <a:pt x="799980" y="1013152"/>
                    <a:pt x="537158" y="1013152"/>
                  </a:cubicBezTo>
                  <a:close/>
                </a:path>
              </a:pathLst>
            </a:custGeom>
            <a:gradFill>
              <a:gsLst>
                <a:gs pos="0">
                  <a:srgbClr val="0098FF"/>
                </a:gs>
                <a:gs pos="50000">
                  <a:srgbClr val="00BCFF"/>
                </a:gs>
                <a:gs pos="100000">
                  <a:srgbClr val="00E1FF"/>
                </a:gs>
              </a:gsLst>
              <a:lin ang="18900000" scaled="1"/>
            </a:gradFill>
            <a:ln w="179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36" name="Freeform: Shape 41">
              <a:extLst>
                <a:ext uri="{FF2B5EF4-FFF2-40B4-BE49-F238E27FC236}">
                  <a16:creationId xmlns:a16="http://schemas.microsoft.com/office/drawing/2014/main" id="{28636BDB-56DF-0791-3116-756A8C1D94DE}"/>
                </a:ext>
              </a:extLst>
            </p:cNvPr>
            <p:cNvSpPr/>
            <p:nvPr/>
          </p:nvSpPr>
          <p:spPr>
            <a:xfrm flipH="1">
              <a:off x="8930378" y="1263201"/>
              <a:ext cx="677833" cy="677833"/>
            </a:xfrm>
            <a:custGeom>
              <a:avLst/>
              <a:gdLst>
                <a:gd name="connsiteX0" fmla="*/ 338917 w 677833"/>
                <a:gd name="connsiteY0" fmla="*/ 0 h 677833"/>
                <a:gd name="connsiteX1" fmla="*/ 0 w 677833"/>
                <a:gd name="connsiteY1" fmla="*/ 338917 h 677833"/>
                <a:gd name="connsiteX2" fmla="*/ 338917 w 677833"/>
                <a:gd name="connsiteY2" fmla="*/ 677833 h 677833"/>
                <a:gd name="connsiteX3" fmla="*/ 677833 w 677833"/>
                <a:gd name="connsiteY3" fmla="*/ 338917 h 677833"/>
                <a:gd name="connsiteX4" fmla="*/ 338917 w 677833"/>
                <a:gd name="connsiteY4" fmla="*/ 0 h 677833"/>
                <a:gd name="connsiteX5" fmla="*/ 338917 w 677833"/>
                <a:gd name="connsiteY5" fmla="*/ 619008 h 677833"/>
                <a:gd name="connsiteX6" fmla="*/ 58825 w 677833"/>
                <a:gd name="connsiteY6" fmla="*/ 338917 h 677833"/>
                <a:gd name="connsiteX7" fmla="*/ 338917 w 677833"/>
                <a:gd name="connsiteY7" fmla="*/ 58825 h 677833"/>
                <a:gd name="connsiteX8" fmla="*/ 619008 w 677833"/>
                <a:gd name="connsiteY8" fmla="*/ 338917 h 677833"/>
                <a:gd name="connsiteX9" fmla="*/ 338917 w 677833"/>
                <a:gd name="connsiteY9" fmla="*/ 619008 h 677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7833" h="677833">
                  <a:moveTo>
                    <a:pt x="338917" y="0"/>
                  </a:moveTo>
                  <a:cubicBezTo>
                    <a:pt x="151829" y="0"/>
                    <a:pt x="0" y="151829"/>
                    <a:pt x="0" y="338917"/>
                  </a:cubicBezTo>
                  <a:cubicBezTo>
                    <a:pt x="0" y="526004"/>
                    <a:pt x="151829" y="677833"/>
                    <a:pt x="338917" y="677833"/>
                  </a:cubicBezTo>
                  <a:cubicBezTo>
                    <a:pt x="526004" y="677833"/>
                    <a:pt x="677833" y="526184"/>
                    <a:pt x="677833" y="338917"/>
                  </a:cubicBezTo>
                  <a:cubicBezTo>
                    <a:pt x="677833" y="151649"/>
                    <a:pt x="526184" y="0"/>
                    <a:pt x="338917" y="0"/>
                  </a:cubicBezTo>
                  <a:close/>
                  <a:moveTo>
                    <a:pt x="338917" y="619008"/>
                  </a:moveTo>
                  <a:cubicBezTo>
                    <a:pt x="184209" y="619008"/>
                    <a:pt x="58825" y="493624"/>
                    <a:pt x="58825" y="338917"/>
                  </a:cubicBezTo>
                  <a:cubicBezTo>
                    <a:pt x="58825" y="184209"/>
                    <a:pt x="184209" y="58825"/>
                    <a:pt x="338917" y="58825"/>
                  </a:cubicBezTo>
                  <a:cubicBezTo>
                    <a:pt x="493624" y="58825"/>
                    <a:pt x="619008" y="184209"/>
                    <a:pt x="619008" y="338917"/>
                  </a:cubicBezTo>
                  <a:cubicBezTo>
                    <a:pt x="619008" y="493624"/>
                    <a:pt x="493624" y="619008"/>
                    <a:pt x="338917" y="619008"/>
                  </a:cubicBezTo>
                  <a:close/>
                </a:path>
              </a:pathLst>
            </a:custGeom>
            <a:gradFill>
              <a:gsLst>
                <a:gs pos="0">
                  <a:srgbClr val="0098FF"/>
                </a:gs>
                <a:gs pos="50000">
                  <a:srgbClr val="00BCFF"/>
                </a:gs>
                <a:gs pos="100000">
                  <a:srgbClr val="00E1FF"/>
                </a:gs>
              </a:gsLst>
              <a:lin ang="18899822" scaled="1"/>
            </a:gradFill>
            <a:ln w="179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37" name="Freeform: Shape 42">
              <a:extLst>
                <a:ext uri="{FF2B5EF4-FFF2-40B4-BE49-F238E27FC236}">
                  <a16:creationId xmlns:a16="http://schemas.microsoft.com/office/drawing/2014/main" id="{FBDECF47-CED5-1263-9954-DBF9AB295A63}"/>
                </a:ext>
              </a:extLst>
            </p:cNvPr>
            <p:cNvSpPr/>
            <p:nvPr/>
          </p:nvSpPr>
          <p:spPr>
            <a:xfrm flipH="1">
              <a:off x="9102175" y="1434998"/>
              <a:ext cx="334239" cy="334239"/>
            </a:xfrm>
            <a:custGeom>
              <a:avLst/>
              <a:gdLst>
                <a:gd name="connsiteX0" fmla="*/ 167120 w 334239"/>
                <a:gd name="connsiteY0" fmla="*/ 0 h 334239"/>
                <a:gd name="connsiteX1" fmla="*/ 0 w 334239"/>
                <a:gd name="connsiteY1" fmla="*/ 167120 h 334239"/>
                <a:gd name="connsiteX2" fmla="*/ 167120 w 334239"/>
                <a:gd name="connsiteY2" fmla="*/ 334239 h 334239"/>
                <a:gd name="connsiteX3" fmla="*/ 334239 w 334239"/>
                <a:gd name="connsiteY3" fmla="*/ 167120 h 334239"/>
                <a:gd name="connsiteX4" fmla="*/ 167120 w 334239"/>
                <a:gd name="connsiteY4" fmla="*/ 0 h 334239"/>
                <a:gd name="connsiteX5" fmla="*/ 167120 w 334239"/>
                <a:gd name="connsiteY5" fmla="*/ 281351 h 334239"/>
                <a:gd name="connsiteX6" fmla="*/ 52888 w 334239"/>
                <a:gd name="connsiteY6" fmla="*/ 167120 h 334239"/>
                <a:gd name="connsiteX7" fmla="*/ 167120 w 334239"/>
                <a:gd name="connsiteY7" fmla="*/ 52888 h 334239"/>
                <a:gd name="connsiteX8" fmla="*/ 281351 w 334239"/>
                <a:gd name="connsiteY8" fmla="*/ 167120 h 334239"/>
                <a:gd name="connsiteX9" fmla="*/ 167120 w 334239"/>
                <a:gd name="connsiteY9" fmla="*/ 281351 h 334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4239" h="334239">
                  <a:moveTo>
                    <a:pt x="167120" y="0"/>
                  </a:moveTo>
                  <a:cubicBezTo>
                    <a:pt x="74835" y="0"/>
                    <a:pt x="0" y="74835"/>
                    <a:pt x="0" y="167120"/>
                  </a:cubicBezTo>
                  <a:cubicBezTo>
                    <a:pt x="0" y="259404"/>
                    <a:pt x="74835" y="334239"/>
                    <a:pt x="167120" y="334239"/>
                  </a:cubicBezTo>
                  <a:cubicBezTo>
                    <a:pt x="259405" y="334239"/>
                    <a:pt x="334239" y="259404"/>
                    <a:pt x="334239" y="167120"/>
                  </a:cubicBezTo>
                  <a:cubicBezTo>
                    <a:pt x="334239" y="74835"/>
                    <a:pt x="259405" y="0"/>
                    <a:pt x="167120" y="0"/>
                  </a:cubicBezTo>
                  <a:close/>
                  <a:moveTo>
                    <a:pt x="167120" y="281351"/>
                  </a:moveTo>
                  <a:cubicBezTo>
                    <a:pt x="104158" y="281351"/>
                    <a:pt x="52888" y="230262"/>
                    <a:pt x="52888" y="167120"/>
                  </a:cubicBezTo>
                  <a:cubicBezTo>
                    <a:pt x="52888" y="103978"/>
                    <a:pt x="104158" y="52888"/>
                    <a:pt x="167120" y="52888"/>
                  </a:cubicBezTo>
                  <a:cubicBezTo>
                    <a:pt x="230082" y="52888"/>
                    <a:pt x="281351" y="104158"/>
                    <a:pt x="281351" y="167120"/>
                  </a:cubicBezTo>
                  <a:cubicBezTo>
                    <a:pt x="281351" y="230082"/>
                    <a:pt x="230262" y="281351"/>
                    <a:pt x="167120" y="281351"/>
                  </a:cubicBezTo>
                  <a:close/>
                </a:path>
              </a:pathLst>
            </a:custGeom>
            <a:gradFill>
              <a:gsLst>
                <a:gs pos="0">
                  <a:srgbClr val="0098FF"/>
                </a:gs>
                <a:gs pos="50000">
                  <a:srgbClr val="00BCFF"/>
                </a:gs>
                <a:gs pos="100000">
                  <a:srgbClr val="00E1FF"/>
                </a:gs>
              </a:gsLst>
              <a:lin ang="18900000" scaled="1"/>
            </a:gradFill>
            <a:ln w="179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38" name="Freeform: Shape 43">
              <a:extLst>
                <a:ext uri="{FF2B5EF4-FFF2-40B4-BE49-F238E27FC236}">
                  <a16:creationId xmlns:a16="http://schemas.microsoft.com/office/drawing/2014/main" id="{A7D683D5-27F9-55A9-1CDB-7B486D835525}"/>
                </a:ext>
              </a:extLst>
            </p:cNvPr>
            <p:cNvSpPr/>
            <p:nvPr/>
          </p:nvSpPr>
          <p:spPr>
            <a:xfrm flipH="1">
              <a:off x="11134328" y="2879711"/>
              <a:ext cx="347099" cy="363232"/>
            </a:xfrm>
            <a:custGeom>
              <a:avLst/>
              <a:gdLst>
                <a:gd name="connsiteX0" fmla="*/ 323086 w 347099"/>
                <a:gd name="connsiteY0" fmla="*/ 16010 h 363232"/>
                <a:gd name="connsiteX1" fmla="*/ 0 w 347099"/>
                <a:gd name="connsiteY1" fmla="*/ 339096 h 363232"/>
                <a:gd name="connsiteX2" fmla="*/ 276674 w 347099"/>
                <a:gd name="connsiteY2" fmla="*/ 292684 h 363232"/>
                <a:gd name="connsiteX3" fmla="*/ 314631 w 347099"/>
                <a:gd name="connsiteY3" fmla="*/ 0 h 363232"/>
                <a:gd name="connsiteX4" fmla="*/ 323086 w 347099"/>
                <a:gd name="connsiteY4" fmla="*/ 15831 h 363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99" h="363232">
                  <a:moveTo>
                    <a:pt x="323086" y="16010"/>
                  </a:moveTo>
                  <a:lnTo>
                    <a:pt x="0" y="339096"/>
                  </a:lnTo>
                  <a:cubicBezTo>
                    <a:pt x="90126" y="382630"/>
                    <a:pt x="202199" y="367340"/>
                    <a:pt x="276674" y="292684"/>
                  </a:cubicBezTo>
                  <a:cubicBezTo>
                    <a:pt x="355647" y="213712"/>
                    <a:pt x="368059" y="92644"/>
                    <a:pt x="314631" y="0"/>
                  </a:cubicBezTo>
                  <a:cubicBezTo>
                    <a:pt x="317689" y="5217"/>
                    <a:pt x="320388" y="10434"/>
                    <a:pt x="323086" y="15831"/>
                  </a:cubicBezTo>
                  <a:close/>
                </a:path>
              </a:pathLst>
            </a:custGeom>
            <a:gradFill>
              <a:gsLst>
                <a:gs pos="0">
                  <a:srgbClr val="0098FF"/>
                </a:gs>
                <a:gs pos="50000">
                  <a:srgbClr val="00BCFF"/>
                </a:gs>
                <a:gs pos="100000">
                  <a:srgbClr val="00E1FF"/>
                </a:gs>
              </a:gsLst>
              <a:lin ang="13500000" scaled="1"/>
            </a:gradFill>
            <a:ln w="179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39" name="Freeform: Shape 44">
              <a:extLst>
                <a:ext uri="{FF2B5EF4-FFF2-40B4-BE49-F238E27FC236}">
                  <a16:creationId xmlns:a16="http://schemas.microsoft.com/office/drawing/2014/main" id="{57363D35-7871-51F3-4438-4E24FBF9D3F8}"/>
                </a:ext>
              </a:extLst>
            </p:cNvPr>
            <p:cNvSpPr/>
            <p:nvPr/>
          </p:nvSpPr>
          <p:spPr>
            <a:xfrm flipH="1">
              <a:off x="11168776" y="2863161"/>
              <a:ext cx="8454" cy="13132"/>
            </a:xfrm>
            <a:custGeom>
              <a:avLst/>
              <a:gdLst>
                <a:gd name="connsiteX0" fmla="*/ 0 w 8454"/>
                <a:gd name="connsiteY0" fmla="*/ 0 h 13132"/>
                <a:gd name="connsiteX1" fmla="*/ 8455 w 8454"/>
                <a:gd name="connsiteY1" fmla="*/ 13132 h 13132"/>
                <a:gd name="connsiteX2" fmla="*/ 0 w 8454"/>
                <a:gd name="connsiteY2" fmla="*/ 0 h 13132"/>
              </a:gdLst>
              <a:ahLst/>
              <a:cxnLst>
                <a:cxn ang="0">
                  <a:pos x="connsiteX0" y="connsiteY0"/>
                </a:cxn>
                <a:cxn ang="0">
                  <a:pos x="connsiteX1" y="connsiteY1"/>
                </a:cxn>
                <a:cxn ang="0">
                  <a:pos x="connsiteX2" y="connsiteY2"/>
                </a:cxn>
              </a:cxnLst>
              <a:rect l="l" t="t" r="r" b="b"/>
              <a:pathLst>
                <a:path w="8454" h="13132">
                  <a:moveTo>
                    <a:pt x="0" y="0"/>
                  </a:moveTo>
                  <a:cubicBezTo>
                    <a:pt x="2878" y="4317"/>
                    <a:pt x="5757" y="8635"/>
                    <a:pt x="8455" y="13132"/>
                  </a:cubicBezTo>
                  <a:cubicBezTo>
                    <a:pt x="5757" y="8635"/>
                    <a:pt x="3058" y="4317"/>
                    <a:pt x="0" y="0"/>
                  </a:cubicBezTo>
                  <a:close/>
                </a:path>
              </a:pathLst>
            </a:custGeom>
            <a:gradFill>
              <a:gsLst>
                <a:gs pos="0">
                  <a:srgbClr val="0098FF"/>
                </a:gs>
                <a:gs pos="50000">
                  <a:srgbClr val="00BCFF"/>
                </a:gs>
                <a:gs pos="100000">
                  <a:srgbClr val="00E1FF"/>
                </a:gs>
              </a:gsLst>
              <a:lin ang="13500165" scaled="1"/>
            </a:gradFill>
            <a:ln w="179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40" name="Freeform: Shape 45">
              <a:extLst>
                <a:ext uri="{FF2B5EF4-FFF2-40B4-BE49-F238E27FC236}">
                  <a16:creationId xmlns:a16="http://schemas.microsoft.com/office/drawing/2014/main" id="{E4F9F611-49FD-78DF-D45A-E3E1300B08A5}"/>
                </a:ext>
              </a:extLst>
            </p:cNvPr>
            <p:cNvSpPr/>
            <p:nvPr/>
          </p:nvSpPr>
          <p:spPr>
            <a:xfrm flipH="1">
              <a:off x="11182807" y="2846611"/>
              <a:ext cx="7015" cy="9354"/>
            </a:xfrm>
            <a:custGeom>
              <a:avLst/>
              <a:gdLst>
                <a:gd name="connsiteX0" fmla="*/ 0 w 7015"/>
                <a:gd name="connsiteY0" fmla="*/ 0 h 9354"/>
                <a:gd name="connsiteX1" fmla="*/ 7016 w 7015"/>
                <a:gd name="connsiteY1" fmla="*/ 9354 h 9354"/>
                <a:gd name="connsiteX2" fmla="*/ 0 w 7015"/>
                <a:gd name="connsiteY2" fmla="*/ 0 h 9354"/>
              </a:gdLst>
              <a:ahLst/>
              <a:cxnLst>
                <a:cxn ang="0">
                  <a:pos x="connsiteX0" y="connsiteY0"/>
                </a:cxn>
                <a:cxn ang="0">
                  <a:pos x="connsiteX1" y="connsiteY1"/>
                </a:cxn>
                <a:cxn ang="0">
                  <a:pos x="connsiteX2" y="connsiteY2"/>
                </a:cxn>
              </a:cxnLst>
              <a:rect l="l" t="t" r="r" b="b"/>
              <a:pathLst>
                <a:path w="7015" h="9354">
                  <a:moveTo>
                    <a:pt x="0" y="0"/>
                  </a:moveTo>
                  <a:cubicBezTo>
                    <a:pt x="2518" y="3058"/>
                    <a:pt x="4857" y="6116"/>
                    <a:pt x="7016" y="9354"/>
                  </a:cubicBezTo>
                  <a:cubicBezTo>
                    <a:pt x="4677" y="6296"/>
                    <a:pt x="2339" y="3058"/>
                    <a:pt x="0" y="0"/>
                  </a:cubicBezTo>
                  <a:close/>
                </a:path>
              </a:pathLst>
            </a:custGeom>
            <a:gradFill>
              <a:gsLst>
                <a:gs pos="0">
                  <a:srgbClr val="0098FF"/>
                </a:gs>
                <a:gs pos="50000">
                  <a:srgbClr val="00BCFF"/>
                </a:gs>
                <a:gs pos="100000">
                  <a:srgbClr val="00E1FF"/>
                </a:gs>
              </a:gsLst>
              <a:lin ang="13500165" scaled="1"/>
            </a:gradFill>
            <a:ln w="179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41" name="Freeform: Shape 46">
              <a:extLst>
                <a:ext uri="{FF2B5EF4-FFF2-40B4-BE49-F238E27FC236}">
                  <a16:creationId xmlns:a16="http://schemas.microsoft.com/office/drawing/2014/main" id="{1AEC9D1A-6AAE-042F-1ADB-BE8D4544D14C}"/>
                </a:ext>
              </a:extLst>
            </p:cNvPr>
            <p:cNvSpPr/>
            <p:nvPr/>
          </p:nvSpPr>
          <p:spPr>
            <a:xfrm rot="2700000" flipH="1">
              <a:off x="11200464" y="2851149"/>
              <a:ext cx="484269" cy="166939"/>
            </a:xfrm>
            <a:custGeom>
              <a:avLst/>
              <a:gdLst>
                <a:gd name="connsiteX0" fmla="*/ 0 w 484269"/>
                <a:gd name="connsiteY0" fmla="*/ 0 h 166939"/>
                <a:gd name="connsiteX1" fmla="*/ 484270 w 484269"/>
                <a:gd name="connsiteY1" fmla="*/ 0 h 166939"/>
                <a:gd name="connsiteX2" fmla="*/ 484270 w 484269"/>
                <a:gd name="connsiteY2" fmla="*/ 166940 h 166939"/>
                <a:gd name="connsiteX3" fmla="*/ 0 w 484269"/>
                <a:gd name="connsiteY3" fmla="*/ 166940 h 166939"/>
              </a:gdLst>
              <a:ahLst/>
              <a:cxnLst>
                <a:cxn ang="0">
                  <a:pos x="connsiteX0" y="connsiteY0"/>
                </a:cxn>
                <a:cxn ang="0">
                  <a:pos x="connsiteX1" y="connsiteY1"/>
                </a:cxn>
                <a:cxn ang="0">
                  <a:pos x="connsiteX2" y="connsiteY2"/>
                </a:cxn>
                <a:cxn ang="0">
                  <a:pos x="connsiteX3" y="connsiteY3"/>
                </a:cxn>
              </a:cxnLst>
              <a:rect l="l" t="t" r="r" b="b"/>
              <a:pathLst>
                <a:path w="484269" h="166939">
                  <a:moveTo>
                    <a:pt x="0" y="0"/>
                  </a:moveTo>
                  <a:lnTo>
                    <a:pt x="484270" y="0"/>
                  </a:lnTo>
                  <a:lnTo>
                    <a:pt x="484270" y="166940"/>
                  </a:lnTo>
                  <a:lnTo>
                    <a:pt x="0" y="166940"/>
                  </a:lnTo>
                  <a:close/>
                </a:path>
              </a:pathLst>
            </a:custGeom>
            <a:gradFill>
              <a:gsLst>
                <a:gs pos="0">
                  <a:srgbClr val="0098FF"/>
                </a:gs>
                <a:gs pos="50000">
                  <a:srgbClr val="00BCFF"/>
                </a:gs>
                <a:gs pos="100000">
                  <a:srgbClr val="00E1FF"/>
                </a:gs>
              </a:gsLst>
              <a:lin ang="16200165" scaled="1"/>
            </a:gradFill>
            <a:ln w="179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42" name="Freeform: Shape 47">
              <a:extLst>
                <a:ext uri="{FF2B5EF4-FFF2-40B4-BE49-F238E27FC236}">
                  <a16:creationId xmlns:a16="http://schemas.microsoft.com/office/drawing/2014/main" id="{42FAB161-C6E7-0096-181A-BE981DA57E46}"/>
                </a:ext>
              </a:extLst>
            </p:cNvPr>
            <p:cNvSpPr/>
            <p:nvPr/>
          </p:nvSpPr>
          <p:spPr>
            <a:xfrm flipH="1">
              <a:off x="11521363" y="3187326"/>
              <a:ext cx="9174" cy="7016"/>
            </a:xfrm>
            <a:custGeom>
              <a:avLst/>
              <a:gdLst>
                <a:gd name="connsiteX0" fmla="*/ 9174 w 9174"/>
                <a:gd name="connsiteY0" fmla="*/ 7016 h 7016"/>
                <a:gd name="connsiteX1" fmla="*/ 0 w 9174"/>
                <a:gd name="connsiteY1" fmla="*/ 0 h 7016"/>
                <a:gd name="connsiteX2" fmla="*/ 9174 w 9174"/>
                <a:gd name="connsiteY2" fmla="*/ 7016 h 7016"/>
              </a:gdLst>
              <a:ahLst/>
              <a:cxnLst>
                <a:cxn ang="0">
                  <a:pos x="connsiteX0" y="connsiteY0"/>
                </a:cxn>
                <a:cxn ang="0">
                  <a:pos x="connsiteX1" y="connsiteY1"/>
                </a:cxn>
                <a:cxn ang="0">
                  <a:pos x="connsiteX2" y="connsiteY2"/>
                </a:cxn>
              </a:cxnLst>
              <a:rect l="l" t="t" r="r" b="b"/>
              <a:pathLst>
                <a:path w="9174" h="7016">
                  <a:moveTo>
                    <a:pt x="9174" y="7016"/>
                  </a:moveTo>
                  <a:cubicBezTo>
                    <a:pt x="6116" y="4677"/>
                    <a:pt x="3058" y="2519"/>
                    <a:pt x="0" y="0"/>
                  </a:cubicBezTo>
                  <a:cubicBezTo>
                    <a:pt x="3058" y="2519"/>
                    <a:pt x="6116" y="4677"/>
                    <a:pt x="9174" y="7016"/>
                  </a:cubicBezTo>
                  <a:close/>
                </a:path>
              </a:pathLst>
            </a:custGeom>
            <a:gradFill>
              <a:gsLst>
                <a:gs pos="0">
                  <a:srgbClr val="0098FF"/>
                </a:gs>
                <a:gs pos="50000">
                  <a:srgbClr val="00BCFF"/>
                </a:gs>
                <a:gs pos="100000">
                  <a:srgbClr val="00E1FF"/>
                </a:gs>
              </a:gsLst>
              <a:lin ang="13500000" scaled="1"/>
            </a:gradFill>
            <a:ln w="179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43" name="Freeform: Shape 48">
              <a:extLst>
                <a:ext uri="{FF2B5EF4-FFF2-40B4-BE49-F238E27FC236}">
                  <a16:creationId xmlns:a16="http://schemas.microsoft.com/office/drawing/2014/main" id="{02793FBA-EBE7-8D0B-0250-0B69EE6D1906}"/>
                </a:ext>
              </a:extLst>
            </p:cNvPr>
            <p:cNvSpPr/>
            <p:nvPr/>
          </p:nvSpPr>
          <p:spPr>
            <a:xfrm flipH="1">
              <a:off x="11500856" y="3199919"/>
              <a:ext cx="12952" cy="8274"/>
            </a:xfrm>
            <a:custGeom>
              <a:avLst/>
              <a:gdLst>
                <a:gd name="connsiteX0" fmla="*/ 12952 w 12952"/>
                <a:gd name="connsiteY0" fmla="*/ 8275 h 8274"/>
                <a:gd name="connsiteX1" fmla="*/ 0 w 12952"/>
                <a:gd name="connsiteY1" fmla="*/ 0 h 8274"/>
                <a:gd name="connsiteX2" fmla="*/ 12952 w 12952"/>
                <a:gd name="connsiteY2" fmla="*/ 8275 h 8274"/>
              </a:gdLst>
              <a:ahLst/>
              <a:cxnLst>
                <a:cxn ang="0">
                  <a:pos x="connsiteX0" y="connsiteY0"/>
                </a:cxn>
                <a:cxn ang="0">
                  <a:pos x="connsiteX1" y="connsiteY1"/>
                </a:cxn>
                <a:cxn ang="0">
                  <a:pos x="connsiteX2" y="connsiteY2"/>
                </a:cxn>
              </a:cxnLst>
              <a:rect l="l" t="t" r="r" b="b"/>
              <a:pathLst>
                <a:path w="12952" h="8274">
                  <a:moveTo>
                    <a:pt x="12952" y="8275"/>
                  </a:moveTo>
                  <a:cubicBezTo>
                    <a:pt x="8635" y="5577"/>
                    <a:pt x="4138" y="2878"/>
                    <a:pt x="0" y="0"/>
                  </a:cubicBezTo>
                  <a:cubicBezTo>
                    <a:pt x="4317" y="2878"/>
                    <a:pt x="8635" y="5756"/>
                    <a:pt x="12952" y="8275"/>
                  </a:cubicBezTo>
                  <a:close/>
                </a:path>
              </a:pathLst>
            </a:custGeom>
            <a:gradFill>
              <a:gsLst>
                <a:gs pos="0">
                  <a:srgbClr val="0098FF"/>
                </a:gs>
                <a:gs pos="50000">
                  <a:srgbClr val="00BCFF"/>
                </a:gs>
                <a:gs pos="100000">
                  <a:srgbClr val="00E1FF"/>
                </a:gs>
              </a:gsLst>
              <a:lin ang="13500000" scaled="1"/>
            </a:gradFill>
            <a:ln w="179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44" name="Freeform: Shape 49">
              <a:extLst>
                <a:ext uri="{FF2B5EF4-FFF2-40B4-BE49-F238E27FC236}">
                  <a16:creationId xmlns:a16="http://schemas.microsoft.com/office/drawing/2014/main" id="{97E67AA4-DFBA-8FDD-2324-B5E0395EDD76}"/>
                </a:ext>
              </a:extLst>
            </p:cNvPr>
            <p:cNvSpPr/>
            <p:nvPr/>
          </p:nvSpPr>
          <p:spPr>
            <a:xfrm flipH="1">
              <a:off x="11481427" y="3210353"/>
              <a:ext cx="15830" cy="8454"/>
            </a:xfrm>
            <a:custGeom>
              <a:avLst/>
              <a:gdLst>
                <a:gd name="connsiteX0" fmla="*/ 15831 w 15830"/>
                <a:gd name="connsiteY0" fmla="*/ 8455 h 8454"/>
                <a:gd name="connsiteX1" fmla="*/ 0 w 15830"/>
                <a:gd name="connsiteY1" fmla="*/ 0 h 8454"/>
                <a:gd name="connsiteX2" fmla="*/ 15831 w 15830"/>
                <a:gd name="connsiteY2" fmla="*/ 8455 h 8454"/>
              </a:gdLst>
              <a:ahLst/>
              <a:cxnLst>
                <a:cxn ang="0">
                  <a:pos x="connsiteX0" y="connsiteY0"/>
                </a:cxn>
                <a:cxn ang="0">
                  <a:pos x="connsiteX1" y="connsiteY1"/>
                </a:cxn>
                <a:cxn ang="0">
                  <a:pos x="connsiteX2" y="connsiteY2"/>
                </a:cxn>
              </a:cxnLst>
              <a:rect l="l" t="t" r="r" b="b"/>
              <a:pathLst>
                <a:path w="15830" h="8454">
                  <a:moveTo>
                    <a:pt x="15831" y="8455"/>
                  </a:moveTo>
                  <a:cubicBezTo>
                    <a:pt x="10434" y="5936"/>
                    <a:pt x="5217" y="3058"/>
                    <a:pt x="0" y="0"/>
                  </a:cubicBezTo>
                  <a:cubicBezTo>
                    <a:pt x="5217" y="3058"/>
                    <a:pt x="10434" y="5756"/>
                    <a:pt x="15831" y="8455"/>
                  </a:cubicBezTo>
                  <a:close/>
                </a:path>
              </a:pathLst>
            </a:custGeom>
            <a:gradFill>
              <a:gsLst>
                <a:gs pos="0">
                  <a:srgbClr val="0098FF"/>
                </a:gs>
                <a:gs pos="50000">
                  <a:srgbClr val="00BCFF"/>
                </a:gs>
                <a:gs pos="100000">
                  <a:srgbClr val="00E1FF"/>
                </a:gs>
              </a:gsLst>
              <a:lin ang="13499835" scaled="1"/>
            </a:gradFill>
            <a:ln w="179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45" name="Freeform: Shape 50">
              <a:extLst>
                <a:ext uri="{FF2B5EF4-FFF2-40B4-BE49-F238E27FC236}">
                  <a16:creationId xmlns:a16="http://schemas.microsoft.com/office/drawing/2014/main" id="{0BAE3C18-70B9-E263-BDB5-8672B7B911CE}"/>
                </a:ext>
              </a:extLst>
            </p:cNvPr>
            <p:cNvSpPr/>
            <p:nvPr/>
          </p:nvSpPr>
          <p:spPr>
            <a:xfrm flipH="1">
              <a:off x="11394000" y="2459124"/>
              <a:ext cx="460343" cy="524025"/>
            </a:xfrm>
            <a:custGeom>
              <a:avLst/>
              <a:gdLst>
                <a:gd name="connsiteX0" fmla="*/ 0 w 460343"/>
                <a:gd name="connsiteY0" fmla="*/ 406016 h 524025"/>
                <a:gd name="connsiteX1" fmla="*/ 118009 w 460343"/>
                <a:gd name="connsiteY1" fmla="*/ 524026 h 524025"/>
                <a:gd name="connsiteX2" fmla="*/ 460344 w 460343"/>
                <a:gd name="connsiteY2" fmla="*/ 181691 h 524025"/>
                <a:gd name="connsiteX3" fmla="*/ 278833 w 460343"/>
                <a:gd name="connsiteY3" fmla="*/ 0 h 524025"/>
                <a:gd name="connsiteX4" fmla="*/ 342335 w 460343"/>
                <a:gd name="connsiteY4" fmla="*/ 63682 h 524025"/>
                <a:gd name="connsiteX5" fmla="*/ 0 w 460343"/>
                <a:gd name="connsiteY5" fmla="*/ 406016 h 524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343" h="524025">
                  <a:moveTo>
                    <a:pt x="0" y="406016"/>
                  </a:moveTo>
                  <a:lnTo>
                    <a:pt x="118009" y="524026"/>
                  </a:lnTo>
                  <a:lnTo>
                    <a:pt x="460344" y="181691"/>
                  </a:lnTo>
                  <a:lnTo>
                    <a:pt x="278833" y="0"/>
                  </a:lnTo>
                  <a:lnTo>
                    <a:pt x="342335" y="63682"/>
                  </a:lnTo>
                  <a:lnTo>
                    <a:pt x="0" y="406016"/>
                  </a:lnTo>
                  <a:close/>
                </a:path>
              </a:pathLst>
            </a:custGeom>
            <a:gradFill>
              <a:gsLst>
                <a:gs pos="0">
                  <a:srgbClr val="0098FF"/>
                </a:gs>
                <a:gs pos="50000">
                  <a:srgbClr val="00BCFF"/>
                </a:gs>
                <a:gs pos="100000">
                  <a:srgbClr val="00E1FF"/>
                </a:gs>
              </a:gsLst>
              <a:lin ang="13500165" scaled="1"/>
            </a:gradFill>
            <a:ln w="179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46" name="Freeform: Shape 51">
              <a:extLst>
                <a:ext uri="{FF2B5EF4-FFF2-40B4-BE49-F238E27FC236}">
                  <a16:creationId xmlns:a16="http://schemas.microsoft.com/office/drawing/2014/main" id="{A8DB4DAB-E567-81E3-0478-FF4297E5D92B}"/>
                </a:ext>
              </a:extLst>
            </p:cNvPr>
            <p:cNvSpPr/>
            <p:nvPr/>
          </p:nvSpPr>
          <p:spPr>
            <a:xfrm flipH="1">
              <a:off x="11575511" y="2277433"/>
              <a:ext cx="460523" cy="524025"/>
            </a:xfrm>
            <a:custGeom>
              <a:avLst/>
              <a:gdLst>
                <a:gd name="connsiteX0" fmla="*/ 0 w 460523"/>
                <a:gd name="connsiteY0" fmla="*/ 406016 h 524025"/>
                <a:gd name="connsiteX1" fmla="*/ 118009 w 460523"/>
                <a:gd name="connsiteY1" fmla="*/ 524025 h 524025"/>
                <a:gd name="connsiteX2" fmla="*/ 460524 w 460523"/>
                <a:gd name="connsiteY2" fmla="*/ 181691 h 524025"/>
                <a:gd name="connsiteX3" fmla="*/ 278833 w 460523"/>
                <a:gd name="connsiteY3" fmla="*/ 0 h 524025"/>
                <a:gd name="connsiteX4" fmla="*/ 342514 w 460523"/>
                <a:gd name="connsiteY4" fmla="*/ 63682 h 524025"/>
                <a:gd name="connsiteX5" fmla="*/ 0 w 460523"/>
                <a:gd name="connsiteY5" fmla="*/ 406016 h 524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523" h="524025">
                  <a:moveTo>
                    <a:pt x="0" y="406016"/>
                  </a:moveTo>
                  <a:lnTo>
                    <a:pt x="118009" y="524025"/>
                  </a:lnTo>
                  <a:lnTo>
                    <a:pt x="460524" y="181691"/>
                  </a:lnTo>
                  <a:lnTo>
                    <a:pt x="278833" y="0"/>
                  </a:lnTo>
                  <a:lnTo>
                    <a:pt x="342514" y="63682"/>
                  </a:lnTo>
                  <a:lnTo>
                    <a:pt x="0" y="406016"/>
                  </a:lnTo>
                  <a:close/>
                </a:path>
              </a:pathLst>
            </a:custGeom>
            <a:gradFill>
              <a:gsLst>
                <a:gs pos="0">
                  <a:srgbClr val="0098FF"/>
                </a:gs>
                <a:gs pos="50000">
                  <a:srgbClr val="00BCFF"/>
                </a:gs>
                <a:gs pos="100000">
                  <a:srgbClr val="00E1FF"/>
                </a:gs>
              </a:gsLst>
              <a:lin ang="13500165" scaled="1"/>
            </a:gradFill>
            <a:ln w="179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47" name="Freeform: Shape 52">
              <a:extLst>
                <a:ext uri="{FF2B5EF4-FFF2-40B4-BE49-F238E27FC236}">
                  <a16:creationId xmlns:a16="http://schemas.microsoft.com/office/drawing/2014/main" id="{E669FF5B-FD42-D3E5-08B5-8EF27889B7FA}"/>
                </a:ext>
              </a:extLst>
            </p:cNvPr>
            <p:cNvSpPr/>
            <p:nvPr/>
          </p:nvSpPr>
          <p:spPr>
            <a:xfrm flipH="1">
              <a:off x="12120404" y="1853067"/>
              <a:ext cx="61163" cy="122326"/>
            </a:xfrm>
            <a:custGeom>
              <a:avLst/>
              <a:gdLst>
                <a:gd name="connsiteX0" fmla="*/ 61163 w 61163"/>
                <a:gd name="connsiteY0" fmla="*/ 61163 h 122326"/>
                <a:gd name="connsiteX1" fmla="*/ 0 w 61163"/>
                <a:gd name="connsiteY1" fmla="*/ 122327 h 122326"/>
                <a:gd name="connsiteX2" fmla="*/ 0 w 61163"/>
                <a:gd name="connsiteY2" fmla="*/ 0 h 122326"/>
                <a:gd name="connsiteX3" fmla="*/ 61163 w 61163"/>
                <a:gd name="connsiteY3" fmla="*/ 61163 h 122326"/>
              </a:gdLst>
              <a:ahLst/>
              <a:cxnLst>
                <a:cxn ang="0">
                  <a:pos x="connsiteX0" y="connsiteY0"/>
                </a:cxn>
                <a:cxn ang="0">
                  <a:pos x="connsiteX1" y="connsiteY1"/>
                </a:cxn>
                <a:cxn ang="0">
                  <a:pos x="connsiteX2" y="connsiteY2"/>
                </a:cxn>
                <a:cxn ang="0">
                  <a:pos x="connsiteX3" y="connsiteY3"/>
                </a:cxn>
              </a:cxnLst>
              <a:rect l="l" t="t" r="r" b="b"/>
              <a:pathLst>
                <a:path w="61163" h="122326">
                  <a:moveTo>
                    <a:pt x="61163" y="61163"/>
                  </a:moveTo>
                  <a:lnTo>
                    <a:pt x="0" y="122327"/>
                  </a:lnTo>
                  <a:lnTo>
                    <a:pt x="0" y="0"/>
                  </a:lnTo>
                  <a:lnTo>
                    <a:pt x="61163" y="61163"/>
                  </a:lnTo>
                  <a:close/>
                </a:path>
              </a:pathLst>
            </a:custGeom>
            <a:gradFill>
              <a:gsLst>
                <a:gs pos="0">
                  <a:srgbClr val="0098FF"/>
                </a:gs>
                <a:gs pos="50000">
                  <a:srgbClr val="00BCFF"/>
                </a:gs>
                <a:gs pos="100000">
                  <a:srgbClr val="00E1FF"/>
                </a:gs>
              </a:gsLst>
              <a:lin ang="13500490" scaled="1"/>
            </a:gradFill>
            <a:ln w="179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48" name="Freeform: Shape 53">
              <a:extLst>
                <a:ext uri="{FF2B5EF4-FFF2-40B4-BE49-F238E27FC236}">
                  <a16:creationId xmlns:a16="http://schemas.microsoft.com/office/drawing/2014/main" id="{42BDB9DF-6FE4-3FE5-7ECD-58AD508D384C}"/>
                </a:ext>
              </a:extLst>
            </p:cNvPr>
            <p:cNvSpPr/>
            <p:nvPr/>
          </p:nvSpPr>
          <p:spPr>
            <a:xfrm flipH="1">
              <a:off x="11938893" y="1977912"/>
              <a:ext cx="242674" cy="360683"/>
            </a:xfrm>
            <a:custGeom>
              <a:avLst/>
              <a:gdLst>
                <a:gd name="connsiteX0" fmla="*/ 0 w 242674"/>
                <a:gd name="connsiteY0" fmla="*/ 360684 h 360683"/>
                <a:gd name="connsiteX1" fmla="*/ 0 w 242674"/>
                <a:gd name="connsiteY1" fmla="*/ 124665 h 360683"/>
                <a:gd name="connsiteX2" fmla="*/ 124665 w 242674"/>
                <a:gd name="connsiteY2" fmla="*/ 0 h 360683"/>
                <a:gd name="connsiteX3" fmla="*/ 242674 w 242674"/>
                <a:gd name="connsiteY3" fmla="*/ 118009 h 360683"/>
                <a:gd name="connsiteX4" fmla="*/ 0 w 242674"/>
                <a:gd name="connsiteY4" fmla="*/ 360684 h 3606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74" h="360683">
                  <a:moveTo>
                    <a:pt x="0" y="360684"/>
                  </a:moveTo>
                  <a:lnTo>
                    <a:pt x="0" y="124665"/>
                  </a:lnTo>
                  <a:lnTo>
                    <a:pt x="124665" y="0"/>
                  </a:lnTo>
                  <a:lnTo>
                    <a:pt x="242674" y="118009"/>
                  </a:lnTo>
                  <a:lnTo>
                    <a:pt x="0" y="360684"/>
                  </a:lnTo>
                  <a:close/>
                </a:path>
              </a:pathLst>
            </a:custGeom>
            <a:gradFill>
              <a:gsLst>
                <a:gs pos="0">
                  <a:srgbClr val="0098FF"/>
                </a:gs>
                <a:gs pos="50000">
                  <a:srgbClr val="00BCFF"/>
                </a:gs>
                <a:gs pos="100000">
                  <a:srgbClr val="00E1FF"/>
                </a:gs>
              </a:gsLst>
              <a:lin ang="13499493" scaled="1"/>
            </a:gradFill>
            <a:ln w="179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49" name="Freeform: Shape 54">
              <a:extLst>
                <a:ext uri="{FF2B5EF4-FFF2-40B4-BE49-F238E27FC236}">
                  <a16:creationId xmlns:a16="http://schemas.microsoft.com/office/drawing/2014/main" id="{EB5A16A6-1D30-EF35-8F3B-1B6C932C7D00}"/>
                </a:ext>
              </a:extLst>
            </p:cNvPr>
            <p:cNvSpPr/>
            <p:nvPr/>
          </p:nvSpPr>
          <p:spPr>
            <a:xfrm flipH="1">
              <a:off x="11757201" y="2159423"/>
              <a:ext cx="434799" cy="460523"/>
            </a:xfrm>
            <a:custGeom>
              <a:avLst/>
              <a:gdLst>
                <a:gd name="connsiteX0" fmla="*/ 434799 w 434799"/>
                <a:gd name="connsiteY0" fmla="*/ 118009 h 460523"/>
                <a:gd name="connsiteX1" fmla="*/ 354387 w 434799"/>
                <a:gd name="connsiteY1" fmla="*/ 198601 h 460523"/>
                <a:gd name="connsiteX2" fmla="*/ 283150 w 434799"/>
                <a:gd name="connsiteY2" fmla="*/ 269658 h 460523"/>
                <a:gd name="connsiteX3" fmla="*/ 282610 w 434799"/>
                <a:gd name="connsiteY3" fmla="*/ 270198 h 460523"/>
                <a:gd name="connsiteX4" fmla="*/ 92465 w 434799"/>
                <a:gd name="connsiteY4" fmla="*/ 460524 h 460523"/>
                <a:gd name="connsiteX5" fmla="*/ 0 w 434799"/>
                <a:gd name="connsiteY5" fmla="*/ 368059 h 460523"/>
                <a:gd name="connsiteX6" fmla="*/ 0 w 434799"/>
                <a:gd name="connsiteY6" fmla="*/ 316970 h 460523"/>
                <a:gd name="connsiteX7" fmla="*/ 10434 w 434799"/>
                <a:gd name="connsiteY7" fmla="*/ 306536 h 460523"/>
                <a:gd name="connsiteX8" fmla="*/ 164601 w 434799"/>
                <a:gd name="connsiteY8" fmla="*/ 152189 h 460523"/>
                <a:gd name="connsiteX9" fmla="*/ 165141 w 434799"/>
                <a:gd name="connsiteY9" fmla="*/ 151649 h 460523"/>
                <a:gd name="connsiteX10" fmla="*/ 236378 w 434799"/>
                <a:gd name="connsiteY10" fmla="*/ 80592 h 460523"/>
                <a:gd name="connsiteX11" fmla="*/ 316790 w 434799"/>
                <a:gd name="connsiteY11" fmla="*/ 0 h 460523"/>
                <a:gd name="connsiteX12" fmla="*/ 434799 w 434799"/>
                <a:gd name="connsiteY12" fmla="*/ 118009 h 460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34799" h="460523">
                  <a:moveTo>
                    <a:pt x="434799" y="118009"/>
                  </a:moveTo>
                  <a:lnTo>
                    <a:pt x="354387" y="198601"/>
                  </a:lnTo>
                  <a:lnTo>
                    <a:pt x="283150" y="269658"/>
                  </a:lnTo>
                  <a:lnTo>
                    <a:pt x="282610" y="270198"/>
                  </a:lnTo>
                  <a:lnTo>
                    <a:pt x="92465" y="460524"/>
                  </a:lnTo>
                  <a:lnTo>
                    <a:pt x="0" y="368059"/>
                  </a:lnTo>
                  <a:lnTo>
                    <a:pt x="0" y="316970"/>
                  </a:lnTo>
                  <a:lnTo>
                    <a:pt x="10434" y="306536"/>
                  </a:lnTo>
                  <a:lnTo>
                    <a:pt x="164601" y="152189"/>
                  </a:lnTo>
                  <a:lnTo>
                    <a:pt x="165141" y="151649"/>
                  </a:lnTo>
                  <a:lnTo>
                    <a:pt x="236378" y="80592"/>
                  </a:lnTo>
                  <a:lnTo>
                    <a:pt x="316790" y="0"/>
                  </a:lnTo>
                  <a:lnTo>
                    <a:pt x="434799" y="118009"/>
                  </a:lnTo>
                  <a:close/>
                </a:path>
              </a:pathLst>
            </a:custGeom>
            <a:gradFill>
              <a:gsLst>
                <a:gs pos="0">
                  <a:srgbClr val="0098FF"/>
                </a:gs>
                <a:gs pos="50000">
                  <a:srgbClr val="00BCFF"/>
                </a:gs>
                <a:gs pos="100000">
                  <a:srgbClr val="00E1FF"/>
                </a:gs>
              </a:gsLst>
              <a:lin ang="13499493" scaled="1"/>
            </a:gradFill>
            <a:ln w="179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50" name="Freeform: Shape 55">
              <a:extLst>
                <a:ext uri="{FF2B5EF4-FFF2-40B4-BE49-F238E27FC236}">
                  <a16:creationId xmlns:a16="http://schemas.microsoft.com/office/drawing/2014/main" id="{2365DB64-5EF8-F092-36F1-32CE093CEDA7}"/>
                </a:ext>
              </a:extLst>
            </p:cNvPr>
            <p:cNvSpPr/>
            <p:nvPr/>
          </p:nvSpPr>
          <p:spPr>
            <a:xfrm flipH="1">
              <a:off x="7806503" y="354837"/>
              <a:ext cx="707695" cy="707695"/>
            </a:xfrm>
            <a:custGeom>
              <a:avLst/>
              <a:gdLst>
                <a:gd name="connsiteX0" fmla="*/ 41285 w 707695"/>
                <a:gd name="connsiteY0" fmla="*/ 41285 h 707695"/>
                <a:gd name="connsiteX1" fmla="*/ 41285 w 707695"/>
                <a:gd name="connsiteY1" fmla="*/ 41285 h 707695"/>
                <a:gd name="connsiteX2" fmla="*/ 240426 w 707695"/>
                <a:gd name="connsiteY2" fmla="*/ 41285 h 707695"/>
                <a:gd name="connsiteX3" fmla="*/ 666410 w 707695"/>
                <a:gd name="connsiteY3" fmla="*/ 467270 h 707695"/>
                <a:gd name="connsiteX4" fmla="*/ 666410 w 707695"/>
                <a:gd name="connsiteY4" fmla="*/ 666410 h 707695"/>
                <a:gd name="connsiteX5" fmla="*/ 666410 w 707695"/>
                <a:gd name="connsiteY5" fmla="*/ 666410 h 707695"/>
                <a:gd name="connsiteX6" fmla="*/ 467270 w 707695"/>
                <a:gd name="connsiteY6" fmla="*/ 666410 h 707695"/>
                <a:gd name="connsiteX7" fmla="*/ 41285 w 707695"/>
                <a:gd name="connsiteY7" fmla="*/ 240426 h 707695"/>
                <a:gd name="connsiteX8" fmla="*/ 41285 w 707695"/>
                <a:gd name="connsiteY8" fmla="*/ 41285 h 707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7695" h="707695">
                  <a:moveTo>
                    <a:pt x="41285" y="41285"/>
                  </a:moveTo>
                  <a:lnTo>
                    <a:pt x="41285" y="41285"/>
                  </a:lnTo>
                  <a:cubicBezTo>
                    <a:pt x="96332" y="-13762"/>
                    <a:pt x="185559" y="-13762"/>
                    <a:pt x="240426" y="41285"/>
                  </a:cubicBezTo>
                  <a:lnTo>
                    <a:pt x="666410" y="467270"/>
                  </a:lnTo>
                  <a:cubicBezTo>
                    <a:pt x="721457" y="522317"/>
                    <a:pt x="721457" y="611543"/>
                    <a:pt x="666410" y="666410"/>
                  </a:cubicBezTo>
                  <a:lnTo>
                    <a:pt x="666410" y="666410"/>
                  </a:lnTo>
                  <a:cubicBezTo>
                    <a:pt x="611363" y="721457"/>
                    <a:pt x="522137" y="721457"/>
                    <a:pt x="467270" y="666410"/>
                  </a:cubicBezTo>
                  <a:lnTo>
                    <a:pt x="41285" y="240426"/>
                  </a:lnTo>
                  <a:cubicBezTo>
                    <a:pt x="-13762" y="185379"/>
                    <a:pt x="-13762" y="96152"/>
                    <a:pt x="41285" y="41285"/>
                  </a:cubicBezTo>
                  <a:close/>
                </a:path>
              </a:pathLst>
            </a:custGeom>
            <a:gradFill>
              <a:gsLst>
                <a:gs pos="0">
                  <a:schemeClr val="bg2">
                    <a:alpha val="69000"/>
                  </a:schemeClr>
                </a:gs>
                <a:gs pos="100000">
                  <a:schemeClr val="bg2">
                    <a:lumMod val="60000"/>
                    <a:lumOff val="40000"/>
                    <a:alpha val="45000"/>
                  </a:schemeClr>
                </a:gs>
              </a:gsLst>
              <a:lin ang="13500000" scaled="1"/>
            </a:gradFill>
            <a:ln w="179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51" name="Freeform: Shape 56">
              <a:extLst>
                <a:ext uri="{FF2B5EF4-FFF2-40B4-BE49-F238E27FC236}">
                  <a16:creationId xmlns:a16="http://schemas.microsoft.com/office/drawing/2014/main" id="{30EDCCE0-0826-6A77-C28F-67B25222B174}"/>
                </a:ext>
              </a:extLst>
            </p:cNvPr>
            <p:cNvSpPr/>
            <p:nvPr/>
          </p:nvSpPr>
          <p:spPr>
            <a:xfrm flipH="1">
              <a:off x="11297757" y="5693582"/>
              <a:ext cx="554787" cy="554787"/>
            </a:xfrm>
            <a:custGeom>
              <a:avLst/>
              <a:gdLst>
                <a:gd name="connsiteX0" fmla="*/ 32381 w 554787"/>
                <a:gd name="connsiteY0" fmla="*/ 32380 h 554787"/>
                <a:gd name="connsiteX1" fmla="*/ 32381 w 554787"/>
                <a:gd name="connsiteY1" fmla="*/ 32380 h 554787"/>
                <a:gd name="connsiteX2" fmla="*/ 188527 w 554787"/>
                <a:gd name="connsiteY2" fmla="*/ 32380 h 554787"/>
                <a:gd name="connsiteX3" fmla="*/ 522406 w 554787"/>
                <a:gd name="connsiteY3" fmla="*/ 366260 h 554787"/>
                <a:gd name="connsiteX4" fmla="*/ 522406 w 554787"/>
                <a:gd name="connsiteY4" fmla="*/ 522407 h 554787"/>
                <a:gd name="connsiteX5" fmla="*/ 522406 w 554787"/>
                <a:gd name="connsiteY5" fmla="*/ 522407 h 554787"/>
                <a:gd name="connsiteX6" fmla="*/ 366260 w 554787"/>
                <a:gd name="connsiteY6" fmla="*/ 522407 h 554787"/>
                <a:gd name="connsiteX7" fmla="*/ 32381 w 554787"/>
                <a:gd name="connsiteY7" fmla="*/ 188527 h 554787"/>
                <a:gd name="connsiteX8" fmla="*/ 32381 w 554787"/>
                <a:gd name="connsiteY8" fmla="*/ 32380 h 554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4787" h="554787">
                  <a:moveTo>
                    <a:pt x="32381" y="32380"/>
                  </a:moveTo>
                  <a:lnTo>
                    <a:pt x="32381" y="32380"/>
                  </a:lnTo>
                  <a:cubicBezTo>
                    <a:pt x="75555" y="-10793"/>
                    <a:pt x="145353" y="-10793"/>
                    <a:pt x="188527" y="32380"/>
                  </a:cubicBezTo>
                  <a:lnTo>
                    <a:pt x="522406" y="366260"/>
                  </a:lnTo>
                  <a:cubicBezTo>
                    <a:pt x="565581" y="409435"/>
                    <a:pt x="565581" y="479233"/>
                    <a:pt x="522406" y="522407"/>
                  </a:cubicBezTo>
                  <a:lnTo>
                    <a:pt x="522406" y="522407"/>
                  </a:lnTo>
                  <a:cubicBezTo>
                    <a:pt x="479232" y="565581"/>
                    <a:pt x="409434" y="565581"/>
                    <a:pt x="366260" y="522407"/>
                  </a:cubicBezTo>
                  <a:lnTo>
                    <a:pt x="32381" y="188527"/>
                  </a:lnTo>
                  <a:cubicBezTo>
                    <a:pt x="-10794" y="145353"/>
                    <a:pt x="-10794" y="75555"/>
                    <a:pt x="32381" y="32380"/>
                  </a:cubicBezTo>
                  <a:close/>
                </a:path>
              </a:pathLst>
            </a:custGeom>
            <a:gradFill>
              <a:gsLst>
                <a:gs pos="0">
                  <a:srgbClr val="0098FF"/>
                </a:gs>
                <a:gs pos="50000">
                  <a:srgbClr val="00BCFF"/>
                </a:gs>
                <a:gs pos="100000">
                  <a:srgbClr val="00E1FF"/>
                </a:gs>
              </a:gsLst>
              <a:lin ang="13500000" scaled="1"/>
            </a:gradFill>
            <a:ln w="179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52" name="Freeform: Shape 57">
              <a:extLst>
                <a:ext uri="{FF2B5EF4-FFF2-40B4-BE49-F238E27FC236}">
                  <a16:creationId xmlns:a16="http://schemas.microsoft.com/office/drawing/2014/main" id="{946FC67F-A3C9-609B-DBE6-60A87F5EF543}"/>
                </a:ext>
              </a:extLst>
            </p:cNvPr>
            <p:cNvSpPr/>
            <p:nvPr/>
          </p:nvSpPr>
          <p:spPr>
            <a:xfrm flipH="1">
              <a:off x="9049287" y="5732619"/>
              <a:ext cx="2108694" cy="1182429"/>
            </a:xfrm>
            <a:custGeom>
              <a:avLst/>
              <a:gdLst>
                <a:gd name="connsiteX0" fmla="*/ 2108695 w 2108694"/>
                <a:gd name="connsiteY0" fmla="*/ 1054347 h 1182429"/>
                <a:gd name="connsiteX1" fmla="*/ 2100959 w 2108694"/>
                <a:gd name="connsiteY1" fmla="*/ 1182430 h 1182429"/>
                <a:gd name="connsiteX2" fmla="*/ 7735 w 2108694"/>
                <a:gd name="connsiteY2" fmla="*/ 1182430 h 1182429"/>
                <a:gd name="connsiteX3" fmla="*/ 0 w 2108694"/>
                <a:gd name="connsiteY3" fmla="*/ 1054347 h 1182429"/>
                <a:gd name="connsiteX4" fmla="*/ 91565 w 2108694"/>
                <a:gd name="connsiteY4" fmla="*/ 624405 h 1182429"/>
                <a:gd name="connsiteX5" fmla="*/ 686468 w 2108694"/>
                <a:gd name="connsiteY5" fmla="*/ 66020 h 1182429"/>
                <a:gd name="connsiteX6" fmla="*/ 1054347 w 2108694"/>
                <a:gd name="connsiteY6" fmla="*/ 0 h 1182429"/>
                <a:gd name="connsiteX7" fmla="*/ 2108695 w 2108694"/>
                <a:gd name="connsiteY7" fmla="*/ 1054347 h 1182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08694" h="1182429">
                  <a:moveTo>
                    <a:pt x="2108695" y="1054347"/>
                  </a:moveTo>
                  <a:cubicBezTo>
                    <a:pt x="2108695" y="1097701"/>
                    <a:pt x="2105996" y="1140515"/>
                    <a:pt x="2100959" y="1182430"/>
                  </a:cubicBezTo>
                  <a:lnTo>
                    <a:pt x="7735" y="1182430"/>
                  </a:lnTo>
                  <a:cubicBezTo>
                    <a:pt x="2698" y="1140515"/>
                    <a:pt x="0" y="1097701"/>
                    <a:pt x="0" y="1054347"/>
                  </a:cubicBezTo>
                  <a:cubicBezTo>
                    <a:pt x="0" y="901079"/>
                    <a:pt x="32560" y="755726"/>
                    <a:pt x="91565" y="624405"/>
                  </a:cubicBezTo>
                  <a:cubicBezTo>
                    <a:pt x="206336" y="367339"/>
                    <a:pt x="421127" y="164781"/>
                    <a:pt x="686468" y="66020"/>
                  </a:cubicBezTo>
                  <a:cubicBezTo>
                    <a:pt x="801059" y="23386"/>
                    <a:pt x="925005" y="0"/>
                    <a:pt x="1054347" y="0"/>
                  </a:cubicBezTo>
                  <a:cubicBezTo>
                    <a:pt x="1636658" y="0"/>
                    <a:pt x="2108695" y="472037"/>
                    <a:pt x="2108695" y="1054347"/>
                  </a:cubicBezTo>
                  <a:close/>
                </a:path>
              </a:pathLst>
            </a:custGeom>
            <a:gradFill>
              <a:gsLst>
                <a:gs pos="0">
                  <a:schemeClr val="bg2">
                    <a:alpha val="69000"/>
                  </a:schemeClr>
                </a:gs>
                <a:gs pos="100000">
                  <a:schemeClr val="bg2">
                    <a:lumMod val="60000"/>
                    <a:lumOff val="40000"/>
                    <a:alpha val="45000"/>
                  </a:schemeClr>
                </a:gs>
              </a:gsLst>
              <a:lin ang="13500000" scaled="1"/>
            </a:gradFill>
            <a:ln w="1798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53" name="Freeform: Shape 58">
              <a:extLst>
                <a:ext uri="{FF2B5EF4-FFF2-40B4-BE49-F238E27FC236}">
                  <a16:creationId xmlns:a16="http://schemas.microsoft.com/office/drawing/2014/main" id="{9207EE5A-2C0E-F9AA-ACF6-8A44FE475955}"/>
                </a:ext>
              </a:extLst>
            </p:cNvPr>
            <p:cNvSpPr/>
            <p:nvPr/>
          </p:nvSpPr>
          <p:spPr>
            <a:xfrm flipH="1">
              <a:off x="6431498" y="3279971"/>
              <a:ext cx="480851" cy="480851"/>
            </a:xfrm>
            <a:custGeom>
              <a:avLst/>
              <a:gdLst>
                <a:gd name="connsiteX0" fmla="*/ 480492 w 480851"/>
                <a:gd name="connsiteY0" fmla="*/ 228103 h 480851"/>
                <a:gd name="connsiteX1" fmla="*/ 480492 w 480851"/>
                <a:gd name="connsiteY1" fmla="*/ 228103 h 480851"/>
                <a:gd name="connsiteX2" fmla="*/ 240336 w 480851"/>
                <a:gd name="connsiteY2" fmla="*/ 0 h 480851"/>
                <a:gd name="connsiteX3" fmla="*/ 105057 w 480851"/>
                <a:gd name="connsiteY3" fmla="*/ 41735 h 480851"/>
                <a:gd name="connsiteX4" fmla="*/ 103258 w 480851"/>
                <a:gd name="connsiteY4" fmla="*/ 42994 h 480851"/>
                <a:gd name="connsiteX5" fmla="*/ 0 w 480851"/>
                <a:gd name="connsiteY5" fmla="*/ 240516 h 480851"/>
                <a:gd name="connsiteX6" fmla="*/ 240336 w 480851"/>
                <a:gd name="connsiteY6" fmla="*/ 480851 h 480851"/>
                <a:gd name="connsiteX7" fmla="*/ 437857 w 480851"/>
                <a:gd name="connsiteY7" fmla="*/ 377593 h 480851"/>
                <a:gd name="connsiteX8" fmla="*/ 442715 w 480851"/>
                <a:gd name="connsiteY8" fmla="*/ 370038 h 480851"/>
                <a:gd name="connsiteX9" fmla="*/ 471677 w 480851"/>
                <a:gd name="connsiteY9" fmla="*/ 306176 h 480851"/>
                <a:gd name="connsiteX10" fmla="*/ 480852 w 480851"/>
                <a:gd name="connsiteY10" fmla="*/ 240516 h 480851"/>
                <a:gd name="connsiteX11" fmla="*/ 480492 w 480851"/>
                <a:gd name="connsiteY11" fmla="*/ 228103 h 480851"/>
                <a:gd name="connsiteX12" fmla="*/ 240336 w 480851"/>
                <a:gd name="connsiteY12" fmla="*/ 340356 h 480851"/>
                <a:gd name="connsiteX13" fmla="*/ 140496 w 480851"/>
                <a:gd name="connsiteY13" fmla="*/ 240516 h 480851"/>
                <a:gd name="connsiteX14" fmla="*/ 206696 w 480851"/>
                <a:gd name="connsiteY14" fmla="*/ 146432 h 480851"/>
                <a:gd name="connsiteX15" fmla="*/ 240336 w 480851"/>
                <a:gd name="connsiteY15" fmla="*/ 140496 h 480851"/>
                <a:gd name="connsiteX16" fmla="*/ 246093 w 480851"/>
                <a:gd name="connsiteY16" fmla="*/ 140856 h 480851"/>
                <a:gd name="connsiteX17" fmla="*/ 333160 w 480851"/>
                <a:gd name="connsiteY17" fmla="*/ 203638 h 480851"/>
                <a:gd name="connsiteX18" fmla="*/ 333160 w 480851"/>
                <a:gd name="connsiteY18" fmla="*/ 203638 h 480851"/>
                <a:gd name="connsiteX19" fmla="*/ 340356 w 480851"/>
                <a:gd name="connsiteY19" fmla="*/ 240516 h 480851"/>
                <a:gd name="connsiteX20" fmla="*/ 334419 w 480851"/>
                <a:gd name="connsiteY20" fmla="*/ 274156 h 480851"/>
                <a:gd name="connsiteX21" fmla="*/ 240336 w 480851"/>
                <a:gd name="connsiteY21" fmla="*/ 340356 h 480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80851" h="480851">
                  <a:moveTo>
                    <a:pt x="480492" y="228103"/>
                  </a:moveTo>
                  <a:lnTo>
                    <a:pt x="480492" y="228103"/>
                  </a:lnTo>
                  <a:cubicBezTo>
                    <a:pt x="474016" y="100919"/>
                    <a:pt x="368959" y="0"/>
                    <a:pt x="240336" y="0"/>
                  </a:cubicBezTo>
                  <a:cubicBezTo>
                    <a:pt x="190146" y="0"/>
                    <a:pt x="143554" y="15471"/>
                    <a:pt x="105057" y="41735"/>
                  </a:cubicBezTo>
                  <a:cubicBezTo>
                    <a:pt x="104338" y="42095"/>
                    <a:pt x="103798" y="42455"/>
                    <a:pt x="103258" y="42994"/>
                  </a:cubicBezTo>
                  <a:cubicBezTo>
                    <a:pt x="40836" y="86348"/>
                    <a:pt x="0" y="158665"/>
                    <a:pt x="0" y="240516"/>
                  </a:cubicBezTo>
                  <a:cubicBezTo>
                    <a:pt x="0" y="373276"/>
                    <a:pt x="107576" y="480851"/>
                    <a:pt x="240336" y="480851"/>
                  </a:cubicBezTo>
                  <a:cubicBezTo>
                    <a:pt x="322187" y="480851"/>
                    <a:pt x="394504" y="440016"/>
                    <a:pt x="437857" y="377593"/>
                  </a:cubicBezTo>
                  <a:cubicBezTo>
                    <a:pt x="439656" y="375075"/>
                    <a:pt x="441275" y="372556"/>
                    <a:pt x="442715" y="370038"/>
                  </a:cubicBezTo>
                  <a:cubicBezTo>
                    <a:pt x="455487" y="350610"/>
                    <a:pt x="465201" y="329022"/>
                    <a:pt x="471677" y="306176"/>
                  </a:cubicBezTo>
                  <a:cubicBezTo>
                    <a:pt x="477614" y="285309"/>
                    <a:pt x="480852" y="263362"/>
                    <a:pt x="480852" y="240516"/>
                  </a:cubicBezTo>
                  <a:cubicBezTo>
                    <a:pt x="480852" y="236378"/>
                    <a:pt x="480852" y="232241"/>
                    <a:pt x="480492" y="228103"/>
                  </a:cubicBezTo>
                  <a:close/>
                  <a:moveTo>
                    <a:pt x="240336" y="340356"/>
                  </a:moveTo>
                  <a:cubicBezTo>
                    <a:pt x="185289" y="340356"/>
                    <a:pt x="140496" y="295562"/>
                    <a:pt x="140496" y="240516"/>
                  </a:cubicBezTo>
                  <a:cubicBezTo>
                    <a:pt x="140496" y="197162"/>
                    <a:pt x="168199" y="160104"/>
                    <a:pt x="206696" y="146432"/>
                  </a:cubicBezTo>
                  <a:cubicBezTo>
                    <a:pt x="217130" y="142474"/>
                    <a:pt x="228463" y="140496"/>
                    <a:pt x="240336" y="140496"/>
                  </a:cubicBezTo>
                  <a:cubicBezTo>
                    <a:pt x="242315" y="140496"/>
                    <a:pt x="244114" y="140496"/>
                    <a:pt x="246093" y="140856"/>
                  </a:cubicBezTo>
                  <a:cubicBezTo>
                    <a:pt x="285849" y="143014"/>
                    <a:pt x="319308" y="168379"/>
                    <a:pt x="333160" y="203638"/>
                  </a:cubicBezTo>
                  <a:lnTo>
                    <a:pt x="333160" y="203638"/>
                  </a:lnTo>
                  <a:cubicBezTo>
                    <a:pt x="337837" y="215151"/>
                    <a:pt x="340356" y="227563"/>
                    <a:pt x="340356" y="240516"/>
                  </a:cubicBezTo>
                  <a:cubicBezTo>
                    <a:pt x="340356" y="252389"/>
                    <a:pt x="338377" y="263722"/>
                    <a:pt x="334419" y="274156"/>
                  </a:cubicBezTo>
                  <a:cubicBezTo>
                    <a:pt x="320748" y="312652"/>
                    <a:pt x="283690" y="340356"/>
                    <a:pt x="240336" y="340356"/>
                  </a:cubicBezTo>
                  <a:close/>
                </a:path>
              </a:pathLst>
            </a:custGeom>
            <a:gradFill>
              <a:gsLst>
                <a:gs pos="0">
                  <a:srgbClr val="0098FF"/>
                </a:gs>
                <a:gs pos="50000">
                  <a:srgbClr val="00BCFF"/>
                </a:gs>
                <a:gs pos="100000">
                  <a:srgbClr val="00E1FF"/>
                </a:gs>
              </a:gsLst>
              <a:lin ang="13500000" scaled="1"/>
            </a:gradFill>
            <a:ln w="179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54" name="Freeform: Shape 59">
              <a:extLst>
                <a:ext uri="{FF2B5EF4-FFF2-40B4-BE49-F238E27FC236}">
                  <a16:creationId xmlns:a16="http://schemas.microsoft.com/office/drawing/2014/main" id="{DF8301A3-596F-0BFE-D613-A73D490C21F0}"/>
                </a:ext>
              </a:extLst>
            </p:cNvPr>
            <p:cNvSpPr/>
            <p:nvPr/>
          </p:nvSpPr>
          <p:spPr>
            <a:xfrm flipH="1">
              <a:off x="11522263" y="3691204"/>
              <a:ext cx="419867" cy="419867"/>
            </a:xfrm>
            <a:custGeom>
              <a:avLst/>
              <a:gdLst>
                <a:gd name="connsiteX0" fmla="*/ 209934 w 419867"/>
                <a:gd name="connsiteY0" fmla="*/ 0 h 419867"/>
                <a:gd name="connsiteX1" fmla="*/ 0 w 419867"/>
                <a:gd name="connsiteY1" fmla="*/ 209934 h 419867"/>
                <a:gd name="connsiteX2" fmla="*/ 209934 w 419867"/>
                <a:gd name="connsiteY2" fmla="*/ 419868 h 419867"/>
                <a:gd name="connsiteX3" fmla="*/ 419868 w 419867"/>
                <a:gd name="connsiteY3" fmla="*/ 209934 h 419867"/>
                <a:gd name="connsiteX4" fmla="*/ 209934 w 419867"/>
                <a:gd name="connsiteY4" fmla="*/ 0 h 419867"/>
                <a:gd name="connsiteX5" fmla="*/ 209934 w 419867"/>
                <a:gd name="connsiteY5" fmla="*/ 297182 h 419867"/>
                <a:gd name="connsiteX6" fmla="*/ 122686 w 419867"/>
                <a:gd name="connsiteY6" fmla="*/ 209934 h 419867"/>
                <a:gd name="connsiteX7" fmla="*/ 209934 w 419867"/>
                <a:gd name="connsiteY7" fmla="*/ 122686 h 419867"/>
                <a:gd name="connsiteX8" fmla="*/ 297182 w 419867"/>
                <a:gd name="connsiteY8" fmla="*/ 209934 h 419867"/>
                <a:gd name="connsiteX9" fmla="*/ 209934 w 419867"/>
                <a:gd name="connsiteY9" fmla="*/ 297182 h 419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9867" h="419867">
                  <a:moveTo>
                    <a:pt x="209934" y="0"/>
                  </a:moveTo>
                  <a:cubicBezTo>
                    <a:pt x="94084" y="0"/>
                    <a:pt x="0" y="93904"/>
                    <a:pt x="0" y="209934"/>
                  </a:cubicBezTo>
                  <a:cubicBezTo>
                    <a:pt x="0" y="325964"/>
                    <a:pt x="94084" y="419868"/>
                    <a:pt x="209934" y="419868"/>
                  </a:cubicBezTo>
                  <a:cubicBezTo>
                    <a:pt x="325784" y="419868"/>
                    <a:pt x="419868" y="325784"/>
                    <a:pt x="419868" y="209934"/>
                  </a:cubicBezTo>
                  <a:cubicBezTo>
                    <a:pt x="419868" y="94083"/>
                    <a:pt x="325964" y="0"/>
                    <a:pt x="209934" y="0"/>
                  </a:cubicBezTo>
                  <a:close/>
                  <a:moveTo>
                    <a:pt x="209934" y="297182"/>
                  </a:moveTo>
                  <a:cubicBezTo>
                    <a:pt x="161903" y="297182"/>
                    <a:pt x="122686" y="257965"/>
                    <a:pt x="122686" y="209934"/>
                  </a:cubicBezTo>
                  <a:cubicBezTo>
                    <a:pt x="122686" y="161903"/>
                    <a:pt x="161903" y="122686"/>
                    <a:pt x="209934" y="122686"/>
                  </a:cubicBezTo>
                  <a:cubicBezTo>
                    <a:pt x="257965" y="122686"/>
                    <a:pt x="297182" y="161723"/>
                    <a:pt x="297182" y="209934"/>
                  </a:cubicBezTo>
                  <a:cubicBezTo>
                    <a:pt x="297182" y="258145"/>
                    <a:pt x="258145" y="297182"/>
                    <a:pt x="209934" y="297182"/>
                  </a:cubicBezTo>
                  <a:close/>
                </a:path>
              </a:pathLst>
            </a:custGeom>
            <a:gradFill>
              <a:gsLst>
                <a:gs pos="0">
                  <a:schemeClr val="bg2">
                    <a:alpha val="69000"/>
                  </a:schemeClr>
                </a:gs>
                <a:gs pos="100000">
                  <a:schemeClr val="bg2">
                    <a:lumMod val="60000"/>
                    <a:lumOff val="40000"/>
                    <a:alpha val="45000"/>
                  </a:schemeClr>
                </a:gs>
              </a:gsLst>
              <a:lin ang="13500000" scaled="1"/>
            </a:gradFill>
            <a:ln w="1798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grpSp>
      <p:sp>
        <p:nvSpPr>
          <p:cNvPr id="55" name="Freeform: Shape 61">
            <a:extLst>
              <a:ext uri="{FF2B5EF4-FFF2-40B4-BE49-F238E27FC236}">
                <a16:creationId xmlns:a16="http://schemas.microsoft.com/office/drawing/2014/main" id="{D15967A4-BAA2-82AC-F7BE-3E1413C52D41}"/>
              </a:ext>
            </a:extLst>
          </p:cNvPr>
          <p:cNvSpPr/>
          <p:nvPr userDrawn="1"/>
        </p:nvSpPr>
        <p:spPr>
          <a:xfrm>
            <a:off x="0" y="-3432"/>
            <a:ext cx="12181566" cy="6864864"/>
          </a:xfrm>
          <a:custGeom>
            <a:avLst/>
            <a:gdLst>
              <a:gd name="connsiteX0" fmla="*/ 0 w 12192000"/>
              <a:gd name="connsiteY0" fmla="*/ 0 h 6864864"/>
              <a:gd name="connsiteX1" fmla="*/ 12192000 w 12192000"/>
              <a:gd name="connsiteY1" fmla="*/ 0 h 6864864"/>
              <a:gd name="connsiteX2" fmla="*/ 12192000 w 12192000"/>
              <a:gd name="connsiteY2" fmla="*/ 6864864 h 6864864"/>
              <a:gd name="connsiteX3" fmla="*/ 0 w 12192000"/>
              <a:gd name="connsiteY3" fmla="*/ 6864864 h 6864864"/>
            </a:gdLst>
            <a:ahLst/>
            <a:cxnLst>
              <a:cxn ang="0">
                <a:pos x="connsiteX0" y="connsiteY0"/>
              </a:cxn>
              <a:cxn ang="0">
                <a:pos x="connsiteX1" y="connsiteY1"/>
              </a:cxn>
              <a:cxn ang="0">
                <a:pos x="connsiteX2" y="connsiteY2"/>
              </a:cxn>
              <a:cxn ang="0">
                <a:pos x="connsiteX3" y="connsiteY3"/>
              </a:cxn>
            </a:cxnLst>
            <a:rect l="l" t="t" r="r" b="b"/>
            <a:pathLst>
              <a:path w="12192000" h="6864864">
                <a:moveTo>
                  <a:pt x="0" y="0"/>
                </a:moveTo>
                <a:lnTo>
                  <a:pt x="12192000" y="0"/>
                </a:lnTo>
                <a:lnTo>
                  <a:pt x="12192000" y="6864864"/>
                </a:lnTo>
                <a:lnTo>
                  <a:pt x="0" y="6864864"/>
                </a:lnTo>
                <a:close/>
              </a:path>
            </a:pathLst>
          </a:custGeom>
          <a:solidFill>
            <a:schemeClr val="bg2">
              <a:lumMod val="50000"/>
              <a:alpha val="74000"/>
            </a:schemeClr>
          </a:solidFill>
          <a:ln w="1373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grpSp>
        <p:nvGrpSpPr>
          <p:cNvPr id="31" name="Group 30">
            <a:extLst>
              <a:ext uri="{FF2B5EF4-FFF2-40B4-BE49-F238E27FC236}">
                <a16:creationId xmlns:a16="http://schemas.microsoft.com/office/drawing/2014/main" id="{72941A31-60B9-B997-30A8-CB6BB4564D02}"/>
              </a:ext>
            </a:extLst>
          </p:cNvPr>
          <p:cNvGrpSpPr/>
          <p:nvPr userDrawn="1"/>
        </p:nvGrpSpPr>
        <p:grpSpPr>
          <a:xfrm>
            <a:off x="604894" y="597820"/>
            <a:ext cx="3084456" cy="292608"/>
            <a:chOff x="604894" y="597820"/>
            <a:chExt cx="3084456" cy="292608"/>
          </a:xfrm>
        </p:grpSpPr>
        <p:pic>
          <p:nvPicPr>
            <p:cNvPr id="32" name="Graphic 31" descr="Microsoft Power Platform logo">
              <a:extLst>
                <a:ext uri="{FF2B5EF4-FFF2-40B4-BE49-F238E27FC236}">
                  <a16:creationId xmlns:a16="http://schemas.microsoft.com/office/drawing/2014/main" id="{C26F65A8-BC3C-8854-C76A-F2F834B9AA70}"/>
                </a:ext>
                <a:ext uri="{C183D7F6-B498-43B3-948B-1728B52AA6E4}">
                  <adec:decorative xmlns:adec="http://schemas.microsoft.com/office/drawing/2017/decorative" val="0"/>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r="89499"/>
            <a:stretch/>
          </p:blipFill>
          <p:spPr>
            <a:xfrm>
              <a:off x="604894" y="597820"/>
              <a:ext cx="322206" cy="292608"/>
            </a:xfrm>
            <a:prstGeom prst="rect">
              <a:avLst/>
            </a:prstGeom>
          </p:spPr>
        </p:pic>
        <p:pic>
          <p:nvPicPr>
            <p:cNvPr id="33" name="Graphic 32" descr="Microsoft Power Platform logo">
              <a:extLst>
                <a:ext uri="{FF2B5EF4-FFF2-40B4-BE49-F238E27FC236}">
                  <a16:creationId xmlns:a16="http://schemas.microsoft.com/office/drawing/2014/main" id="{F8D9193D-3E4B-5CB3-9662-2206A3EE0255}"/>
                </a:ext>
                <a:ext uri="{C183D7F6-B498-43B3-948B-1728B52AA6E4}">
                  <adec:decorative xmlns:adec="http://schemas.microsoft.com/office/drawing/2017/decorative" val="0"/>
                </a:ext>
              </a:extLst>
            </p:cNvPr>
            <p:cNvPicPr>
              <a:picLocks noChangeAspect="1"/>
            </p:cNvPicPr>
            <p:nvPr/>
          </p:nvPicPr>
          <p:blipFill rotWithShape="1">
            <a:blip r:embed="rId2">
              <a:lum bright="100000"/>
              <a:extLst>
                <a:ext uri="{96DAC541-7B7A-43D3-8B79-37D633B846F1}">
                  <asvg:svgBlip xmlns:asvg="http://schemas.microsoft.com/office/drawing/2016/SVG/main" r:embed="rId3"/>
                </a:ext>
              </a:extLst>
            </a:blip>
            <a:srcRect l="11123" r="-527"/>
            <a:stretch/>
          </p:blipFill>
          <p:spPr>
            <a:xfrm>
              <a:off x="946150" y="597820"/>
              <a:ext cx="2743200" cy="292608"/>
            </a:xfrm>
            <a:prstGeom prst="rect">
              <a:avLst/>
            </a:prstGeom>
          </p:spPr>
        </p:pic>
      </p:grpSp>
      <p:sp>
        <p:nvSpPr>
          <p:cNvPr id="9" name="Title 1"/>
          <p:cNvSpPr>
            <a:spLocks noGrp="1"/>
          </p:cNvSpPr>
          <p:nvPr>
            <p:ph type="title" hasCustomPrompt="1"/>
          </p:nvPr>
        </p:nvSpPr>
        <p:spPr>
          <a:xfrm>
            <a:off x="604894" y="1852015"/>
            <a:ext cx="5486400" cy="1231106"/>
          </a:xfrm>
          <a:noFill/>
        </p:spPr>
        <p:txBody>
          <a:bodyPr wrap="square" lIns="0" tIns="0" rIns="0" bIns="0" anchor="b" anchorCtr="0">
            <a:spAutoFit/>
          </a:bodyPr>
          <a:lstStyle>
            <a:lvl1pPr>
              <a:defRPr kumimoji="0" lang="en-US" sz="4000" b="0" i="0" u="none" strike="noStrike" kern="1200" cap="none" spc="0" normalizeH="0" baseline="0" dirty="0">
                <a:ln>
                  <a:noFill/>
                </a:ln>
                <a:solidFill>
                  <a:srgbClr val="FFFFFF"/>
                </a:solidFill>
                <a:effectLst/>
                <a:uLnTx/>
                <a:uFillTx/>
                <a:latin typeface="Segoe UI Semibold"/>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Event name or presentation title </a:t>
            </a:r>
          </a:p>
        </p:txBody>
      </p:sp>
      <p:sp>
        <p:nvSpPr>
          <p:cNvPr id="5" name="Text Placeholder 4"/>
          <p:cNvSpPr>
            <a:spLocks noGrp="1"/>
          </p:cNvSpPr>
          <p:nvPr>
            <p:ph type="body" sz="quarter" idx="12" hasCustomPrompt="1"/>
          </p:nvPr>
        </p:nvSpPr>
        <p:spPr>
          <a:xfrm>
            <a:off x="604894" y="3464888"/>
            <a:ext cx="5486400" cy="492443"/>
          </a:xfrm>
          <a:noFill/>
        </p:spPr>
        <p:txBody>
          <a:bodyPr wrap="square" lIns="0" tIns="0" rIns="0" bIns="0">
            <a:spAutoFit/>
          </a:bodyPr>
          <a:lstStyle>
            <a:lvl1pPr marL="0" indent="0">
              <a:spcBef>
                <a:spcPts val="0"/>
              </a:spcBef>
              <a:buNone/>
              <a:defRPr kumimoji="0" lang="en-US" sz="3200" b="0" i="0" u="none" strike="noStrike" kern="1200" cap="none" spc="0" normalizeH="0" baseline="0" dirty="0">
                <a:ln>
                  <a:noFill/>
                </a:ln>
                <a:solidFill>
                  <a:srgbClr val="FFFFFF"/>
                </a:solidFill>
                <a:effectLst/>
                <a:uLnTx/>
                <a:uFillTx/>
                <a:latin typeface="Segoe UI Semibold"/>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Speaker name</a:t>
            </a:r>
          </a:p>
        </p:txBody>
      </p:sp>
      <p:sp>
        <p:nvSpPr>
          <p:cNvPr id="8" name="Text Placeholder 7">
            <a:extLst>
              <a:ext uri="{FF2B5EF4-FFF2-40B4-BE49-F238E27FC236}">
                <a16:creationId xmlns:a16="http://schemas.microsoft.com/office/drawing/2014/main" id="{72BE9B4C-457B-DAE3-024C-78127F20AD66}"/>
              </a:ext>
            </a:extLst>
          </p:cNvPr>
          <p:cNvSpPr>
            <a:spLocks noGrp="1"/>
          </p:cNvSpPr>
          <p:nvPr>
            <p:ph type="body" sz="quarter" idx="13" hasCustomPrompt="1"/>
          </p:nvPr>
        </p:nvSpPr>
        <p:spPr>
          <a:xfrm>
            <a:off x="604894" y="4298751"/>
            <a:ext cx="5486400" cy="1255728"/>
          </a:xfrm>
        </p:spPr>
        <p:txBody>
          <a:bodyPr/>
          <a:lstStyle>
            <a:lvl1pPr marL="0" indent="0">
              <a:spcBef>
                <a:spcPts val="24"/>
              </a:spcBef>
              <a:buNone/>
              <a:defRPr kumimoji="0" lang="en-US" sz="2400" b="0" i="0" u="none" strike="noStrike" kern="1200" cap="none" spc="0" normalizeH="0" baseline="0" dirty="0">
                <a:ln>
                  <a:noFill/>
                </a:ln>
                <a:solidFill>
                  <a:srgbClr val="FFFFFF"/>
                </a:solidFill>
                <a:effectLst/>
                <a:uLnTx/>
                <a:uFillTx/>
                <a:latin typeface="Segoe UI"/>
                <a:ea typeface="+mn-ea"/>
                <a:cs typeface="Segoe UI" panose="020B0502040204020203" pitchFamily="34" charset="0"/>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Title</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Company</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Other information</a:t>
            </a:r>
          </a:p>
        </p:txBody>
      </p:sp>
    </p:spTree>
    <p:extLst>
      <p:ext uri="{BB962C8B-B14F-4D97-AF65-F5344CB8AC3E}">
        <p14:creationId xmlns:p14="http://schemas.microsoft.com/office/powerpoint/2010/main" val="20309093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3842">
          <p15:clr>
            <a:srgbClr val="5ACBF0"/>
          </p15:clr>
        </p15:guide>
        <p15:guide id="4" orient="horz" pos="2160">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Product Deck Cover">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6EDDFD20-6820-7614-53E3-FB6B5F7B0949}"/>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044" t="4578" r="2556" b="4398"/>
          <a:stretch/>
        </p:blipFill>
        <p:spPr>
          <a:xfrm>
            <a:off x="-1" y="0"/>
            <a:ext cx="12235543" cy="6969760"/>
          </a:xfrm>
          <a:prstGeom prst="rect">
            <a:avLst/>
          </a:prstGeom>
        </p:spPr>
      </p:pic>
      <p:grpSp>
        <p:nvGrpSpPr>
          <p:cNvPr id="31" name="Group 30">
            <a:extLst>
              <a:ext uri="{FF2B5EF4-FFF2-40B4-BE49-F238E27FC236}">
                <a16:creationId xmlns:a16="http://schemas.microsoft.com/office/drawing/2014/main" id="{72941A31-60B9-B997-30A8-CB6BB4564D02}"/>
              </a:ext>
            </a:extLst>
          </p:cNvPr>
          <p:cNvGrpSpPr/>
          <p:nvPr userDrawn="1"/>
        </p:nvGrpSpPr>
        <p:grpSpPr>
          <a:xfrm>
            <a:off x="604894" y="597820"/>
            <a:ext cx="3084456" cy="292608"/>
            <a:chOff x="604894" y="597820"/>
            <a:chExt cx="3084456" cy="292608"/>
          </a:xfrm>
        </p:grpSpPr>
        <p:pic>
          <p:nvPicPr>
            <p:cNvPr id="32" name="Graphic 31" descr="Microsoft Power Platform logo">
              <a:extLst>
                <a:ext uri="{FF2B5EF4-FFF2-40B4-BE49-F238E27FC236}">
                  <a16:creationId xmlns:a16="http://schemas.microsoft.com/office/drawing/2014/main" id="{C26F65A8-BC3C-8854-C76A-F2F834B9AA70}"/>
                </a:ext>
                <a:ext uri="{C183D7F6-B498-43B3-948B-1728B52AA6E4}">
                  <adec:decorative xmlns:adec="http://schemas.microsoft.com/office/drawing/2017/decorative" val="0"/>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r="89499"/>
            <a:stretch/>
          </p:blipFill>
          <p:spPr>
            <a:xfrm>
              <a:off x="604894" y="597820"/>
              <a:ext cx="322206" cy="292608"/>
            </a:xfrm>
            <a:prstGeom prst="rect">
              <a:avLst/>
            </a:prstGeom>
          </p:spPr>
        </p:pic>
        <p:pic>
          <p:nvPicPr>
            <p:cNvPr id="33" name="Graphic 32" descr="Microsoft Power Platform logo">
              <a:extLst>
                <a:ext uri="{FF2B5EF4-FFF2-40B4-BE49-F238E27FC236}">
                  <a16:creationId xmlns:a16="http://schemas.microsoft.com/office/drawing/2014/main" id="{F8D9193D-3E4B-5CB3-9662-2206A3EE0255}"/>
                </a:ext>
                <a:ext uri="{C183D7F6-B498-43B3-948B-1728B52AA6E4}">
                  <adec:decorative xmlns:adec="http://schemas.microsoft.com/office/drawing/2017/decorative" val="0"/>
                </a:ext>
              </a:extLst>
            </p:cNvPr>
            <p:cNvPicPr>
              <a:picLocks noChangeAspect="1"/>
            </p:cNvPicPr>
            <p:nvPr/>
          </p:nvPicPr>
          <p:blipFill rotWithShape="1">
            <a:blip r:embed="rId4">
              <a:lum bright="100000"/>
              <a:extLst>
                <a:ext uri="{96DAC541-7B7A-43D3-8B79-37D633B846F1}">
                  <asvg:svgBlip xmlns:asvg="http://schemas.microsoft.com/office/drawing/2016/SVG/main" r:embed="rId5"/>
                </a:ext>
              </a:extLst>
            </a:blip>
            <a:srcRect l="11123" r="-527"/>
            <a:stretch/>
          </p:blipFill>
          <p:spPr>
            <a:xfrm>
              <a:off x="946150" y="597820"/>
              <a:ext cx="2743200" cy="292608"/>
            </a:xfrm>
            <a:prstGeom prst="rect">
              <a:avLst/>
            </a:prstGeom>
          </p:spPr>
        </p:pic>
      </p:grpSp>
      <p:sp>
        <p:nvSpPr>
          <p:cNvPr id="9" name="Title 1"/>
          <p:cNvSpPr>
            <a:spLocks noGrp="1"/>
          </p:cNvSpPr>
          <p:nvPr>
            <p:ph type="title" hasCustomPrompt="1"/>
          </p:nvPr>
        </p:nvSpPr>
        <p:spPr>
          <a:xfrm>
            <a:off x="604894" y="1852015"/>
            <a:ext cx="5486400" cy="1231106"/>
          </a:xfrm>
          <a:noFill/>
        </p:spPr>
        <p:txBody>
          <a:bodyPr wrap="square" lIns="0" tIns="0" rIns="0" bIns="0" anchor="b" anchorCtr="0">
            <a:spAutoFit/>
          </a:bodyPr>
          <a:lstStyle>
            <a:lvl1pPr>
              <a:defRPr kumimoji="0" lang="en-US" sz="4000" b="0" i="0" u="none" strike="noStrike" kern="1200" cap="none" spc="0" normalizeH="0" baseline="0" dirty="0">
                <a:ln>
                  <a:noFill/>
                </a:ln>
                <a:solidFill>
                  <a:srgbClr val="FFFFFF"/>
                </a:solidFill>
                <a:effectLst/>
                <a:uLnTx/>
                <a:uFillTx/>
                <a:latin typeface="Segoe UI Semibold"/>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Event name or presentation title </a:t>
            </a:r>
          </a:p>
        </p:txBody>
      </p:sp>
      <p:sp>
        <p:nvSpPr>
          <p:cNvPr id="5" name="Text Placeholder 4"/>
          <p:cNvSpPr>
            <a:spLocks noGrp="1"/>
          </p:cNvSpPr>
          <p:nvPr>
            <p:ph type="body" sz="quarter" idx="12" hasCustomPrompt="1"/>
          </p:nvPr>
        </p:nvSpPr>
        <p:spPr>
          <a:xfrm>
            <a:off x="604894" y="3464888"/>
            <a:ext cx="5486400" cy="492443"/>
          </a:xfrm>
          <a:noFill/>
        </p:spPr>
        <p:txBody>
          <a:bodyPr wrap="square" lIns="0" tIns="0" rIns="0" bIns="0">
            <a:spAutoFit/>
          </a:bodyPr>
          <a:lstStyle>
            <a:lvl1pPr marL="0" indent="0">
              <a:spcBef>
                <a:spcPts val="0"/>
              </a:spcBef>
              <a:buNone/>
              <a:defRPr kumimoji="0" lang="en-US" sz="3200" b="0" i="0" u="none" strike="noStrike" kern="1200" cap="none" spc="0" normalizeH="0" baseline="0" dirty="0">
                <a:ln>
                  <a:noFill/>
                </a:ln>
                <a:solidFill>
                  <a:srgbClr val="FFFFFF"/>
                </a:solidFill>
                <a:effectLst/>
                <a:uLnTx/>
                <a:uFillTx/>
                <a:latin typeface="Segoe UI Semibold"/>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Speaker name</a:t>
            </a:r>
          </a:p>
        </p:txBody>
      </p:sp>
      <p:sp>
        <p:nvSpPr>
          <p:cNvPr id="8" name="Text Placeholder 7">
            <a:extLst>
              <a:ext uri="{FF2B5EF4-FFF2-40B4-BE49-F238E27FC236}">
                <a16:creationId xmlns:a16="http://schemas.microsoft.com/office/drawing/2014/main" id="{72BE9B4C-457B-DAE3-024C-78127F20AD66}"/>
              </a:ext>
            </a:extLst>
          </p:cNvPr>
          <p:cNvSpPr>
            <a:spLocks noGrp="1"/>
          </p:cNvSpPr>
          <p:nvPr>
            <p:ph type="body" sz="quarter" idx="13" hasCustomPrompt="1"/>
          </p:nvPr>
        </p:nvSpPr>
        <p:spPr>
          <a:xfrm>
            <a:off x="604894" y="4298751"/>
            <a:ext cx="5486400" cy="1255728"/>
          </a:xfrm>
        </p:spPr>
        <p:txBody>
          <a:bodyPr/>
          <a:lstStyle>
            <a:lvl1pPr marL="0" indent="0">
              <a:spcBef>
                <a:spcPts val="24"/>
              </a:spcBef>
              <a:buNone/>
              <a:defRPr kumimoji="0" lang="en-US" sz="2400" b="0" i="0" u="none" strike="noStrike" kern="1200" cap="none" spc="0" normalizeH="0" baseline="0" dirty="0">
                <a:ln>
                  <a:noFill/>
                </a:ln>
                <a:solidFill>
                  <a:srgbClr val="FFFFFF"/>
                </a:solidFill>
                <a:effectLst/>
                <a:uLnTx/>
                <a:uFillTx/>
                <a:latin typeface="Segoe UI"/>
                <a:ea typeface="+mn-ea"/>
                <a:cs typeface="Segoe UI" panose="020B0502040204020203" pitchFamily="34" charset="0"/>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Title</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Company</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Other information</a:t>
            </a:r>
          </a:p>
        </p:txBody>
      </p:sp>
    </p:spTree>
    <p:extLst>
      <p:ext uri="{BB962C8B-B14F-4D97-AF65-F5344CB8AC3E}">
        <p14:creationId xmlns:p14="http://schemas.microsoft.com/office/powerpoint/2010/main" val="292091632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3842">
          <p15:clr>
            <a:srgbClr val="5ACBF0"/>
          </p15:clr>
        </p15:guide>
        <p15:guide id="4" orient="horz" pos="2160">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Hook Deck Cover">
    <p:bg>
      <p:bgPr>
        <a:solidFill>
          <a:schemeClr val="bg1"/>
        </a:solidFill>
        <a:effectLst/>
      </p:bgPr>
    </p:bg>
    <p:spTree>
      <p:nvGrpSpPr>
        <p:cNvPr id="1" name=""/>
        <p:cNvGrpSpPr/>
        <p:nvPr/>
      </p:nvGrpSpPr>
      <p:grpSpPr>
        <a:xfrm>
          <a:off x="0" y="0"/>
          <a:ext cx="0" cy="0"/>
          <a:chOff x="0" y="0"/>
          <a:chExt cx="0" cy="0"/>
        </a:xfrm>
      </p:grpSpPr>
      <p:sp>
        <p:nvSpPr>
          <p:cNvPr id="2" name="Freeform: Shape 7">
            <a:extLst>
              <a:ext uri="{FF2B5EF4-FFF2-40B4-BE49-F238E27FC236}">
                <a16:creationId xmlns:a16="http://schemas.microsoft.com/office/drawing/2014/main" id="{1067BC7C-A773-9F81-5271-6D864B0795C1}"/>
              </a:ext>
            </a:extLst>
          </p:cNvPr>
          <p:cNvSpPr/>
          <p:nvPr userDrawn="1"/>
        </p:nvSpPr>
        <p:spPr>
          <a:xfrm>
            <a:off x="0" y="-3432"/>
            <a:ext cx="12192000" cy="6864864"/>
          </a:xfrm>
          <a:custGeom>
            <a:avLst/>
            <a:gdLst>
              <a:gd name="connsiteX0" fmla="*/ 0 w 12192000"/>
              <a:gd name="connsiteY0" fmla="*/ 0 h 6864864"/>
              <a:gd name="connsiteX1" fmla="*/ 12192000 w 12192000"/>
              <a:gd name="connsiteY1" fmla="*/ 0 h 6864864"/>
              <a:gd name="connsiteX2" fmla="*/ 12192000 w 12192000"/>
              <a:gd name="connsiteY2" fmla="*/ 6864864 h 6864864"/>
              <a:gd name="connsiteX3" fmla="*/ 0 w 12192000"/>
              <a:gd name="connsiteY3" fmla="*/ 6864864 h 6864864"/>
            </a:gdLst>
            <a:ahLst/>
            <a:cxnLst>
              <a:cxn ang="0">
                <a:pos x="connsiteX0" y="connsiteY0"/>
              </a:cxn>
              <a:cxn ang="0">
                <a:pos x="connsiteX1" y="connsiteY1"/>
              </a:cxn>
              <a:cxn ang="0">
                <a:pos x="connsiteX2" y="connsiteY2"/>
              </a:cxn>
              <a:cxn ang="0">
                <a:pos x="connsiteX3" y="connsiteY3"/>
              </a:cxn>
            </a:cxnLst>
            <a:rect l="l" t="t" r="r" b="b"/>
            <a:pathLst>
              <a:path w="12192000" h="6864864">
                <a:moveTo>
                  <a:pt x="0" y="0"/>
                </a:moveTo>
                <a:lnTo>
                  <a:pt x="12192000" y="0"/>
                </a:lnTo>
                <a:lnTo>
                  <a:pt x="12192000" y="6864864"/>
                </a:lnTo>
                <a:lnTo>
                  <a:pt x="0" y="6864864"/>
                </a:lnTo>
                <a:close/>
              </a:path>
            </a:pathLst>
          </a:custGeom>
          <a:gradFill flip="none" rotWithShape="1">
            <a:gsLst>
              <a:gs pos="0">
                <a:schemeClr val="bg2"/>
              </a:gs>
              <a:gs pos="79000">
                <a:schemeClr val="bg2">
                  <a:lumMod val="50000"/>
                </a:schemeClr>
              </a:gs>
            </a:gsLst>
            <a:lin ang="13500000" scaled="1"/>
            <a:tileRect/>
          </a:gradFill>
          <a:ln w="1373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3" name="Free-form: Shape 2">
            <a:extLst>
              <a:ext uri="{FF2B5EF4-FFF2-40B4-BE49-F238E27FC236}">
                <a16:creationId xmlns:a16="http://schemas.microsoft.com/office/drawing/2014/main" id="{F7663A97-211B-4782-DB90-8D7208B8FC2B}"/>
              </a:ext>
            </a:extLst>
          </p:cNvPr>
          <p:cNvSpPr/>
          <p:nvPr userDrawn="1"/>
        </p:nvSpPr>
        <p:spPr bwMode="auto">
          <a:xfrm>
            <a:off x="0" y="3962400"/>
            <a:ext cx="7689741" cy="2297780"/>
          </a:xfrm>
          <a:custGeom>
            <a:avLst/>
            <a:gdLst>
              <a:gd name="connsiteX0" fmla="*/ 0 w 7689741"/>
              <a:gd name="connsiteY0" fmla="*/ 0 h 2297780"/>
              <a:gd name="connsiteX1" fmla="*/ 7689741 w 7689741"/>
              <a:gd name="connsiteY1" fmla="*/ 0 h 2297780"/>
              <a:gd name="connsiteX2" fmla="*/ 5376932 w 7689741"/>
              <a:gd name="connsiteY2" fmla="*/ 2297780 h 2297780"/>
              <a:gd name="connsiteX3" fmla="*/ 0 w 7689741"/>
              <a:gd name="connsiteY3" fmla="*/ 2297780 h 2297780"/>
              <a:gd name="connsiteX4" fmla="*/ 0 w 7689741"/>
              <a:gd name="connsiteY4" fmla="*/ 0 h 22977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741" h="2297780">
                <a:moveTo>
                  <a:pt x="0" y="0"/>
                </a:moveTo>
                <a:lnTo>
                  <a:pt x="7689741" y="0"/>
                </a:lnTo>
                <a:lnTo>
                  <a:pt x="5376932" y="2297780"/>
                </a:lnTo>
                <a:lnTo>
                  <a:pt x="0" y="2297780"/>
                </a:lnTo>
                <a:lnTo>
                  <a:pt x="0" y="0"/>
                </a:lnTo>
                <a:close/>
              </a:path>
            </a:pathLst>
          </a:custGeom>
          <a:gradFill flip="none" rotWithShape="1">
            <a:gsLst>
              <a:gs pos="0">
                <a:schemeClr val="bg2">
                  <a:lumMod val="75000"/>
                </a:schemeClr>
              </a:gs>
              <a:gs pos="69000">
                <a:schemeClr val="bg2">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nvGrpSpPr>
          <p:cNvPr id="31" name="Group 30">
            <a:extLst>
              <a:ext uri="{FF2B5EF4-FFF2-40B4-BE49-F238E27FC236}">
                <a16:creationId xmlns:a16="http://schemas.microsoft.com/office/drawing/2014/main" id="{72941A31-60B9-B997-30A8-CB6BB4564D02}"/>
              </a:ext>
            </a:extLst>
          </p:cNvPr>
          <p:cNvGrpSpPr/>
          <p:nvPr userDrawn="1"/>
        </p:nvGrpSpPr>
        <p:grpSpPr>
          <a:xfrm>
            <a:off x="604894" y="597820"/>
            <a:ext cx="3084456" cy="292608"/>
            <a:chOff x="604894" y="597820"/>
            <a:chExt cx="3084456" cy="292608"/>
          </a:xfrm>
        </p:grpSpPr>
        <p:pic>
          <p:nvPicPr>
            <p:cNvPr id="32" name="Graphic 31" descr="Microsoft Power Platform logo">
              <a:extLst>
                <a:ext uri="{FF2B5EF4-FFF2-40B4-BE49-F238E27FC236}">
                  <a16:creationId xmlns:a16="http://schemas.microsoft.com/office/drawing/2014/main" id="{C26F65A8-BC3C-8854-C76A-F2F834B9AA70}"/>
                </a:ext>
                <a:ext uri="{C183D7F6-B498-43B3-948B-1728B52AA6E4}">
                  <adec:decorative xmlns:adec="http://schemas.microsoft.com/office/drawing/2017/decorative" val="0"/>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r="89499"/>
            <a:stretch/>
          </p:blipFill>
          <p:spPr>
            <a:xfrm>
              <a:off x="604894" y="597820"/>
              <a:ext cx="322206" cy="292608"/>
            </a:xfrm>
            <a:prstGeom prst="rect">
              <a:avLst/>
            </a:prstGeom>
          </p:spPr>
        </p:pic>
        <p:pic>
          <p:nvPicPr>
            <p:cNvPr id="33" name="Graphic 32" descr="Microsoft Power Platform logo">
              <a:extLst>
                <a:ext uri="{FF2B5EF4-FFF2-40B4-BE49-F238E27FC236}">
                  <a16:creationId xmlns:a16="http://schemas.microsoft.com/office/drawing/2014/main" id="{F8D9193D-3E4B-5CB3-9662-2206A3EE0255}"/>
                </a:ext>
                <a:ext uri="{C183D7F6-B498-43B3-948B-1728B52AA6E4}">
                  <adec:decorative xmlns:adec="http://schemas.microsoft.com/office/drawing/2017/decorative" val="0"/>
                </a:ext>
              </a:extLst>
            </p:cNvPr>
            <p:cNvPicPr>
              <a:picLocks noChangeAspect="1"/>
            </p:cNvPicPr>
            <p:nvPr/>
          </p:nvPicPr>
          <p:blipFill rotWithShape="1">
            <a:blip r:embed="rId2">
              <a:lum bright="100000"/>
              <a:extLst>
                <a:ext uri="{96DAC541-7B7A-43D3-8B79-37D633B846F1}">
                  <asvg:svgBlip xmlns:asvg="http://schemas.microsoft.com/office/drawing/2016/SVG/main" r:embed="rId3"/>
                </a:ext>
              </a:extLst>
            </a:blip>
            <a:srcRect l="11123" r="-527"/>
            <a:stretch/>
          </p:blipFill>
          <p:spPr>
            <a:xfrm>
              <a:off x="946150" y="597820"/>
              <a:ext cx="2743200" cy="292608"/>
            </a:xfrm>
            <a:prstGeom prst="rect">
              <a:avLst/>
            </a:prstGeom>
          </p:spPr>
        </p:pic>
      </p:grpSp>
      <p:sp>
        <p:nvSpPr>
          <p:cNvPr id="9" name="Title 1"/>
          <p:cNvSpPr>
            <a:spLocks noGrp="1"/>
          </p:cNvSpPr>
          <p:nvPr>
            <p:ph type="title" hasCustomPrompt="1"/>
          </p:nvPr>
        </p:nvSpPr>
        <p:spPr>
          <a:xfrm>
            <a:off x="604894" y="2316474"/>
            <a:ext cx="5486400" cy="1231106"/>
          </a:xfrm>
          <a:noFill/>
        </p:spPr>
        <p:txBody>
          <a:bodyPr wrap="square" lIns="0" tIns="0" rIns="0" bIns="0" anchor="b" anchorCtr="0">
            <a:spAutoFit/>
          </a:bodyPr>
          <a:lstStyle>
            <a:lvl1pPr>
              <a:defRPr kumimoji="0" lang="en-US" sz="4000" b="0" i="0" u="none" strike="noStrike" kern="1200" cap="none" spc="0" normalizeH="0" baseline="0" dirty="0">
                <a:ln>
                  <a:noFill/>
                </a:ln>
                <a:solidFill>
                  <a:schemeClr val="bg1"/>
                </a:solidFill>
                <a:effectLst/>
                <a:uLnTx/>
                <a:uFillTx/>
                <a:latin typeface="Segoe UI Semibold"/>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Event name or presentation title </a:t>
            </a:r>
          </a:p>
        </p:txBody>
      </p:sp>
      <p:sp>
        <p:nvSpPr>
          <p:cNvPr id="5" name="Text Placeholder 4"/>
          <p:cNvSpPr>
            <a:spLocks noGrp="1"/>
          </p:cNvSpPr>
          <p:nvPr>
            <p:ph type="body" sz="quarter" idx="12" hasCustomPrompt="1"/>
          </p:nvPr>
        </p:nvSpPr>
        <p:spPr>
          <a:xfrm>
            <a:off x="604894" y="4341585"/>
            <a:ext cx="5486400" cy="307777"/>
          </a:xfrm>
          <a:noFill/>
        </p:spPr>
        <p:txBody>
          <a:bodyPr wrap="square" lIns="0" tIns="0" rIns="0" bIns="0">
            <a:spAutoFit/>
          </a:bodyPr>
          <a:lstStyle>
            <a:lvl1pPr marL="0" indent="0">
              <a:spcBef>
                <a:spcPts val="0"/>
              </a:spcBef>
              <a:buNone/>
              <a:defRPr kumimoji="0" lang="en-US" sz="2000" b="0" i="0" u="none" strike="noStrike" kern="1200" cap="none" spc="0" normalizeH="0" baseline="0" dirty="0">
                <a:ln>
                  <a:noFill/>
                </a:ln>
                <a:solidFill>
                  <a:srgbClr val="FFFFFF"/>
                </a:solidFill>
                <a:effectLst/>
                <a:uLnTx/>
                <a:uFillTx/>
                <a:latin typeface="Segoe UI Semibold"/>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Speaker name</a:t>
            </a:r>
          </a:p>
        </p:txBody>
      </p:sp>
      <p:sp>
        <p:nvSpPr>
          <p:cNvPr id="8" name="Text Placeholder 7">
            <a:extLst>
              <a:ext uri="{FF2B5EF4-FFF2-40B4-BE49-F238E27FC236}">
                <a16:creationId xmlns:a16="http://schemas.microsoft.com/office/drawing/2014/main" id="{72BE9B4C-457B-DAE3-024C-78127F20AD66}"/>
              </a:ext>
            </a:extLst>
          </p:cNvPr>
          <p:cNvSpPr>
            <a:spLocks noGrp="1"/>
          </p:cNvSpPr>
          <p:nvPr>
            <p:ph type="body" sz="quarter" idx="13" hasCustomPrompt="1"/>
          </p:nvPr>
        </p:nvSpPr>
        <p:spPr>
          <a:xfrm>
            <a:off x="604894" y="4939193"/>
            <a:ext cx="5486400" cy="941796"/>
          </a:xfrm>
        </p:spPr>
        <p:txBody>
          <a:bodyPr/>
          <a:lstStyle>
            <a:lvl1pPr marL="0" indent="0">
              <a:spcBef>
                <a:spcPts val="24"/>
              </a:spcBef>
              <a:buNone/>
              <a:defRPr kumimoji="0" lang="en-US" sz="1800" b="0" i="0" u="none" strike="noStrike" kern="1200" cap="none" spc="0" normalizeH="0" baseline="0" dirty="0">
                <a:ln>
                  <a:noFill/>
                </a:ln>
                <a:solidFill>
                  <a:srgbClr val="FFFFFF"/>
                </a:solidFill>
                <a:effectLst/>
                <a:uLnTx/>
                <a:uFillTx/>
                <a:latin typeface="Segoe UI"/>
                <a:ea typeface="+mn-ea"/>
                <a:cs typeface="Segoe UI" panose="020B0502040204020203" pitchFamily="34" charset="0"/>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Title</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Company</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Other information</a:t>
            </a:r>
          </a:p>
        </p:txBody>
      </p:sp>
      <p:sp>
        <p:nvSpPr>
          <p:cNvPr id="4" name="Free-form: Shape 3">
            <a:extLst>
              <a:ext uri="{FF2B5EF4-FFF2-40B4-BE49-F238E27FC236}">
                <a16:creationId xmlns:a16="http://schemas.microsoft.com/office/drawing/2014/main" id="{FFA50941-9749-E449-4B27-E57EEC8DD5F3}"/>
              </a:ext>
            </a:extLst>
          </p:cNvPr>
          <p:cNvSpPr/>
          <p:nvPr userDrawn="1"/>
        </p:nvSpPr>
        <p:spPr bwMode="auto">
          <a:xfrm>
            <a:off x="7436274" y="-3432"/>
            <a:ext cx="4427515" cy="6864864"/>
          </a:xfrm>
          <a:custGeom>
            <a:avLst/>
            <a:gdLst>
              <a:gd name="connsiteX0" fmla="*/ 1789133 w 4427515"/>
              <a:gd name="connsiteY0" fmla="*/ 861707 h 6864864"/>
              <a:gd name="connsiteX1" fmla="*/ 4427515 w 4427515"/>
              <a:gd name="connsiteY1" fmla="*/ 3493895 h 6864864"/>
              <a:gd name="connsiteX2" fmla="*/ 1048613 w 4427515"/>
              <a:gd name="connsiteY2" fmla="*/ 6864864 h 6864864"/>
              <a:gd name="connsiteX3" fmla="*/ 123215 w 4427515"/>
              <a:gd name="connsiteY3" fmla="*/ 6864864 h 6864864"/>
              <a:gd name="connsiteX4" fmla="*/ 3502117 w 4427515"/>
              <a:gd name="connsiteY4" fmla="*/ 3493895 h 6864864"/>
              <a:gd name="connsiteX5" fmla="*/ 1326978 w 4427515"/>
              <a:gd name="connsiteY5" fmla="*/ 1323862 h 6864864"/>
              <a:gd name="connsiteX6" fmla="*/ 0 w 4427515"/>
              <a:gd name="connsiteY6" fmla="*/ 0 h 6864864"/>
              <a:gd name="connsiteX7" fmla="*/ 925398 w 4427515"/>
              <a:gd name="connsiteY7" fmla="*/ 0 h 6864864"/>
              <a:gd name="connsiteX8" fmla="*/ 1146848 w 4427515"/>
              <a:gd name="connsiteY8" fmla="*/ 220930 h 6864864"/>
              <a:gd name="connsiteX9" fmla="*/ 684693 w 4427515"/>
              <a:gd name="connsiteY9" fmla="*/ 683085 h 6864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27515" h="6864864">
                <a:moveTo>
                  <a:pt x="1789133" y="861707"/>
                </a:moveTo>
                <a:lnTo>
                  <a:pt x="4427515" y="3493895"/>
                </a:lnTo>
                <a:lnTo>
                  <a:pt x="1048613" y="6864864"/>
                </a:lnTo>
                <a:lnTo>
                  <a:pt x="123215" y="6864864"/>
                </a:lnTo>
                <a:lnTo>
                  <a:pt x="3502117" y="3493895"/>
                </a:lnTo>
                <a:lnTo>
                  <a:pt x="1326978" y="1323862"/>
                </a:lnTo>
                <a:close/>
                <a:moveTo>
                  <a:pt x="0" y="0"/>
                </a:moveTo>
                <a:lnTo>
                  <a:pt x="925398" y="0"/>
                </a:lnTo>
                <a:lnTo>
                  <a:pt x="1146848" y="220930"/>
                </a:lnTo>
                <a:lnTo>
                  <a:pt x="684693" y="683085"/>
                </a:lnTo>
                <a:close/>
              </a:path>
            </a:pathLst>
          </a:custGeom>
          <a:gradFill flip="none" rotWithShape="1">
            <a:gsLst>
              <a:gs pos="58000">
                <a:schemeClr val="bg2">
                  <a:lumMod val="75000"/>
                </a:schemeClr>
              </a:gs>
              <a:gs pos="100000">
                <a:schemeClr val="bg2">
                  <a:lumMod val="75000"/>
                  <a:alpha val="0"/>
                </a:schemeClr>
              </a:gs>
            </a:gsLst>
            <a:lin ang="162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2" name="Free-form: Shape 11">
            <a:extLst>
              <a:ext uri="{FF2B5EF4-FFF2-40B4-BE49-F238E27FC236}">
                <a16:creationId xmlns:a16="http://schemas.microsoft.com/office/drawing/2014/main" id="{85FAB7B8-87AF-BFFD-9EF8-D4760A0DDFAA}"/>
              </a:ext>
            </a:extLst>
          </p:cNvPr>
          <p:cNvSpPr/>
          <p:nvPr userDrawn="1"/>
        </p:nvSpPr>
        <p:spPr bwMode="auto">
          <a:xfrm>
            <a:off x="4775200" y="-3432"/>
            <a:ext cx="7416800" cy="6861432"/>
          </a:xfrm>
          <a:custGeom>
            <a:avLst/>
            <a:gdLst>
              <a:gd name="connsiteX0" fmla="*/ 3910617 w 7416800"/>
              <a:gd name="connsiteY0" fmla="*/ 0 h 6861432"/>
              <a:gd name="connsiteX1" fmla="*/ 6331089 w 7416800"/>
              <a:gd name="connsiteY1" fmla="*/ 0 h 6861432"/>
              <a:gd name="connsiteX2" fmla="*/ 7416800 w 7416800"/>
              <a:gd name="connsiteY2" fmla="*/ 1078655 h 6861432"/>
              <a:gd name="connsiteX3" fmla="*/ 7416800 w 7416800"/>
              <a:gd name="connsiteY3" fmla="*/ 1897573 h 6861432"/>
              <a:gd name="connsiteX4" fmla="*/ 2420472 w 7416800"/>
              <a:gd name="connsiteY4" fmla="*/ 6861432 h 6861432"/>
              <a:gd name="connsiteX5" fmla="*/ 0 w 7416800"/>
              <a:gd name="connsiteY5" fmla="*/ 6861432 h 6861432"/>
              <a:gd name="connsiteX6" fmla="*/ 5408465 w 7416800"/>
              <a:gd name="connsiteY6" fmla="*/ 1488114 h 6861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16800" h="6861432">
                <a:moveTo>
                  <a:pt x="3910617" y="0"/>
                </a:moveTo>
                <a:lnTo>
                  <a:pt x="6331089" y="0"/>
                </a:lnTo>
                <a:lnTo>
                  <a:pt x="7416800" y="1078655"/>
                </a:lnTo>
                <a:lnTo>
                  <a:pt x="7416800" y="1897573"/>
                </a:lnTo>
                <a:lnTo>
                  <a:pt x="2420472" y="6861432"/>
                </a:lnTo>
                <a:lnTo>
                  <a:pt x="0" y="6861432"/>
                </a:lnTo>
                <a:lnTo>
                  <a:pt x="5408465" y="1488114"/>
                </a:lnTo>
                <a:close/>
              </a:path>
            </a:pathLst>
          </a:custGeom>
          <a:gradFill flip="none" rotWithShape="1">
            <a:gsLst>
              <a:gs pos="0">
                <a:schemeClr val="bg2">
                  <a:lumMod val="50000"/>
                </a:schemeClr>
              </a:gs>
              <a:gs pos="100000">
                <a:schemeClr val="bg2">
                  <a:lumMod val="50000"/>
                  <a:alpha val="0"/>
                </a:scheme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3" name="Diamond 12">
            <a:extLst>
              <a:ext uri="{FF2B5EF4-FFF2-40B4-BE49-F238E27FC236}">
                <a16:creationId xmlns:a16="http://schemas.microsoft.com/office/drawing/2014/main" id="{28C9EB09-87DA-8721-20A2-ED61E9585A23}"/>
              </a:ext>
            </a:extLst>
          </p:cNvPr>
          <p:cNvSpPr/>
          <p:nvPr userDrawn="1"/>
        </p:nvSpPr>
        <p:spPr bwMode="auto">
          <a:xfrm>
            <a:off x="7589180" y="4504882"/>
            <a:ext cx="1897720" cy="1897720"/>
          </a:xfrm>
          <a:prstGeom prst="diamond">
            <a:avLst/>
          </a:prstGeom>
          <a:solidFill>
            <a:schemeClr val="bg2">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4" name="Free-form: Shape 13">
            <a:extLst>
              <a:ext uri="{FF2B5EF4-FFF2-40B4-BE49-F238E27FC236}">
                <a16:creationId xmlns:a16="http://schemas.microsoft.com/office/drawing/2014/main" id="{6F2B9B44-A761-B9A5-749A-5AF83CA02EC5}"/>
              </a:ext>
            </a:extLst>
          </p:cNvPr>
          <p:cNvSpPr/>
          <p:nvPr userDrawn="1"/>
        </p:nvSpPr>
        <p:spPr bwMode="auto">
          <a:xfrm>
            <a:off x="7975624" y="-3431"/>
            <a:ext cx="4216376" cy="4663101"/>
          </a:xfrm>
          <a:custGeom>
            <a:avLst/>
            <a:gdLst>
              <a:gd name="connsiteX0" fmla="*/ 1488113 w 4216376"/>
              <a:gd name="connsiteY0" fmla="*/ 0 h 4663101"/>
              <a:gd name="connsiteX1" fmla="*/ 4216376 w 4216376"/>
              <a:gd name="connsiteY1" fmla="*/ 0 h 4663101"/>
              <a:gd name="connsiteX2" fmla="*/ 4216376 w 4216376"/>
              <a:gd name="connsiteY2" fmla="*/ 3621713 h 4663101"/>
              <a:gd name="connsiteX3" fmla="*/ 3174988 w 4216376"/>
              <a:gd name="connsiteY3" fmla="*/ 4663101 h 4663101"/>
              <a:gd name="connsiteX4" fmla="*/ 0 w 4216376"/>
              <a:gd name="connsiteY4" fmla="*/ 1488113 h 4663101"/>
              <a:gd name="connsiteX5" fmla="*/ 382797 w 4216376"/>
              <a:gd name="connsiteY5" fmla="*/ 1105316 h 4663101"/>
              <a:gd name="connsiteX6" fmla="*/ 694485 w 4216376"/>
              <a:gd name="connsiteY6" fmla="*/ 1417004 h 4663101"/>
              <a:gd name="connsiteX7" fmla="*/ 1336016 w 4216376"/>
              <a:gd name="connsiteY7" fmla="*/ 775473 h 4663101"/>
              <a:gd name="connsiteX8" fmla="*/ 1024328 w 4216376"/>
              <a:gd name="connsiteY8" fmla="*/ 463785 h 4663101"/>
              <a:gd name="connsiteX0" fmla="*/ 4216376 w 4307816"/>
              <a:gd name="connsiteY0" fmla="*/ 0 h 4663101"/>
              <a:gd name="connsiteX1" fmla="*/ 4216376 w 4307816"/>
              <a:gd name="connsiteY1" fmla="*/ 3621713 h 4663101"/>
              <a:gd name="connsiteX2" fmla="*/ 3174988 w 4307816"/>
              <a:gd name="connsiteY2" fmla="*/ 4663101 h 4663101"/>
              <a:gd name="connsiteX3" fmla="*/ 0 w 4307816"/>
              <a:gd name="connsiteY3" fmla="*/ 1488113 h 4663101"/>
              <a:gd name="connsiteX4" fmla="*/ 382797 w 4307816"/>
              <a:gd name="connsiteY4" fmla="*/ 1105316 h 4663101"/>
              <a:gd name="connsiteX5" fmla="*/ 694485 w 4307816"/>
              <a:gd name="connsiteY5" fmla="*/ 1417004 h 4663101"/>
              <a:gd name="connsiteX6" fmla="*/ 1336016 w 4307816"/>
              <a:gd name="connsiteY6" fmla="*/ 775473 h 4663101"/>
              <a:gd name="connsiteX7" fmla="*/ 1024328 w 4307816"/>
              <a:gd name="connsiteY7" fmla="*/ 463785 h 4663101"/>
              <a:gd name="connsiteX8" fmla="*/ 1488113 w 4307816"/>
              <a:gd name="connsiteY8" fmla="*/ 0 h 4663101"/>
              <a:gd name="connsiteX9" fmla="*/ 4307816 w 4307816"/>
              <a:gd name="connsiteY9" fmla="*/ 91440 h 4663101"/>
              <a:gd name="connsiteX0" fmla="*/ 4216376 w 4216376"/>
              <a:gd name="connsiteY0" fmla="*/ 0 h 4663101"/>
              <a:gd name="connsiteX1" fmla="*/ 4216376 w 4216376"/>
              <a:gd name="connsiteY1" fmla="*/ 3621713 h 4663101"/>
              <a:gd name="connsiteX2" fmla="*/ 3174988 w 4216376"/>
              <a:gd name="connsiteY2" fmla="*/ 4663101 h 4663101"/>
              <a:gd name="connsiteX3" fmla="*/ 0 w 4216376"/>
              <a:gd name="connsiteY3" fmla="*/ 1488113 h 4663101"/>
              <a:gd name="connsiteX4" fmla="*/ 382797 w 4216376"/>
              <a:gd name="connsiteY4" fmla="*/ 1105316 h 4663101"/>
              <a:gd name="connsiteX5" fmla="*/ 694485 w 4216376"/>
              <a:gd name="connsiteY5" fmla="*/ 1417004 h 4663101"/>
              <a:gd name="connsiteX6" fmla="*/ 1336016 w 4216376"/>
              <a:gd name="connsiteY6" fmla="*/ 775473 h 4663101"/>
              <a:gd name="connsiteX7" fmla="*/ 1024328 w 4216376"/>
              <a:gd name="connsiteY7" fmla="*/ 463785 h 4663101"/>
              <a:gd name="connsiteX8" fmla="*/ 1488113 w 4216376"/>
              <a:gd name="connsiteY8" fmla="*/ 0 h 4663101"/>
              <a:gd name="connsiteX0" fmla="*/ 4216376 w 4216376"/>
              <a:gd name="connsiteY0" fmla="*/ 3621713 h 4663101"/>
              <a:gd name="connsiteX1" fmla="*/ 3174988 w 4216376"/>
              <a:gd name="connsiteY1" fmla="*/ 4663101 h 4663101"/>
              <a:gd name="connsiteX2" fmla="*/ 0 w 4216376"/>
              <a:gd name="connsiteY2" fmla="*/ 1488113 h 4663101"/>
              <a:gd name="connsiteX3" fmla="*/ 382797 w 4216376"/>
              <a:gd name="connsiteY3" fmla="*/ 1105316 h 4663101"/>
              <a:gd name="connsiteX4" fmla="*/ 694485 w 4216376"/>
              <a:gd name="connsiteY4" fmla="*/ 1417004 h 4663101"/>
              <a:gd name="connsiteX5" fmla="*/ 1336016 w 4216376"/>
              <a:gd name="connsiteY5" fmla="*/ 775473 h 4663101"/>
              <a:gd name="connsiteX6" fmla="*/ 1024328 w 4216376"/>
              <a:gd name="connsiteY6" fmla="*/ 463785 h 4663101"/>
              <a:gd name="connsiteX7" fmla="*/ 1488113 w 4216376"/>
              <a:gd name="connsiteY7" fmla="*/ 0 h 4663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16376" h="4663101">
                <a:moveTo>
                  <a:pt x="4216376" y="3621713"/>
                </a:moveTo>
                <a:lnTo>
                  <a:pt x="3174988" y="4663101"/>
                </a:lnTo>
                <a:lnTo>
                  <a:pt x="0" y="1488113"/>
                </a:lnTo>
                <a:lnTo>
                  <a:pt x="382797" y="1105316"/>
                </a:lnTo>
                <a:lnTo>
                  <a:pt x="694485" y="1417004"/>
                </a:lnTo>
                <a:lnTo>
                  <a:pt x="1336016" y="775473"/>
                </a:lnTo>
                <a:lnTo>
                  <a:pt x="1024328" y="463785"/>
                </a:lnTo>
                <a:lnTo>
                  <a:pt x="1488113" y="0"/>
                </a:lnTo>
              </a:path>
            </a:pathLst>
          </a:custGeom>
          <a:noFill/>
          <a:ln w="127000" cap="rnd">
            <a:solidFill>
              <a:srgbClr val="3377AB"/>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5" name="Diamond 14">
            <a:extLst>
              <a:ext uri="{FF2B5EF4-FFF2-40B4-BE49-F238E27FC236}">
                <a16:creationId xmlns:a16="http://schemas.microsoft.com/office/drawing/2014/main" id="{9C9F5CBC-58F1-15AF-119A-A1B8E949CF33}"/>
              </a:ext>
            </a:extLst>
          </p:cNvPr>
          <p:cNvSpPr/>
          <p:nvPr userDrawn="1"/>
        </p:nvSpPr>
        <p:spPr bwMode="auto">
          <a:xfrm>
            <a:off x="8028578" y="130511"/>
            <a:ext cx="1283062" cy="1283062"/>
          </a:xfrm>
          <a:prstGeom prst="diamond">
            <a:avLst/>
          </a:prstGeom>
          <a:noFill/>
          <a:ln w="127000">
            <a:solidFill>
              <a:srgbClr val="1083C9"/>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6" name="Diamond 15">
            <a:extLst>
              <a:ext uri="{FF2B5EF4-FFF2-40B4-BE49-F238E27FC236}">
                <a16:creationId xmlns:a16="http://schemas.microsoft.com/office/drawing/2014/main" id="{987EA32E-C453-21B7-9E4A-DB92C0B0EBD5}"/>
              </a:ext>
            </a:extLst>
          </p:cNvPr>
          <p:cNvSpPr/>
          <p:nvPr userDrawn="1"/>
        </p:nvSpPr>
        <p:spPr bwMode="auto">
          <a:xfrm>
            <a:off x="9969522" y="3726553"/>
            <a:ext cx="2362178" cy="2362178"/>
          </a:xfrm>
          <a:prstGeom prst="diamond">
            <a:avLst/>
          </a:prstGeom>
          <a:solidFill>
            <a:srgbClr val="1083C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7" name="Free-form: Shape 16">
            <a:extLst>
              <a:ext uri="{FF2B5EF4-FFF2-40B4-BE49-F238E27FC236}">
                <a16:creationId xmlns:a16="http://schemas.microsoft.com/office/drawing/2014/main" id="{4FED8837-EA82-0134-1B2A-985F3BAB653E}"/>
              </a:ext>
            </a:extLst>
          </p:cNvPr>
          <p:cNvSpPr/>
          <p:nvPr userDrawn="1"/>
        </p:nvSpPr>
        <p:spPr bwMode="auto">
          <a:xfrm>
            <a:off x="9566574" y="5987398"/>
            <a:ext cx="1150822" cy="874035"/>
          </a:xfrm>
          <a:custGeom>
            <a:avLst/>
            <a:gdLst>
              <a:gd name="connsiteX0" fmla="*/ 575411 w 1150822"/>
              <a:gd name="connsiteY0" fmla="*/ 0 h 874035"/>
              <a:gd name="connsiteX1" fmla="*/ 1150822 w 1150822"/>
              <a:gd name="connsiteY1" fmla="*/ 575411 h 874035"/>
              <a:gd name="connsiteX2" fmla="*/ 852198 w 1150822"/>
              <a:gd name="connsiteY2" fmla="*/ 874035 h 874035"/>
              <a:gd name="connsiteX3" fmla="*/ 298624 w 1150822"/>
              <a:gd name="connsiteY3" fmla="*/ 874035 h 874035"/>
              <a:gd name="connsiteX4" fmla="*/ 0 w 1150822"/>
              <a:gd name="connsiteY4" fmla="*/ 575411 h 874035"/>
              <a:gd name="connsiteX0" fmla="*/ 298624 w 1150822"/>
              <a:gd name="connsiteY0" fmla="*/ 874035 h 965475"/>
              <a:gd name="connsiteX1" fmla="*/ 0 w 1150822"/>
              <a:gd name="connsiteY1" fmla="*/ 575411 h 965475"/>
              <a:gd name="connsiteX2" fmla="*/ 575411 w 1150822"/>
              <a:gd name="connsiteY2" fmla="*/ 0 h 965475"/>
              <a:gd name="connsiteX3" fmla="*/ 1150822 w 1150822"/>
              <a:gd name="connsiteY3" fmla="*/ 575411 h 965475"/>
              <a:gd name="connsiteX4" fmla="*/ 852198 w 1150822"/>
              <a:gd name="connsiteY4" fmla="*/ 874035 h 965475"/>
              <a:gd name="connsiteX5" fmla="*/ 390064 w 1150822"/>
              <a:gd name="connsiteY5" fmla="*/ 965475 h 965475"/>
              <a:gd name="connsiteX0" fmla="*/ 298624 w 1150822"/>
              <a:gd name="connsiteY0" fmla="*/ 874035 h 874035"/>
              <a:gd name="connsiteX1" fmla="*/ 0 w 1150822"/>
              <a:gd name="connsiteY1" fmla="*/ 575411 h 874035"/>
              <a:gd name="connsiteX2" fmla="*/ 575411 w 1150822"/>
              <a:gd name="connsiteY2" fmla="*/ 0 h 874035"/>
              <a:gd name="connsiteX3" fmla="*/ 1150822 w 1150822"/>
              <a:gd name="connsiteY3" fmla="*/ 575411 h 874035"/>
              <a:gd name="connsiteX4" fmla="*/ 852198 w 1150822"/>
              <a:gd name="connsiteY4" fmla="*/ 874035 h 8740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822" h="874035">
                <a:moveTo>
                  <a:pt x="298624" y="874035"/>
                </a:moveTo>
                <a:lnTo>
                  <a:pt x="0" y="575411"/>
                </a:lnTo>
                <a:lnTo>
                  <a:pt x="575411" y="0"/>
                </a:lnTo>
                <a:lnTo>
                  <a:pt x="1150822" y="575411"/>
                </a:lnTo>
                <a:lnTo>
                  <a:pt x="852198" y="874035"/>
                </a:lnTo>
              </a:path>
            </a:pathLst>
          </a:custGeom>
          <a:noFill/>
          <a:ln w="127000" cap="rnd">
            <a:solidFill>
              <a:srgbClr val="3377AB"/>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156513134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3842">
          <p15:clr>
            <a:srgbClr val="5ACBF0"/>
          </p15:clr>
        </p15:guide>
        <p15:guide id="4" orient="horz" pos="216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over 1 (Light)">
    <p:bg>
      <p:bgPr>
        <a:solidFill>
          <a:schemeClr val="bg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604894" y="2183027"/>
            <a:ext cx="5486400" cy="1107996"/>
          </a:xfrm>
          <a:noFill/>
        </p:spPr>
        <p:txBody>
          <a:bodyPr wrap="square" lIns="0" tIns="0" rIns="0" bIns="0" anchor="b" anchorCtr="0">
            <a:spAutoFit/>
          </a:bodyPr>
          <a:lstStyle>
            <a:lvl1pPr marL="0" algn="l" defTabSz="932742" rtl="0" eaLnBrk="1" latinLnBrk="0" hangingPunct="1">
              <a:lnSpc>
                <a:spcPct val="100000"/>
              </a:lnSpc>
              <a:spcBef>
                <a:spcPct val="0"/>
              </a:spcBef>
              <a:buNone/>
              <a:defRPr lang="en-US" sz="3600" b="0" kern="1200" cap="none" spc="-50" baseline="0" dirty="0">
                <a:ln w="3175">
                  <a:noFill/>
                </a:ln>
                <a:solidFill>
                  <a:schemeClr val="bg2"/>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Event name or presentation title </a:t>
            </a:r>
          </a:p>
        </p:txBody>
      </p:sp>
      <p:sp>
        <p:nvSpPr>
          <p:cNvPr id="5" name="Text Placeholder 4"/>
          <p:cNvSpPr>
            <a:spLocks noGrp="1"/>
          </p:cNvSpPr>
          <p:nvPr>
            <p:ph type="body" sz="quarter" idx="12" hasCustomPrompt="1"/>
          </p:nvPr>
        </p:nvSpPr>
        <p:spPr>
          <a:xfrm>
            <a:off x="604894" y="3645228"/>
            <a:ext cx="5486400" cy="307777"/>
          </a:xfrm>
          <a:noFill/>
        </p:spPr>
        <p:txBody>
          <a:bodyPr wrap="square" lIns="0" tIns="0" rIns="0" bIns="0">
            <a:spAutoFit/>
          </a:bodyPr>
          <a:lstStyle>
            <a:lvl1pPr marL="0" indent="0">
              <a:spcBef>
                <a:spcPts val="0"/>
              </a:spcBef>
              <a:buNone/>
              <a:defRPr kumimoji="0" lang="en-US" sz="2000" b="0" i="0" u="none" strike="noStrike" kern="1200" cap="none" spc="0" normalizeH="0" baseline="0" dirty="0">
                <a:ln>
                  <a:noFill/>
                </a:ln>
                <a:solidFill>
                  <a:srgbClr val="000000"/>
                </a:solidFill>
                <a:effectLst/>
                <a:uLnTx/>
                <a:uFillTx/>
                <a:latin typeface="Segoe UI Semibold"/>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Speaker name</a:t>
            </a:r>
          </a:p>
        </p:txBody>
      </p:sp>
      <p:sp>
        <p:nvSpPr>
          <p:cNvPr id="8" name="Text Placeholder 7">
            <a:extLst>
              <a:ext uri="{FF2B5EF4-FFF2-40B4-BE49-F238E27FC236}">
                <a16:creationId xmlns:a16="http://schemas.microsoft.com/office/drawing/2014/main" id="{72BE9B4C-457B-DAE3-024C-78127F20AD66}"/>
              </a:ext>
            </a:extLst>
          </p:cNvPr>
          <p:cNvSpPr>
            <a:spLocks noGrp="1"/>
          </p:cNvSpPr>
          <p:nvPr>
            <p:ph type="body" sz="quarter" idx="13" hasCustomPrompt="1"/>
          </p:nvPr>
        </p:nvSpPr>
        <p:spPr>
          <a:xfrm>
            <a:off x="604894" y="4398497"/>
            <a:ext cx="5486400" cy="837152"/>
          </a:xfrm>
        </p:spPr>
        <p:txBody>
          <a:bodyPr/>
          <a:lstStyle>
            <a:lvl1pPr marL="0" indent="0">
              <a:spcBef>
                <a:spcPts val="24"/>
              </a:spcBef>
              <a:buNone/>
              <a:defRPr kumimoji="0" lang="en-US" sz="1600" b="0" i="0" u="none" strike="noStrike" kern="1200" cap="none" spc="0" normalizeH="0" baseline="0" dirty="0">
                <a:ln>
                  <a:noFill/>
                </a:ln>
                <a:solidFill>
                  <a:srgbClr val="000000"/>
                </a:solidFill>
                <a:effectLst/>
                <a:uLnTx/>
                <a:uFillTx/>
                <a:latin typeface="Segoe UI"/>
                <a:ea typeface="+mn-ea"/>
                <a:cs typeface="Segoe UI" panose="020B0502040204020203" pitchFamily="34" charset="0"/>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Title</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Company</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Other information</a:t>
            </a:r>
          </a:p>
        </p:txBody>
      </p:sp>
      <p:pic>
        <p:nvPicPr>
          <p:cNvPr id="2" name="Graphic 1" descr="Microsoft Power Platform logo">
            <a:extLst>
              <a:ext uri="{FF2B5EF4-FFF2-40B4-BE49-F238E27FC236}">
                <a16:creationId xmlns:a16="http://schemas.microsoft.com/office/drawing/2014/main" id="{6300AC69-214E-ECBA-3398-D1A4679FBECF}"/>
              </a:ext>
              <a:ext uri="{C183D7F6-B498-43B3-948B-1728B52AA6E4}">
                <adec:decorative xmlns:adec="http://schemas.microsoft.com/office/drawing/2017/decorative" val="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04894" y="597820"/>
            <a:ext cx="3068320" cy="292608"/>
          </a:xfrm>
          <a:prstGeom prst="rect">
            <a:avLst/>
          </a:prstGeom>
        </p:spPr>
      </p:pic>
      <p:pic>
        <p:nvPicPr>
          <p:cNvPr id="10" name="Graphic 9">
            <a:extLst>
              <a:ext uri="{FF2B5EF4-FFF2-40B4-BE49-F238E27FC236}">
                <a16:creationId xmlns:a16="http://schemas.microsoft.com/office/drawing/2014/main" id="{D63CE7AC-DABC-6528-332D-B1D2ED70E3B6}"/>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9425"/>
          <a:stretch/>
        </p:blipFill>
        <p:spPr>
          <a:xfrm>
            <a:off x="3673215" y="0"/>
            <a:ext cx="8518786" cy="6870188"/>
          </a:xfrm>
          <a:prstGeom prst="rect">
            <a:avLst/>
          </a:prstGeom>
        </p:spPr>
      </p:pic>
      <p:sp>
        <p:nvSpPr>
          <p:cNvPr id="11" name="Rectangle 10">
            <a:extLst>
              <a:ext uri="{FF2B5EF4-FFF2-40B4-BE49-F238E27FC236}">
                <a16:creationId xmlns:a16="http://schemas.microsoft.com/office/drawing/2014/main" id="{350C324E-32D3-1C69-EF84-7E1FC6B3B503}"/>
              </a:ext>
            </a:extLst>
          </p:cNvPr>
          <p:cNvSpPr/>
          <p:nvPr userDrawn="1"/>
        </p:nvSpPr>
        <p:spPr>
          <a:xfrm rot="10800000" flipH="1">
            <a:off x="1" y="2182947"/>
            <a:ext cx="241159" cy="3052244"/>
          </a:xfrm>
          <a:prstGeom prst="rect">
            <a:avLst/>
          </a:prstGeom>
          <a:solidFill>
            <a:schemeClr val="bg2"/>
          </a:solidFill>
          <a:ln w="13730" cap="flat">
            <a:noFill/>
            <a:prstDash val="solid"/>
            <a:miter/>
          </a:ln>
          <a:effectLst>
            <a:outerShdw blurRad="495300" dist="38100" dir="2700000" algn="tl" rotWithShape="0">
              <a:schemeClr val="tx2">
                <a:lumMod val="50000"/>
                <a:alpha val="7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79653460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72">
          <p15:clr>
            <a:srgbClr val="5ACBF0"/>
          </p15:clr>
        </p15:guide>
        <p15:guide id="3" pos="3842">
          <p15:clr>
            <a:srgbClr val="5ACBF0"/>
          </p15:clr>
        </p15:guide>
        <p15:guide id="4" orient="horz" pos="216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over 2 (Light)">
    <p:bg>
      <p:bgPr>
        <a:solidFill>
          <a:schemeClr val="bg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604894" y="2182948"/>
            <a:ext cx="5486400" cy="1107996"/>
          </a:xfrm>
          <a:noFill/>
        </p:spPr>
        <p:txBody>
          <a:bodyPr wrap="square" lIns="0" tIns="0" rIns="0" bIns="0" anchor="b" anchorCtr="0">
            <a:spAutoFit/>
          </a:bodyPr>
          <a:lstStyle>
            <a:lvl1pPr marL="0" algn="l" defTabSz="932742" rtl="0" eaLnBrk="1" latinLnBrk="0" hangingPunct="1">
              <a:lnSpc>
                <a:spcPct val="100000"/>
              </a:lnSpc>
              <a:spcBef>
                <a:spcPct val="0"/>
              </a:spcBef>
              <a:buNone/>
              <a:defRPr lang="en-US" sz="3600" b="0" kern="1200" cap="none" spc="-50" baseline="0" dirty="0">
                <a:ln w="3175">
                  <a:noFill/>
                </a:ln>
                <a:solidFill>
                  <a:schemeClr val="bg2"/>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Event name or presentation title </a:t>
            </a:r>
          </a:p>
        </p:txBody>
      </p:sp>
      <p:sp>
        <p:nvSpPr>
          <p:cNvPr id="8" name="Text Placeholder 7">
            <a:extLst>
              <a:ext uri="{FF2B5EF4-FFF2-40B4-BE49-F238E27FC236}">
                <a16:creationId xmlns:a16="http://schemas.microsoft.com/office/drawing/2014/main" id="{72BE9B4C-457B-DAE3-024C-78127F20AD66}"/>
              </a:ext>
            </a:extLst>
          </p:cNvPr>
          <p:cNvSpPr>
            <a:spLocks noGrp="1"/>
          </p:cNvSpPr>
          <p:nvPr>
            <p:ph type="body" sz="quarter" idx="13" hasCustomPrompt="1"/>
          </p:nvPr>
        </p:nvSpPr>
        <p:spPr>
          <a:xfrm>
            <a:off x="604894" y="4398497"/>
            <a:ext cx="5486400" cy="837152"/>
          </a:xfrm>
        </p:spPr>
        <p:txBody>
          <a:bodyPr/>
          <a:lstStyle>
            <a:lvl1pPr marL="0" indent="0">
              <a:spcBef>
                <a:spcPts val="24"/>
              </a:spcBef>
              <a:buNone/>
              <a:defRPr kumimoji="0" lang="en-US" sz="1600" b="0" i="0" u="none" strike="noStrike" kern="1200" cap="none" spc="0" normalizeH="0" baseline="0" dirty="0">
                <a:ln>
                  <a:noFill/>
                </a:ln>
                <a:solidFill>
                  <a:srgbClr val="000000"/>
                </a:solidFill>
                <a:effectLst/>
                <a:uLnTx/>
                <a:uFillTx/>
                <a:latin typeface="Segoe UI"/>
                <a:ea typeface="+mn-ea"/>
                <a:cs typeface="Segoe UI" panose="020B0502040204020203" pitchFamily="34" charset="0"/>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Title</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Company</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Other information</a:t>
            </a:r>
          </a:p>
        </p:txBody>
      </p:sp>
      <p:pic>
        <p:nvPicPr>
          <p:cNvPr id="2" name="Graphic 1" descr="Microsoft Power Platform logo">
            <a:extLst>
              <a:ext uri="{FF2B5EF4-FFF2-40B4-BE49-F238E27FC236}">
                <a16:creationId xmlns:a16="http://schemas.microsoft.com/office/drawing/2014/main" id="{6300AC69-214E-ECBA-3398-D1A4679FBECF}"/>
              </a:ext>
              <a:ext uri="{C183D7F6-B498-43B3-948B-1728B52AA6E4}">
                <adec:decorative xmlns:adec="http://schemas.microsoft.com/office/drawing/2017/decorative" val="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04894" y="597820"/>
            <a:ext cx="3068320" cy="292608"/>
          </a:xfrm>
          <a:prstGeom prst="rect">
            <a:avLst/>
          </a:prstGeom>
        </p:spPr>
      </p:pic>
      <p:sp>
        <p:nvSpPr>
          <p:cNvPr id="3" name="Rectangle 2">
            <a:extLst>
              <a:ext uri="{FF2B5EF4-FFF2-40B4-BE49-F238E27FC236}">
                <a16:creationId xmlns:a16="http://schemas.microsoft.com/office/drawing/2014/main" id="{87691690-36F4-A761-184E-4D8B145236EF}"/>
              </a:ext>
            </a:extLst>
          </p:cNvPr>
          <p:cNvSpPr/>
          <p:nvPr userDrawn="1"/>
        </p:nvSpPr>
        <p:spPr bwMode="auto">
          <a:xfrm>
            <a:off x="0" y="3582124"/>
            <a:ext cx="8932366" cy="422403"/>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2" name="Freeform: Shape 13">
            <a:extLst>
              <a:ext uri="{FF2B5EF4-FFF2-40B4-BE49-F238E27FC236}">
                <a16:creationId xmlns:a16="http://schemas.microsoft.com/office/drawing/2014/main" id="{06615309-9057-852B-2CB7-FA4544F6C1F8}"/>
              </a:ext>
            </a:extLst>
          </p:cNvPr>
          <p:cNvSpPr/>
          <p:nvPr userDrawn="1"/>
        </p:nvSpPr>
        <p:spPr>
          <a:xfrm>
            <a:off x="6622699" y="2422546"/>
            <a:ext cx="5569302" cy="4499880"/>
          </a:xfrm>
          <a:custGeom>
            <a:avLst/>
            <a:gdLst>
              <a:gd name="connsiteX0" fmla="*/ 2720111 w 2720111"/>
              <a:gd name="connsiteY0" fmla="*/ 521894 h 2197793"/>
              <a:gd name="connsiteX1" fmla="*/ 2720111 w 2720111"/>
              <a:gd name="connsiteY1" fmla="*/ 2197794 h 2197793"/>
              <a:gd name="connsiteX2" fmla="*/ 0 w 2720111"/>
              <a:gd name="connsiteY2" fmla="*/ 2197794 h 2197793"/>
              <a:gd name="connsiteX3" fmla="*/ 2198006 w 2720111"/>
              <a:gd name="connsiteY3" fmla="*/ 0 h 2197793"/>
              <a:gd name="connsiteX4" fmla="*/ 2720111 w 2720111"/>
              <a:gd name="connsiteY4" fmla="*/ 521894 h 2197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0111" h="2197793">
                <a:moveTo>
                  <a:pt x="2720111" y="521894"/>
                </a:moveTo>
                <a:lnTo>
                  <a:pt x="2720111" y="2197794"/>
                </a:lnTo>
                <a:lnTo>
                  <a:pt x="0" y="2197794"/>
                </a:lnTo>
                <a:lnTo>
                  <a:pt x="2198006" y="0"/>
                </a:lnTo>
                <a:lnTo>
                  <a:pt x="2720111" y="521894"/>
                </a:lnTo>
                <a:close/>
              </a:path>
            </a:pathLst>
          </a:custGeom>
          <a:gradFill>
            <a:gsLst>
              <a:gs pos="0">
                <a:srgbClr val="057BC4"/>
              </a:gs>
              <a:gs pos="50000">
                <a:srgbClr val="025083"/>
              </a:gs>
              <a:gs pos="100000">
                <a:srgbClr val="002642"/>
              </a:gs>
            </a:gsLst>
            <a:lin ang="18939364" scaled="1"/>
          </a:gradFill>
          <a:ln w="135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13" name="Freeform: Shape 14">
            <a:extLst>
              <a:ext uri="{FF2B5EF4-FFF2-40B4-BE49-F238E27FC236}">
                <a16:creationId xmlns:a16="http://schemas.microsoft.com/office/drawing/2014/main" id="{15B1E47C-0B6D-B977-1542-9E0224F05FAF}"/>
              </a:ext>
            </a:extLst>
          </p:cNvPr>
          <p:cNvSpPr/>
          <p:nvPr userDrawn="1"/>
        </p:nvSpPr>
        <p:spPr>
          <a:xfrm>
            <a:off x="11125181" y="1353992"/>
            <a:ext cx="1066820" cy="2133642"/>
          </a:xfrm>
          <a:custGeom>
            <a:avLst/>
            <a:gdLst>
              <a:gd name="connsiteX0" fmla="*/ 521048 w 521047"/>
              <a:gd name="connsiteY0" fmla="*/ 0 h 1042095"/>
              <a:gd name="connsiteX1" fmla="*/ 521048 w 521047"/>
              <a:gd name="connsiteY1" fmla="*/ 1042096 h 1042095"/>
              <a:gd name="connsiteX2" fmla="*/ 0 w 521047"/>
              <a:gd name="connsiteY2" fmla="*/ 521048 h 1042095"/>
              <a:gd name="connsiteX3" fmla="*/ 521048 w 521047"/>
              <a:gd name="connsiteY3" fmla="*/ 0 h 1042095"/>
            </a:gdLst>
            <a:ahLst/>
            <a:cxnLst>
              <a:cxn ang="0">
                <a:pos x="connsiteX0" y="connsiteY0"/>
              </a:cxn>
              <a:cxn ang="0">
                <a:pos x="connsiteX1" y="connsiteY1"/>
              </a:cxn>
              <a:cxn ang="0">
                <a:pos x="connsiteX2" y="connsiteY2"/>
              </a:cxn>
              <a:cxn ang="0">
                <a:pos x="connsiteX3" y="connsiteY3"/>
              </a:cxn>
            </a:cxnLst>
            <a:rect l="l" t="t" r="r" b="b"/>
            <a:pathLst>
              <a:path w="521047" h="1042095">
                <a:moveTo>
                  <a:pt x="521048" y="0"/>
                </a:moveTo>
                <a:lnTo>
                  <a:pt x="521048" y="1042096"/>
                </a:lnTo>
                <a:lnTo>
                  <a:pt x="0" y="521048"/>
                </a:lnTo>
                <a:lnTo>
                  <a:pt x="521048" y="0"/>
                </a:lnTo>
                <a:close/>
              </a:path>
            </a:pathLst>
          </a:custGeom>
          <a:gradFill>
            <a:gsLst>
              <a:gs pos="0">
                <a:srgbClr val="4CB1FF"/>
              </a:gs>
              <a:gs pos="63000">
                <a:srgbClr val="0088EE"/>
              </a:gs>
            </a:gsLst>
            <a:lin ang="13500000" scaled="1"/>
          </a:gradFill>
          <a:ln w="1373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14" name="Freeform: Shape 15">
            <a:extLst>
              <a:ext uri="{FF2B5EF4-FFF2-40B4-BE49-F238E27FC236}">
                <a16:creationId xmlns:a16="http://schemas.microsoft.com/office/drawing/2014/main" id="{6985CF81-637B-5A8C-68C6-0BD66131EB61}"/>
              </a:ext>
            </a:extLst>
          </p:cNvPr>
          <p:cNvSpPr/>
          <p:nvPr userDrawn="1"/>
        </p:nvSpPr>
        <p:spPr>
          <a:xfrm>
            <a:off x="5301192" y="32485"/>
            <a:ext cx="6890809" cy="6889941"/>
          </a:xfrm>
          <a:custGeom>
            <a:avLst/>
            <a:gdLst>
              <a:gd name="connsiteX0" fmla="*/ 0 w 3365550"/>
              <a:gd name="connsiteY0" fmla="*/ 3365127 h 3365126"/>
              <a:gd name="connsiteX1" fmla="*/ 645439 w 3365550"/>
              <a:gd name="connsiteY1" fmla="*/ 3365127 h 3365126"/>
              <a:gd name="connsiteX2" fmla="*/ 3365550 w 3365550"/>
              <a:gd name="connsiteY2" fmla="*/ 645439 h 3365126"/>
              <a:gd name="connsiteX3" fmla="*/ 3365550 w 3365550"/>
              <a:gd name="connsiteY3" fmla="*/ 0 h 3365126"/>
              <a:gd name="connsiteX4" fmla="*/ 0 w 3365550"/>
              <a:gd name="connsiteY4" fmla="*/ 3365127 h 33651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5550" h="3365126">
                <a:moveTo>
                  <a:pt x="0" y="3365127"/>
                </a:moveTo>
                <a:lnTo>
                  <a:pt x="645439" y="3365127"/>
                </a:lnTo>
                <a:lnTo>
                  <a:pt x="3365550" y="645439"/>
                </a:lnTo>
                <a:lnTo>
                  <a:pt x="3365550" y="0"/>
                </a:lnTo>
                <a:lnTo>
                  <a:pt x="0" y="3365127"/>
                </a:lnTo>
                <a:close/>
              </a:path>
            </a:pathLst>
          </a:custGeom>
          <a:solidFill>
            <a:schemeClr val="bg2">
              <a:lumMod val="20000"/>
              <a:lumOff val="80000"/>
            </a:schemeClr>
          </a:solidFill>
          <a:ln w="2114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15" name="Freeform: Shape 16">
            <a:extLst>
              <a:ext uri="{FF2B5EF4-FFF2-40B4-BE49-F238E27FC236}">
                <a16:creationId xmlns:a16="http://schemas.microsoft.com/office/drawing/2014/main" id="{34FFCCB2-8B0D-E903-03D8-07A6431C42B4}"/>
              </a:ext>
            </a:extLst>
          </p:cNvPr>
          <p:cNvSpPr/>
          <p:nvPr userDrawn="1"/>
        </p:nvSpPr>
        <p:spPr>
          <a:xfrm>
            <a:off x="6013706" y="744999"/>
            <a:ext cx="6178295" cy="6177429"/>
          </a:xfrm>
          <a:custGeom>
            <a:avLst/>
            <a:gdLst>
              <a:gd name="connsiteX0" fmla="*/ 3017551 w 3017550"/>
              <a:gd name="connsiteY0" fmla="*/ 0 h 3017127"/>
              <a:gd name="connsiteX1" fmla="*/ 3017551 w 3017550"/>
              <a:gd name="connsiteY1" fmla="*/ 629361 h 3017127"/>
              <a:gd name="connsiteX2" fmla="*/ 629785 w 3017550"/>
              <a:gd name="connsiteY2" fmla="*/ 3017127 h 3017127"/>
              <a:gd name="connsiteX3" fmla="*/ 0 w 3017550"/>
              <a:gd name="connsiteY3" fmla="*/ 3017127 h 3017127"/>
              <a:gd name="connsiteX4" fmla="*/ 3017551 w 3017550"/>
              <a:gd name="connsiteY4" fmla="*/ 0 h 30171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7550" h="3017127">
                <a:moveTo>
                  <a:pt x="3017551" y="0"/>
                </a:moveTo>
                <a:lnTo>
                  <a:pt x="3017551" y="629361"/>
                </a:lnTo>
                <a:lnTo>
                  <a:pt x="629785" y="3017127"/>
                </a:lnTo>
                <a:lnTo>
                  <a:pt x="0" y="3017127"/>
                </a:lnTo>
                <a:lnTo>
                  <a:pt x="3017551" y="0"/>
                </a:lnTo>
                <a:close/>
              </a:path>
            </a:pathLst>
          </a:custGeom>
          <a:solidFill>
            <a:schemeClr val="accent2">
              <a:alpha val="30000"/>
            </a:schemeClr>
          </a:solidFill>
          <a:ln w="2114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16" name="Freeform: Shape 17">
            <a:extLst>
              <a:ext uri="{FF2B5EF4-FFF2-40B4-BE49-F238E27FC236}">
                <a16:creationId xmlns:a16="http://schemas.microsoft.com/office/drawing/2014/main" id="{303CED94-978D-A6B3-1FAE-EE2A373145F8}"/>
              </a:ext>
            </a:extLst>
          </p:cNvPr>
          <p:cNvSpPr/>
          <p:nvPr userDrawn="1"/>
        </p:nvSpPr>
        <p:spPr>
          <a:xfrm>
            <a:off x="7915187" y="0"/>
            <a:ext cx="4276814" cy="6758701"/>
          </a:xfrm>
          <a:custGeom>
            <a:avLst/>
            <a:gdLst>
              <a:gd name="connsiteX0" fmla="*/ 2088846 w 2088845"/>
              <a:gd name="connsiteY0" fmla="*/ 0 h 3301027"/>
              <a:gd name="connsiteX1" fmla="*/ 1212182 w 2088845"/>
              <a:gd name="connsiteY1" fmla="*/ 0 h 3301027"/>
              <a:gd name="connsiteX2" fmla="*/ 0 w 2088845"/>
              <a:gd name="connsiteY2" fmla="*/ 1212182 h 3301027"/>
              <a:gd name="connsiteX3" fmla="*/ 2088846 w 2088845"/>
              <a:gd name="connsiteY3" fmla="*/ 3301027 h 3301027"/>
              <a:gd name="connsiteX4" fmla="*/ 2088846 w 2088845"/>
              <a:gd name="connsiteY4" fmla="*/ 2388612 h 3301027"/>
              <a:gd name="connsiteX5" fmla="*/ 912416 w 2088845"/>
              <a:gd name="connsiteY5" fmla="*/ 1212182 h 3301027"/>
              <a:gd name="connsiteX6" fmla="*/ 2088846 w 2088845"/>
              <a:gd name="connsiteY6" fmla="*/ 35964 h 3301027"/>
              <a:gd name="connsiteX7" fmla="*/ 2088846 w 2088845"/>
              <a:gd name="connsiteY7" fmla="*/ 0 h 3301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8845" h="3301027">
                <a:moveTo>
                  <a:pt x="2088846" y="0"/>
                </a:moveTo>
                <a:lnTo>
                  <a:pt x="1212182" y="0"/>
                </a:lnTo>
                <a:lnTo>
                  <a:pt x="0" y="1212182"/>
                </a:lnTo>
                <a:lnTo>
                  <a:pt x="2088846" y="3301027"/>
                </a:lnTo>
                <a:lnTo>
                  <a:pt x="2088846" y="2388612"/>
                </a:lnTo>
                <a:lnTo>
                  <a:pt x="912416" y="1212182"/>
                </a:lnTo>
                <a:lnTo>
                  <a:pt x="2088846" y="35964"/>
                </a:lnTo>
                <a:lnTo>
                  <a:pt x="2088846" y="0"/>
                </a:lnTo>
                <a:close/>
              </a:path>
            </a:pathLst>
          </a:custGeom>
          <a:gradFill>
            <a:gsLst>
              <a:gs pos="0">
                <a:srgbClr val="00BFEC"/>
              </a:gs>
              <a:gs pos="50000">
                <a:srgbClr val="008EC9"/>
              </a:gs>
              <a:gs pos="100000">
                <a:srgbClr val="005EA6"/>
              </a:gs>
            </a:gsLst>
            <a:lin ang="18939291" scaled="1"/>
          </a:gradFill>
          <a:ln w="135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17" name="Freeform: Shape 18">
            <a:extLst>
              <a:ext uri="{FF2B5EF4-FFF2-40B4-BE49-F238E27FC236}">
                <a16:creationId xmlns:a16="http://schemas.microsoft.com/office/drawing/2014/main" id="{9A37D814-1ED8-3FA8-04EC-F3776DBB6EC5}"/>
              </a:ext>
            </a:extLst>
          </p:cNvPr>
          <p:cNvSpPr/>
          <p:nvPr userDrawn="1"/>
        </p:nvSpPr>
        <p:spPr>
          <a:xfrm>
            <a:off x="8511618" y="0"/>
            <a:ext cx="2811070" cy="1877223"/>
          </a:xfrm>
          <a:custGeom>
            <a:avLst/>
            <a:gdLst>
              <a:gd name="connsiteX0" fmla="*/ 1372960 w 1372959"/>
              <a:gd name="connsiteY0" fmla="*/ 460333 h 916857"/>
              <a:gd name="connsiteX1" fmla="*/ 916647 w 1372959"/>
              <a:gd name="connsiteY1" fmla="*/ 916858 h 916857"/>
              <a:gd name="connsiteX2" fmla="*/ 0 w 1372959"/>
              <a:gd name="connsiteY2" fmla="*/ 0 h 916857"/>
              <a:gd name="connsiteX3" fmla="*/ 912627 w 1372959"/>
              <a:gd name="connsiteY3" fmla="*/ 0 h 916857"/>
              <a:gd name="connsiteX4" fmla="*/ 1372960 w 1372959"/>
              <a:gd name="connsiteY4" fmla="*/ 460333 h 916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2959" h="916857">
                <a:moveTo>
                  <a:pt x="1372960" y="460333"/>
                </a:moveTo>
                <a:lnTo>
                  <a:pt x="916647" y="916858"/>
                </a:lnTo>
                <a:lnTo>
                  <a:pt x="0" y="0"/>
                </a:lnTo>
                <a:lnTo>
                  <a:pt x="912627" y="0"/>
                </a:lnTo>
                <a:lnTo>
                  <a:pt x="1372960" y="460333"/>
                </a:lnTo>
                <a:close/>
              </a:path>
            </a:pathLst>
          </a:custGeom>
          <a:solidFill>
            <a:srgbClr val="0A2A53"/>
          </a:solidFill>
          <a:ln w="2114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18" name="Freeform: Shape 19">
            <a:extLst>
              <a:ext uri="{FF2B5EF4-FFF2-40B4-BE49-F238E27FC236}">
                <a16:creationId xmlns:a16="http://schemas.microsoft.com/office/drawing/2014/main" id="{048EE216-B380-DCBB-4D5A-28CCD259FE2D}"/>
              </a:ext>
            </a:extLst>
          </p:cNvPr>
          <p:cNvSpPr/>
          <p:nvPr userDrawn="1"/>
        </p:nvSpPr>
        <p:spPr>
          <a:xfrm>
            <a:off x="7589900" y="0"/>
            <a:ext cx="3271932" cy="2338084"/>
          </a:xfrm>
          <a:custGeom>
            <a:avLst/>
            <a:gdLst>
              <a:gd name="connsiteX0" fmla="*/ 1598049 w 1598049"/>
              <a:gd name="connsiteY0" fmla="*/ 685634 h 1141947"/>
              <a:gd name="connsiteX1" fmla="*/ 1141524 w 1598049"/>
              <a:gd name="connsiteY1" fmla="*/ 1141947 h 1141947"/>
              <a:gd name="connsiteX2" fmla="*/ 0 w 1598049"/>
              <a:gd name="connsiteY2" fmla="*/ 0 h 1141947"/>
              <a:gd name="connsiteX3" fmla="*/ 912416 w 1598049"/>
              <a:gd name="connsiteY3" fmla="*/ 0 h 1141947"/>
              <a:gd name="connsiteX4" fmla="*/ 1598049 w 1598049"/>
              <a:gd name="connsiteY4" fmla="*/ 685634 h 11419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8049" h="1141947">
                <a:moveTo>
                  <a:pt x="1598049" y="685634"/>
                </a:moveTo>
                <a:lnTo>
                  <a:pt x="1141524" y="1141947"/>
                </a:lnTo>
                <a:lnTo>
                  <a:pt x="0" y="0"/>
                </a:lnTo>
                <a:lnTo>
                  <a:pt x="912416" y="0"/>
                </a:lnTo>
                <a:lnTo>
                  <a:pt x="1598049" y="685634"/>
                </a:lnTo>
                <a:close/>
              </a:path>
            </a:pathLst>
          </a:custGeom>
          <a:solidFill>
            <a:schemeClr val="bg1">
              <a:lumMod val="95000"/>
            </a:schemeClr>
          </a:solidFill>
          <a:ln w="2114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19" name="Rectangle 18">
            <a:extLst>
              <a:ext uri="{FF2B5EF4-FFF2-40B4-BE49-F238E27FC236}">
                <a16:creationId xmlns:a16="http://schemas.microsoft.com/office/drawing/2014/main" id="{B2583B6A-9D33-6E0B-EE11-C4EA9408F207}"/>
              </a:ext>
            </a:extLst>
          </p:cNvPr>
          <p:cNvSpPr/>
          <p:nvPr userDrawn="1"/>
        </p:nvSpPr>
        <p:spPr bwMode="auto">
          <a:xfrm>
            <a:off x="604894" y="1952646"/>
            <a:ext cx="1033406" cy="117454"/>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 name="Text Placeholder 4"/>
          <p:cNvSpPr>
            <a:spLocks noGrp="1"/>
          </p:cNvSpPr>
          <p:nvPr>
            <p:ph type="body" sz="quarter" idx="12" hasCustomPrompt="1"/>
          </p:nvPr>
        </p:nvSpPr>
        <p:spPr>
          <a:xfrm>
            <a:off x="604894" y="3639437"/>
            <a:ext cx="5486400" cy="307777"/>
          </a:xfrm>
          <a:noFill/>
        </p:spPr>
        <p:txBody>
          <a:bodyPr wrap="square" lIns="0" tIns="0" rIns="0" bIns="0">
            <a:spAutoFit/>
          </a:bodyPr>
          <a:lstStyle>
            <a:lvl1pPr marL="0" indent="0">
              <a:spcBef>
                <a:spcPts val="0"/>
              </a:spcBef>
              <a:buNone/>
              <a:defRPr kumimoji="0" lang="en-US" sz="2000" b="0" i="0" u="none" strike="noStrike" kern="1200" cap="none" spc="0" normalizeH="0" baseline="0" dirty="0">
                <a:ln>
                  <a:noFill/>
                </a:ln>
                <a:solidFill>
                  <a:srgbClr val="000000"/>
                </a:solidFill>
                <a:effectLst/>
                <a:uLnTx/>
                <a:uFillTx/>
                <a:latin typeface="Segoe UI Semibold"/>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Speaker name</a:t>
            </a:r>
          </a:p>
        </p:txBody>
      </p:sp>
    </p:spTree>
    <p:extLst>
      <p:ext uri="{BB962C8B-B14F-4D97-AF65-F5344CB8AC3E}">
        <p14:creationId xmlns:p14="http://schemas.microsoft.com/office/powerpoint/2010/main" val="28065843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72">
          <p15:clr>
            <a:srgbClr val="5ACBF0"/>
          </p15:clr>
        </p15:guide>
        <p15:guide id="3" pos="3842">
          <p15:clr>
            <a:srgbClr val="5ACBF0"/>
          </p15:clr>
        </p15:guide>
        <p15:guide id="4" orient="horz" pos="216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over 3 (Light)">
    <p:bg>
      <p:bgPr>
        <a:solidFill>
          <a:schemeClr val="bg1"/>
        </a:solidFill>
        <a:effectLst/>
      </p:bgPr>
    </p:bg>
    <p:spTree>
      <p:nvGrpSpPr>
        <p:cNvPr id="1" name=""/>
        <p:cNvGrpSpPr/>
        <p:nvPr/>
      </p:nvGrpSpPr>
      <p:grpSpPr>
        <a:xfrm>
          <a:off x="0" y="0"/>
          <a:ext cx="0" cy="0"/>
          <a:chOff x="0" y="0"/>
          <a:chExt cx="0" cy="0"/>
        </a:xfrm>
      </p:grpSpPr>
      <p:pic>
        <p:nvPicPr>
          <p:cNvPr id="2" name="Graphic 1" descr="Microsoft Power Platform logo">
            <a:extLst>
              <a:ext uri="{FF2B5EF4-FFF2-40B4-BE49-F238E27FC236}">
                <a16:creationId xmlns:a16="http://schemas.microsoft.com/office/drawing/2014/main" id="{6300AC69-214E-ECBA-3398-D1A4679FBECF}"/>
              </a:ext>
              <a:ext uri="{C183D7F6-B498-43B3-948B-1728B52AA6E4}">
                <adec:decorative xmlns:adec="http://schemas.microsoft.com/office/drawing/2017/decorative" val="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04894" y="597820"/>
            <a:ext cx="3068320" cy="292608"/>
          </a:xfrm>
          <a:prstGeom prst="rect">
            <a:avLst/>
          </a:prstGeom>
        </p:spPr>
      </p:pic>
      <p:pic>
        <p:nvPicPr>
          <p:cNvPr id="4" name="Graphic 3">
            <a:extLst>
              <a:ext uri="{FF2B5EF4-FFF2-40B4-BE49-F238E27FC236}">
                <a16:creationId xmlns:a16="http://schemas.microsoft.com/office/drawing/2014/main" id="{E083E474-2D93-03F6-E624-8032165EA877}"/>
              </a:ext>
            </a:extLst>
          </p:cNvPr>
          <p:cNvPicPr>
            <a:picLocks noChangeAspect="1"/>
          </p:cNvPicPr>
          <p:nvPr userDrawn="1"/>
        </p:nvPicPr>
        <p:blipFill>
          <a:blip r:embed="rId4">
            <a:grayscl/>
            <a:alphaModFix amt="4000"/>
            <a:extLst>
              <a:ext uri="{96DAC541-7B7A-43D3-8B79-37D633B846F1}">
                <asvg:svgBlip xmlns:asvg="http://schemas.microsoft.com/office/drawing/2016/SVG/main" r:embed="rId5"/>
              </a:ext>
            </a:extLst>
          </a:blip>
          <a:srcRect l="42275" r="2049"/>
          <a:stretch>
            <a:fillRect/>
          </a:stretch>
        </p:blipFill>
        <p:spPr>
          <a:xfrm rot="18415104" flipH="1">
            <a:off x="1641996" y="482334"/>
            <a:ext cx="12175124" cy="7556328"/>
          </a:xfrm>
          <a:custGeom>
            <a:avLst/>
            <a:gdLst>
              <a:gd name="connsiteX0" fmla="*/ 0 w 12175124"/>
              <a:gd name="connsiteY0" fmla="*/ 4787786 h 7556328"/>
              <a:gd name="connsiteX1" fmla="*/ 3597176 w 12175124"/>
              <a:gd name="connsiteY1" fmla="*/ 0 h 7556328"/>
              <a:gd name="connsiteX2" fmla="*/ 12175124 w 12175124"/>
              <a:gd name="connsiteY2" fmla="*/ 0 h 7556328"/>
              <a:gd name="connsiteX3" fmla="*/ 6497877 w 12175124"/>
              <a:gd name="connsiteY3" fmla="*/ 7556328 h 7556328"/>
              <a:gd name="connsiteX4" fmla="*/ 3684886 w 12175124"/>
              <a:gd name="connsiteY4" fmla="*/ 7556328 h 7556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75124" h="7556328">
                <a:moveTo>
                  <a:pt x="0" y="4787786"/>
                </a:moveTo>
                <a:lnTo>
                  <a:pt x="3597176" y="0"/>
                </a:lnTo>
                <a:lnTo>
                  <a:pt x="12175124" y="0"/>
                </a:lnTo>
                <a:lnTo>
                  <a:pt x="6497877" y="7556328"/>
                </a:lnTo>
                <a:lnTo>
                  <a:pt x="3684886" y="7556328"/>
                </a:lnTo>
                <a:close/>
              </a:path>
            </a:pathLst>
          </a:custGeom>
        </p:spPr>
      </p:pic>
      <p:sp>
        <p:nvSpPr>
          <p:cNvPr id="6" name="Free-form: Shape 5">
            <a:extLst>
              <a:ext uri="{FF2B5EF4-FFF2-40B4-BE49-F238E27FC236}">
                <a16:creationId xmlns:a16="http://schemas.microsoft.com/office/drawing/2014/main" id="{6CE446BC-1085-B6B0-C786-19B8B12A4D7F}"/>
              </a:ext>
            </a:extLst>
          </p:cNvPr>
          <p:cNvSpPr/>
          <p:nvPr userDrawn="1"/>
        </p:nvSpPr>
        <p:spPr bwMode="auto">
          <a:xfrm flipH="1">
            <a:off x="2270754" y="1643743"/>
            <a:ext cx="9052565" cy="4365172"/>
          </a:xfrm>
          <a:custGeom>
            <a:avLst/>
            <a:gdLst>
              <a:gd name="connsiteX0" fmla="*/ 228600 w 4343400"/>
              <a:gd name="connsiteY0" fmla="*/ 1473200 h 1473200"/>
              <a:gd name="connsiteX1" fmla="*/ 0 w 4343400"/>
              <a:gd name="connsiteY1" fmla="*/ 1473200 h 1473200"/>
              <a:gd name="connsiteX2" fmla="*/ 0 w 4343400"/>
              <a:gd name="connsiteY2" fmla="*/ 0 h 1473200"/>
              <a:gd name="connsiteX3" fmla="*/ 4343400 w 4343400"/>
              <a:gd name="connsiteY3" fmla="*/ 0 h 1473200"/>
              <a:gd name="connsiteX4" fmla="*/ 4343400 w 4343400"/>
              <a:gd name="connsiteY4" fmla="*/ 304800 h 1473200"/>
              <a:gd name="connsiteX0" fmla="*/ 0 w 4343400"/>
              <a:gd name="connsiteY0" fmla="*/ 1473200 h 1473200"/>
              <a:gd name="connsiteX1" fmla="*/ 0 w 4343400"/>
              <a:gd name="connsiteY1" fmla="*/ 0 h 1473200"/>
              <a:gd name="connsiteX2" fmla="*/ 4343400 w 4343400"/>
              <a:gd name="connsiteY2" fmla="*/ 0 h 1473200"/>
              <a:gd name="connsiteX3" fmla="*/ 4343400 w 4343400"/>
              <a:gd name="connsiteY3" fmla="*/ 304800 h 1473200"/>
              <a:gd name="connsiteX0" fmla="*/ 0 w 4343400"/>
              <a:gd name="connsiteY0" fmla="*/ 1473200 h 1473200"/>
              <a:gd name="connsiteX1" fmla="*/ 0 w 4343400"/>
              <a:gd name="connsiteY1" fmla="*/ 0 h 1473200"/>
              <a:gd name="connsiteX2" fmla="*/ 4343400 w 4343400"/>
              <a:gd name="connsiteY2" fmla="*/ 0 h 1473200"/>
            </a:gdLst>
            <a:ahLst/>
            <a:cxnLst>
              <a:cxn ang="0">
                <a:pos x="connsiteX0" y="connsiteY0"/>
              </a:cxn>
              <a:cxn ang="0">
                <a:pos x="connsiteX1" y="connsiteY1"/>
              </a:cxn>
              <a:cxn ang="0">
                <a:pos x="connsiteX2" y="connsiteY2"/>
              </a:cxn>
            </a:cxnLst>
            <a:rect l="l" t="t" r="r" b="b"/>
            <a:pathLst>
              <a:path w="4343400" h="1473200">
                <a:moveTo>
                  <a:pt x="0" y="1473200"/>
                </a:moveTo>
                <a:lnTo>
                  <a:pt x="0" y="0"/>
                </a:lnTo>
                <a:lnTo>
                  <a:pt x="4343400" y="0"/>
                </a:lnTo>
              </a:path>
            </a:pathLst>
          </a:custGeom>
          <a:noFill/>
          <a:ln w="6350" cap="rnd">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7" name="Group 6">
            <a:extLst>
              <a:ext uri="{FF2B5EF4-FFF2-40B4-BE49-F238E27FC236}">
                <a16:creationId xmlns:a16="http://schemas.microsoft.com/office/drawing/2014/main" id="{E7A7ACAA-7CED-14F7-AC14-7AA34C19D311}"/>
              </a:ext>
            </a:extLst>
          </p:cNvPr>
          <p:cNvGrpSpPr/>
          <p:nvPr userDrawn="1"/>
        </p:nvGrpSpPr>
        <p:grpSpPr>
          <a:xfrm>
            <a:off x="0" y="1857798"/>
            <a:ext cx="1999622" cy="1111528"/>
            <a:chOff x="0" y="2143857"/>
            <a:chExt cx="1647336" cy="915703"/>
          </a:xfrm>
          <a:solidFill>
            <a:schemeClr val="bg1">
              <a:lumMod val="95000"/>
            </a:schemeClr>
          </a:solidFill>
        </p:grpSpPr>
        <p:grpSp>
          <p:nvGrpSpPr>
            <p:cNvPr id="10" name="Group 9">
              <a:extLst>
                <a:ext uri="{FF2B5EF4-FFF2-40B4-BE49-F238E27FC236}">
                  <a16:creationId xmlns:a16="http://schemas.microsoft.com/office/drawing/2014/main" id="{E2512CC7-AD4E-0DD6-8761-D76C2A813F2A}"/>
                </a:ext>
              </a:extLst>
            </p:cNvPr>
            <p:cNvGrpSpPr/>
            <p:nvPr/>
          </p:nvGrpSpPr>
          <p:grpSpPr>
            <a:xfrm>
              <a:off x="0" y="2356582"/>
              <a:ext cx="1647336" cy="64803"/>
              <a:chOff x="0" y="2352485"/>
              <a:chExt cx="1647336" cy="64803"/>
            </a:xfrm>
            <a:grpFill/>
          </p:grpSpPr>
          <p:sp>
            <p:nvSpPr>
              <p:cNvPr id="59" name="Oval 58">
                <a:extLst>
                  <a:ext uri="{FF2B5EF4-FFF2-40B4-BE49-F238E27FC236}">
                    <a16:creationId xmlns:a16="http://schemas.microsoft.com/office/drawing/2014/main" id="{7D1A037A-CEE9-2F20-DF1C-FE9A26019C81}"/>
                  </a:ext>
                </a:extLst>
              </p:cNvPr>
              <p:cNvSpPr/>
              <p:nvPr/>
            </p:nvSpPr>
            <p:spPr bwMode="auto">
              <a:xfrm rot="5400000">
                <a:off x="1582533" y="2352485"/>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0" name="Oval 59">
                <a:extLst>
                  <a:ext uri="{FF2B5EF4-FFF2-40B4-BE49-F238E27FC236}">
                    <a16:creationId xmlns:a16="http://schemas.microsoft.com/office/drawing/2014/main" id="{DF523661-AD4B-7473-22A0-B07EA8B18CF3}"/>
                  </a:ext>
                </a:extLst>
              </p:cNvPr>
              <p:cNvSpPr/>
              <p:nvPr/>
            </p:nvSpPr>
            <p:spPr bwMode="auto">
              <a:xfrm rot="5400000">
                <a:off x="1384717" y="2352485"/>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1" name="Oval 60">
                <a:extLst>
                  <a:ext uri="{FF2B5EF4-FFF2-40B4-BE49-F238E27FC236}">
                    <a16:creationId xmlns:a16="http://schemas.microsoft.com/office/drawing/2014/main" id="{D7654F09-F922-54EE-5ACC-2CC4276C0081}"/>
                  </a:ext>
                </a:extLst>
              </p:cNvPr>
              <p:cNvSpPr/>
              <p:nvPr/>
            </p:nvSpPr>
            <p:spPr bwMode="auto">
              <a:xfrm rot="5400000">
                <a:off x="1186900" y="2352485"/>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2" name="Oval 61">
                <a:extLst>
                  <a:ext uri="{FF2B5EF4-FFF2-40B4-BE49-F238E27FC236}">
                    <a16:creationId xmlns:a16="http://schemas.microsoft.com/office/drawing/2014/main" id="{92DC399E-ADEC-2741-B9A4-F77133432C07}"/>
                  </a:ext>
                </a:extLst>
              </p:cNvPr>
              <p:cNvSpPr/>
              <p:nvPr/>
            </p:nvSpPr>
            <p:spPr bwMode="auto">
              <a:xfrm>
                <a:off x="593450" y="2352485"/>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3" name="Oval 62">
                <a:extLst>
                  <a:ext uri="{FF2B5EF4-FFF2-40B4-BE49-F238E27FC236}">
                    <a16:creationId xmlns:a16="http://schemas.microsoft.com/office/drawing/2014/main" id="{37F024E9-2BC9-7874-F21F-F1FB66F4D29D}"/>
                  </a:ext>
                </a:extLst>
              </p:cNvPr>
              <p:cNvSpPr/>
              <p:nvPr/>
            </p:nvSpPr>
            <p:spPr bwMode="auto">
              <a:xfrm rot="5400000">
                <a:off x="395633" y="2352485"/>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4" name="Oval 63">
                <a:extLst>
                  <a:ext uri="{FF2B5EF4-FFF2-40B4-BE49-F238E27FC236}">
                    <a16:creationId xmlns:a16="http://schemas.microsoft.com/office/drawing/2014/main" id="{856C7F18-DBDF-B629-6760-5BFA92ABD735}"/>
                  </a:ext>
                </a:extLst>
              </p:cNvPr>
              <p:cNvSpPr/>
              <p:nvPr/>
            </p:nvSpPr>
            <p:spPr bwMode="auto">
              <a:xfrm rot="5400000">
                <a:off x="197817" y="2352485"/>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5" name="Oval 64">
                <a:extLst>
                  <a:ext uri="{FF2B5EF4-FFF2-40B4-BE49-F238E27FC236}">
                    <a16:creationId xmlns:a16="http://schemas.microsoft.com/office/drawing/2014/main" id="{875D8325-05BE-6DD7-48E8-AE19A5E4DAB0}"/>
                  </a:ext>
                </a:extLst>
              </p:cNvPr>
              <p:cNvSpPr/>
              <p:nvPr/>
            </p:nvSpPr>
            <p:spPr bwMode="auto">
              <a:xfrm rot="5400000">
                <a:off x="0" y="2352485"/>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6" name="Oval 65">
                <a:extLst>
                  <a:ext uri="{FF2B5EF4-FFF2-40B4-BE49-F238E27FC236}">
                    <a16:creationId xmlns:a16="http://schemas.microsoft.com/office/drawing/2014/main" id="{AF0CDA91-46B4-40C5-08A8-BDEF8F9C3EFA}"/>
                  </a:ext>
                </a:extLst>
              </p:cNvPr>
              <p:cNvSpPr/>
              <p:nvPr/>
            </p:nvSpPr>
            <p:spPr bwMode="auto">
              <a:xfrm>
                <a:off x="791267" y="2352485"/>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7" name="Oval 66">
                <a:extLst>
                  <a:ext uri="{FF2B5EF4-FFF2-40B4-BE49-F238E27FC236}">
                    <a16:creationId xmlns:a16="http://schemas.microsoft.com/office/drawing/2014/main" id="{4159C8F1-3866-08AA-DBAF-818D9708969E}"/>
                  </a:ext>
                </a:extLst>
              </p:cNvPr>
              <p:cNvSpPr/>
              <p:nvPr/>
            </p:nvSpPr>
            <p:spPr bwMode="auto">
              <a:xfrm>
                <a:off x="989083" y="2352485"/>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grpSp>
          <p:nvGrpSpPr>
            <p:cNvPr id="11" name="Group 10">
              <a:extLst>
                <a:ext uri="{FF2B5EF4-FFF2-40B4-BE49-F238E27FC236}">
                  <a16:creationId xmlns:a16="http://schemas.microsoft.com/office/drawing/2014/main" id="{644C65B9-4B78-DAC3-651F-296244D876C7}"/>
                </a:ext>
              </a:extLst>
            </p:cNvPr>
            <p:cNvGrpSpPr/>
            <p:nvPr/>
          </p:nvGrpSpPr>
          <p:grpSpPr>
            <a:xfrm>
              <a:off x="0" y="2569307"/>
              <a:ext cx="1647336" cy="64803"/>
              <a:chOff x="0" y="2561113"/>
              <a:chExt cx="1647336" cy="64803"/>
            </a:xfrm>
            <a:grpFill/>
          </p:grpSpPr>
          <p:sp>
            <p:nvSpPr>
              <p:cNvPr id="50" name="Oval 49">
                <a:extLst>
                  <a:ext uri="{FF2B5EF4-FFF2-40B4-BE49-F238E27FC236}">
                    <a16:creationId xmlns:a16="http://schemas.microsoft.com/office/drawing/2014/main" id="{370DA5D0-7931-BA78-691D-22693942D2F1}"/>
                  </a:ext>
                </a:extLst>
              </p:cNvPr>
              <p:cNvSpPr/>
              <p:nvPr/>
            </p:nvSpPr>
            <p:spPr bwMode="auto">
              <a:xfrm rot="5400000">
                <a:off x="1582533" y="2561113"/>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1" name="Oval 50">
                <a:extLst>
                  <a:ext uri="{FF2B5EF4-FFF2-40B4-BE49-F238E27FC236}">
                    <a16:creationId xmlns:a16="http://schemas.microsoft.com/office/drawing/2014/main" id="{144060AF-5E99-705C-C0AF-FD220E66652B}"/>
                  </a:ext>
                </a:extLst>
              </p:cNvPr>
              <p:cNvSpPr/>
              <p:nvPr/>
            </p:nvSpPr>
            <p:spPr bwMode="auto">
              <a:xfrm rot="5400000">
                <a:off x="1384717" y="2561113"/>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2" name="Oval 51">
                <a:extLst>
                  <a:ext uri="{FF2B5EF4-FFF2-40B4-BE49-F238E27FC236}">
                    <a16:creationId xmlns:a16="http://schemas.microsoft.com/office/drawing/2014/main" id="{FA9EDADF-22C1-2331-0DFC-DCE8152D8B13}"/>
                  </a:ext>
                </a:extLst>
              </p:cNvPr>
              <p:cNvSpPr/>
              <p:nvPr/>
            </p:nvSpPr>
            <p:spPr bwMode="auto">
              <a:xfrm rot="5400000">
                <a:off x="1186900" y="2561113"/>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3" name="Oval 52">
                <a:extLst>
                  <a:ext uri="{FF2B5EF4-FFF2-40B4-BE49-F238E27FC236}">
                    <a16:creationId xmlns:a16="http://schemas.microsoft.com/office/drawing/2014/main" id="{77139504-DCE6-64B8-7ABD-3BC6274888E8}"/>
                  </a:ext>
                </a:extLst>
              </p:cNvPr>
              <p:cNvSpPr/>
              <p:nvPr/>
            </p:nvSpPr>
            <p:spPr bwMode="auto">
              <a:xfrm>
                <a:off x="593450" y="2561113"/>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4" name="Oval 53">
                <a:extLst>
                  <a:ext uri="{FF2B5EF4-FFF2-40B4-BE49-F238E27FC236}">
                    <a16:creationId xmlns:a16="http://schemas.microsoft.com/office/drawing/2014/main" id="{15831C21-7379-8654-824E-36019B733E20}"/>
                  </a:ext>
                </a:extLst>
              </p:cNvPr>
              <p:cNvSpPr/>
              <p:nvPr/>
            </p:nvSpPr>
            <p:spPr bwMode="auto">
              <a:xfrm rot="5400000">
                <a:off x="395633" y="2561113"/>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5" name="Oval 54">
                <a:extLst>
                  <a:ext uri="{FF2B5EF4-FFF2-40B4-BE49-F238E27FC236}">
                    <a16:creationId xmlns:a16="http://schemas.microsoft.com/office/drawing/2014/main" id="{C33713FC-1CC6-65A0-1D2C-53DCFB92EB23}"/>
                  </a:ext>
                </a:extLst>
              </p:cNvPr>
              <p:cNvSpPr/>
              <p:nvPr/>
            </p:nvSpPr>
            <p:spPr bwMode="auto">
              <a:xfrm rot="5400000">
                <a:off x="197817" y="2561113"/>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6" name="Oval 55">
                <a:extLst>
                  <a:ext uri="{FF2B5EF4-FFF2-40B4-BE49-F238E27FC236}">
                    <a16:creationId xmlns:a16="http://schemas.microsoft.com/office/drawing/2014/main" id="{589A2EBB-E46D-C79F-A772-103A88493792}"/>
                  </a:ext>
                </a:extLst>
              </p:cNvPr>
              <p:cNvSpPr/>
              <p:nvPr/>
            </p:nvSpPr>
            <p:spPr bwMode="auto">
              <a:xfrm rot="5400000">
                <a:off x="0" y="2561113"/>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7" name="Oval 56">
                <a:extLst>
                  <a:ext uri="{FF2B5EF4-FFF2-40B4-BE49-F238E27FC236}">
                    <a16:creationId xmlns:a16="http://schemas.microsoft.com/office/drawing/2014/main" id="{F84CFAA5-C901-DA64-4301-65BA55DC4C9D}"/>
                  </a:ext>
                </a:extLst>
              </p:cNvPr>
              <p:cNvSpPr/>
              <p:nvPr/>
            </p:nvSpPr>
            <p:spPr bwMode="auto">
              <a:xfrm>
                <a:off x="791267" y="2561113"/>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8" name="Oval 57">
                <a:extLst>
                  <a:ext uri="{FF2B5EF4-FFF2-40B4-BE49-F238E27FC236}">
                    <a16:creationId xmlns:a16="http://schemas.microsoft.com/office/drawing/2014/main" id="{69416453-1319-5703-E4B1-0A398B3E0B6D}"/>
                  </a:ext>
                </a:extLst>
              </p:cNvPr>
              <p:cNvSpPr/>
              <p:nvPr/>
            </p:nvSpPr>
            <p:spPr bwMode="auto">
              <a:xfrm>
                <a:off x="989083" y="2561113"/>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grpSp>
          <p:nvGrpSpPr>
            <p:cNvPr id="20" name="Group 19">
              <a:extLst>
                <a:ext uri="{FF2B5EF4-FFF2-40B4-BE49-F238E27FC236}">
                  <a16:creationId xmlns:a16="http://schemas.microsoft.com/office/drawing/2014/main" id="{75A2E959-5DAD-6810-E70E-9671474C360D}"/>
                </a:ext>
              </a:extLst>
            </p:cNvPr>
            <p:cNvGrpSpPr/>
            <p:nvPr/>
          </p:nvGrpSpPr>
          <p:grpSpPr>
            <a:xfrm>
              <a:off x="0" y="2143857"/>
              <a:ext cx="1647336" cy="64803"/>
              <a:chOff x="0" y="2143857"/>
              <a:chExt cx="1647336" cy="64803"/>
            </a:xfrm>
            <a:grpFill/>
          </p:grpSpPr>
          <p:sp>
            <p:nvSpPr>
              <p:cNvPr id="41" name="Oval 40">
                <a:extLst>
                  <a:ext uri="{FF2B5EF4-FFF2-40B4-BE49-F238E27FC236}">
                    <a16:creationId xmlns:a16="http://schemas.microsoft.com/office/drawing/2014/main" id="{B1B60CB3-E051-F18F-795E-153B8661E04D}"/>
                  </a:ext>
                </a:extLst>
              </p:cNvPr>
              <p:cNvSpPr/>
              <p:nvPr/>
            </p:nvSpPr>
            <p:spPr bwMode="auto">
              <a:xfrm rot="5400000">
                <a:off x="1582533" y="2143857"/>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2" name="Oval 41">
                <a:extLst>
                  <a:ext uri="{FF2B5EF4-FFF2-40B4-BE49-F238E27FC236}">
                    <a16:creationId xmlns:a16="http://schemas.microsoft.com/office/drawing/2014/main" id="{6271ED59-18AD-BB11-8A40-A541A46B6139}"/>
                  </a:ext>
                </a:extLst>
              </p:cNvPr>
              <p:cNvSpPr/>
              <p:nvPr/>
            </p:nvSpPr>
            <p:spPr bwMode="auto">
              <a:xfrm rot="5400000">
                <a:off x="1384717" y="2143857"/>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3" name="Oval 42">
                <a:extLst>
                  <a:ext uri="{FF2B5EF4-FFF2-40B4-BE49-F238E27FC236}">
                    <a16:creationId xmlns:a16="http://schemas.microsoft.com/office/drawing/2014/main" id="{2F75A833-1FC3-0C71-D380-178DE4E68234}"/>
                  </a:ext>
                </a:extLst>
              </p:cNvPr>
              <p:cNvSpPr/>
              <p:nvPr/>
            </p:nvSpPr>
            <p:spPr bwMode="auto">
              <a:xfrm rot="5400000">
                <a:off x="1186900" y="2143857"/>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4" name="Oval 43">
                <a:extLst>
                  <a:ext uri="{FF2B5EF4-FFF2-40B4-BE49-F238E27FC236}">
                    <a16:creationId xmlns:a16="http://schemas.microsoft.com/office/drawing/2014/main" id="{49359B67-5F1E-C317-4147-B24F70374053}"/>
                  </a:ext>
                </a:extLst>
              </p:cNvPr>
              <p:cNvSpPr/>
              <p:nvPr/>
            </p:nvSpPr>
            <p:spPr bwMode="auto">
              <a:xfrm>
                <a:off x="593450" y="2143857"/>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5" name="Oval 44">
                <a:extLst>
                  <a:ext uri="{FF2B5EF4-FFF2-40B4-BE49-F238E27FC236}">
                    <a16:creationId xmlns:a16="http://schemas.microsoft.com/office/drawing/2014/main" id="{E1DFDF77-C56B-EC48-3D58-E2FA5B4C70D9}"/>
                  </a:ext>
                </a:extLst>
              </p:cNvPr>
              <p:cNvSpPr/>
              <p:nvPr/>
            </p:nvSpPr>
            <p:spPr bwMode="auto">
              <a:xfrm rot="5400000">
                <a:off x="395633" y="2143857"/>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6" name="Oval 45">
                <a:extLst>
                  <a:ext uri="{FF2B5EF4-FFF2-40B4-BE49-F238E27FC236}">
                    <a16:creationId xmlns:a16="http://schemas.microsoft.com/office/drawing/2014/main" id="{8697244E-D21C-88A8-45B8-CA3EB8709BD1}"/>
                  </a:ext>
                </a:extLst>
              </p:cNvPr>
              <p:cNvSpPr/>
              <p:nvPr/>
            </p:nvSpPr>
            <p:spPr bwMode="auto">
              <a:xfrm rot="5400000">
                <a:off x="197817" y="2143857"/>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7" name="Oval 46">
                <a:extLst>
                  <a:ext uri="{FF2B5EF4-FFF2-40B4-BE49-F238E27FC236}">
                    <a16:creationId xmlns:a16="http://schemas.microsoft.com/office/drawing/2014/main" id="{A175BF42-5005-B157-631B-0B595EC9616C}"/>
                  </a:ext>
                </a:extLst>
              </p:cNvPr>
              <p:cNvSpPr/>
              <p:nvPr/>
            </p:nvSpPr>
            <p:spPr bwMode="auto">
              <a:xfrm rot="5400000">
                <a:off x="0" y="2143857"/>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8" name="Oval 47">
                <a:extLst>
                  <a:ext uri="{FF2B5EF4-FFF2-40B4-BE49-F238E27FC236}">
                    <a16:creationId xmlns:a16="http://schemas.microsoft.com/office/drawing/2014/main" id="{80422301-E306-48BD-F945-2277A2B79120}"/>
                  </a:ext>
                </a:extLst>
              </p:cNvPr>
              <p:cNvSpPr/>
              <p:nvPr/>
            </p:nvSpPr>
            <p:spPr bwMode="auto">
              <a:xfrm>
                <a:off x="791267" y="2143857"/>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9" name="Oval 48">
                <a:extLst>
                  <a:ext uri="{FF2B5EF4-FFF2-40B4-BE49-F238E27FC236}">
                    <a16:creationId xmlns:a16="http://schemas.microsoft.com/office/drawing/2014/main" id="{61A3776E-AAA8-7800-0579-EF76E368C1C1}"/>
                  </a:ext>
                </a:extLst>
              </p:cNvPr>
              <p:cNvSpPr/>
              <p:nvPr/>
            </p:nvSpPr>
            <p:spPr bwMode="auto">
              <a:xfrm>
                <a:off x="989083" y="2143857"/>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grpSp>
          <p:nvGrpSpPr>
            <p:cNvPr id="21" name="Group 20">
              <a:extLst>
                <a:ext uri="{FF2B5EF4-FFF2-40B4-BE49-F238E27FC236}">
                  <a16:creationId xmlns:a16="http://schemas.microsoft.com/office/drawing/2014/main" id="{571FE104-AA7C-F4DD-0D9E-16503144E9ED}"/>
                </a:ext>
              </a:extLst>
            </p:cNvPr>
            <p:cNvGrpSpPr/>
            <p:nvPr/>
          </p:nvGrpSpPr>
          <p:grpSpPr>
            <a:xfrm>
              <a:off x="0" y="2782032"/>
              <a:ext cx="1647336" cy="64803"/>
              <a:chOff x="0" y="2769740"/>
              <a:chExt cx="1647336" cy="64803"/>
            </a:xfrm>
            <a:grpFill/>
          </p:grpSpPr>
          <p:sp>
            <p:nvSpPr>
              <p:cNvPr id="32" name="Oval 31">
                <a:extLst>
                  <a:ext uri="{FF2B5EF4-FFF2-40B4-BE49-F238E27FC236}">
                    <a16:creationId xmlns:a16="http://schemas.microsoft.com/office/drawing/2014/main" id="{6924F270-20EF-8D3E-76E4-1CAF47DA6635}"/>
                  </a:ext>
                </a:extLst>
              </p:cNvPr>
              <p:cNvSpPr/>
              <p:nvPr/>
            </p:nvSpPr>
            <p:spPr bwMode="auto">
              <a:xfrm rot="5400000">
                <a:off x="1582533" y="2769740"/>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3" name="Oval 32">
                <a:extLst>
                  <a:ext uri="{FF2B5EF4-FFF2-40B4-BE49-F238E27FC236}">
                    <a16:creationId xmlns:a16="http://schemas.microsoft.com/office/drawing/2014/main" id="{1A15D63E-D7D9-E34E-6F28-D4F872328FB9}"/>
                  </a:ext>
                </a:extLst>
              </p:cNvPr>
              <p:cNvSpPr/>
              <p:nvPr/>
            </p:nvSpPr>
            <p:spPr bwMode="auto">
              <a:xfrm rot="5400000">
                <a:off x="1384717" y="2769740"/>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4" name="Oval 33">
                <a:extLst>
                  <a:ext uri="{FF2B5EF4-FFF2-40B4-BE49-F238E27FC236}">
                    <a16:creationId xmlns:a16="http://schemas.microsoft.com/office/drawing/2014/main" id="{B82A9B26-6CB2-45FF-7246-994DE57B0D89}"/>
                  </a:ext>
                </a:extLst>
              </p:cNvPr>
              <p:cNvSpPr/>
              <p:nvPr/>
            </p:nvSpPr>
            <p:spPr bwMode="auto">
              <a:xfrm rot="5400000">
                <a:off x="1186900" y="2769740"/>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5" name="Oval 34">
                <a:extLst>
                  <a:ext uri="{FF2B5EF4-FFF2-40B4-BE49-F238E27FC236}">
                    <a16:creationId xmlns:a16="http://schemas.microsoft.com/office/drawing/2014/main" id="{442BF673-03E6-EAD0-B88D-C9F38479DBF0}"/>
                  </a:ext>
                </a:extLst>
              </p:cNvPr>
              <p:cNvSpPr/>
              <p:nvPr/>
            </p:nvSpPr>
            <p:spPr bwMode="auto">
              <a:xfrm>
                <a:off x="593450" y="2769740"/>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6" name="Oval 35">
                <a:extLst>
                  <a:ext uri="{FF2B5EF4-FFF2-40B4-BE49-F238E27FC236}">
                    <a16:creationId xmlns:a16="http://schemas.microsoft.com/office/drawing/2014/main" id="{A6854C4D-5BEC-6D4F-ECBE-F03E194F873B}"/>
                  </a:ext>
                </a:extLst>
              </p:cNvPr>
              <p:cNvSpPr/>
              <p:nvPr/>
            </p:nvSpPr>
            <p:spPr bwMode="auto">
              <a:xfrm rot="5400000">
                <a:off x="395633" y="2769740"/>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7" name="Oval 36">
                <a:extLst>
                  <a:ext uri="{FF2B5EF4-FFF2-40B4-BE49-F238E27FC236}">
                    <a16:creationId xmlns:a16="http://schemas.microsoft.com/office/drawing/2014/main" id="{72171685-4DEE-80AE-132E-1CC58526A8F0}"/>
                  </a:ext>
                </a:extLst>
              </p:cNvPr>
              <p:cNvSpPr/>
              <p:nvPr/>
            </p:nvSpPr>
            <p:spPr bwMode="auto">
              <a:xfrm rot="5400000">
                <a:off x="197817" y="2769740"/>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8" name="Oval 37">
                <a:extLst>
                  <a:ext uri="{FF2B5EF4-FFF2-40B4-BE49-F238E27FC236}">
                    <a16:creationId xmlns:a16="http://schemas.microsoft.com/office/drawing/2014/main" id="{C2794D7F-8B05-3220-8CE0-43A58AD6B735}"/>
                  </a:ext>
                </a:extLst>
              </p:cNvPr>
              <p:cNvSpPr/>
              <p:nvPr/>
            </p:nvSpPr>
            <p:spPr bwMode="auto">
              <a:xfrm rot="5400000">
                <a:off x="0" y="2769740"/>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9" name="Oval 38">
                <a:extLst>
                  <a:ext uri="{FF2B5EF4-FFF2-40B4-BE49-F238E27FC236}">
                    <a16:creationId xmlns:a16="http://schemas.microsoft.com/office/drawing/2014/main" id="{C3063A3B-F5B3-6E4B-DDEC-9CBDA7985776}"/>
                  </a:ext>
                </a:extLst>
              </p:cNvPr>
              <p:cNvSpPr/>
              <p:nvPr/>
            </p:nvSpPr>
            <p:spPr bwMode="auto">
              <a:xfrm>
                <a:off x="791267" y="2769740"/>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0" name="Oval 39">
                <a:extLst>
                  <a:ext uri="{FF2B5EF4-FFF2-40B4-BE49-F238E27FC236}">
                    <a16:creationId xmlns:a16="http://schemas.microsoft.com/office/drawing/2014/main" id="{56FC5BEE-F537-1E52-3E02-57FA4B7C0510}"/>
                  </a:ext>
                </a:extLst>
              </p:cNvPr>
              <p:cNvSpPr/>
              <p:nvPr/>
            </p:nvSpPr>
            <p:spPr bwMode="auto">
              <a:xfrm>
                <a:off x="989083" y="2769740"/>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grpSp>
          <p:nvGrpSpPr>
            <p:cNvPr id="22" name="Group 21">
              <a:extLst>
                <a:ext uri="{FF2B5EF4-FFF2-40B4-BE49-F238E27FC236}">
                  <a16:creationId xmlns:a16="http://schemas.microsoft.com/office/drawing/2014/main" id="{8B1FBEC8-40BE-023E-91A9-D70930DD690C}"/>
                </a:ext>
              </a:extLst>
            </p:cNvPr>
            <p:cNvGrpSpPr/>
            <p:nvPr/>
          </p:nvGrpSpPr>
          <p:grpSpPr>
            <a:xfrm>
              <a:off x="0" y="2994757"/>
              <a:ext cx="1647336" cy="64803"/>
              <a:chOff x="0" y="2143857"/>
              <a:chExt cx="1647336" cy="64803"/>
            </a:xfrm>
            <a:grpFill/>
          </p:grpSpPr>
          <p:sp>
            <p:nvSpPr>
              <p:cNvPr id="23" name="Oval 22">
                <a:extLst>
                  <a:ext uri="{FF2B5EF4-FFF2-40B4-BE49-F238E27FC236}">
                    <a16:creationId xmlns:a16="http://schemas.microsoft.com/office/drawing/2014/main" id="{98BFA0E7-9905-1252-EBE8-76FCBF97AD10}"/>
                  </a:ext>
                </a:extLst>
              </p:cNvPr>
              <p:cNvSpPr/>
              <p:nvPr/>
            </p:nvSpPr>
            <p:spPr bwMode="auto">
              <a:xfrm rot="5400000">
                <a:off x="1582533" y="2143857"/>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4" name="Oval 23">
                <a:extLst>
                  <a:ext uri="{FF2B5EF4-FFF2-40B4-BE49-F238E27FC236}">
                    <a16:creationId xmlns:a16="http://schemas.microsoft.com/office/drawing/2014/main" id="{C8F93444-FFA0-43BE-C787-E7B51B253934}"/>
                  </a:ext>
                </a:extLst>
              </p:cNvPr>
              <p:cNvSpPr/>
              <p:nvPr/>
            </p:nvSpPr>
            <p:spPr bwMode="auto">
              <a:xfrm rot="5400000">
                <a:off x="1384717" y="2143857"/>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5" name="Oval 24">
                <a:extLst>
                  <a:ext uri="{FF2B5EF4-FFF2-40B4-BE49-F238E27FC236}">
                    <a16:creationId xmlns:a16="http://schemas.microsoft.com/office/drawing/2014/main" id="{965CA70D-90F3-B548-EA12-F97CED7F6CD2}"/>
                  </a:ext>
                </a:extLst>
              </p:cNvPr>
              <p:cNvSpPr/>
              <p:nvPr/>
            </p:nvSpPr>
            <p:spPr bwMode="auto">
              <a:xfrm rot="5400000">
                <a:off x="1186900" y="2143857"/>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6" name="Oval 25">
                <a:extLst>
                  <a:ext uri="{FF2B5EF4-FFF2-40B4-BE49-F238E27FC236}">
                    <a16:creationId xmlns:a16="http://schemas.microsoft.com/office/drawing/2014/main" id="{06289A8A-8F59-C6F4-28CD-1DEC69061374}"/>
                  </a:ext>
                </a:extLst>
              </p:cNvPr>
              <p:cNvSpPr/>
              <p:nvPr/>
            </p:nvSpPr>
            <p:spPr bwMode="auto">
              <a:xfrm>
                <a:off x="593450" y="2143857"/>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7" name="Oval 26">
                <a:extLst>
                  <a:ext uri="{FF2B5EF4-FFF2-40B4-BE49-F238E27FC236}">
                    <a16:creationId xmlns:a16="http://schemas.microsoft.com/office/drawing/2014/main" id="{721A4F0D-74E8-C59E-C01E-4E2CF6A18FD6}"/>
                  </a:ext>
                </a:extLst>
              </p:cNvPr>
              <p:cNvSpPr/>
              <p:nvPr/>
            </p:nvSpPr>
            <p:spPr bwMode="auto">
              <a:xfrm rot="5400000">
                <a:off x="395633" y="2143857"/>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8" name="Oval 27">
                <a:extLst>
                  <a:ext uri="{FF2B5EF4-FFF2-40B4-BE49-F238E27FC236}">
                    <a16:creationId xmlns:a16="http://schemas.microsoft.com/office/drawing/2014/main" id="{093D4A81-BF06-97B2-195F-EFC0B53A652D}"/>
                  </a:ext>
                </a:extLst>
              </p:cNvPr>
              <p:cNvSpPr/>
              <p:nvPr/>
            </p:nvSpPr>
            <p:spPr bwMode="auto">
              <a:xfrm rot="5400000">
                <a:off x="197817" y="2143857"/>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9" name="Oval 28">
                <a:extLst>
                  <a:ext uri="{FF2B5EF4-FFF2-40B4-BE49-F238E27FC236}">
                    <a16:creationId xmlns:a16="http://schemas.microsoft.com/office/drawing/2014/main" id="{28FC3D0B-D9CC-DACA-37A3-D15CCD2DA283}"/>
                  </a:ext>
                </a:extLst>
              </p:cNvPr>
              <p:cNvSpPr/>
              <p:nvPr/>
            </p:nvSpPr>
            <p:spPr bwMode="auto">
              <a:xfrm rot="5400000">
                <a:off x="0" y="2143857"/>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0" name="Oval 29">
                <a:extLst>
                  <a:ext uri="{FF2B5EF4-FFF2-40B4-BE49-F238E27FC236}">
                    <a16:creationId xmlns:a16="http://schemas.microsoft.com/office/drawing/2014/main" id="{3DC35A6C-6E3F-8360-7826-37FFD02B131E}"/>
                  </a:ext>
                </a:extLst>
              </p:cNvPr>
              <p:cNvSpPr/>
              <p:nvPr/>
            </p:nvSpPr>
            <p:spPr bwMode="auto">
              <a:xfrm>
                <a:off x="791267" y="2143857"/>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1" name="Oval 30">
                <a:extLst>
                  <a:ext uri="{FF2B5EF4-FFF2-40B4-BE49-F238E27FC236}">
                    <a16:creationId xmlns:a16="http://schemas.microsoft.com/office/drawing/2014/main" id="{D40D6CF0-2C1F-B050-8392-64AB3C98C70C}"/>
                  </a:ext>
                </a:extLst>
              </p:cNvPr>
              <p:cNvSpPr/>
              <p:nvPr/>
            </p:nvSpPr>
            <p:spPr bwMode="auto">
              <a:xfrm>
                <a:off x="989083" y="2143857"/>
                <a:ext cx="64803" cy="64803"/>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grpSp>
      <p:grpSp>
        <p:nvGrpSpPr>
          <p:cNvPr id="69" name="Group 68">
            <a:extLst>
              <a:ext uri="{FF2B5EF4-FFF2-40B4-BE49-F238E27FC236}">
                <a16:creationId xmlns:a16="http://schemas.microsoft.com/office/drawing/2014/main" id="{C5AB2085-3A36-4EBA-9969-F87F875F093B}"/>
              </a:ext>
            </a:extLst>
          </p:cNvPr>
          <p:cNvGrpSpPr/>
          <p:nvPr userDrawn="1"/>
        </p:nvGrpSpPr>
        <p:grpSpPr>
          <a:xfrm>
            <a:off x="11016820" y="5720920"/>
            <a:ext cx="870379" cy="870379"/>
            <a:chOff x="11016820" y="5720920"/>
            <a:chExt cx="870379" cy="870379"/>
          </a:xfrm>
        </p:grpSpPr>
        <p:sp>
          <p:nvSpPr>
            <p:cNvPr id="70" name="Oval 69">
              <a:extLst>
                <a:ext uri="{FF2B5EF4-FFF2-40B4-BE49-F238E27FC236}">
                  <a16:creationId xmlns:a16="http://schemas.microsoft.com/office/drawing/2014/main" id="{FA747C3B-5F40-2626-1407-17F8DB341DC1}"/>
                </a:ext>
              </a:extLst>
            </p:cNvPr>
            <p:cNvSpPr/>
            <p:nvPr/>
          </p:nvSpPr>
          <p:spPr bwMode="auto">
            <a:xfrm>
              <a:off x="11798515" y="5720920"/>
              <a:ext cx="88684" cy="88684"/>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1" name="Oval 70">
              <a:extLst>
                <a:ext uri="{FF2B5EF4-FFF2-40B4-BE49-F238E27FC236}">
                  <a16:creationId xmlns:a16="http://schemas.microsoft.com/office/drawing/2014/main" id="{29466268-1797-C5F9-8A26-B22B1038B38A}"/>
                </a:ext>
              </a:extLst>
            </p:cNvPr>
            <p:cNvSpPr/>
            <p:nvPr/>
          </p:nvSpPr>
          <p:spPr bwMode="auto">
            <a:xfrm>
              <a:off x="11798515" y="5981484"/>
              <a:ext cx="88684" cy="88684"/>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2" name="Oval 71">
              <a:extLst>
                <a:ext uri="{FF2B5EF4-FFF2-40B4-BE49-F238E27FC236}">
                  <a16:creationId xmlns:a16="http://schemas.microsoft.com/office/drawing/2014/main" id="{741AE4AE-4314-E957-3475-46F126D7762C}"/>
                </a:ext>
              </a:extLst>
            </p:cNvPr>
            <p:cNvSpPr/>
            <p:nvPr/>
          </p:nvSpPr>
          <p:spPr bwMode="auto">
            <a:xfrm>
              <a:off x="11798515" y="6242050"/>
              <a:ext cx="88684" cy="88684"/>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3" name="Oval 72">
              <a:extLst>
                <a:ext uri="{FF2B5EF4-FFF2-40B4-BE49-F238E27FC236}">
                  <a16:creationId xmlns:a16="http://schemas.microsoft.com/office/drawing/2014/main" id="{4D6E5199-B1E6-C0F7-307E-A0BA56C15E5D}"/>
                </a:ext>
              </a:extLst>
            </p:cNvPr>
            <p:cNvSpPr/>
            <p:nvPr/>
          </p:nvSpPr>
          <p:spPr bwMode="auto">
            <a:xfrm>
              <a:off x="11798515" y="6502615"/>
              <a:ext cx="88684" cy="88684"/>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4" name="Oval 73">
              <a:extLst>
                <a:ext uri="{FF2B5EF4-FFF2-40B4-BE49-F238E27FC236}">
                  <a16:creationId xmlns:a16="http://schemas.microsoft.com/office/drawing/2014/main" id="{2E240D5B-FD26-8CB5-C1A7-4CBB6A665454}"/>
                </a:ext>
              </a:extLst>
            </p:cNvPr>
            <p:cNvSpPr/>
            <p:nvPr/>
          </p:nvSpPr>
          <p:spPr bwMode="auto">
            <a:xfrm rot="5400000">
              <a:off x="11537950" y="6502615"/>
              <a:ext cx="88684" cy="88684"/>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5" name="Oval 74">
              <a:extLst>
                <a:ext uri="{FF2B5EF4-FFF2-40B4-BE49-F238E27FC236}">
                  <a16:creationId xmlns:a16="http://schemas.microsoft.com/office/drawing/2014/main" id="{8352D7E5-1D42-095A-6264-E22CABA65399}"/>
                </a:ext>
              </a:extLst>
            </p:cNvPr>
            <p:cNvSpPr/>
            <p:nvPr/>
          </p:nvSpPr>
          <p:spPr bwMode="auto">
            <a:xfrm rot="5400000">
              <a:off x="11277384" y="6502615"/>
              <a:ext cx="88684" cy="88684"/>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6" name="Oval 75">
              <a:extLst>
                <a:ext uri="{FF2B5EF4-FFF2-40B4-BE49-F238E27FC236}">
                  <a16:creationId xmlns:a16="http://schemas.microsoft.com/office/drawing/2014/main" id="{432CB5A7-1F46-6D3E-6BF0-9D04171733BE}"/>
                </a:ext>
              </a:extLst>
            </p:cNvPr>
            <p:cNvSpPr/>
            <p:nvPr/>
          </p:nvSpPr>
          <p:spPr bwMode="auto">
            <a:xfrm rot="5400000">
              <a:off x="11016820" y="6502615"/>
              <a:ext cx="88684" cy="88684"/>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7" name="Oval 76">
              <a:extLst>
                <a:ext uri="{FF2B5EF4-FFF2-40B4-BE49-F238E27FC236}">
                  <a16:creationId xmlns:a16="http://schemas.microsoft.com/office/drawing/2014/main" id="{5AF8893D-3C15-3BD6-D997-D639559D308A}"/>
                </a:ext>
              </a:extLst>
            </p:cNvPr>
            <p:cNvSpPr/>
            <p:nvPr/>
          </p:nvSpPr>
          <p:spPr bwMode="auto">
            <a:xfrm rot="5400000">
              <a:off x="11537950" y="6242050"/>
              <a:ext cx="88684" cy="88684"/>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8" name="Oval 77">
              <a:extLst>
                <a:ext uri="{FF2B5EF4-FFF2-40B4-BE49-F238E27FC236}">
                  <a16:creationId xmlns:a16="http://schemas.microsoft.com/office/drawing/2014/main" id="{CBC42C8E-D62B-7792-7EB7-D7352C9645DA}"/>
                </a:ext>
              </a:extLst>
            </p:cNvPr>
            <p:cNvSpPr/>
            <p:nvPr/>
          </p:nvSpPr>
          <p:spPr bwMode="auto">
            <a:xfrm rot="5400000">
              <a:off x="11277384" y="6242050"/>
              <a:ext cx="88684" cy="88684"/>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9" name="Oval 78">
              <a:extLst>
                <a:ext uri="{FF2B5EF4-FFF2-40B4-BE49-F238E27FC236}">
                  <a16:creationId xmlns:a16="http://schemas.microsoft.com/office/drawing/2014/main" id="{D64392F9-3C23-70DD-56F4-DCAA1F8A4B10}"/>
                </a:ext>
              </a:extLst>
            </p:cNvPr>
            <p:cNvSpPr/>
            <p:nvPr/>
          </p:nvSpPr>
          <p:spPr bwMode="auto">
            <a:xfrm rot="5400000">
              <a:off x="11537950" y="5981484"/>
              <a:ext cx="88684" cy="88684"/>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80" name="Oval 79">
              <a:extLst>
                <a:ext uri="{FF2B5EF4-FFF2-40B4-BE49-F238E27FC236}">
                  <a16:creationId xmlns:a16="http://schemas.microsoft.com/office/drawing/2014/main" id="{C3D96143-81DE-9835-79A0-8BEDCED415FF}"/>
                </a:ext>
              </a:extLst>
            </p:cNvPr>
            <p:cNvSpPr/>
            <p:nvPr/>
          </p:nvSpPr>
          <p:spPr bwMode="auto">
            <a:xfrm rot="5400000">
              <a:off x="11016820" y="6242050"/>
              <a:ext cx="88684" cy="88684"/>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81" name="Oval 80">
              <a:extLst>
                <a:ext uri="{FF2B5EF4-FFF2-40B4-BE49-F238E27FC236}">
                  <a16:creationId xmlns:a16="http://schemas.microsoft.com/office/drawing/2014/main" id="{2EF2A520-8CE1-BAAA-B1E9-9B9E9E95BA0A}"/>
                </a:ext>
              </a:extLst>
            </p:cNvPr>
            <p:cNvSpPr/>
            <p:nvPr/>
          </p:nvSpPr>
          <p:spPr bwMode="auto">
            <a:xfrm rot="5400000">
              <a:off x="11537950" y="5720920"/>
              <a:ext cx="88684" cy="88684"/>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sp>
        <p:nvSpPr>
          <p:cNvPr id="82" name="Free-form: Shape 81">
            <a:extLst>
              <a:ext uri="{FF2B5EF4-FFF2-40B4-BE49-F238E27FC236}">
                <a16:creationId xmlns:a16="http://schemas.microsoft.com/office/drawing/2014/main" id="{DAF02231-77D6-1273-D9CC-2C5922C98250}"/>
              </a:ext>
            </a:extLst>
          </p:cNvPr>
          <p:cNvSpPr/>
          <p:nvPr userDrawn="1"/>
        </p:nvSpPr>
        <p:spPr bwMode="auto">
          <a:xfrm>
            <a:off x="1714499" y="1498600"/>
            <a:ext cx="5829301" cy="1829924"/>
          </a:xfrm>
          <a:custGeom>
            <a:avLst/>
            <a:gdLst>
              <a:gd name="connsiteX0" fmla="*/ 228600 w 4343400"/>
              <a:gd name="connsiteY0" fmla="*/ 1473200 h 1473200"/>
              <a:gd name="connsiteX1" fmla="*/ 0 w 4343400"/>
              <a:gd name="connsiteY1" fmla="*/ 1473200 h 1473200"/>
              <a:gd name="connsiteX2" fmla="*/ 0 w 4343400"/>
              <a:gd name="connsiteY2" fmla="*/ 0 h 1473200"/>
              <a:gd name="connsiteX3" fmla="*/ 4343400 w 4343400"/>
              <a:gd name="connsiteY3" fmla="*/ 0 h 1473200"/>
              <a:gd name="connsiteX4" fmla="*/ 4343400 w 4343400"/>
              <a:gd name="connsiteY4" fmla="*/ 304800 h 1473200"/>
              <a:gd name="connsiteX0" fmla="*/ 0 w 4343400"/>
              <a:gd name="connsiteY0" fmla="*/ 1473200 h 1473200"/>
              <a:gd name="connsiteX1" fmla="*/ 0 w 4343400"/>
              <a:gd name="connsiteY1" fmla="*/ 0 h 1473200"/>
              <a:gd name="connsiteX2" fmla="*/ 4343400 w 4343400"/>
              <a:gd name="connsiteY2" fmla="*/ 0 h 1473200"/>
              <a:gd name="connsiteX3" fmla="*/ 4343400 w 4343400"/>
              <a:gd name="connsiteY3" fmla="*/ 304800 h 1473200"/>
            </a:gdLst>
            <a:ahLst/>
            <a:cxnLst>
              <a:cxn ang="0">
                <a:pos x="connsiteX0" y="connsiteY0"/>
              </a:cxn>
              <a:cxn ang="0">
                <a:pos x="connsiteX1" y="connsiteY1"/>
              </a:cxn>
              <a:cxn ang="0">
                <a:pos x="connsiteX2" y="connsiteY2"/>
              </a:cxn>
              <a:cxn ang="0">
                <a:pos x="connsiteX3" y="connsiteY3"/>
              </a:cxn>
            </a:cxnLst>
            <a:rect l="l" t="t" r="r" b="b"/>
            <a:pathLst>
              <a:path w="4343400" h="1473200">
                <a:moveTo>
                  <a:pt x="0" y="1473200"/>
                </a:moveTo>
                <a:lnTo>
                  <a:pt x="0" y="0"/>
                </a:lnTo>
                <a:lnTo>
                  <a:pt x="4343400" y="0"/>
                </a:lnTo>
                <a:lnTo>
                  <a:pt x="4343400" y="304800"/>
                </a:lnTo>
              </a:path>
            </a:pathLst>
          </a:custGeom>
          <a:noFill/>
          <a:ln w="63500" cap="rnd">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86" name="Group 85">
            <a:extLst>
              <a:ext uri="{FF2B5EF4-FFF2-40B4-BE49-F238E27FC236}">
                <a16:creationId xmlns:a16="http://schemas.microsoft.com/office/drawing/2014/main" id="{E78E5A3B-573D-8EAA-2EDC-2A58D18893A4}"/>
              </a:ext>
            </a:extLst>
          </p:cNvPr>
          <p:cNvGrpSpPr/>
          <p:nvPr userDrawn="1"/>
        </p:nvGrpSpPr>
        <p:grpSpPr>
          <a:xfrm>
            <a:off x="1714499" y="4027444"/>
            <a:ext cx="600855" cy="789824"/>
            <a:chOff x="1463597" y="3871131"/>
            <a:chExt cx="545832" cy="717497"/>
          </a:xfrm>
        </p:grpSpPr>
        <p:sp>
          <p:nvSpPr>
            <p:cNvPr id="87" name="Graphic 317">
              <a:extLst>
                <a:ext uri="{FF2B5EF4-FFF2-40B4-BE49-F238E27FC236}">
                  <a16:creationId xmlns:a16="http://schemas.microsoft.com/office/drawing/2014/main" id="{2FFDB439-2F7B-3B1E-CE78-BA7807C99AA0}"/>
                </a:ext>
              </a:extLst>
            </p:cNvPr>
            <p:cNvSpPr/>
            <p:nvPr/>
          </p:nvSpPr>
          <p:spPr>
            <a:xfrm rot="16200000">
              <a:off x="1428057" y="4007257"/>
              <a:ext cx="717497" cy="445246"/>
            </a:xfrm>
            <a:custGeom>
              <a:avLst/>
              <a:gdLst>
                <a:gd name="connsiteX0" fmla="*/ 358722 w 717497"/>
                <a:gd name="connsiteY0" fmla="*/ 0 h 445246"/>
                <a:gd name="connsiteX1" fmla="*/ 673142 w 717497"/>
                <a:gd name="connsiteY1" fmla="*/ 0 h 445246"/>
                <a:gd name="connsiteX2" fmla="*/ 706385 w 717497"/>
                <a:gd name="connsiteY2" fmla="*/ 73533 h 445246"/>
                <a:gd name="connsiteX3" fmla="*/ 565034 w 717497"/>
                <a:gd name="connsiteY3" fmla="*/ 233934 h 445246"/>
                <a:gd name="connsiteX4" fmla="*/ 392060 w 717497"/>
                <a:gd name="connsiteY4" fmla="*/ 430244 h 445246"/>
                <a:gd name="connsiteX5" fmla="*/ 325575 w 717497"/>
                <a:gd name="connsiteY5" fmla="*/ 430244 h 445246"/>
                <a:gd name="connsiteX6" fmla="*/ 152506 w 717497"/>
                <a:gd name="connsiteY6" fmla="*/ 234029 h 445246"/>
                <a:gd name="connsiteX7" fmla="*/ 11155 w 717497"/>
                <a:gd name="connsiteY7" fmla="*/ 73533 h 445246"/>
                <a:gd name="connsiteX8" fmla="*/ 44397 w 717497"/>
                <a:gd name="connsiteY8" fmla="*/ 0 h 445246"/>
                <a:gd name="connsiteX9" fmla="*/ 358722 w 717497"/>
                <a:gd name="connsiteY9" fmla="*/ 0 h 445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7497" h="445246">
                  <a:moveTo>
                    <a:pt x="358722" y="0"/>
                  </a:moveTo>
                  <a:lnTo>
                    <a:pt x="673142" y="0"/>
                  </a:lnTo>
                  <a:cubicBezTo>
                    <a:pt x="711242" y="0"/>
                    <a:pt x="731531" y="44958"/>
                    <a:pt x="706385" y="73533"/>
                  </a:cubicBezTo>
                  <a:lnTo>
                    <a:pt x="565034" y="233934"/>
                  </a:lnTo>
                  <a:lnTo>
                    <a:pt x="392060" y="430244"/>
                  </a:lnTo>
                  <a:cubicBezTo>
                    <a:pt x="374438" y="450247"/>
                    <a:pt x="343196" y="450247"/>
                    <a:pt x="325575" y="430244"/>
                  </a:cubicBezTo>
                  <a:lnTo>
                    <a:pt x="152506" y="234029"/>
                  </a:lnTo>
                  <a:lnTo>
                    <a:pt x="11155" y="73533"/>
                  </a:lnTo>
                  <a:cubicBezTo>
                    <a:pt x="-14086" y="44958"/>
                    <a:pt x="6297" y="0"/>
                    <a:pt x="44397" y="0"/>
                  </a:cubicBezTo>
                  <a:lnTo>
                    <a:pt x="358722" y="0"/>
                  </a:lnTo>
                  <a:close/>
                </a:path>
              </a:pathLst>
            </a:custGeom>
            <a:solidFill>
              <a:schemeClr val="bg1">
                <a:lumMod val="95000"/>
              </a:schemeClr>
            </a:solidFill>
            <a:ln w="508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88" name="Graphic 318">
              <a:extLst>
                <a:ext uri="{FF2B5EF4-FFF2-40B4-BE49-F238E27FC236}">
                  <a16:creationId xmlns:a16="http://schemas.microsoft.com/office/drawing/2014/main" id="{5EAF443F-3B09-AFA5-713A-8E51763F6818}"/>
                </a:ext>
              </a:extLst>
            </p:cNvPr>
            <p:cNvSpPr/>
            <p:nvPr/>
          </p:nvSpPr>
          <p:spPr>
            <a:xfrm rot="16200000">
              <a:off x="1353386" y="4049637"/>
              <a:ext cx="580908" cy="360486"/>
            </a:xfrm>
            <a:custGeom>
              <a:avLst/>
              <a:gdLst>
                <a:gd name="connsiteX0" fmla="*/ 358722 w 717497"/>
                <a:gd name="connsiteY0" fmla="*/ 0 h 445246"/>
                <a:gd name="connsiteX1" fmla="*/ 673142 w 717497"/>
                <a:gd name="connsiteY1" fmla="*/ 0 h 445246"/>
                <a:gd name="connsiteX2" fmla="*/ 706385 w 717497"/>
                <a:gd name="connsiteY2" fmla="*/ 73533 h 445246"/>
                <a:gd name="connsiteX3" fmla="*/ 565034 w 717497"/>
                <a:gd name="connsiteY3" fmla="*/ 233934 h 445246"/>
                <a:gd name="connsiteX4" fmla="*/ 392060 w 717497"/>
                <a:gd name="connsiteY4" fmla="*/ 430244 h 445246"/>
                <a:gd name="connsiteX5" fmla="*/ 325575 w 717497"/>
                <a:gd name="connsiteY5" fmla="*/ 430244 h 445246"/>
                <a:gd name="connsiteX6" fmla="*/ 152506 w 717497"/>
                <a:gd name="connsiteY6" fmla="*/ 234029 h 445246"/>
                <a:gd name="connsiteX7" fmla="*/ 11155 w 717497"/>
                <a:gd name="connsiteY7" fmla="*/ 73533 h 445246"/>
                <a:gd name="connsiteX8" fmla="*/ 44397 w 717497"/>
                <a:gd name="connsiteY8" fmla="*/ 0 h 445246"/>
                <a:gd name="connsiteX9" fmla="*/ 358722 w 717497"/>
                <a:gd name="connsiteY9" fmla="*/ 0 h 445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7497" h="445246">
                  <a:moveTo>
                    <a:pt x="358722" y="0"/>
                  </a:moveTo>
                  <a:lnTo>
                    <a:pt x="673142" y="0"/>
                  </a:lnTo>
                  <a:cubicBezTo>
                    <a:pt x="711242" y="0"/>
                    <a:pt x="731531" y="44958"/>
                    <a:pt x="706385" y="73533"/>
                  </a:cubicBezTo>
                  <a:lnTo>
                    <a:pt x="565034" y="233934"/>
                  </a:lnTo>
                  <a:lnTo>
                    <a:pt x="392060" y="430244"/>
                  </a:lnTo>
                  <a:cubicBezTo>
                    <a:pt x="374438" y="450247"/>
                    <a:pt x="343196" y="450247"/>
                    <a:pt x="325575" y="430244"/>
                  </a:cubicBezTo>
                  <a:lnTo>
                    <a:pt x="152506" y="234029"/>
                  </a:lnTo>
                  <a:lnTo>
                    <a:pt x="11155" y="73533"/>
                  </a:lnTo>
                  <a:cubicBezTo>
                    <a:pt x="-14086" y="44958"/>
                    <a:pt x="6297" y="0"/>
                    <a:pt x="44397" y="0"/>
                  </a:cubicBezTo>
                  <a:lnTo>
                    <a:pt x="358722" y="0"/>
                  </a:lnTo>
                  <a:close/>
                </a:path>
              </a:pathLst>
            </a:custGeom>
            <a:noFill/>
            <a:ln w="12700" cap="flat">
              <a:solidFill>
                <a:schemeClr val="bg1">
                  <a:lumMod val="7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sp>
        <p:nvSpPr>
          <p:cNvPr id="89" name="Free-form: Shape 88">
            <a:extLst>
              <a:ext uri="{FF2B5EF4-FFF2-40B4-BE49-F238E27FC236}">
                <a16:creationId xmlns:a16="http://schemas.microsoft.com/office/drawing/2014/main" id="{7C11D0DB-B1BF-9C66-06DE-20BB7B89491F}"/>
              </a:ext>
            </a:extLst>
          </p:cNvPr>
          <p:cNvSpPr/>
          <p:nvPr userDrawn="1"/>
        </p:nvSpPr>
        <p:spPr bwMode="auto">
          <a:xfrm>
            <a:off x="2" y="5647174"/>
            <a:ext cx="2699684" cy="1210826"/>
          </a:xfrm>
          <a:custGeom>
            <a:avLst/>
            <a:gdLst>
              <a:gd name="connsiteX0" fmla="*/ 447685 w 3175561"/>
              <a:gd name="connsiteY0" fmla="*/ 0 h 1424260"/>
              <a:gd name="connsiteX1" fmla="*/ 3016378 w 3175561"/>
              <a:gd name="connsiteY1" fmla="*/ 1211388 h 1424260"/>
              <a:gd name="connsiteX2" fmla="*/ 3175561 w 3175561"/>
              <a:gd name="connsiteY2" fmla="*/ 1424260 h 1424260"/>
              <a:gd name="connsiteX3" fmla="*/ 2245404 w 3175561"/>
              <a:gd name="connsiteY3" fmla="*/ 1424260 h 1424260"/>
              <a:gd name="connsiteX4" fmla="*/ 2115220 w 3175561"/>
              <a:gd name="connsiteY4" fmla="*/ 1305941 h 1424260"/>
              <a:gd name="connsiteX5" fmla="*/ 447685 w 3175561"/>
              <a:gd name="connsiteY5" fmla="*/ 707311 h 1424260"/>
              <a:gd name="connsiteX6" fmla="*/ 179649 w 3175561"/>
              <a:gd name="connsiteY6" fmla="*/ 720846 h 1424260"/>
              <a:gd name="connsiteX7" fmla="*/ 0 w 3175561"/>
              <a:gd name="connsiteY7" fmla="*/ 748264 h 1424260"/>
              <a:gd name="connsiteX8" fmla="*/ 0 w 3175561"/>
              <a:gd name="connsiteY8" fmla="*/ 30825 h 1424260"/>
              <a:gd name="connsiteX9" fmla="*/ 107331 w 3175561"/>
              <a:gd name="connsiteY9" fmla="*/ 17187 h 1424260"/>
              <a:gd name="connsiteX10" fmla="*/ 447685 w 3175561"/>
              <a:gd name="connsiteY10" fmla="*/ 0 h 1424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175561" h="1424260">
                <a:moveTo>
                  <a:pt x="447685" y="0"/>
                </a:moveTo>
                <a:cubicBezTo>
                  <a:pt x="1481822" y="0"/>
                  <a:pt x="2405820" y="471563"/>
                  <a:pt x="3016378" y="1211388"/>
                </a:cubicBezTo>
                <a:lnTo>
                  <a:pt x="3175561" y="1424260"/>
                </a:lnTo>
                <a:lnTo>
                  <a:pt x="2245404" y="1424260"/>
                </a:lnTo>
                <a:lnTo>
                  <a:pt x="2115220" y="1305941"/>
                </a:lnTo>
                <a:cubicBezTo>
                  <a:pt x="1662065" y="931964"/>
                  <a:pt x="1081110" y="707311"/>
                  <a:pt x="447685" y="707311"/>
                </a:cubicBezTo>
                <a:cubicBezTo>
                  <a:pt x="357196" y="707311"/>
                  <a:pt x="267777" y="711896"/>
                  <a:pt x="179649" y="720846"/>
                </a:cubicBezTo>
                <a:lnTo>
                  <a:pt x="0" y="748264"/>
                </a:lnTo>
                <a:lnTo>
                  <a:pt x="0" y="30825"/>
                </a:lnTo>
                <a:lnTo>
                  <a:pt x="107331" y="17187"/>
                </a:lnTo>
                <a:cubicBezTo>
                  <a:pt x="219237" y="5822"/>
                  <a:pt x="332781" y="0"/>
                  <a:pt x="447685" y="0"/>
                </a:cubicBezTo>
                <a:close/>
              </a:path>
            </a:pathLst>
          </a:custGeom>
          <a:pattFill prst="wdDnDiag">
            <a:fgClr>
              <a:srgbClr val="D8E9F6"/>
            </a:fgClr>
            <a:bgClr>
              <a:schemeClr val="bg1"/>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9" name="Title 1"/>
          <p:cNvSpPr>
            <a:spLocks noGrp="1"/>
          </p:cNvSpPr>
          <p:nvPr>
            <p:ph type="title" hasCustomPrompt="1"/>
          </p:nvPr>
        </p:nvSpPr>
        <p:spPr>
          <a:xfrm>
            <a:off x="2270758" y="2124717"/>
            <a:ext cx="5829297" cy="1354217"/>
          </a:xfrm>
          <a:noFill/>
        </p:spPr>
        <p:txBody>
          <a:bodyPr wrap="square" lIns="0" tIns="0" rIns="0" bIns="0" anchor="b" anchorCtr="0">
            <a:spAutoFit/>
          </a:bodyPr>
          <a:lstStyle>
            <a:lvl1pPr marL="0" algn="l" defTabSz="932742" rtl="0" eaLnBrk="1" latinLnBrk="0" hangingPunct="1">
              <a:lnSpc>
                <a:spcPct val="100000"/>
              </a:lnSpc>
              <a:spcBef>
                <a:spcPct val="0"/>
              </a:spcBef>
              <a:buNone/>
              <a:defRPr lang="en-US" sz="4400" b="0" kern="1200" cap="none" spc="-50" baseline="0" dirty="0">
                <a:ln w="3175">
                  <a:noFill/>
                </a:ln>
                <a:solidFill>
                  <a:schemeClr val="bg2"/>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Event name or presentation title </a:t>
            </a:r>
          </a:p>
        </p:txBody>
      </p:sp>
      <p:sp>
        <p:nvSpPr>
          <p:cNvPr id="5" name="Text Placeholder 4"/>
          <p:cNvSpPr>
            <a:spLocks noGrp="1"/>
          </p:cNvSpPr>
          <p:nvPr>
            <p:ph type="body" sz="quarter" idx="12" hasCustomPrompt="1"/>
          </p:nvPr>
        </p:nvSpPr>
        <p:spPr>
          <a:xfrm>
            <a:off x="2619375" y="4268468"/>
            <a:ext cx="5486400" cy="307777"/>
          </a:xfrm>
          <a:noFill/>
        </p:spPr>
        <p:txBody>
          <a:bodyPr wrap="square" lIns="0" tIns="0" rIns="0" bIns="0">
            <a:spAutoFit/>
          </a:bodyPr>
          <a:lstStyle>
            <a:lvl1pPr marL="0" indent="0">
              <a:spcBef>
                <a:spcPts val="0"/>
              </a:spcBef>
              <a:buNone/>
              <a:defRPr kumimoji="0" lang="en-US" sz="2000" b="0" i="0" u="none" strike="noStrike" kern="1200" cap="none" spc="0" normalizeH="0" baseline="0" dirty="0">
                <a:ln>
                  <a:noFill/>
                </a:ln>
                <a:solidFill>
                  <a:srgbClr val="FFFFFF">
                    <a:lumMod val="50000"/>
                  </a:srgbClr>
                </a:solidFill>
                <a:effectLst/>
                <a:uLnTx/>
                <a:uFillTx/>
                <a:latin typeface="Segoe UI Semibold"/>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Speaker name</a:t>
            </a:r>
          </a:p>
        </p:txBody>
      </p:sp>
      <p:sp>
        <p:nvSpPr>
          <p:cNvPr id="8" name="Text Placeholder 7">
            <a:extLst>
              <a:ext uri="{FF2B5EF4-FFF2-40B4-BE49-F238E27FC236}">
                <a16:creationId xmlns:a16="http://schemas.microsoft.com/office/drawing/2014/main" id="{72BE9B4C-457B-DAE3-024C-78127F20AD66}"/>
              </a:ext>
            </a:extLst>
          </p:cNvPr>
          <p:cNvSpPr>
            <a:spLocks noGrp="1"/>
          </p:cNvSpPr>
          <p:nvPr>
            <p:ph type="body" sz="quarter" idx="13" hasCustomPrompt="1"/>
          </p:nvPr>
        </p:nvSpPr>
        <p:spPr>
          <a:xfrm>
            <a:off x="2619375" y="4859638"/>
            <a:ext cx="5486400" cy="837152"/>
          </a:xfrm>
        </p:spPr>
        <p:txBody>
          <a:bodyPr/>
          <a:lstStyle>
            <a:lvl1pPr marL="0" indent="0">
              <a:spcBef>
                <a:spcPts val="24"/>
              </a:spcBef>
              <a:buNone/>
              <a:defRPr kumimoji="0" lang="en-US" sz="1600" b="0" i="0" u="none" strike="noStrike" kern="1200" cap="none" spc="0" normalizeH="0" baseline="0" dirty="0">
                <a:ln>
                  <a:noFill/>
                </a:ln>
                <a:solidFill>
                  <a:srgbClr val="000000"/>
                </a:solidFill>
                <a:effectLst/>
                <a:uLnTx/>
                <a:uFillTx/>
                <a:latin typeface="Segoe UI"/>
                <a:ea typeface="+mn-ea"/>
                <a:cs typeface="Segoe UI" panose="020B0502040204020203" pitchFamily="34" charset="0"/>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Title</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Company</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Other information</a:t>
            </a:r>
          </a:p>
        </p:txBody>
      </p:sp>
    </p:spTree>
    <p:extLst>
      <p:ext uri="{BB962C8B-B14F-4D97-AF65-F5344CB8AC3E}">
        <p14:creationId xmlns:p14="http://schemas.microsoft.com/office/powerpoint/2010/main" val="267914955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72">
          <p15:clr>
            <a:srgbClr val="5ACBF0"/>
          </p15:clr>
        </p15:guide>
        <p15:guide id="3" pos="3842">
          <p15:clr>
            <a:srgbClr val="5ACBF0"/>
          </p15:clr>
        </p15:guide>
        <p15:guide id="4" orient="horz" pos="216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ED844777-CE79-0284-5BE2-894F11F01939}"/>
              </a:ext>
            </a:extLst>
          </p:cNvPr>
          <p:cNvSpPr/>
          <p:nvPr userDrawn="1"/>
        </p:nvSpPr>
        <p:spPr>
          <a:xfrm>
            <a:off x="531361" y="4955412"/>
            <a:ext cx="1462540" cy="1390022"/>
          </a:xfrm>
          <a:custGeom>
            <a:avLst/>
            <a:gdLst>
              <a:gd name="connsiteX0" fmla="*/ 1182547 w 1182546"/>
              <a:gd name="connsiteY0" fmla="*/ 595820 h 1191639"/>
              <a:gd name="connsiteX1" fmla="*/ 591273 w 1182546"/>
              <a:gd name="connsiteY1" fmla="*/ 1191640 h 1191639"/>
              <a:gd name="connsiteX2" fmla="*/ 0 w 1182546"/>
              <a:gd name="connsiteY2" fmla="*/ 595820 h 1191639"/>
              <a:gd name="connsiteX3" fmla="*/ 591273 w 1182546"/>
              <a:gd name="connsiteY3" fmla="*/ 0 h 1191639"/>
              <a:gd name="connsiteX4" fmla="*/ 1182547 w 1182546"/>
              <a:gd name="connsiteY4" fmla="*/ 595820 h 1191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546" h="1191639">
                <a:moveTo>
                  <a:pt x="1182547" y="595820"/>
                </a:moveTo>
                <a:cubicBezTo>
                  <a:pt x="1182547" y="924882"/>
                  <a:pt x="917825" y="1191640"/>
                  <a:pt x="591273" y="1191640"/>
                </a:cubicBezTo>
                <a:cubicBezTo>
                  <a:pt x="264721" y="1191640"/>
                  <a:pt x="0" y="924882"/>
                  <a:pt x="0" y="595820"/>
                </a:cubicBezTo>
                <a:cubicBezTo>
                  <a:pt x="0" y="266758"/>
                  <a:pt x="264721" y="0"/>
                  <a:pt x="591273" y="0"/>
                </a:cubicBezTo>
                <a:cubicBezTo>
                  <a:pt x="917825" y="0"/>
                  <a:pt x="1182547" y="266758"/>
                  <a:pt x="1182547" y="595820"/>
                </a:cubicBezTo>
                <a:close/>
              </a:path>
            </a:pathLst>
          </a:custGeom>
          <a:pattFill prst="wdDnDiag">
            <a:fgClr>
              <a:schemeClr val="accent2">
                <a:lumMod val="20000"/>
                <a:lumOff val="80000"/>
              </a:schemeClr>
            </a:fgClr>
            <a:bgClr>
              <a:schemeClr val="bg1"/>
            </a:bgClr>
          </a:pattFill>
          <a:ln w="14405" cap="flat">
            <a:noFill/>
            <a:prstDash val="solid"/>
            <a:miter/>
          </a:ln>
        </p:spPr>
        <p:txBody>
          <a:bodyPr rtlCol="0" anchor="ctr"/>
          <a:lstStyle/>
          <a:p>
            <a:endParaRPr lang="en-US"/>
          </a:p>
        </p:txBody>
      </p:sp>
      <p:sp>
        <p:nvSpPr>
          <p:cNvPr id="4" name="Freeform: Shape 3">
            <a:extLst>
              <a:ext uri="{FF2B5EF4-FFF2-40B4-BE49-F238E27FC236}">
                <a16:creationId xmlns:a16="http://schemas.microsoft.com/office/drawing/2014/main" id="{0AF8181F-29BE-6A80-09A3-61738088E5A7}"/>
              </a:ext>
            </a:extLst>
          </p:cNvPr>
          <p:cNvSpPr/>
          <p:nvPr userDrawn="1"/>
        </p:nvSpPr>
        <p:spPr>
          <a:xfrm flipV="1">
            <a:off x="1" y="2085662"/>
            <a:ext cx="12191998" cy="3282750"/>
          </a:xfrm>
          <a:custGeom>
            <a:avLst/>
            <a:gdLst>
              <a:gd name="connsiteX0" fmla="*/ 225390 w 12191998"/>
              <a:gd name="connsiteY0" fmla="*/ 3282750 h 3282750"/>
              <a:gd name="connsiteX1" fmla="*/ 9880096 w 12191998"/>
              <a:gd name="connsiteY1" fmla="*/ 3282750 h 3282750"/>
              <a:gd name="connsiteX2" fmla="*/ 10320199 w 12191998"/>
              <a:gd name="connsiteY2" fmla="*/ 3100060 h 3282750"/>
              <a:gd name="connsiteX3" fmla="*/ 12191998 w 12191998"/>
              <a:gd name="connsiteY3" fmla="*/ 1221634 h 3282750"/>
              <a:gd name="connsiteX4" fmla="*/ 12191998 w 12191998"/>
              <a:gd name="connsiteY4" fmla="*/ 1523 h 3282750"/>
              <a:gd name="connsiteX5" fmla="*/ 11409355 w 12191998"/>
              <a:gd name="connsiteY5" fmla="*/ 1523 h 3282750"/>
              <a:gd name="connsiteX6" fmla="*/ 11410872 w 12191998"/>
              <a:gd name="connsiteY6" fmla="*/ 0 h 3282750"/>
              <a:gd name="connsiteX7" fmla="*/ 9138442 w 12191998"/>
              <a:gd name="connsiteY7" fmla="*/ 0 h 3282750"/>
              <a:gd name="connsiteX8" fmla="*/ 6866012 w 12191998"/>
              <a:gd name="connsiteY8" fmla="*/ 0 h 3282750"/>
              <a:gd name="connsiteX9" fmla="*/ 5045748 w 12191998"/>
              <a:gd name="connsiteY9" fmla="*/ 0 h 3282750"/>
              <a:gd name="connsiteX10" fmla="*/ 4593580 w 12191998"/>
              <a:gd name="connsiteY10" fmla="*/ 0 h 3282750"/>
              <a:gd name="connsiteX11" fmla="*/ 2773318 w 12191998"/>
              <a:gd name="connsiteY11" fmla="*/ 0 h 3282750"/>
              <a:gd name="connsiteX12" fmla="*/ 500887 w 12191998"/>
              <a:gd name="connsiteY12" fmla="*/ 0 h 3282750"/>
              <a:gd name="connsiteX13" fmla="*/ 0 w 12191998"/>
              <a:gd name="connsiteY13" fmla="*/ 0 h 3282750"/>
              <a:gd name="connsiteX14" fmla="*/ 0 w 12191998"/>
              <a:gd name="connsiteY14" fmla="*/ 3282749 h 3282750"/>
              <a:gd name="connsiteX15" fmla="*/ 225390 w 12191998"/>
              <a:gd name="connsiteY15" fmla="*/ 3282749 h 3282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1998" h="3282750">
                <a:moveTo>
                  <a:pt x="225390" y="3282750"/>
                </a:moveTo>
                <a:lnTo>
                  <a:pt x="9880096" y="3282750"/>
                </a:lnTo>
                <a:cubicBezTo>
                  <a:pt x="10045266" y="3282750"/>
                  <a:pt x="10203546" y="3217012"/>
                  <a:pt x="10320199" y="3100060"/>
                </a:cubicBezTo>
                <a:lnTo>
                  <a:pt x="12191998" y="1221634"/>
                </a:lnTo>
                <a:lnTo>
                  <a:pt x="12191998" y="1523"/>
                </a:lnTo>
                <a:lnTo>
                  <a:pt x="11409355" y="1523"/>
                </a:lnTo>
                <a:lnTo>
                  <a:pt x="11410872" y="0"/>
                </a:lnTo>
                <a:lnTo>
                  <a:pt x="9138442" y="0"/>
                </a:lnTo>
                <a:lnTo>
                  <a:pt x="6866012" y="0"/>
                </a:lnTo>
                <a:lnTo>
                  <a:pt x="5045748" y="0"/>
                </a:lnTo>
                <a:lnTo>
                  <a:pt x="4593580" y="0"/>
                </a:lnTo>
                <a:lnTo>
                  <a:pt x="2773318" y="0"/>
                </a:lnTo>
                <a:lnTo>
                  <a:pt x="500887" y="0"/>
                </a:lnTo>
                <a:lnTo>
                  <a:pt x="0" y="0"/>
                </a:lnTo>
                <a:lnTo>
                  <a:pt x="0" y="3282749"/>
                </a:lnTo>
                <a:lnTo>
                  <a:pt x="225390" y="3282749"/>
                </a:lnTo>
                <a:close/>
              </a:path>
            </a:pathLst>
          </a:custGeom>
          <a:solidFill>
            <a:schemeClr val="bg1">
              <a:lumMod val="95000"/>
            </a:schemeClr>
          </a:solidFill>
          <a:ln w="1440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5" name="Freeform: Shape 4">
            <a:extLst>
              <a:ext uri="{FF2B5EF4-FFF2-40B4-BE49-F238E27FC236}">
                <a16:creationId xmlns:a16="http://schemas.microsoft.com/office/drawing/2014/main" id="{B3C25D0A-1F33-776E-6F3E-6A0A063F92B0}"/>
              </a:ext>
            </a:extLst>
          </p:cNvPr>
          <p:cNvSpPr/>
          <p:nvPr userDrawn="1"/>
        </p:nvSpPr>
        <p:spPr>
          <a:xfrm flipV="1">
            <a:off x="7329714" y="0"/>
            <a:ext cx="4862286" cy="3709134"/>
          </a:xfrm>
          <a:custGeom>
            <a:avLst/>
            <a:gdLst>
              <a:gd name="connsiteX0" fmla="*/ 5285805 w 5285804"/>
              <a:gd name="connsiteY0" fmla="*/ 0 h 4032209"/>
              <a:gd name="connsiteX1" fmla="*/ 5285805 w 5285804"/>
              <a:gd name="connsiteY1" fmla="*/ 4032209 h 4032209"/>
              <a:gd name="connsiteX2" fmla="*/ 0 w 5285804"/>
              <a:gd name="connsiteY2" fmla="*/ 4032209 h 4032209"/>
              <a:gd name="connsiteX3" fmla="*/ 0 w 5285804"/>
              <a:gd name="connsiteY3" fmla="*/ 3667624 h 4032209"/>
              <a:gd name="connsiteX4" fmla="*/ 1241008 w 5285804"/>
              <a:gd name="connsiteY4" fmla="*/ 2150979 h 4032209"/>
              <a:gd name="connsiteX5" fmla="*/ 1533020 w 5285804"/>
              <a:gd name="connsiteY5" fmla="*/ 2122817 h 4032209"/>
              <a:gd name="connsiteX6" fmla="*/ 2777955 w 5285804"/>
              <a:gd name="connsiteY6" fmla="*/ 2122817 h 4032209"/>
              <a:gd name="connsiteX7" fmla="*/ 3592354 w 5285804"/>
              <a:gd name="connsiteY7" fmla="*/ 1773606 h 4032209"/>
              <a:gd name="connsiteX8" fmla="*/ 4093289 w 5285804"/>
              <a:gd name="connsiteY8" fmla="*/ 1249029 h 4032209"/>
              <a:gd name="connsiteX9" fmla="*/ 4216408 w 5285804"/>
              <a:gd name="connsiteY9" fmla="*/ 1120092 h 4032209"/>
              <a:gd name="connsiteX10" fmla="*/ 5285503 w 5285804"/>
              <a:gd name="connsiteY10" fmla="*/ 305 h 4032209"/>
              <a:gd name="connsiteX11" fmla="*/ 5285805 w 5285804"/>
              <a:gd name="connsiteY11" fmla="*/ 0 h 4032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85804" h="4032209">
                <a:moveTo>
                  <a:pt x="5285805" y="0"/>
                </a:moveTo>
                <a:lnTo>
                  <a:pt x="5285805" y="4032209"/>
                </a:lnTo>
                <a:lnTo>
                  <a:pt x="0" y="4032209"/>
                </a:lnTo>
                <a:lnTo>
                  <a:pt x="0" y="3667624"/>
                </a:lnTo>
                <a:cubicBezTo>
                  <a:pt x="0" y="2915010"/>
                  <a:pt x="534019" y="2288288"/>
                  <a:pt x="1241008" y="2150979"/>
                </a:cubicBezTo>
                <a:cubicBezTo>
                  <a:pt x="1335576" y="2132407"/>
                  <a:pt x="1433165" y="2122817"/>
                  <a:pt x="1533020" y="2122817"/>
                </a:cubicBezTo>
                <a:lnTo>
                  <a:pt x="2777955" y="2122817"/>
                </a:lnTo>
                <a:cubicBezTo>
                  <a:pt x="3085224" y="2122817"/>
                  <a:pt x="3379199" y="1996772"/>
                  <a:pt x="3592354" y="1773606"/>
                </a:cubicBezTo>
                <a:lnTo>
                  <a:pt x="4093289" y="1249029"/>
                </a:lnTo>
                <a:lnTo>
                  <a:pt x="4216408" y="1120092"/>
                </a:lnTo>
                <a:lnTo>
                  <a:pt x="5285503" y="305"/>
                </a:lnTo>
                <a:lnTo>
                  <a:pt x="5285805" y="0"/>
                </a:lnTo>
                <a:close/>
              </a:path>
            </a:pathLst>
          </a:custGeom>
          <a:solidFill>
            <a:schemeClr val="bg2">
              <a:lumMod val="20000"/>
              <a:lumOff val="80000"/>
              <a:alpha val="30000"/>
            </a:schemeClr>
          </a:solidFill>
          <a:ln w="14405" cap="flat">
            <a:noFill/>
            <a:prstDash val="solid"/>
            <a:miter/>
          </a:ln>
        </p:spPr>
        <p:txBody>
          <a:bodyPr rtlCol="0" anchor="ctr"/>
          <a:lstStyle/>
          <a:p>
            <a:endParaRPr lang="en-US"/>
          </a:p>
        </p:txBody>
      </p:sp>
      <p:grpSp>
        <p:nvGrpSpPr>
          <p:cNvPr id="8" name="Group 7">
            <a:extLst>
              <a:ext uri="{FF2B5EF4-FFF2-40B4-BE49-F238E27FC236}">
                <a16:creationId xmlns:a16="http://schemas.microsoft.com/office/drawing/2014/main" id="{0652A53A-E401-C01D-5589-E40F2FCFFE2A}"/>
              </a:ext>
            </a:extLst>
          </p:cNvPr>
          <p:cNvGrpSpPr/>
          <p:nvPr userDrawn="1"/>
        </p:nvGrpSpPr>
        <p:grpSpPr>
          <a:xfrm>
            <a:off x="10348517" y="5559865"/>
            <a:ext cx="1843479" cy="1298140"/>
            <a:chOff x="10348517" y="5559865"/>
            <a:chExt cx="1843479" cy="1298140"/>
          </a:xfrm>
        </p:grpSpPr>
        <p:grpSp>
          <p:nvGrpSpPr>
            <p:cNvPr id="10" name="Graphic 8">
              <a:extLst>
                <a:ext uri="{FF2B5EF4-FFF2-40B4-BE49-F238E27FC236}">
                  <a16:creationId xmlns:a16="http://schemas.microsoft.com/office/drawing/2014/main" id="{F8016201-D7C6-68F7-DEA4-AD786CC9681A}"/>
                </a:ext>
              </a:extLst>
            </p:cNvPr>
            <p:cNvGrpSpPr/>
            <p:nvPr/>
          </p:nvGrpSpPr>
          <p:grpSpPr>
            <a:xfrm flipH="1">
              <a:off x="10348517" y="5687417"/>
              <a:ext cx="1563963" cy="1170588"/>
              <a:chOff x="5302292" y="8602600"/>
              <a:chExt cx="1381243" cy="1033826"/>
            </a:xfrm>
          </p:grpSpPr>
          <p:sp>
            <p:nvSpPr>
              <p:cNvPr id="16" name="Freeform: Shape 15">
                <a:extLst>
                  <a:ext uri="{FF2B5EF4-FFF2-40B4-BE49-F238E27FC236}">
                    <a16:creationId xmlns:a16="http://schemas.microsoft.com/office/drawing/2014/main" id="{2C93684E-892F-CA9D-9DE8-79F3C0DE070D}"/>
                  </a:ext>
                </a:extLst>
              </p:cNvPr>
              <p:cNvSpPr/>
              <p:nvPr/>
            </p:nvSpPr>
            <p:spPr>
              <a:xfrm>
                <a:off x="6012986" y="8960641"/>
                <a:ext cx="670549" cy="675785"/>
              </a:xfrm>
              <a:custGeom>
                <a:avLst/>
                <a:gdLst>
                  <a:gd name="connsiteX0" fmla="*/ 1290709 w 1290709"/>
                  <a:gd name="connsiteY0" fmla="*/ 0 h 1300786"/>
                  <a:gd name="connsiteX1" fmla="*/ 0 w 1290709"/>
                  <a:gd name="connsiteY1" fmla="*/ 1300786 h 1300786"/>
                </a:gdLst>
                <a:ahLst/>
                <a:cxnLst>
                  <a:cxn ang="0">
                    <a:pos x="connsiteX0" y="connsiteY0"/>
                  </a:cxn>
                  <a:cxn ang="0">
                    <a:pos x="connsiteX1" y="connsiteY1"/>
                  </a:cxn>
                </a:cxnLst>
                <a:rect l="l" t="t" r="r" b="b"/>
                <a:pathLst>
                  <a:path w="1290709" h="1300786">
                    <a:moveTo>
                      <a:pt x="1290709" y="0"/>
                    </a:moveTo>
                    <a:lnTo>
                      <a:pt x="0" y="1300786"/>
                    </a:lnTo>
                  </a:path>
                </a:pathLst>
              </a:custGeom>
              <a:ln w="12700" cap="flat">
                <a:solidFill>
                  <a:schemeClr val="bg1">
                    <a:lumMod val="85000"/>
                  </a:schemeClr>
                </a:solid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F6FE72EB-4EE6-3B97-4A09-5A81889ACEEB}"/>
                  </a:ext>
                </a:extLst>
              </p:cNvPr>
              <p:cNvSpPr/>
              <p:nvPr/>
            </p:nvSpPr>
            <p:spPr>
              <a:xfrm>
                <a:off x="5776035" y="8841293"/>
                <a:ext cx="789064" cy="795131"/>
              </a:xfrm>
              <a:custGeom>
                <a:avLst/>
                <a:gdLst>
                  <a:gd name="connsiteX0" fmla="*/ 1290860 w 1290860"/>
                  <a:gd name="connsiteY0" fmla="*/ 0 h 1300786"/>
                  <a:gd name="connsiteX1" fmla="*/ 0 w 1290860"/>
                  <a:gd name="connsiteY1" fmla="*/ 1300786 h 1300786"/>
                </a:gdLst>
                <a:ahLst/>
                <a:cxnLst>
                  <a:cxn ang="0">
                    <a:pos x="connsiteX0" y="connsiteY0"/>
                  </a:cxn>
                  <a:cxn ang="0">
                    <a:pos x="connsiteX1" y="connsiteY1"/>
                  </a:cxn>
                </a:cxnLst>
                <a:rect l="l" t="t" r="r" b="b"/>
                <a:pathLst>
                  <a:path w="1290860" h="1300786">
                    <a:moveTo>
                      <a:pt x="1290860" y="0"/>
                    </a:moveTo>
                    <a:lnTo>
                      <a:pt x="0" y="1300786"/>
                    </a:lnTo>
                  </a:path>
                </a:pathLst>
              </a:custGeom>
              <a:ln w="12700" cap="flat">
                <a:solidFill>
                  <a:schemeClr val="bg1">
                    <a:lumMod val="85000"/>
                  </a:schemeClr>
                </a:solid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726AF702-A088-3F6E-FBA1-B7AA82AD143C}"/>
                  </a:ext>
                </a:extLst>
              </p:cNvPr>
              <p:cNvSpPr/>
              <p:nvPr/>
            </p:nvSpPr>
            <p:spPr>
              <a:xfrm>
                <a:off x="5539166" y="8721948"/>
                <a:ext cx="907497" cy="914475"/>
              </a:xfrm>
              <a:custGeom>
                <a:avLst/>
                <a:gdLst>
                  <a:gd name="connsiteX0" fmla="*/ 1290861 w 1290860"/>
                  <a:gd name="connsiteY0" fmla="*/ 0 h 1300786"/>
                  <a:gd name="connsiteX1" fmla="*/ 0 w 1290860"/>
                  <a:gd name="connsiteY1" fmla="*/ 1300786 h 1300786"/>
                </a:gdLst>
                <a:ahLst/>
                <a:cxnLst>
                  <a:cxn ang="0">
                    <a:pos x="connsiteX0" y="connsiteY0"/>
                  </a:cxn>
                  <a:cxn ang="0">
                    <a:pos x="connsiteX1" y="connsiteY1"/>
                  </a:cxn>
                </a:cxnLst>
                <a:rect l="l" t="t" r="r" b="b"/>
                <a:pathLst>
                  <a:path w="1290860" h="1300786">
                    <a:moveTo>
                      <a:pt x="1290861" y="0"/>
                    </a:moveTo>
                    <a:lnTo>
                      <a:pt x="0" y="1300786"/>
                    </a:lnTo>
                  </a:path>
                </a:pathLst>
              </a:custGeom>
              <a:ln w="12700" cap="flat">
                <a:solidFill>
                  <a:schemeClr val="bg1">
                    <a:lumMod val="85000"/>
                  </a:schemeClr>
                </a:solid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7DF3AA3-8EA8-90A3-ECB5-80DBADEB446A}"/>
                  </a:ext>
                </a:extLst>
              </p:cNvPr>
              <p:cNvSpPr/>
              <p:nvPr/>
            </p:nvSpPr>
            <p:spPr>
              <a:xfrm>
                <a:off x="5302292" y="8602600"/>
                <a:ext cx="1025935" cy="1033824"/>
              </a:xfrm>
              <a:custGeom>
                <a:avLst/>
                <a:gdLst>
                  <a:gd name="connsiteX0" fmla="*/ 1290860 w 1290860"/>
                  <a:gd name="connsiteY0" fmla="*/ 0 h 1300786"/>
                  <a:gd name="connsiteX1" fmla="*/ 0 w 1290860"/>
                  <a:gd name="connsiteY1" fmla="*/ 1300786 h 1300786"/>
                </a:gdLst>
                <a:ahLst/>
                <a:cxnLst>
                  <a:cxn ang="0">
                    <a:pos x="connsiteX0" y="connsiteY0"/>
                  </a:cxn>
                  <a:cxn ang="0">
                    <a:pos x="connsiteX1" y="connsiteY1"/>
                  </a:cxn>
                </a:cxnLst>
                <a:rect l="l" t="t" r="r" b="b"/>
                <a:pathLst>
                  <a:path w="1290860" h="1300786">
                    <a:moveTo>
                      <a:pt x="1290860" y="0"/>
                    </a:moveTo>
                    <a:lnTo>
                      <a:pt x="0" y="1300786"/>
                    </a:lnTo>
                  </a:path>
                </a:pathLst>
              </a:custGeom>
              <a:ln w="12700" cap="flat">
                <a:solidFill>
                  <a:schemeClr val="bg1">
                    <a:lumMod val="85000"/>
                  </a:schemeClr>
                </a:solidFill>
                <a:prstDash val="solid"/>
                <a:miter/>
              </a:ln>
            </p:spPr>
            <p:txBody>
              <a:bodyPr rtlCol="0" anchor="ctr"/>
              <a:lstStyle/>
              <a:p>
                <a:endParaRPr lang="en-US"/>
              </a:p>
            </p:txBody>
          </p:sp>
        </p:grpSp>
        <p:grpSp>
          <p:nvGrpSpPr>
            <p:cNvPr id="11" name="Graphic 8">
              <a:extLst>
                <a:ext uri="{FF2B5EF4-FFF2-40B4-BE49-F238E27FC236}">
                  <a16:creationId xmlns:a16="http://schemas.microsoft.com/office/drawing/2014/main" id="{AC3289CF-09B3-7069-4B76-09588AF84DDF}"/>
                </a:ext>
              </a:extLst>
            </p:cNvPr>
            <p:cNvGrpSpPr/>
            <p:nvPr/>
          </p:nvGrpSpPr>
          <p:grpSpPr>
            <a:xfrm flipH="1">
              <a:off x="11280562" y="5559865"/>
              <a:ext cx="911434" cy="1298132"/>
              <a:chOff x="5055426" y="8489952"/>
              <a:chExt cx="804949" cy="1146469"/>
            </a:xfrm>
          </p:grpSpPr>
          <p:sp>
            <p:nvSpPr>
              <p:cNvPr id="12" name="Freeform: Shape 11">
                <a:extLst>
                  <a:ext uri="{FF2B5EF4-FFF2-40B4-BE49-F238E27FC236}">
                    <a16:creationId xmlns:a16="http://schemas.microsoft.com/office/drawing/2014/main" id="{7A33D4D5-8187-BD37-1867-EBA824583467}"/>
                  </a:ext>
                </a:extLst>
              </p:cNvPr>
              <p:cNvSpPr/>
              <p:nvPr/>
            </p:nvSpPr>
            <p:spPr>
              <a:xfrm>
                <a:off x="5078021" y="8848144"/>
                <a:ext cx="782354" cy="788277"/>
              </a:xfrm>
              <a:custGeom>
                <a:avLst/>
                <a:gdLst>
                  <a:gd name="connsiteX0" fmla="*/ 1290861 w 1290860"/>
                  <a:gd name="connsiteY0" fmla="*/ 0 h 1300634"/>
                  <a:gd name="connsiteX1" fmla="*/ 0 w 1290860"/>
                  <a:gd name="connsiteY1" fmla="*/ 1300634 h 1300634"/>
                </a:gdLst>
                <a:ahLst/>
                <a:cxnLst>
                  <a:cxn ang="0">
                    <a:pos x="connsiteX0" y="connsiteY0"/>
                  </a:cxn>
                  <a:cxn ang="0">
                    <a:pos x="connsiteX1" y="connsiteY1"/>
                  </a:cxn>
                </a:cxnLst>
                <a:rect l="l" t="t" r="r" b="b"/>
                <a:pathLst>
                  <a:path w="1290860" h="1300634">
                    <a:moveTo>
                      <a:pt x="1290861" y="0"/>
                    </a:moveTo>
                    <a:lnTo>
                      <a:pt x="0" y="1300634"/>
                    </a:lnTo>
                  </a:path>
                </a:pathLst>
              </a:custGeom>
              <a:ln w="12700" cap="flat">
                <a:solidFill>
                  <a:schemeClr val="bg1">
                    <a:lumMod val="85000"/>
                  </a:schemeClr>
                </a:solid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0E8E5DF6-B228-1927-D581-550B588CDB68}"/>
                  </a:ext>
                </a:extLst>
              </p:cNvPr>
              <p:cNvSpPr/>
              <p:nvPr/>
            </p:nvSpPr>
            <p:spPr>
              <a:xfrm>
                <a:off x="5055426" y="8728797"/>
                <a:ext cx="686515" cy="691712"/>
              </a:xfrm>
              <a:custGeom>
                <a:avLst/>
                <a:gdLst>
                  <a:gd name="connsiteX0" fmla="*/ 1290860 w 1290860"/>
                  <a:gd name="connsiteY0" fmla="*/ 0 h 1300634"/>
                  <a:gd name="connsiteX1" fmla="*/ 0 w 1290860"/>
                  <a:gd name="connsiteY1" fmla="*/ 1300634 h 1300634"/>
                </a:gdLst>
                <a:ahLst/>
                <a:cxnLst>
                  <a:cxn ang="0">
                    <a:pos x="connsiteX0" y="connsiteY0"/>
                  </a:cxn>
                  <a:cxn ang="0">
                    <a:pos x="connsiteX1" y="connsiteY1"/>
                  </a:cxn>
                </a:cxnLst>
                <a:rect l="l" t="t" r="r" b="b"/>
                <a:pathLst>
                  <a:path w="1290860" h="1300634">
                    <a:moveTo>
                      <a:pt x="1290860" y="0"/>
                    </a:moveTo>
                    <a:lnTo>
                      <a:pt x="0" y="1300634"/>
                    </a:lnTo>
                  </a:path>
                </a:pathLst>
              </a:custGeom>
              <a:ln w="12700" cap="flat">
                <a:solidFill>
                  <a:schemeClr val="bg1">
                    <a:lumMod val="85000"/>
                  </a:schemeClr>
                </a:solid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DF4889C4-3E2A-6838-32BC-1A667153D4EF}"/>
                  </a:ext>
                </a:extLst>
              </p:cNvPr>
              <p:cNvSpPr/>
              <p:nvPr/>
            </p:nvSpPr>
            <p:spPr>
              <a:xfrm>
                <a:off x="5055426" y="8609299"/>
                <a:ext cx="568078" cy="572447"/>
              </a:xfrm>
              <a:custGeom>
                <a:avLst/>
                <a:gdLst>
                  <a:gd name="connsiteX0" fmla="*/ 1290861 w 1290860"/>
                  <a:gd name="connsiteY0" fmla="*/ 0 h 1300786"/>
                  <a:gd name="connsiteX1" fmla="*/ 0 w 1290860"/>
                  <a:gd name="connsiteY1" fmla="*/ 1300786 h 1300786"/>
                </a:gdLst>
                <a:ahLst/>
                <a:cxnLst>
                  <a:cxn ang="0">
                    <a:pos x="connsiteX0" y="connsiteY0"/>
                  </a:cxn>
                  <a:cxn ang="0">
                    <a:pos x="connsiteX1" y="connsiteY1"/>
                  </a:cxn>
                </a:cxnLst>
                <a:rect l="l" t="t" r="r" b="b"/>
                <a:pathLst>
                  <a:path w="1290860" h="1300786">
                    <a:moveTo>
                      <a:pt x="1290861" y="0"/>
                    </a:moveTo>
                    <a:lnTo>
                      <a:pt x="0" y="1300786"/>
                    </a:lnTo>
                  </a:path>
                </a:pathLst>
              </a:custGeom>
              <a:ln w="12700" cap="flat">
                <a:solidFill>
                  <a:schemeClr val="bg1">
                    <a:lumMod val="85000"/>
                  </a:schemeClr>
                </a:solid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A5CCD32A-5E75-A627-E14D-6F44D12504A3}"/>
                  </a:ext>
                </a:extLst>
              </p:cNvPr>
              <p:cNvSpPr/>
              <p:nvPr/>
            </p:nvSpPr>
            <p:spPr>
              <a:xfrm>
                <a:off x="5055426" y="8489952"/>
                <a:ext cx="449490" cy="453000"/>
              </a:xfrm>
              <a:custGeom>
                <a:avLst/>
                <a:gdLst>
                  <a:gd name="connsiteX0" fmla="*/ 1290709 w 1290709"/>
                  <a:gd name="connsiteY0" fmla="*/ 0 h 1300786"/>
                  <a:gd name="connsiteX1" fmla="*/ 0 w 1290709"/>
                  <a:gd name="connsiteY1" fmla="*/ 1300787 h 1300786"/>
                </a:gdLst>
                <a:ahLst/>
                <a:cxnLst>
                  <a:cxn ang="0">
                    <a:pos x="connsiteX0" y="connsiteY0"/>
                  </a:cxn>
                  <a:cxn ang="0">
                    <a:pos x="connsiteX1" y="connsiteY1"/>
                  </a:cxn>
                </a:cxnLst>
                <a:rect l="l" t="t" r="r" b="b"/>
                <a:pathLst>
                  <a:path w="1290709" h="1300786">
                    <a:moveTo>
                      <a:pt x="1290709" y="0"/>
                    </a:moveTo>
                    <a:lnTo>
                      <a:pt x="0" y="1300787"/>
                    </a:lnTo>
                  </a:path>
                </a:pathLst>
              </a:custGeom>
              <a:ln w="12700" cap="flat">
                <a:solidFill>
                  <a:schemeClr val="bg1">
                    <a:lumMod val="85000"/>
                  </a:schemeClr>
                </a:solidFill>
                <a:prstDash val="solid"/>
                <a:miter/>
              </a:ln>
            </p:spPr>
            <p:txBody>
              <a:bodyPr rtlCol="0" anchor="ctr"/>
              <a:lstStyle/>
              <a:p>
                <a:endParaRPr lang="en-US"/>
              </a:p>
            </p:txBody>
          </p:sp>
        </p:grpSp>
      </p:grpSp>
      <p:pic>
        <p:nvPicPr>
          <p:cNvPr id="20" name="Graphic 19">
            <a:extLst>
              <a:ext uri="{FF2B5EF4-FFF2-40B4-BE49-F238E27FC236}">
                <a16:creationId xmlns:a16="http://schemas.microsoft.com/office/drawing/2014/main" id="{CF0D4489-DE7F-FE2F-298A-D109E1B47D0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519161" y="2357437"/>
            <a:ext cx="5866264" cy="423863"/>
          </a:xfrm>
          <a:prstGeom prst="rect">
            <a:avLst/>
          </a:prstGeom>
        </p:spPr>
      </p:pic>
      <p:sp>
        <p:nvSpPr>
          <p:cNvPr id="2" name="Title 1">
            <a:extLst>
              <a:ext uri="{FF2B5EF4-FFF2-40B4-BE49-F238E27FC236}">
                <a16:creationId xmlns:a16="http://schemas.microsoft.com/office/drawing/2014/main" id="{F1136817-8D12-7A19-C49E-B7812A53F312}"/>
              </a:ext>
            </a:extLst>
          </p:cNvPr>
          <p:cNvSpPr>
            <a:spLocks noGrp="1"/>
          </p:cNvSpPr>
          <p:nvPr>
            <p:ph type="title"/>
          </p:nvPr>
        </p:nvSpPr>
        <p:spPr>
          <a:xfrm>
            <a:off x="604894" y="3388484"/>
            <a:ext cx="11018520" cy="677108"/>
          </a:xfrm>
        </p:spPr>
        <p:txBody>
          <a:bodyPr anchor="ctr"/>
          <a:lstStyle>
            <a:lvl1pPr>
              <a:defRPr sz="4400">
                <a:solidFill>
                  <a:schemeClr val="bg2"/>
                </a:solidFill>
              </a:defRPr>
            </a:lvl1pPr>
          </a:lstStyle>
          <a:p>
            <a:r>
              <a:rPr lang="en-US"/>
              <a:t>Click to edit Master title style</a:t>
            </a:r>
          </a:p>
        </p:txBody>
      </p:sp>
    </p:spTree>
    <p:extLst>
      <p:ext uri="{BB962C8B-B14F-4D97-AF65-F5344CB8AC3E}">
        <p14:creationId xmlns:p14="http://schemas.microsoft.com/office/powerpoint/2010/main" val="727560460"/>
      </p:ext>
    </p:extLst>
  </p:cSld>
  <p:clrMapOvr>
    <a:masterClrMapping/>
  </p:clrMapOvr>
  <p:transition>
    <p:fade/>
  </p:transition>
  <p:extLst>
    <p:ext uri="{DCECCB84-F9BA-43D5-87BE-67443E8EF086}">
      <p15:sldGuideLst xmlns:p15="http://schemas.microsoft.com/office/powerpoint/2012/main">
        <p15:guide id="28" orient="horz" pos="864">
          <p15:clr>
            <a:srgbClr val="5ACBF0"/>
          </p15:clr>
        </p15:guide>
        <p15:guide id="29" orient="horz" pos="1272">
          <p15:clr>
            <a:srgbClr val="5ACBF0"/>
          </p15:clr>
        </p15:guide>
        <p15:guide id="30" orient="horz" pos="288">
          <p15:clr>
            <a:srgbClr val="5ACBF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Power Platform Produc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cxnSp>
        <p:nvCxnSpPr>
          <p:cNvPr id="5" name="Straight Connector 4">
            <a:extLst>
              <a:ext uri="{FF2B5EF4-FFF2-40B4-BE49-F238E27FC236}">
                <a16:creationId xmlns:a16="http://schemas.microsoft.com/office/drawing/2014/main" id="{E14969E1-AE13-9609-D2BD-BCFA1CD4CA14}"/>
              </a:ext>
            </a:extLst>
          </p:cNvPr>
          <p:cNvCxnSpPr/>
          <p:nvPr userDrawn="1"/>
        </p:nvCxnSpPr>
        <p:spPr>
          <a:xfrm>
            <a:off x="0" y="3158736"/>
            <a:ext cx="12192000"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F651004E-70BE-4385-D16F-941BA469F118}"/>
              </a:ext>
            </a:extLst>
          </p:cNvPr>
          <p:cNvSpPr/>
          <p:nvPr userDrawn="1"/>
        </p:nvSpPr>
        <p:spPr bwMode="auto">
          <a:xfrm>
            <a:off x="894615" y="2432296"/>
            <a:ext cx="1452880" cy="1452880"/>
          </a:xfrm>
          <a:prstGeom prst="ellipse">
            <a:avLst/>
          </a:prstGeom>
          <a:solidFill>
            <a:schemeClr val="bg1"/>
          </a:solidFill>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0" name="Oval 19">
            <a:extLst>
              <a:ext uri="{FF2B5EF4-FFF2-40B4-BE49-F238E27FC236}">
                <a16:creationId xmlns:a16="http://schemas.microsoft.com/office/drawing/2014/main" id="{F90A7062-A74F-84C9-457E-32BA8C997557}"/>
              </a:ext>
            </a:extLst>
          </p:cNvPr>
          <p:cNvSpPr/>
          <p:nvPr userDrawn="1"/>
        </p:nvSpPr>
        <p:spPr bwMode="auto">
          <a:xfrm>
            <a:off x="1022250" y="2559931"/>
            <a:ext cx="1197610" cy="1197610"/>
          </a:xfrm>
          <a:prstGeom prst="ellipse">
            <a:avLst/>
          </a:prstGeom>
          <a:solidFill>
            <a:schemeClr val="bg1">
              <a:alpha val="75000"/>
            </a:schemeClr>
          </a:solidFill>
          <a:ln w="15875">
            <a:noFill/>
            <a:headEnd type="none" w="med" len="med"/>
            <a:tailEnd type="none" w="med" len="med"/>
          </a:ln>
          <a:effectLst>
            <a:outerShdw blurRad="279400" algn="ctr"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1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Calibri" panose="020F0502020204030204"/>
              <a:ea typeface="+mn-ea"/>
              <a:cs typeface="Segoe UI" pitchFamily="34" charset="0"/>
            </a:endParaRPr>
          </a:p>
        </p:txBody>
      </p:sp>
      <p:sp>
        <p:nvSpPr>
          <p:cNvPr id="31" name="Oval 30">
            <a:extLst>
              <a:ext uri="{FF2B5EF4-FFF2-40B4-BE49-F238E27FC236}">
                <a16:creationId xmlns:a16="http://schemas.microsoft.com/office/drawing/2014/main" id="{DD0CCE80-A4D0-C111-B4AE-041AF78A83E5}"/>
              </a:ext>
            </a:extLst>
          </p:cNvPr>
          <p:cNvSpPr/>
          <p:nvPr userDrawn="1"/>
        </p:nvSpPr>
        <p:spPr bwMode="auto">
          <a:xfrm>
            <a:off x="3133632" y="2432296"/>
            <a:ext cx="1452880" cy="1452880"/>
          </a:xfrm>
          <a:prstGeom prst="ellipse">
            <a:avLst/>
          </a:prstGeom>
          <a:solidFill>
            <a:schemeClr val="bg1"/>
          </a:solidFill>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2" name="Oval 31">
            <a:extLst>
              <a:ext uri="{FF2B5EF4-FFF2-40B4-BE49-F238E27FC236}">
                <a16:creationId xmlns:a16="http://schemas.microsoft.com/office/drawing/2014/main" id="{28ECD75D-2429-1B29-F1CC-E5E6C4D0101B}"/>
              </a:ext>
            </a:extLst>
          </p:cNvPr>
          <p:cNvSpPr/>
          <p:nvPr userDrawn="1"/>
        </p:nvSpPr>
        <p:spPr bwMode="auto">
          <a:xfrm>
            <a:off x="3261267" y="2559931"/>
            <a:ext cx="1197610" cy="1197610"/>
          </a:xfrm>
          <a:prstGeom prst="ellipse">
            <a:avLst/>
          </a:prstGeom>
          <a:solidFill>
            <a:schemeClr val="bg1">
              <a:alpha val="75000"/>
            </a:schemeClr>
          </a:solidFill>
          <a:ln w="15875">
            <a:noFill/>
            <a:headEnd type="none" w="med" len="med"/>
            <a:tailEnd type="none" w="med" len="med"/>
          </a:ln>
          <a:effectLst>
            <a:outerShdw blurRad="279400" algn="ctr"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1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Calibri" panose="020F0502020204030204"/>
              <a:ea typeface="+mn-ea"/>
              <a:cs typeface="Segoe UI" pitchFamily="34" charset="0"/>
            </a:endParaRPr>
          </a:p>
        </p:txBody>
      </p:sp>
      <p:sp>
        <p:nvSpPr>
          <p:cNvPr id="35" name="Oval 34">
            <a:extLst>
              <a:ext uri="{FF2B5EF4-FFF2-40B4-BE49-F238E27FC236}">
                <a16:creationId xmlns:a16="http://schemas.microsoft.com/office/drawing/2014/main" id="{6E3A0E2B-536F-FE58-2092-CC5E5D708162}"/>
              </a:ext>
            </a:extLst>
          </p:cNvPr>
          <p:cNvSpPr/>
          <p:nvPr userDrawn="1"/>
        </p:nvSpPr>
        <p:spPr bwMode="auto">
          <a:xfrm>
            <a:off x="5372650" y="2432296"/>
            <a:ext cx="1452880" cy="1452880"/>
          </a:xfrm>
          <a:prstGeom prst="ellipse">
            <a:avLst/>
          </a:prstGeom>
          <a:solidFill>
            <a:schemeClr val="bg1"/>
          </a:solidFill>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6" name="Oval 35">
            <a:extLst>
              <a:ext uri="{FF2B5EF4-FFF2-40B4-BE49-F238E27FC236}">
                <a16:creationId xmlns:a16="http://schemas.microsoft.com/office/drawing/2014/main" id="{68BF7618-66D3-8DA1-5506-1F0D43CA744B}"/>
              </a:ext>
            </a:extLst>
          </p:cNvPr>
          <p:cNvSpPr/>
          <p:nvPr userDrawn="1"/>
        </p:nvSpPr>
        <p:spPr bwMode="auto">
          <a:xfrm>
            <a:off x="5500285" y="2559931"/>
            <a:ext cx="1197610" cy="1197610"/>
          </a:xfrm>
          <a:prstGeom prst="ellipse">
            <a:avLst/>
          </a:prstGeom>
          <a:solidFill>
            <a:schemeClr val="bg1">
              <a:alpha val="75000"/>
            </a:schemeClr>
          </a:solidFill>
          <a:ln w="15875">
            <a:noFill/>
            <a:headEnd type="none" w="med" len="med"/>
            <a:tailEnd type="none" w="med" len="med"/>
          </a:ln>
          <a:effectLst>
            <a:outerShdw blurRad="279400" algn="ctr"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1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Calibri" panose="020F0502020204030204"/>
              <a:ea typeface="+mn-ea"/>
              <a:cs typeface="Segoe UI" pitchFamily="34" charset="0"/>
            </a:endParaRPr>
          </a:p>
        </p:txBody>
      </p:sp>
      <p:sp>
        <p:nvSpPr>
          <p:cNvPr id="39" name="Oval 38">
            <a:extLst>
              <a:ext uri="{FF2B5EF4-FFF2-40B4-BE49-F238E27FC236}">
                <a16:creationId xmlns:a16="http://schemas.microsoft.com/office/drawing/2014/main" id="{06E4A99D-C854-5128-344F-4A399ACF8062}"/>
              </a:ext>
            </a:extLst>
          </p:cNvPr>
          <p:cNvSpPr/>
          <p:nvPr userDrawn="1"/>
        </p:nvSpPr>
        <p:spPr bwMode="auto">
          <a:xfrm>
            <a:off x="7611667" y="2432296"/>
            <a:ext cx="1452880" cy="1452880"/>
          </a:xfrm>
          <a:prstGeom prst="ellipse">
            <a:avLst/>
          </a:prstGeom>
          <a:solidFill>
            <a:schemeClr val="bg1"/>
          </a:solidFill>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0" name="Oval 39">
            <a:extLst>
              <a:ext uri="{FF2B5EF4-FFF2-40B4-BE49-F238E27FC236}">
                <a16:creationId xmlns:a16="http://schemas.microsoft.com/office/drawing/2014/main" id="{7ED4D074-ADE9-0623-92EB-D2F13D68CFD3}"/>
              </a:ext>
            </a:extLst>
          </p:cNvPr>
          <p:cNvSpPr/>
          <p:nvPr userDrawn="1"/>
        </p:nvSpPr>
        <p:spPr bwMode="auto">
          <a:xfrm>
            <a:off x="7739302" y="2559931"/>
            <a:ext cx="1197610" cy="1197610"/>
          </a:xfrm>
          <a:prstGeom prst="ellipse">
            <a:avLst/>
          </a:prstGeom>
          <a:solidFill>
            <a:schemeClr val="bg1">
              <a:alpha val="75000"/>
            </a:schemeClr>
          </a:solidFill>
          <a:ln w="15875">
            <a:noFill/>
            <a:headEnd type="none" w="med" len="med"/>
            <a:tailEnd type="none" w="med" len="med"/>
          </a:ln>
          <a:effectLst>
            <a:outerShdw blurRad="279400" algn="ctr"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1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Calibri" panose="020F0502020204030204"/>
              <a:ea typeface="+mn-ea"/>
              <a:cs typeface="Segoe UI" pitchFamily="34" charset="0"/>
            </a:endParaRPr>
          </a:p>
        </p:txBody>
      </p:sp>
      <p:sp>
        <p:nvSpPr>
          <p:cNvPr id="43" name="Oval 42">
            <a:extLst>
              <a:ext uri="{FF2B5EF4-FFF2-40B4-BE49-F238E27FC236}">
                <a16:creationId xmlns:a16="http://schemas.microsoft.com/office/drawing/2014/main" id="{ECBB81DF-2CE7-D030-EBE3-3F3C447C3D9F}"/>
              </a:ext>
            </a:extLst>
          </p:cNvPr>
          <p:cNvSpPr/>
          <p:nvPr userDrawn="1"/>
        </p:nvSpPr>
        <p:spPr bwMode="auto">
          <a:xfrm>
            <a:off x="9850686" y="2432296"/>
            <a:ext cx="1452880" cy="1452880"/>
          </a:xfrm>
          <a:prstGeom prst="ellipse">
            <a:avLst/>
          </a:prstGeom>
          <a:solidFill>
            <a:schemeClr val="bg1"/>
          </a:solidFill>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4" name="Oval 43">
            <a:extLst>
              <a:ext uri="{FF2B5EF4-FFF2-40B4-BE49-F238E27FC236}">
                <a16:creationId xmlns:a16="http://schemas.microsoft.com/office/drawing/2014/main" id="{BB82120D-7C4F-8949-DD03-1731755663AB}"/>
              </a:ext>
            </a:extLst>
          </p:cNvPr>
          <p:cNvSpPr/>
          <p:nvPr userDrawn="1"/>
        </p:nvSpPr>
        <p:spPr bwMode="auto">
          <a:xfrm>
            <a:off x="9978321" y="2559931"/>
            <a:ext cx="1197610" cy="1197610"/>
          </a:xfrm>
          <a:prstGeom prst="ellipse">
            <a:avLst/>
          </a:prstGeom>
          <a:solidFill>
            <a:schemeClr val="bg1">
              <a:alpha val="75000"/>
            </a:schemeClr>
          </a:solidFill>
          <a:ln w="15875">
            <a:noFill/>
            <a:headEnd type="none" w="med" len="med"/>
            <a:tailEnd type="none" w="med" len="med"/>
          </a:ln>
          <a:effectLst>
            <a:outerShdw blurRad="279400" algn="ctr"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1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Calibri" panose="020F0502020204030204"/>
              <a:ea typeface="+mn-ea"/>
              <a:cs typeface="Segoe UI" pitchFamily="34" charset="0"/>
            </a:endParaRPr>
          </a:p>
        </p:txBody>
      </p:sp>
      <p:sp>
        <p:nvSpPr>
          <p:cNvPr id="51" name="Text Placeholder 50">
            <a:extLst>
              <a:ext uri="{FF2B5EF4-FFF2-40B4-BE49-F238E27FC236}">
                <a16:creationId xmlns:a16="http://schemas.microsoft.com/office/drawing/2014/main" id="{9BE9ADE6-3A2D-9990-7CEE-7E4DC97BE0A0}"/>
              </a:ext>
            </a:extLst>
          </p:cNvPr>
          <p:cNvSpPr>
            <a:spLocks noGrp="1"/>
          </p:cNvSpPr>
          <p:nvPr>
            <p:ph type="body" sz="quarter" idx="11" hasCustomPrompt="1"/>
          </p:nvPr>
        </p:nvSpPr>
        <p:spPr>
          <a:xfrm>
            <a:off x="582612" y="4339768"/>
            <a:ext cx="2066544" cy="507831"/>
          </a:xfrm>
        </p:spPr>
        <p:txBody>
          <a:bodyPr/>
          <a:lstStyle>
            <a:lvl1pPr marL="0" indent="0" algn="ctr">
              <a:spcBef>
                <a:spcPts val="600"/>
              </a:spcBef>
              <a:buFont typeface="Arial" panose="020B0604020202020204" pitchFamily="34" charset="0"/>
              <a:buNone/>
              <a:defRPr sz="1600">
                <a:latin typeface="+mj-lt"/>
              </a:defRPr>
            </a:lvl1pPr>
            <a:lvl2pPr marL="0" indent="0" algn="ctr">
              <a:spcBef>
                <a:spcPts val="600"/>
              </a:spcBef>
              <a:buFont typeface="Arial" panose="020B0604020202020204" pitchFamily="34" charset="0"/>
              <a:buNone/>
              <a:defRPr sz="1200"/>
            </a:lvl2pPr>
            <a:lvl3pPr>
              <a:defRPr sz="1200"/>
            </a:lvl3pPr>
            <a:lvl4pPr>
              <a:defRPr sz="1200"/>
            </a:lvl4pPr>
            <a:lvl5pPr>
              <a:defRPr sz="1200"/>
            </a:lvl5pPr>
          </a:lstStyle>
          <a:p>
            <a:pPr lvl="0"/>
            <a:r>
              <a:rPr lang="en-GB"/>
              <a:t>Power Apps</a:t>
            </a:r>
          </a:p>
          <a:p>
            <a:pPr lvl="1"/>
            <a:r>
              <a:rPr lang="en-GB"/>
              <a:t>Application development</a:t>
            </a:r>
          </a:p>
        </p:txBody>
      </p:sp>
      <p:sp>
        <p:nvSpPr>
          <p:cNvPr id="52" name="Text Placeholder 50">
            <a:extLst>
              <a:ext uri="{FF2B5EF4-FFF2-40B4-BE49-F238E27FC236}">
                <a16:creationId xmlns:a16="http://schemas.microsoft.com/office/drawing/2014/main" id="{F463270F-8DF9-059E-B9BB-88890D8B0B7F}"/>
              </a:ext>
            </a:extLst>
          </p:cNvPr>
          <p:cNvSpPr>
            <a:spLocks noGrp="1"/>
          </p:cNvSpPr>
          <p:nvPr>
            <p:ph type="body" sz="quarter" idx="12" hasCustomPrompt="1"/>
          </p:nvPr>
        </p:nvSpPr>
        <p:spPr>
          <a:xfrm>
            <a:off x="2822670" y="4339768"/>
            <a:ext cx="2066544" cy="507831"/>
          </a:xfrm>
        </p:spPr>
        <p:txBody>
          <a:bodyPr/>
          <a:lstStyle>
            <a:lvl1pPr marL="0" indent="0" algn="ctr">
              <a:spcBef>
                <a:spcPts val="600"/>
              </a:spcBef>
              <a:buFont typeface="Arial" panose="020B0604020202020204" pitchFamily="34" charset="0"/>
              <a:buNone/>
              <a:defRPr sz="1600">
                <a:latin typeface="+mj-lt"/>
              </a:defRPr>
            </a:lvl1pPr>
            <a:lvl2pPr marL="0" indent="0" algn="ctr">
              <a:spcBef>
                <a:spcPts val="600"/>
              </a:spcBef>
              <a:buFont typeface="Arial" panose="020B0604020202020204" pitchFamily="34" charset="0"/>
              <a:buNone/>
              <a:defRPr sz="1200"/>
            </a:lvl2pPr>
            <a:lvl3pPr>
              <a:defRPr sz="1200"/>
            </a:lvl3pPr>
            <a:lvl4pPr>
              <a:defRPr sz="1200"/>
            </a:lvl4pPr>
            <a:lvl5pPr>
              <a:defRPr sz="1200"/>
            </a:lvl5pPr>
          </a:lstStyle>
          <a:p>
            <a:pPr lvl="0"/>
            <a:r>
              <a:rPr lang="en-GB"/>
              <a:t>Power Automate</a:t>
            </a:r>
          </a:p>
          <a:p>
            <a:pPr lvl="1"/>
            <a:r>
              <a:rPr lang="en-GB"/>
              <a:t>Process automation</a:t>
            </a:r>
          </a:p>
        </p:txBody>
      </p:sp>
      <p:sp>
        <p:nvSpPr>
          <p:cNvPr id="53" name="Text Placeholder 50">
            <a:extLst>
              <a:ext uri="{FF2B5EF4-FFF2-40B4-BE49-F238E27FC236}">
                <a16:creationId xmlns:a16="http://schemas.microsoft.com/office/drawing/2014/main" id="{6BF40CAA-FDDB-2F09-B381-07DA1358C837}"/>
              </a:ext>
            </a:extLst>
          </p:cNvPr>
          <p:cNvSpPr>
            <a:spLocks noGrp="1"/>
          </p:cNvSpPr>
          <p:nvPr>
            <p:ph type="body" sz="quarter" idx="13" hasCustomPrompt="1"/>
          </p:nvPr>
        </p:nvSpPr>
        <p:spPr>
          <a:xfrm>
            <a:off x="5062728" y="4339768"/>
            <a:ext cx="2066544" cy="507831"/>
          </a:xfrm>
        </p:spPr>
        <p:txBody>
          <a:bodyPr/>
          <a:lstStyle>
            <a:lvl1pPr marL="0" indent="0" algn="ctr">
              <a:spcBef>
                <a:spcPts val="600"/>
              </a:spcBef>
              <a:buFont typeface="Arial" panose="020B0604020202020204" pitchFamily="34" charset="0"/>
              <a:buNone/>
              <a:defRPr sz="1600">
                <a:latin typeface="+mj-lt"/>
              </a:defRPr>
            </a:lvl1pPr>
            <a:lvl2pPr marL="0" indent="0" algn="ctr">
              <a:spcBef>
                <a:spcPts val="600"/>
              </a:spcBef>
              <a:buFont typeface="Arial" panose="020B0604020202020204" pitchFamily="34" charset="0"/>
              <a:buNone/>
              <a:defRPr sz="1200"/>
            </a:lvl2pPr>
            <a:lvl3pPr>
              <a:defRPr sz="1200"/>
            </a:lvl3pPr>
            <a:lvl4pPr>
              <a:defRPr sz="1200"/>
            </a:lvl4pPr>
            <a:lvl5pPr>
              <a:defRPr sz="1200"/>
            </a:lvl5pPr>
          </a:lstStyle>
          <a:p>
            <a:pPr lvl="0"/>
            <a:r>
              <a:rPr lang="en-GB"/>
              <a:t>Power BI</a:t>
            </a:r>
          </a:p>
          <a:p>
            <a:pPr lvl="1"/>
            <a:r>
              <a:rPr lang="en-GB"/>
              <a:t>Business analytics</a:t>
            </a:r>
          </a:p>
        </p:txBody>
      </p:sp>
      <p:sp>
        <p:nvSpPr>
          <p:cNvPr id="54" name="Text Placeholder 50">
            <a:extLst>
              <a:ext uri="{FF2B5EF4-FFF2-40B4-BE49-F238E27FC236}">
                <a16:creationId xmlns:a16="http://schemas.microsoft.com/office/drawing/2014/main" id="{A70F8BD4-0A8C-453A-4F0E-F0EB7FCFBA8F}"/>
              </a:ext>
            </a:extLst>
          </p:cNvPr>
          <p:cNvSpPr>
            <a:spLocks noGrp="1"/>
          </p:cNvSpPr>
          <p:nvPr>
            <p:ph type="body" sz="quarter" idx="14" hasCustomPrompt="1"/>
          </p:nvPr>
        </p:nvSpPr>
        <p:spPr>
          <a:xfrm>
            <a:off x="7302786" y="4339768"/>
            <a:ext cx="2066544" cy="507831"/>
          </a:xfrm>
        </p:spPr>
        <p:txBody>
          <a:bodyPr/>
          <a:lstStyle>
            <a:lvl1pPr marL="0" indent="0" algn="ctr">
              <a:spcBef>
                <a:spcPts val="600"/>
              </a:spcBef>
              <a:buFont typeface="Arial" panose="020B0604020202020204" pitchFamily="34" charset="0"/>
              <a:buNone/>
              <a:defRPr sz="1600">
                <a:latin typeface="+mj-lt"/>
              </a:defRPr>
            </a:lvl1pPr>
            <a:lvl2pPr marL="0" indent="0" algn="ctr">
              <a:spcBef>
                <a:spcPts val="600"/>
              </a:spcBef>
              <a:buFont typeface="Arial" panose="020B0604020202020204" pitchFamily="34" charset="0"/>
              <a:buNone/>
              <a:defRPr sz="1200"/>
            </a:lvl2pPr>
            <a:lvl3pPr>
              <a:defRPr sz="1200"/>
            </a:lvl3pPr>
            <a:lvl4pPr>
              <a:defRPr sz="1200"/>
            </a:lvl4pPr>
            <a:lvl5pPr>
              <a:defRPr sz="1200"/>
            </a:lvl5pPr>
          </a:lstStyle>
          <a:p>
            <a:pPr lvl="0"/>
            <a:r>
              <a:rPr lang="en-GB"/>
              <a:t>Power Virtual Agents</a:t>
            </a:r>
          </a:p>
          <a:p>
            <a:pPr lvl="1"/>
            <a:r>
              <a:rPr lang="en-GB"/>
              <a:t>Intelligent bots</a:t>
            </a:r>
          </a:p>
        </p:txBody>
      </p:sp>
      <p:sp>
        <p:nvSpPr>
          <p:cNvPr id="55" name="Text Placeholder 50">
            <a:extLst>
              <a:ext uri="{FF2B5EF4-FFF2-40B4-BE49-F238E27FC236}">
                <a16:creationId xmlns:a16="http://schemas.microsoft.com/office/drawing/2014/main" id="{67FA3A60-F472-A17D-C229-3EBD54D291F4}"/>
              </a:ext>
            </a:extLst>
          </p:cNvPr>
          <p:cNvSpPr>
            <a:spLocks noGrp="1"/>
          </p:cNvSpPr>
          <p:nvPr>
            <p:ph type="body" sz="quarter" idx="15" hasCustomPrompt="1"/>
          </p:nvPr>
        </p:nvSpPr>
        <p:spPr>
          <a:xfrm>
            <a:off x="9542844" y="4339768"/>
            <a:ext cx="2066544" cy="507831"/>
          </a:xfrm>
        </p:spPr>
        <p:txBody>
          <a:bodyPr/>
          <a:lstStyle>
            <a:lvl1pPr marL="0" indent="0" algn="ctr">
              <a:spcBef>
                <a:spcPts val="600"/>
              </a:spcBef>
              <a:buFont typeface="Arial" panose="020B0604020202020204" pitchFamily="34" charset="0"/>
              <a:buNone/>
              <a:defRPr sz="1600">
                <a:latin typeface="+mj-lt"/>
              </a:defRPr>
            </a:lvl1pPr>
            <a:lvl2pPr marL="0" indent="0" algn="ctr">
              <a:spcBef>
                <a:spcPts val="600"/>
              </a:spcBef>
              <a:buFont typeface="Arial" panose="020B0604020202020204" pitchFamily="34" charset="0"/>
              <a:buNone/>
              <a:defRPr sz="1200"/>
            </a:lvl2pPr>
            <a:lvl3pPr>
              <a:defRPr sz="1200"/>
            </a:lvl3pPr>
            <a:lvl4pPr>
              <a:defRPr sz="1200"/>
            </a:lvl4pPr>
            <a:lvl5pPr>
              <a:defRPr sz="1200"/>
            </a:lvl5pPr>
          </a:lstStyle>
          <a:p>
            <a:pPr lvl="0"/>
            <a:r>
              <a:rPr lang="en-GB"/>
              <a:t>Power Pages</a:t>
            </a:r>
          </a:p>
          <a:p>
            <a:pPr lvl="1"/>
            <a:r>
              <a:rPr lang="en-GB"/>
              <a:t>Business websites</a:t>
            </a:r>
          </a:p>
        </p:txBody>
      </p:sp>
      <p:sp>
        <p:nvSpPr>
          <p:cNvPr id="57" name="Picture Placeholder 56">
            <a:extLst>
              <a:ext uri="{FF2B5EF4-FFF2-40B4-BE49-F238E27FC236}">
                <a16:creationId xmlns:a16="http://schemas.microsoft.com/office/drawing/2014/main" id="{B56B1EA8-E94E-28C7-6ABC-C8C33C1BC165}"/>
              </a:ext>
            </a:extLst>
          </p:cNvPr>
          <p:cNvSpPr>
            <a:spLocks noGrp="1"/>
          </p:cNvSpPr>
          <p:nvPr>
            <p:ph type="pic" sz="quarter" idx="16" hasCustomPrompt="1"/>
          </p:nvPr>
        </p:nvSpPr>
        <p:spPr>
          <a:xfrm>
            <a:off x="1022250" y="2559931"/>
            <a:ext cx="1197864" cy="1197864"/>
          </a:xfrm>
          <a:prstGeom prst="ellipse">
            <a:avLst/>
          </a:prstGeom>
        </p:spPr>
        <p:txBody>
          <a:bodyPr anchor="ctr">
            <a:noAutofit/>
          </a:bodyPr>
          <a:lstStyle>
            <a:lvl1pPr marL="0" indent="0" algn="ctr">
              <a:buNone/>
              <a:defRPr sz="2000">
                <a:latin typeface="+mj-lt"/>
              </a:defRPr>
            </a:lvl1pPr>
          </a:lstStyle>
          <a:p>
            <a:r>
              <a:rPr lang="en-US"/>
              <a:t>Image</a:t>
            </a:r>
          </a:p>
        </p:txBody>
      </p:sp>
      <p:sp>
        <p:nvSpPr>
          <p:cNvPr id="58" name="Picture Placeholder 56">
            <a:extLst>
              <a:ext uri="{FF2B5EF4-FFF2-40B4-BE49-F238E27FC236}">
                <a16:creationId xmlns:a16="http://schemas.microsoft.com/office/drawing/2014/main" id="{91F8C8CC-AE02-72ED-CBCE-A5B59B5CD816}"/>
              </a:ext>
            </a:extLst>
          </p:cNvPr>
          <p:cNvSpPr>
            <a:spLocks noGrp="1"/>
          </p:cNvSpPr>
          <p:nvPr>
            <p:ph type="pic" sz="quarter" idx="17" hasCustomPrompt="1"/>
          </p:nvPr>
        </p:nvSpPr>
        <p:spPr>
          <a:xfrm>
            <a:off x="3261267" y="2559931"/>
            <a:ext cx="1197864" cy="1197864"/>
          </a:xfrm>
          <a:prstGeom prst="ellipse">
            <a:avLst/>
          </a:prstGeom>
        </p:spPr>
        <p:txBody>
          <a:bodyPr anchor="ctr">
            <a:noAutofit/>
          </a:bodyPr>
          <a:lstStyle>
            <a:lvl1pPr marL="0" indent="0" algn="ctr">
              <a:buNone/>
              <a:defRPr sz="2000">
                <a:latin typeface="+mj-lt"/>
              </a:defRPr>
            </a:lvl1pPr>
          </a:lstStyle>
          <a:p>
            <a:r>
              <a:rPr lang="en-US"/>
              <a:t>Image</a:t>
            </a:r>
          </a:p>
        </p:txBody>
      </p:sp>
      <p:sp>
        <p:nvSpPr>
          <p:cNvPr id="59" name="Picture Placeholder 56">
            <a:extLst>
              <a:ext uri="{FF2B5EF4-FFF2-40B4-BE49-F238E27FC236}">
                <a16:creationId xmlns:a16="http://schemas.microsoft.com/office/drawing/2014/main" id="{58967E7F-14DC-DF2B-FBD5-B000B79E7D3F}"/>
              </a:ext>
            </a:extLst>
          </p:cNvPr>
          <p:cNvSpPr>
            <a:spLocks noGrp="1"/>
          </p:cNvSpPr>
          <p:nvPr>
            <p:ph type="pic" sz="quarter" idx="18" hasCustomPrompt="1"/>
          </p:nvPr>
        </p:nvSpPr>
        <p:spPr>
          <a:xfrm>
            <a:off x="5500285" y="2559931"/>
            <a:ext cx="1197864" cy="1197864"/>
          </a:xfrm>
          <a:prstGeom prst="ellipse">
            <a:avLst/>
          </a:prstGeom>
        </p:spPr>
        <p:txBody>
          <a:bodyPr anchor="ctr">
            <a:noAutofit/>
          </a:bodyPr>
          <a:lstStyle>
            <a:lvl1pPr marL="0" indent="0" algn="ctr">
              <a:buNone/>
              <a:defRPr sz="2000">
                <a:latin typeface="+mj-lt"/>
              </a:defRPr>
            </a:lvl1pPr>
          </a:lstStyle>
          <a:p>
            <a:r>
              <a:rPr lang="en-US"/>
              <a:t>Image</a:t>
            </a:r>
          </a:p>
        </p:txBody>
      </p:sp>
      <p:sp>
        <p:nvSpPr>
          <p:cNvPr id="60" name="Picture Placeholder 56">
            <a:extLst>
              <a:ext uri="{FF2B5EF4-FFF2-40B4-BE49-F238E27FC236}">
                <a16:creationId xmlns:a16="http://schemas.microsoft.com/office/drawing/2014/main" id="{C96563C9-D90C-46D8-B5BF-BA9DACE8A46A}"/>
              </a:ext>
            </a:extLst>
          </p:cNvPr>
          <p:cNvSpPr>
            <a:spLocks noGrp="1"/>
          </p:cNvSpPr>
          <p:nvPr>
            <p:ph type="pic" sz="quarter" idx="19" hasCustomPrompt="1"/>
          </p:nvPr>
        </p:nvSpPr>
        <p:spPr>
          <a:xfrm>
            <a:off x="7739302" y="2559931"/>
            <a:ext cx="1197864" cy="1197864"/>
          </a:xfrm>
          <a:prstGeom prst="ellipse">
            <a:avLst/>
          </a:prstGeom>
        </p:spPr>
        <p:txBody>
          <a:bodyPr anchor="ctr">
            <a:noAutofit/>
          </a:bodyPr>
          <a:lstStyle>
            <a:lvl1pPr marL="0" indent="0" algn="ctr">
              <a:buNone/>
              <a:defRPr sz="2000">
                <a:latin typeface="+mj-lt"/>
              </a:defRPr>
            </a:lvl1pPr>
          </a:lstStyle>
          <a:p>
            <a:r>
              <a:rPr lang="en-US"/>
              <a:t>Image</a:t>
            </a:r>
          </a:p>
        </p:txBody>
      </p:sp>
      <p:sp>
        <p:nvSpPr>
          <p:cNvPr id="61" name="Picture Placeholder 56">
            <a:extLst>
              <a:ext uri="{FF2B5EF4-FFF2-40B4-BE49-F238E27FC236}">
                <a16:creationId xmlns:a16="http://schemas.microsoft.com/office/drawing/2014/main" id="{9B860357-E097-2576-808B-0B14CDC47C66}"/>
              </a:ext>
            </a:extLst>
          </p:cNvPr>
          <p:cNvSpPr>
            <a:spLocks noGrp="1"/>
          </p:cNvSpPr>
          <p:nvPr>
            <p:ph type="pic" sz="quarter" idx="20" hasCustomPrompt="1"/>
          </p:nvPr>
        </p:nvSpPr>
        <p:spPr>
          <a:xfrm>
            <a:off x="9978321" y="2559931"/>
            <a:ext cx="1197864" cy="1197864"/>
          </a:xfrm>
          <a:prstGeom prst="ellipse">
            <a:avLst/>
          </a:prstGeom>
        </p:spPr>
        <p:txBody>
          <a:bodyPr anchor="ctr">
            <a:noAutofit/>
          </a:bodyPr>
          <a:lstStyle>
            <a:lvl1pPr marL="0" indent="0" algn="ctr">
              <a:buNone/>
              <a:defRPr sz="2000">
                <a:latin typeface="+mj-lt"/>
              </a:defRPr>
            </a:lvl1pPr>
          </a:lstStyle>
          <a:p>
            <a:r>
              <a:rPr lang="en-US"/>
              <a:t>Image</a:t>
            </a:r>
          </a:p>
        </p:txBody>
      </p:sp>
      <p:sp>
        <p:nvSpPr>
          <p:cNvPr id="62" name="Text Placeholder 23">
            <a:extLst>
              <a:ext uri="{FF2B5EF4-FFF2-40B4-BE49-F238E27FC236}">
                <a16:creationId xmlns:a16="http://schemas.microsoft.com/office/drawing/2014/main" id="{0F393E26-A16D-FA5F-6BAE-BFB97D593B3F}"/>
              </a:ext>
            </a:extLst>
          </p:cNvPr>
          <p:cNvSpPr>
            <a:spLocks noGrp="1"/>
          </p:cNvSpPr>
          <p:nvPr>
            <p:ph type="body" sz="quarter" idx="23" hasCustomPrompt="1"/>
          </p:nvPr>
        </p:nvSpPr>
        <p:spPr>
          <a:xfrm>
            <a:off x="584200" y="6460362"/>
            <a:ext cx="11025188" cy="138499"/>
          </a:xfrm>
        </p:spPr>
        <p:txBody>
          <a:bodyPr anchor="b">
            <a:spAutoFit/>
          </a:bodyPr>
          <a:lstStyle>
            <a:lvl1pPr marL="0" indent="0" algn="l">
              <a:buNone/>
              <a:defRPr sz="900">
                <a:solidFill>
                  <a:schemeClr val="bg1">
                    <a:lumMod val="50000"/>
                  </a:schemeClr>
                </a:solidFill>
                <a:latin typeface="+mn-lt"/>
              </a:defRPr>
            </a:lvl1pPr>
          </a:lstStyle>
          <a:p>
            <a:pPr lvl="0"/>
            <a:r>
              <a:rPr lang="en-GB"/>
              <a:t>Add text here</a:t>
            </a:r>
            <a:endParaRPr lang="en-US"/>
          </a:p>
        </p:txBody>
      </p:sp>
    </p:spTree>
    <p:extLst>
      <p:ext uri="{BB962C8B-B14F-4D97-AF65-F5344CB8AC3E}">
        <p14:creationId xmlns:p14="http://schemas.microsoft.com/office/powerpoint/2010/main" val="406965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1000"/>
                                        <p:tgtEl>
                                          <p:spTgt spid="5"/>
                                        </p:tgtEl>
                                      </p:cBhvr>
                                    </p:animEffect>
                                  </p:childTnLst>
                                </p:cTn>
                              </p:par>
                              <p:par>
                                <p:cTn id="8" presetID="10" presetClass="entr" presetSubtype="0" fill="hold" grpId="0" nodeType="withEffect">
                                  <p:stCondLst>
                                    <p:cond delay="5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par>
                                <p:cTn id="11" presetID="42" presetClass="path" presetSubtype="0" decel="100000" fill="hold" grpId="1" nodeType="withEffect">
                                  <p:stCondLst>
                                    <p:cond delay="50"/>
                                  </p:stCondLst>
                                  <p:childTnLst>
                                    <p:animMotion origin="layout" path="M -2.5E-6 1.85185E-6 L -2.5E-6 0.03541 " pathEditMode="relative" rAng="0" ptsTypes="AA">
                                      <p:cBhvr>
                                        <p:cTn id="12" dur="700" spd="-100000" fill="hold"/>
                                        <p:tgtEl>
                                          <p:spTgt spid="19"/>
                                        </p:tgtEl>
                                        <p:attrNameLst>
                                          <p:attrName>ppt_x</p:attrName>
                                          <p:attrName>ppt_y</p:attrName>
                                        </p:attrNameLst>
                                      </p:cBhvr>
                                      <p:rCtr x="0" y="1759"/>
                                    </p:animMotion>
                                  </p:childTnLst>
                                </p:cTn>
                              </p:par>
                              <p:par>
                                <p:cTn id="13" presetID="10" presetClass="entr" presetSubtype="0" fill="hold" grpId="0" nodeType="withEffect">
                                  <p:stCondLst>
                                    <p:cond delay="50"/>
                                  </p:stCondLst>
                                  <p:childTnLst>
                                    <p:set>
                                      <p:cBhvr>
                                        <p:cTn id="14" dur="1" fill="hold">
                                          <p:stCondLst>
                                            <p:cond delay="0"/>
                                          </p:stCondLst>
                                        </p:cTn>
                                        <p:tgtEl>
                                          <p:spTgt spid="57"/>
                                        </p:tgtEl>
                                        <p:attrNameLst>
                                          <p:attrName>style.visibility</p:attrName>
                                        </p:attrNameLst>
                                      </p:cBhvr>
                                      <p:to>
                                        <p:strVal val="visible"/>
                                      </p:to>
                                    </p:set>
                                    <p:animEffect transition="in" filter="fade">
                                      <p:cBhvr>
                                        <p:cTn id="15" dur="500"/>
                                        <p:tgtEl>
                                          <p:spTgt spid="57"/>
                                        </p:tgtEl>
                                      </p:cBhvr>
                                    </p:animEffect>
                                  </p:childTnLst>
                                </p:cTn>
                              </p:par>
                              <p:par>
                                <p:cTn id="16" presetID="42" presetClass="path" presetSubtype="0" decel="100000" fill="hold" grpId="1" nodeType="withEffect">
                                  <p:stCondLst>
                                    <p:cond delay="50"/>
                                  </p:stCondLst>
                                  <p:childTnLst>
                                    <p:animMotion origin="layout" path="M 2.29167E-6 1.85185E-6 L 2.29167E-6 0.03541 " pathEditMode="relative" rAng="0" ptsTypes="AA">
                                      <p:cBhvr>
                                        <p:cTn id="17" dur="700" spd="-100000" fill="hold"/>
                                        <p:tgtEl>
                                          <p:spTgt spid="57"/>
                                        </p:tgtEl>
                                        <p:attrNameLst>
                                          <p:attrName>ppt_x</p:attrName>
                                          <p:attrName>ppt_y</p:attrName>
                                        </p:attrNameLst>
                                      </p:cBhvr>
                                      <p:rCtr x="0" y="1759"/>
                                    </p:animMotion>
                                  </p:childTnLst>
                                </p:cTn>
                              </p:par>
                              <p:par>
                                <p:cTn id="18" presetID="10" presetClass="entr" presetSubtype="0" fill="hold" grpId="0" nodeType="withEffect">
                                  <p:stCondLst>
                                    <p:cond delay="5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500"/>
                                        <p:tgtEl>
                                          <p:spTgt spid="20"/>
                                        </p:tgtEl>
                                      </p:cBhvr>
                                    </p:animEffect>
                                  </p:childTnLst>
                                </p:cTn>
                              </p:par>
                              <p:par>
                                <p:cTn id="21" presetID="42" presetClass="path" presetSubtype="0" decel="100000" fill="hold" grpId="1" nodeType="withEffect">
                                  <p:stCondLst>
                                    <p:cond delay="50"/>
                                  </p:stCondLst>
                                  <p:childTnLst>
                                    <p:animMotion origin="layout" path="M -2.5E-6 1.85185E-6 L -2.5E-6 0.03541 " pathEditMode="relative" rAng="0" ptsTypes="AA">
                                      <p:cBhvr>
                                        <p:cTn id="22" dur="700" spd="-100000" fill="hold"/>
                                        <p:tgtEl>
                                          <p:spTgt spid="20"/>
                                        </p:tgtEl>
                                        <p:attrNameLst>
                                          <p:attrName>ppt_x</p:attrName>
                                          <p:attrName>ppt_y</p:attrName>
                                        </p:attrNameLst>
                                      </p:cBhvr>
                                      <p:rCtr x="0" y="1759"/>
                                    </p:animMotion>
                                  </p:childTnLst>
                                </p:cTn>
                              </p:par>
                              <p:par>
                                <p:cTn id="23" presetID="10" presetClass="entr" presetSubtype="0" fill="hold" grpId="0" nodeType="withEffect">
                                  <p:stCondLst>
                                    <p:cond delay="50"/>
                                  </p:stCondLst>
                                  <p:childTnLst>
                                    <p:set>
                                      <p:cBhvr>
                                        <p:cTn id="24" dur="1" fill="hold">
                                          <p:stCondLst>
                                            <p:cond delay="0"/>
                                          </p:stCondLst>
                                        </p:cTn>
                                        <p:tgtEl>
                                          <p:spTgt spid="51"/>
                                        </p:tgtEl>
                                        <p:attrNameLst>
                                          <p:attrName>style.visibility</p:attrName>
                                        </p:attrNameLst>
                                      </p:cBhvr>
                                      <p:to>
                                        <p:strVal val="visible"/>
                                      </p:to>
                                    </p:set>
                                    <p:animEffect transition="in" filter="fade">
                                      <p:cBhvr>
                                        <p:cTn id="25" dur="500"/>
                                        <p:tgtEl>
                                          <p:spTgt spid="51"/>
                                        </p:tgtEl>
                                      </p:cBhvr>
                                    </p:animEffect>
                                  </p:childTnLst>
                                </p:cTn>
                              </p:par>
                              <p:par>
                                <p:cTn id="26" presetID="42" presetClass="path" presetSubtype="0" decel="100000" fill="hold" grpId="1" nodeType="withEffect">
                                  <p:stCondLst>
                                    <p:cond delay="50"/>
                                  </p:stCondLst>
                                  <p:childTnLst>
                                    <p:animMotion origin="layout" path="M -2.5E-6 1.85185E-6 L -2.5E-6 0.03541 " pathEditMode="relative" rAng="0" ptsTypes="AA">
                                      <p:cBhvr>
                                        <p:cTn id="27" dur="700" spd="-100000" fill="hold"/>
                                        <p:tgtEl>
                                          <p:spTgt spid="51"/>
                                        </p:tgtEl>
                                        <p:attrNameLst>
                                          <p:attrName>ppt_x</p:attrName>
                                          <p:attrName>ppt_y</p:attrName>
                                        </p:attrNameLst>
                                      </p:cBhvr>
                                      <p:rCtr x="0" y="1759"/>
                                    </p:animMotion>
                                  </p:childTnLst>
                                </p:cTn>
                              </p:par>
                              <p:par>
                                <p:cTn id="28" presetID="10" presetClass="entr" presetSubtype="0" fill="hold" grpId="0" nodeType="withEffect">
                                  <p:stCondLst>
                                    <p:cond delay="100"/>
                                  </p:stCondLst>
                                  <p:childTnLst>
                                    <p:set>
                                      <p:cBhvr>
                                        <p:cTn id="29" dur="1" fill="hold">
                                          <p:stCondLst>
                                            <p:cond delay="0"/>
                                          </p:stCondLst>
                                        </p:cTn>
                                        <p:tgtEl>
                                          <p:spTgt spid="31"/>
                                        </p:tgtEl>
                                        <p:attrNameLst>
                                          <p:attrName>style.visibility</p:attrName>
                                        </p:attrNameLst>
                                      </p:cBhvr>
                                      <p:to>
                                        <p:strVal val="visible"/>
                                      </p:to>
                                    </p:set>
                                    <p:animEffect transition="in" filter="fade">
                                      <p:cBhvr>
                                        <p:cTn id="30" dur="500"/>
                                        <p:tgtEl>
                                          <p:spTgt spid="31"/>
                                        </p:tgtEl>
                                      </p:cBhvr>
                                    </p:animEffect>
                                  </p:childTnLst>
                                </p:cTn>
                              </p:par>
                              <p:par>
                                <p:cTn id="31" presetID="42" presetClass="path" presetSubtype="0" decel="100000" fill="hold" grpId="1" nodeType="withEffect">
                                  <p:stCondLst>
                                    <p:cond delay="100"/>
                                  </p:stCondLst>
                                  <p:childTnLst>
                                    <p:animMotion origin="layout" path="M -2.5E-6 1.85185E-6 L -2.5E-6 0.03541 " pathEditMode="relative" rAng="0" ptsTypes="AA">
                                      <p:cBhvr>
                                        <p:cTn id="32" dur="700" spd="-100000" fill="hold"/>
                                        <p:tgtEl>
                                          <p:spTgt spid="31"/>
                                        </p:tgtEl>
                                        <p:attrNameLst>
                                          <p:attrName>ppt_x</p:attrName>
                                          <p:attrName>ppt_y</p:attrName>
                                        </p:attrNameLst>
                                      </p:cBhvr>
                                      <p:rCtr x="0" y="1759"/>
                                    </p:animMotion>
                                  </p:childTnLst>
                                </p:cTn>
                              </p:par>
                              <p:par>
                                <p:cTn id="33" presetID="10" presetClass="entr" presetSubtype="0" fill="hold" grpId="0" nodeType="withEffect">
                                  <p:stCondLst>
                                    <p:cond delay="10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500"/>
                                        <p:tgtEl>
                                          <p:spTgt spid="32"/>
                                        </p:tgtEl>
                                      </p:cBhvr>
                                    </p:animEffect>
                                  </p:childTnLst>
                                </p:cTn>
                              </p:par>
                              <p:par>
                                <p:cTn id="36" presetID="42" presetClass="path" presetSubtype="0" decel="100000" fill="hold" grpId="1" nodeType="withEffect">
                                  <p:stCondLst>
                                    <p:cond delay="100"/>
                                  </p:stCondLst>
                                  <p:childTnLst>
                                    <p:animMotion origin="layout" path="M -2.5E-6 1.85185E-6 L -2.5E-6 0.03541 " pathEditMode="relative" rAng="0" ptsTypes="AA">
                                      <p:cBhvr>
                                        <p:cTn id="37" dur="700" spd="-100000" fill="hold"/>
                                        <p:tgtEl>
                                          <p:spTgt spid="32"/>
                                        </p:tgtEl>
                                        <p:attrNameLst>
                                          <p:attrName>ppt_x</p:attrName>
                                          <p:attrName>ppt_y</p:attrName>
                                        </p:attrNameLst>
                                      </p:cBhvr>
                                      <p:rCtr x="0" y="1759"/>
                                    </p:animMotion>
                                  </p:childTnLst>
                                </p:cTn>
                              </p:par>
                              <p:par>
                                <p:cTn id="38" presetID="10" presetClass="entr" presetSubtype="0" fill="hold" grpId="0" nodeType="withEffect">
                                  <p:stCondLst>
                                    <p:cond delay="100"/>
                                  </p:stCondLst>
                                  <p:childTnLst>
                                    <p:set>
                                      <p:cBhvr>
                                        <p:cTn id="39" dur="1" fill="hold">
                                          <p:stCondLst>
                                            <p:cond delay="0"/>
                                          </p:stCondLst>
                                        </p:cTn>
                                        <p:tgtEl>
                                          <p:spTgt spid="58"/>
                                        </p:tgtEl>
                                        <p:attrNameLst>
                                          <p:attrName>style.visibility</p:attrName>
                                        </p:attrNameLst>
                                      </p:cBhvr>
                                      <p:to>
                                        <p:strVal val="visible"/>
                                      </p:to>
                                    </p:set>
                                    <p:animEffect transition="in" filter="fade">
                                      <p:cBhvr>
                                        <p:cTn id="40" dur="500"/>
                                        <p:tgtEl>
                                          <p:spTgt spid="58"/>
                                        </p:tgtEl>
                                      </p:cBhvr>
                                    </p:animEffect>
                                  </p:childTnLst>
                                </p:cTn>
                              </p:par>
                              <p:par>
                                <p:cTn id="41" presetID="42" presetClass="path" presetSubtype="0" decel="100000" fill="hold" grpId="1" nodeType="withEffect">
                                  <p:stCondLst>
                                    <p:cond delay="100"/>
                                  </p:stCondLst>
                                  <p:childTnLst>
                                    <p:animMotion origin="layout" path="M 3.54167E-6 1.85185E-6 L 3.54167E-6 0.03541 " pathEditMode="relative" rAng="0" ptsTypes="AA">
                                      <p:cBhvr>
                                        <p:cTn id="42" dur="700" spd="-100000" fill="hold"/>
                                        <p:tgtEl>
                                          <p:spTgt spid="58"/>
                                        </p:tgtEl>
                                        <p:attrNameLst>
                                          <p:attrName>ppt_x</p:attrName>
                                          <p:attrName>ppt_y</p:attrName>
                                        </p:attrNameLst>
                                      </p:cBhvr>
                                      <p:rCtr x="0" y="1759"/>
                                    </p:animMotion>
                                  </p:childTnLst>
                                </p:cTn>
                              </p:par>
                              <p:par>
                                <p:cTn id="43" presetID="10" presetClass="entr" presetSubtype="0" fill="hold" grpId="0" nodeType="withEffect">
                                  <p:stCondLst>
                                    <p:cond delay="100"/>
                                  </p:stCondLst>
                                  <p:childTnLst>
                                    <p:set>
                                      <p:cBhvr>
                                        <p:cTn id="44" dur="1" fill="hold">
                                          <p:stCondLst>
                                            <p:cond delay="0"/>
                                          </p:stCondLst>
                                        </p:cTn>
                                        <p:tgtEl>
                                          <p:spTgt spid="52"/>
                                        </p:tgtEl>
                                        <p:attrNameLst>
                                          <p:attrName>style.visibility</p:attrName>
                                        </p:attrNameLst>
                                      </p:cBhvr>
                                      <p:to>
                                        <p:strVal val="visible"/>
                                      </p:to>
                                    </p:set>
                                    <p:animEffect transition="in" filter="fade">
                                      <p:cBhvr>
                                        <p:cTn id="45" dur="500"/>
                                        <p:tgtEl>
                                          <p:spTgt spid="52"/>
                                        </p:tgtEl>
                                      </p:cBhvr>
                                    </p:animEffect>
                                  </p:childTnLst>
                                </p:cTn>
                              </p:par>
                              <p:par>
                                <p:cTn id="46" presetID="42" presetClass="path" presetSubtype="0" decel="100000" fill="hold" grpId="1" nodeType="withEffect">
                                  <p:stCondLst>
                                    <p:cond delay="100"/>
                                  </p:stCondLst>
                                  <p:childTnLst>
                                    <p:animMotion origin="layout" path="M -2.5E-6 1.85185E-6 L -2.5E-6 0.03541 " pathEditMode="relative" rAng="0" ptsTypes="AA">
                                      <p:cBhvr>
                                        <p:cTn id="47" dur="700" spd="-100000" fill="hold"/>
                                        <p:tgtEl>
                                          <p:spTgt spid="52"/>
                                        </p:tgtEl>
                                        <p:attrNameLst>
                                          <p:attrName>ppt_x</p:attrName>
                                          <p:attrName>ppt_y</p:attrName>
                                        </p:attrNameLst>
                                      </p:cBhvr>
                                      <p:rCtr x="0" y="1759"/>
                                    </p:animMotion>
                                  </p:childTnLst>
                                </p:cTn>
                              </p:par>
                              <p:par>
                                <p:cTn id="48" presetID="10" presetClass="entr" presetSubtype="0" fill="hold" grpId="0" nodeType="withEffect">
                                  <p:stCondLst>
                                    <p:cond delay="250"/>
                                  </p:stCondLst>
                                  <p:childTnLst>
                                    <p:set>
                                      <p:cBhvr>
                                        <p:cTn id="49" dur="1" fill="hold">
                                          <p:stCondLst>
                                            <p:cond delay="0"/>
                                          </p:stCondLst>
                                        </p:cTn>
                                        <p:tgtEl>
                                          <p:spTgt spid="35"/>
                                        </p:tgtEl>
                                        <p:attrNameLst>
                                          <p:attrName>style.visibility</p:attrName>
                                        </p:attrNameLst>
                                      </p:cBhvr>
                                      <p:to>
                                        <p:strVal val="visible"/>
                                      </p:to>
                                    </p:set>
                                    <p:animEffect transition="in" filter="fade">
                                      <p:cBhvr>
                                        <p:cTn id="50" dur="500"/>
                                        <p:tgtEl>
                                          <p:spTgt spid="35"/>
                                        </p:tgtEl>
                                      </p:cBhvr>
                                    </p:animEffect>
                                  </p:childTnLst>
                                </p:cTn>
                              </p:par>
                              <p:par>
                                <p:cTn id="51" presetID="42" presetClass="path" presetSubtype="0" decel="100000" fill="hold" grpId="1" nodeType="withEffect">
                                  <p:stCondLst>
                                    <p:cond delay="250"/>
                                  </p:stCondLst>
                                  <p:childTnLst>
                                    <p:animMotion origin="layout" path="M -2.5E-6 1.85185E-6 L -2.5E-6 0.03541 " pathEditMode="relative" rAng="0" ptsTypes="AA">
                                      <p:cBhvr>
                                        <p:cTn id="52" dur="700" spd="-100000" fill="hold"/>
                                        <p:tgtEl>
                                          <p:spTgt spid="35"/>
                                        </p:tgtEl>
                                        <p:attrNameLst>
                                          <p:attrName>ppt_x</p:attrName>
                                          <p:attrName>ppt_y</p:attrName>
                                        </p:attrNameLst>
                                      </p:cBhvr>
                                      <p:rCtr x="0" y="1759"/>
                                    </p:animMotion>
                                  </p:childTnLst>
                                </p:cTn>
                              </p:par>
                              <p:par>
                                <p:cTn id="53" presetID="10" presetClass="entr" presetSubtype="0" fill="hold" grpId="0" nodeType="withEffect">
                                  <p:stCondLst>
                                    <p:cond delay="250"/>
                                  </p:stCondLst>
                                  <p:childTnLst>
                                    <p:set>
                                      <p:cBhvr>
                                        <p:cTn id="54" dur="1" fill="hold">
                                          <p:stCondLst>
                                            <p:cond delay="0"/>
                                          </p:stCondLst>
                                        </p:cTn>
                                        <p:tgtEl>
                                          <p:spTgt spid="36"/>
                                        </p:tgtEl>
                                        <p:attrNameLst>
                                          <p:attrName>style.visibility</p:attrName>
                                        </p:attrNameLst>
                                      </p:cBhvr>
                                      <p:to>
                                        <p:strVal val="visible"/>
                                      </p:to>
                                    </p:set>
                                    <p:animEffect transition="in" filter="fade">
                                      <p:cBhvr>
                                        <p:cTn id="55" dur="500"/>
                                        <p:tgtEl>
                                          <p:spTgt spid="36"/>
                                        </p:tgtEl>
                                      </p:cBhvr>
                                    </p:animEffect>
                                  </p:childTnLst>
                                </p:cTn>
                              </p:par>
                              <p:par>
                                <p:cTn id="56" presetID="42" presetClass="path" presetSubtype="0" decel="100000" fill="hold" grpId="1" nodeType="withEffect">
                                  <p:stCondLst>
                                    <p:cond delay="250"/>
                                  </p:stCondLst>
                                  <p:childTnLst>
                                    <p:animMotion origin="layout" path="M -2.5E-6 1.85185E-6 L -2.5E-6 0.03541 " pathEditMode="relative" rAng="0" ptsTypes="AA">
                                      <p:cBhvr>
                                        <p:cTn id="57" dur="700" spd="-100000" fill="hold"/>
                                        <p:tgtEl>
                                          <p:spTgt spid="36"/>
                                        </p:tgtEl>
                                        <p:attrNameLst>
                                          <p:attrName>ppt_x</p:attrName>
                                          <p:attrName>ppt_y</p:attrName>
                                        </p:attrNameLst>
                                      </p:cBhvr>
                                      <p:rCtr x="0" y="1759"/>
                                    </p:animMotion>
                                  </p:childTnLst>
                                </p:cTn>
                              </p:par>
                              <p:par>
                                <p:cTn id="58" presetID="10" presetClass="entr" presetSubtype="0" fill="hold" grpId="0" nodeType="withEffect">
                                  <p:stCondLst>
                                    <p:cond delay="250"/>
                                  </p:stCondLst>
                                  <p:childTnLst>
                                    <p:set>
                                      <p:cBhvr>
                                        <p:cTn id="59" dur="1" fill="hold">
                                          <p:stCondLst>
                                            <p:cond delay="0"/>
                                          </p:stCondLst>
                                        </p:cTn>
                                        <p:tgtEl>
                                          <p:spTgt spid="59"/>
                                        </p:tgtEl>
                                        <p:attrNameLst>
                                          <p:attrName>style.visibility</p:attrName>
                                        </p:attrNameLst>
                                      </p:cBhvr>
                                      <p:to>
                                        <p:strVal val="visible"/>
                                      </p:to>
                                    </p:set>
                                    <p:animEffect transition="in" filter="fade">
                                      <p:cBhvr>
                                        <p:cTn id="60" dur="500"/>
                                        <p:tgtEl>
                                          <p:spTgt spid="59"/>
                                        </p:tgtEl>
                                      </p:cBhvr>
                                    </p:animEffect>
                                  </p:childTnLst>
                                </p:cTn>
                              </p:par>
                              <p:par>
                                <p:cTn id="61" presetID="42" presetClass="path" presetSubtype="0" decel="100000" fill="hold" grpId="1" nodeType="withEffect">
                                  <p:stCondLst>
                                    <p:cond delay="250"/>
                                  </p:stCondLst>
                                  <p:childTnLst>
                                    <p:animMotion origin="layout" path="M -4.16667E-7 1.85185E-6 L -4.16667E-7 0.03541 " pathEditMode="relative" rAng="0" ptsTypes="AA">
                                      <p:cBhvr>
                                        <p:cTn id="62" dur="700" spd="-100000" fill="hold"/>
                                        <p:tgtEl>
                                          <p:spTgt spid="59"/>
                                        </p:tgtEl>
                                        <p:attrNameLst>
                                          <p:attrName>ppt_x</p:attrName>
                                          <p:attrName>ppt_y</p:attrName>
                                        </p:attrNameLst>
                                      </p:cBhvr>
                                      <p:rCtr x="0" y="1759"/>
                                    </p:animMotion>
                                  </p:childTnLst>
                                </p:cTn>
                              </p:par>
                              <p:par>
                                <p:cTn id="63" presetID="10" presetClass="entr" presetSubtype="0" fill="hold" grpId="0" nodeType="withEffect">
                                  <p:stCondLst>
                                    <p:cond delay="250"/>
                                  </p:stCondLst>
                                  <p:childTnLst>
                                    <p:set>
                                      <p:cBhvr>
                                        <p:cTn id="64" dur="1" fill="hold">
                                          <p:stCondLst>
                                            <p:cond delay="0"/>
                                          </p:stCondLst>
                                        </p:cTn>
                                        <p:tgtEl>
                                          <p:spTgt spid="53"/>
                                        </p:tgtEl>
                                        <p:attrNameLst>
                                          <p:attrName>style.visibility</p:attrName>
                                        </p:attrNameLst>
                                      </p:cBhvr>
                                      <p:to>
                                        <p:strVal val="visible"/>
                                      </p:to>
                                    </p:set>
                                    <p:animEffect transition="in" filter="fade">
                                      <p:cBhvr>
                                        <p:cTn id="65" dur="500"/>
                                        <p:tgtEl>
                                          <p:spTgt spid="53"/>
                                        </p:tgtEl>
                                      </p:cBhvr>
                                    </p:animEffect>
                                  </p:childTnLst>
                                </p:cTn>
                              </p:par>
                              <p:par>
                                <p:cTn id="66" presetID="42" presetClass="path" presetSubtype="0" decel="100000" fill="hold" grpId="1" nodeType="withEffect">
                                  <p:stCondLst>
                                    <p:cond delay="250"/>
                                  </p:stCondLst>
                                  <p:childTnLst>
                                    <p:animMotion origin="layout" path="M -2.5E-6 1.85185E-6 L -2.5E-6 0.03541 " pathEditMode="relative" rAng="0" ptsTypes="AA">
                                      <p:cBhvr>
                                        <p:cTn id="67" dur="700" spd="-100000" fill="hold"/>
                                        <p:tgtEl>
                                          <p:spTgt spid="53"/>
                                        </p:tgtEl>
                                        <p:attrNameLst>
                                          <p:attrName>ppt_x</p:attrName>
                                          <p:attrName>ppt_y</p:attrName>
                                        </p:attrNameLst>
                                      </p:cBhvr>
                                      <p:rCtr x="0" y="1759"/>
                                    </p:animMotion>
                                  </p:childTnLst>
                                </p:cTn>
                              </p:par>
                              <p:par>
                                <p:cTn id="68" presetID="10" presetClass="entr" presetSubtype="0" fill="hold" grpId="0" nodeType="withEffect">
                                  <p:stCondLst>
                                    <p:cond delay="500"/>
                                  </p:stCondLst>
                                  <p:childTnLst>
                                    <p:set>
                                      <p:cBhvr>
                                        <p:cTn id="69" dur="1" fill="hold">
                                          <p:stCondLst>
                                            <p:cond delay="0"/>
                                          </p:stCondLst>
                                        </p:cTn>
                                        <p:tgtEl>
                                          <p:spTgt spid="39"/>
                                        </p:tgtEl>
                                        <p:attrNameLst>
                                          <p:attrName>style.visibility</p:attrName>
                                        </p:attrNameLst>
                                      </p:cBhvr>
                                      <p:to>
                                        <p:strVal val="visible"/>
                                      </p:to>
                                    </p:set>
                                    <p:animEffect transition="in" filter="fade">
                                      <p:cBhvr>
                                        <p:cTn id="70" dur="500"/>
                                        <p:tgtEl>
                                          <p:spTgt spid="39"/>
                                        </p:tgtEl>
                                      </p:cBhvr>
                                    </p:animEffect>
                                  </p:childTnLst>
                                </p:cTn>
                              </p:par>
                              <p:par>
                                <p:cTn id="71" presetID="42" presetClass="path" presetSubtype="0" decel="100000" fill="hold" grpId="1" nodeType="withEffect">
                                  <p:stCondLst>
                                    <p:cond delay="500"/>
                                  </p:stCondLst>
                                  <p:childTnLst>
                                    <p:animMotion origin="layout" path="M -2.5E-6 1.85185E-6 L -2.5E-6 0.03541 " pathEditMode="relative" rAng="0" ptsTypes="AA">
                                      <p:cBhvr>
                                        <p:cTn id="72" dur="700" spd="-100000" fill="hold"/>
                                        <p:tgtEl>
                                          <p:spTgt spid="39"/>
                                        </p:tgtEl>
                                        <p:attrNameLst>
                                          <p:attrName>ppt_x</p:attrName>
                                          <p:attrName>ppt_y</p:attrName>
                                        </p:attrNameLst>
                                      </p:cBhvr>
                                      <p:rCtr x="0" y="1759"/>
                                    </p:animMotion>
                                  </p:childTnLst>
                                </p:cTn>
                              </p:par>
                              <p:par>
                                <p:cTn id="73" presetID="10" presetClass="entr" presetSubtype="0" fill="hold" grpId="0" nodeType="withEffect">
                                  <p:stCondLst>
                                    <p:cond delay="500"/>
                                  </p:stCondLst>
                                  <p:childTnLst>
                                    <p:set>
                                      <p:cBhvr>
                                        <p:cTn id="74" dur="1" fill="hold">
                                          <p:stCondLst>
                                            <p:cond delay="0"/>
                                          </p:stCondLst>
                                        </p:cTn>
                                        <p:tgtEl>
                                          <p:spTgt spid="40"/>
                                        </p:tgtEl>
                                        <p:attrNameLst>
                                          <p:attrName>style.visibility</p:attrName>
                                        </p:attrNameLst>
                                      </p:cBhvr>
                                      <p:to>
                                        <p:strVal val="visible"/>
                                      </p:to>
                                    </p:set>
                                    <p:animEffect transition="in" filter="fade">
                                      <p:cBhvr>
                                        <p:cTn id="75" dur="500"/>
                                        <p:tgtEl>
                                          <p:spTgt spid="40"/>
                                        </p:tgtEl>
                                      </p:cBhvr>
                                    </p:animEffect>
                                  </p:childTnLst>
                                </p:cTn>
                              </p:par>
                              <p:par>
                                <p:cTn id="76" presetID="42" presetClass="path" presetSubtype="0" decel="100000" fill="hold" grpId="1" nodeType="withEffect">
                                  <p:stCondLst>
                                    <p:cond delay="500"/>
                                  </p:stCondLst>
                                  <p:childTnLst>
                                    <p:animMotion origin="layout" path="M -2.5E-6 1.85185E-6 L -2.5E-6 0.03541 " pathEditMode="relative" rAng="0" ptsTypes="AA">
                                      <p:cBhvr>
                                        <p:cTn id="77" dur="700" spd="-100000" fill="hold"/>
                                        <p:tgtEl>
                                          <p:spTgt spid="40"/>
                                        </p:tgtEl>
                                        <p:attrNameLst>
                                          <p:attrName>ppt_x</p:attrName>
                                          <p:attrName>ppt_y</p:attrName>
                                        </p:attrNameLst>
                                      </p:cBhvr>
                                      <p:rCtr x="0" y="1759"/>
                                    </p:animMotion>
                                  </p:childTnLst>
                                </p:cTn>
                              </p:par>
                              <p:par>
                                <p:cTn id="78" presetID="10" presetClass="entr" presetSubtype="0" fill="hold" grpId="0" nodeType="withEffect">
                                  <p:stCondLst>
                                    <p:cond delay="500"/>
                                  </p:stCondLst>
                                  <p:childTnLst>
                                    <p:set>
                                      <p:cBhvr>
                                        <p:cTn id="79" dur="1" fill="hold">
                                          <p:stCondLst>
                                            <p:cond delay="0"/>
                                          </p:stCondLst>
                                        </p:cTn>
                                        <p:tgtEl>
                                          <p:spTgt spid="60"/>
                                        </p:tgtEl>
                                        <p:attrNameLst>
                                          <p:attrName>style.visibility</p:attrName>
                                        </p:attrNameLst>
                                      </p:cBhvr>
                                      <p:to>
                                        <p:strVal val="visible"/>
                                      </p:to>
                                    </p:set>
                                    <p:animEffect transition="in" filter="fade">
                                      <p:cBhvr>
                                        <p:cTn id="80" dur="500"/>
                                        <p:tgtEl>
                                          <p:spTgt spid="60"/>
                                        </p:tgtEl>
                                      </p:cBhvr>
                                    </p:animEffect>
                                  </p:childTnLst>
                                </p:cTn>
                              </p:par>
                              <p:par>
                                <p:cTn id="81" presetID="42" presetClass="path" presetSubtype="0" decel="100000" fill="hold" grpId="1" nodeType="withEffect">
                                  <p:stCondLst>
                                    <p:cond delay="500"/>
                                  </p:stCondLst>
                                  <p:childTnLst>
                                    <p:animMotion origin="layout" path="M -4.16667E-6 1.85185E-6 L -4.16667E-6 0.03541 " pathEditMode="relative" rAng="0" ptsTypes="AA">
                                      <p:cBhvr>
                                        <p:cTn id="82" dur="700" spd="-100000" fill="hold"/>
                                        <p:tgtEl>
                                          <p:spTgt spid="60"/>
                                        </p:tgtEl>
                                        <p:attrNameLst>
                                          <p:attrName>ppt_x</p:attrName>
                                          <p:attrName>ppt_y</p:attrName>
                                        </p:attrNameLst>
                                      </p:cBhvr>
                                      <p:rCtr x="0" y="1759"/>
                                    </p:animMotion>
                                  </p:childTnLst>
                                </p:cTn>
                              </p:par>
                              <p:par>
                                <p:cTn id="83" presetID="10" presetClass="entr" presetSubtype="0" fill="hold" grpId="0" nodeType="withEffect">
                                  <p:stCondLst>
                                    <p:cond delay="500"/>
                                  </p:stCondLst>
                                  <p:childTnLst>
                                    <p:set>
                                      <p:cBhvr>
                                        <p:cTn id="84" dur="1" fill="hold">
                                          <p:stCondLst>
                                            <p:cond delay="0"/>
                                          </p:stCondLst>
                                        </p:cTn>
                                        <p:tgtEl>
                                          <p:spTgt spid="54"/>
                                        </p:tgtEl>
                                        <p:attrNameLst>
                                          <p:attrName>style.visibility</p:attrName>
                                        </p:attrNameLst>
                                      </p:cBhvr>
                                      <p:to>
                                        <p:strVal val="visible"/>
                                      </p:to>
                                    </p:set>
                                    <p:animEffect transition="in" filter="fade">
                                      <p:cBhvr>
                                        <p:cTn id="85" dur="500"/>
                                        <p:tgtEl>
                                          <p:spTgt spid="54"/>
                                        </p:tgtEl>
                                      </p:cBhvr>
                                    </p:animEffect>
                                  </p:childTnLst>
                                </p:cTn>
                              </p:par>
                              <p:par>
                                <p:cTn id="86" presetID="42" presetClass="path" presetSubtype="0" decel="100000" fill="hold" grpId="1" nodeType="withEffect">
                                  <p:stCondLst>
                                    <p:cond delay="500"/>
                                  </p:stCondLst>
                                  <p:childTnLst>
                                    <p:animMotion origin="layout" path="M -2.5E-6 1.85185E-6 L -2.5E-6 0.03541 " pathEditMode="relative" rAng="0" ptsTypes="AA">
                                      <p:cBhvr>
                                        <p:cTn id="87" dur="700" spd="-100000" fill="hold"/>
                                        <p:tgtEl>
                                          <p:spTgt spid="54"/>
                                        </p:tgtEl>
                                        <p:attrNameLst>
                                          <p:attrName>ppt_x</p:attrName>
                                          <p:attrName>ppt_y</p:attrName>
                                        </p:attrNameLst>
                                      </p:cBhvr>
                                      <p:rCtr x="0" y="1759"/>
                                    </p:animMotion>
                                  </p:childTnLst>
                                </p:cTn>
                              </p:par>
                              <p:par>
                                <p:cTn id="88" presetID="10" presetClass="entr" presetSubtype="0" fill="hold" grpId="0" nodeType="withEffect">
                                  <p:stCondLst>
                                    <p:cond delay="750"/>
                                  </p:stCondLst>
                                  <p:childTnLst>
                                    <p:set>
                                      <p:cBhvr>
                                        <p:cTn id="89" dur="1" fill="hold">
                                          <p:stCondLst>
                                            <p:cond delay="0"/>
                                          </p:stCondLst>
                                        </p:cTn>
                                        <p:tgtEl>
                                          <p:spTgt spid="43"/>
                                        </p:tgtEl>
                                        <p:attrNameLst>
                                          <p:attrName>style.visibility</p:attrName>
                                        </p:attrNameLst>
                                      </p:cBhvr>
                                      <p:to>
                                        <p:strVal val="visible"/>
                                      </p:to>
                                    </p:set>
                                    <p:animEffect transition="in" filter="fade">
                                      <p:cBhvr>
                                        <p:cTn id="90" dur="500"/>
                                        <p:tgtEl>
                                          <p:spTgt spid="43"/>
                                        </p:tgtEl>
                                      </p:cBhvr>
                                    </p:animEffect>
                                  </p:childTnLst>
                                </p:cTn>
                              </p:par>
                              <p:par>
                                <p:cTn id="91" presetID="42" presetClass="path" presetSubtype="0" decel="100000" fill="hold" grpId="1" nodeType="withEffect">
                                  <p:stCondLst>
                                    <p:cond delay="750"/>
                                  </p:stCondLst>
                                  <p:childTnLst>
                                    <p:animMotion origin="layout" path="M -2.5E-6 1.85185E-6 L -2.5E-6 0.03541 " pathEditMode="relative" rAng="0" ptsTypes="AA">
                                      <p:cBhvr>
                                        <p:cTn id="92" dur="700" spd="-100000" fill="hold"/>
                                        <p:tgtEl>
                                          <p:spTgt spid="43"/>
                                        </p:tgtEl>
                                        <p:attrNameLst>
                                          <p:attrName>ppt_x</p:attrName>
                                          <p:attrName>ppt_y</p:attrName>
                                        </p:attrNameLst>
                                      </p:cBhvr>
                                      <p:rCtr x="0" y="1759"/>
                                    </p:animMotion>
                                  </p:childTnLst>
                                </p:cTn>
                              </p:par>
                              <p:par>
                                <p:cTn id="93" presetID="10" presetClass="entr" presetSubtype="0" fill="hold" grpId="0" nodeType="withEffect">
                                  <p:stCondLst>
                                    <p:cond delay="750"/>
                                  </p:stCondLst>
                                  <p:childTnLst>
                                    <p:set>
                                      <p:cBhvr>
                                        <p:cTn id="94" dur="1" fill="hold">
                                          <p:stCondLst>
                                            <p:cond delay="0"/>
                                          </p:stCondLst>
                                        </p:cTn>
                                        <p:tgtEl>
                                          <p:spTgt spid="44"/>
                                        </p:tgtEl>
                                        <p:attrNameLst>
                                          <p:attrName>style.visibility</p:attrName>
                                        </p:attrNameLst>
                                      </p:cBhvr>
                                      <p:to>
                                        <p:strVal val="visible"/>
                                      </p:to>
                                    </p:set>
                                    <p:animEffect transition="in" filter="fade">
                                      <p:cBhvr>
                                        <p:cTn id="95" dur="500"/>
                                        <p:tgtEl>
                                          <p:spTgt spid="44"/>
                                        </p:tgtEl>
                                      </p:cBhvr>
                                    </p:animEffect>
                                  </p:childTnLst>
                                </p:cTn>
                              </p:par>
                              <p:par>
                                <p:cTn id="96" presetID="42" presetClass="path" presetSubtype="0" decel="100000" fill="hold" grpId="1" nodeType="withEffect">
                                  <p:stCondLst>
                                    <p:cond delay="750"/>
                                  </p:stCondLst>
                                  <p:childTnLst>
                                    <p:animMotion origin="layout" path="M -2.5E-6 1.85185E-6 L -2.5E-6 0.03541 " pathEditMode="relative" rAng="0" ptsTypes="AA">
                                      <p:cBhvr>
                                        <p:cTn id="97" dur="700" spd="-100000" fill="hold"/>
                                        <p:tgtEl>
                                          <p:spTgt spid="44"/>
                                        </p:tgtEl>
                                        <p:attrNameLst>
                                          <p:attrName>ppt_x</p:attrName>
                                          <p:attrName>ppt_y</p:attrName>
                                        </p:attrNameLst>
                                      </p:cBhvr>
                                      <p:rCtr x="0" y="1759"/>
                                    </p:animMotion>
                                  </p:childTnLst>
                                </p:cTn>
                              </p:par>
                              <p:par>
                                <p:cTn id="98" presetID="10" presetClass="entr" presetSubtype="0" fill="hold" grpId="0" nodeType="withEffect">
                                  <p:stCondLst>
                                    <p:cond delay="750"/>
                                  </p:stCondLst>
                                  <p:childTnLst>
                                    <p:set>
                                      <p:cBhvr>
                                        <p:cTn id="99" dur="1" fill="hold">
                                          <p:stCondLst>
                                            <p:cond delay="0"/>
                                          </p:stCondLst>
                                        </p:cTn>
                                        <p:tgtEl>
                                          <p:spTgt spid="61"/>
                                        </p:tgtEl>
                                        <p:attrNameLst>
                                          <p:attrName>style.visibility</p:attrName>
                                        </p:attrNameLst>
                                      </p:cBhvr>
                                      <p:to>
                                        <p:strVal val="visible"/>
                                      </p:to>
                                    </p:set>
                                    <p:animEffect transition="in" filter="fade">
                                      <p:cBhvr>
                                        <p:cTn id="100" dur="500"/>
                                        <p:tgtEl>
                                          <p:spTgt spid="61"/>
                                        </p:tgtEl>
                                      </p:cBhvr>
                                    </p:animEffect>
                                  </p:childTnLst>
                                </p:cTn>
                              </p:par>
                              <p:par>
                                <p:cTn id="101" presetID="42" presetClass="path" presetSubtype="0" decel="100000" fill="hold" grpId="1" nodeType="withEffect">
                                  <p:stCondLst>
                                    <p:cond delay="750"/>
                                  </p:stCondLst>
                                  <p:childTnLst>
                                    <p:animMotion origin="layout" path="M 1.875E-6 1.85185E-6 L 1.875E-6 0.03541 " pathEditMode="relative" rAng="0" ptsTypes="AA">
                                      <p:cBhvr>
                                        <p:cTn id="102" dur="700" spd="-100000" fill="hold"/>
                                        <p:tgtEl>
                                          <p:spTgt spid="61"/>
                                        </p:tgtEl>
                                        <p:attrNameLst>
                                          <p:attrName>ppt_x</p:attrName>
                                          <p:attrName>ppt_y</p:attrName>
                                        </p:attrNameLst>
                                      </p:cBhvr>
                                      <p:rCtr x="0" y="1759"/>
                                    </p:animMotion>
                                  </p:childTnLst>
                                </p:cTn>
                              </p:par>
                              <p:par>
                                <p:cTn id="103" presetID="10" presetClass="entr" presetSubtype="0" fill="hold" grpId="0" nodeType="withEffect">
                                  <p:stCondLst>
                                    <p:cond delay="750"/>
                                  </p:stCondLst>
                                  <p:childTnLst>
                                    <p:set>
                                      <p:cBhvr>
                                        <p:cTn id="104" dur="1" fill="hold">
                                          <p:stCondLst>
                                            <p:cond delay="0"/>
                                          </p:stCondLst>
                                        </p:cTn>
                                        <p:tgtEl>
                                          <p:spTgt spid="55"/>
                                        </p:tgtEl>
                                        <p:attrNameLst>
                                          <p:attrName>style.visibility</p:attrName>
                                        </p:attrNameLst>
                                      </p:cBhvr>
                                      <p:to>
                                        <p:strVal val="visible"/>
                                      </p:to>
                                    </p:set>
                                    <p:animEffect transition="in" filter="fade">
                                      <p:cBhvr>
                                        <p:cTn id="105" dur="500"/>
                                        <p:tgtEl>
                                          <p:spTgt spid="55"/>
                                        </p:tgtEl>
                                      </p:cBhvr>
                                    </p:animEffect>
                                  </p:childTnLst>
                                </p:cTn>
                              </p:par>
                              <p:par>
                                <p:cTn id="106" presetID="42" presetClass="path" presetSubtype="0" decel="100000" fill="hold" grpId="1" nodeType="withEffect">
                                  <p:stCondLst>
                                    <p:cond delay="750"/>
                                  </p:stCondLst>
                                  <p:childTnLst>
                                    <p:animMotion origin="layout" path="M -2.5E-6 1.85185E-6 L -2.5E-6 0.03541 " pathEditMode="relative" rAng="0" ptsTypes="AA">
                                      <p:cBhvr>
                                        <p:cTn id="107" dur="700" spd="-100000" fill="hold"/>
                                        <p:tgtEl>
                                          <p:spTgt spid="55"/>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9" grpId="1" animBg="1"/>
      <p:bldP spid="20" grpId="0" animBg="1"/>
      <p:bldP spid="20" grpId="1" animBg="1"/>
      <p:bldP spid="31" grpId="0" animBg="1"/>
      <p:bldP spid="31" grpId="1" animBg="1"/>
      <p:bldP spid="32" grpId="0" animBg="1"/>
      <p:bldP spid="32" grpId="1" animBg="1"/>
      <p:bldP spid="35" grpId="0" animBg="1"/>
      <p:bldP spid="35" grpId="1" animBg="1"/>
      <p:bldP spid="36" grpId="0" animBg="1"/>
      <p:bldP spid="36" grpId="1" animBg="1"/>
      <p:bldP spid="39" grpId="0" animBg="1"/>
      <p:bldP spid="39" grpId="1" animBg="1"/>
      <p:bldP spid="40" grpId="0" animBg="1"/>
      <p:bldP spid="40" grpId="1" animBg="1"/>
      <p:bldP spid="43" grpId="0" animBg="1"/>
      <p:bldP spid="43" grpId="1" animBg="1"/>
      <p:bldP spid="44" grpId="0" animBg="1"/>
      <p:bldP spid="44" grpId="1" animBg="1"/>
      <p:bldP spid="51" grpId="0">
        <p:tmplLst>
          <p:tmpl>
            <p:tnLst>
              <p:par>
                <p:cTn presetID="10" presetClass="entr" presetSubtype="0" fill="hold" nodeType="withEffect">
                  <p:stCondLst>
                    <p:cond delay="50"/>
                  </p:stCondLst>
                  <p:childTnLst>
                    <p:set>
                      <p:cBhvr>
                        <p:cTn dur="1" fill="hold">
                          <p:stCondLst>
                            <p:cond delay="0"/>
                          </p:stCondLst>
                        </p:cTn>
                        <p:tgtEl>
                          <p:spTgt spid="51"/>
                        </p:tgtEl>
                        <p:attrNameLst>
                          <p:attrName>style.visibility</p:attrName>
                        </p:attrNameLst>
                      </p:cBhvr>
                      <p:to>
                        <p:strVal val="visible"/>
                      </p:to>
                    </p:set>
                    <p:animEffect transition="in" filter="fade">
                      <p:cBhvr>
                        <p:cTn dur="500"/>
                        <p:tgtEl>
                          <p:spTgt spid="51"/>
                        </p:tgtEl>
                      </p:cBhvr>
                    </p:animEffect>
                  </p:childTnLst>
                </p:cTn>
              </p:par>
            </p:tnLst>
          </p:tmpl>
        </p:tmplLst>
      </p:bldP>
      <p:bldP spid="51" grpId="1"/>
      <p:bldP spid="52" grpId="0">
        <p:tmplLst>
          <p:tmpl>
            <p:tnLst>
              <p:par>
                <p:cTn presetID="10" presetClass="entr" presetSubtype="0" fill="hold" nodeType="withEffect">
                  <p:stCondLst>
                    <p:cond delay="100"/>
                  </p:stCondLst>
                  <p:childTnLst>
                    <p:set>
                      <p:cBhvr>
                        <p:cTn dur="1" fill="hold">
                          <p:stCondLst>
                            <p:cond delay="0"/>
                          </p:stCondLst>
                        </p:cTn>
                        <p:tgtEl>
                          <p:spTgt spid="52"/>
                        </p:tgtEl>
                        <p:attrNameLst>
                          <p:attrName>style.visibility</p:attrName>
                        </p:attrNameLst>
                      </p:cBhvr>
                      <p:to>
                        <p:strVal val="visible"/>
                      </p:to>
                    </p:set>
                    <p:animEffect transition="in" filter="fade">
                      <p:cBhvr>
                        <p:cTn dur="500"/>
                        <p:tgtEl>
                          <p:spTgt spid="52"/>
                        </p:tgtEl>
                      </p:cBhvr>
                    </p:animEffect>
                  </p:childTnLst>
                </p:cTn>
              </p:par>
            </p:tnLst>
          </p:tmpl>
        </p:tmplLst>
      </p:bldP>
      <p:bldP spid="52" grpId="1"/>
      <p:bldP spid="53" grpId="0">
        <p:tmplLst>
          <p:tmpl>
            <p:tnLst>
              <p:par>
                <p:cTn presetID="10" presetClass="entr" presetSubtype="0" fill="hold" nodeType="withEffect">
                  <p:stCondLst>
                    <p:cond delay="250"/>
                  </p:stCondLst>
                  <p:childTnLst>
                    <p:set>
                      <p:cBhvr>
                        <p:cTn dur="1" fill="hold">
                          <p:stCondLst>
                            <p:cond delay="0"/>
                          </p:stCondLst>
                        </p:cTn>
                        <p:tgtEl>
                          <p:spTgt spid="53"/>
                        </p:tgtEl>
                        <p:attrNameLst>
                          <p:attrName>style.visibility</p:attrName>
                        </p:attrNameLst>
                      </p:cBhvr>
                      <p:to>
                        <p:strVal val="visible"/>
                      </p:to>
                    </p:set>
                    <p:animEffect transition="in" filter="fade">
                      <p:cBhvr>
                        <p:cTn dur="500"/>
                        <p:tgtEl>
                          <p:spTgt spid="53"/>
                        </p:tgtEl>
                      </p:cBhvr>
                    </p:animEffect>
                  </p:childTnLst>
                </p:cTn>
              </p:par>
            </p:tnLst>
          </p:tmpl>
        </p:tmplLst>
      </p:bldP>
      <p:bldP spid="53" grpId="1"/>
      <p:bldP spid="54" grpId="0">
        <p:tmplLst>
          <p:tmpl>
            <p:tnLst>
              <p:par>
                <p:cTn presetID="10" presetClass="entr" presetSubtype="0" fill="hold" nodeType="withEffect">
                  <p:stCondLst>
                    <p:cond delay="500"/>
                  </p:stCondLst>
                  <p:childTnLst>
                    <p:set>
                      <p:cBhvr>
                        <p:cTn dur="1" fill="hold">
                          <p:stCondLst>
                            <p:cond delay="0"/>
                          </p:stCondLst>
                        </p:cTn>
                        <p:tgtEl>
                          <p:spTgt spid="54"/>
                        </p:tgtEl>
                        <p:attrNameLst>
                          <p:attrName>style.visibility</p:attrName>
                        </p:attrNameLst>
                      </p:cBhvr>
                      <p:to>
                        <p:strVal val="visible"/>
                      </p:to>
                    </p:set>
                    <p:animEffect transition="in" filter="fade">
                      <p:cBhvr>
                        <p:cTn dur="500"/>
                        <p:tgtEl>
                          <p:spTgt spid="54"/>
                        </p:tgtEl>
                      </p:cBhvr>
                    </p:animEffect>
                  </p:childTnLst>
                </p:cTn>
              </p:par>
            </p:tnLst>
          </p:tmpl>
        </p:tmplLst>
      </p:bldP>
      <p:bldP spid="54" grpId="1"/>
      <p:bldP spid="55" grpId="0">
        <p:tmplLst>
          <p:tmpl>
            <p:tnLst>
              <p:par>
                <p:cTn presetID="10" presetClass="entr" presetSubtype="0" fill="hold" nodeType="withEffect">
                  <p:stCondLst>
                    <p:cond delay="750"/>
                  </p:stCondLst>
                  <p:childTnLst>
                    <p:set>
                      <p:cBhvr>
                        <p:cTn dur="1" fill="hold">
                          <p:stCondLst>
                            <p:cond delay="0"/>
                          </p:stCondLst>
                        </p:cTn>
                        <p:tgtEl>
                          <p:spTgt spid="55"/>
                        </p:tgtEl>
                        <p:attrNameLst>
                          <p:attrName>style.visibility</p:attrName>
                        </p:attrNameLst>
                      </p:cBhvr>
                      <p:to>
                        <p:strVal val="visible"/>
                      </p:to>
                    </p:set>
                    <p:animEffect transition="in" filter="fade">
                      <p:cBhvr>
                        <p:cTn dur="500"/>
                        <p:tgtEl>
                          <p:spTgt spid="55"/>
                        </p:tgtEl>
                      </p:cBhvr>
                    </p:animEffect>
                  </p:childTnLst>
                </p:cTn>
              </p:par>
            </p:tnLst>
          </p:tmpl>
        </p:tmplLst>
      </p:bldP>
      <p:bldP spid="55" grpId="1"/>
      <p:bldP spid="57" grpId="0"/>
      <p:bldP spid="57" grpId="1"/>
      <p:bldP spid="58" grpId="0"/>
      <p:bldP spid="58" grpId="1"/>
      <p:bldP spid="59" grpId="0"/>
      <p:bldP spid="59" grpId="1"/>
      <p:bldP spid="60" grpId="0"/>
      <p:bldP spid="60" grpId="1"/>
      <p:bldP spid="61" grpId="0"/>
      <p:bldP spid="61" grpId="1"/>
    </p:bldLst>
  </p:timing>
  <p:extLst>
    <p:ext uri="{DCECCB84-F9BA-43D5-87BE-67443E8EF086}">
      <p15:sldGuideLst xmlns:p15="http://schemas.microsoft.com/office/powerpoint/2012/main">
        <p15:guide id="28" orient="horz" pos="864">
          <p15:clr>
            <a:srgbClr val="5ACBF0"/>
          </p15:clr>
        </p15:guide>
        <p15:guide id="29" orient="horz" pos="1272">
          <p15:clr>
            <a:srgbClr val="5ACBF0"/>
          </p15:clr>
        </p15:guide>
        <p15:guide id="30" orient="horz" pos="288">
          <p15:clr>
            <a:srgbClr val="5ACBF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Case Study">
    <p:spTree>
      <p:nvGrpSpPr>
        <p:cNvPr id="1" name=""/>
        <p:cNvGrpSpPr/>
        <p:nvPr/>
      </p:nvGrpSpPr>
      <p:grpSpPr>
        <a:xfrm>
          <a:off x="0" y="0"/>
          <a:ext cx="0" cy="0"/>
          <a:chOff x="0" y="0"/>
          <a:chExt cx="0" cy="0"/>
        </a:xfrm>
      </p:grpSpPr>
      <p:sp>
        <p:nvSpPr>
          <p:cNvPr id="54" name="Rectangle: Rounded Corners 53">
            <a:extLst>
              <a:ext uri="{FF2B5EF4-FFF2-40B4-BE49-F238E27FC236}">
                <a16:creationId xmlns:a16="http://schemas.microsoft.com/office/drawing/2014/main" id="{D6FF23F7-0179-D465-734F-A0770053D887}"/>
              </a:ext>
            </a:extLst>
          </p:cNvPr>
          <p:cNvSpPr/>
          <p:nvPr userDrawn="1"/>
        </p:nvSpPr>
        <p:spPr bwMode="auto">
          <a:xfrm>
            <a:off x="501662" y="425311"/>
            <a:ext cx="11101485" cy="5848489"/>
          </a:xfrm>
          <a:prstGeom prst="roundRect">
            <a:avLst>
              <a:gd name="adj" fmla="val 3187"/>
            </a:avLst>
          </a:prstGeom>
          <a:no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sp>
        <p:nvSpPr>
          <p:cNvPr id="66" name="Rectangle: Rounded Corners 65">
            <a:extLst>
              <a:ext uri="{FF2B5EF4-FFF2-40B4-BE49-F238E27FC236}">
                <a16:creationId xmlns:a16="http://schemas.microsoft.com/office/drawing/2014/main" id="{906836D4-9650-99C4-65C5-3B7068D380B8}"/>
              </a:ext>
            </a:extLst>
          </p:cNvPr>
          <p:cNvSpPr/>
          <p:nvPr userDrawn="1"/>
        </p:nvSpPr>
        <p:spPr bwMode="auto">
          <a:xfrm>
            <a:off x="613811" y="539253"/>
            <a:ext cx="5129764" cy="5642342"/>
          </a:xfrm>
          <a:prstGeom prst="roundRect">
            <a:avLst>
              <a:gd name="adj" fmla="val 2764"/>
            </a:avLst>
          </a:prstGeom>
          <a:solidFill>
            <a:schemeClr val="bg1">
              <a:alpha val="65000"/>
            </a:schemeClr>
          </a:solidFill>
          <a:ln w="15875">
            <a:noFill/>
            <a:headEnd type="none" w="med" len="med"/>
            <a:tailEnd type="none" w="med" len="med"/>
          </a:ln>
          <a:effectLst>
            <a:outerShdw blurRad="279400" algn="ctr"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Calibri" panose="020F0502020204030204"/>
              <a:ea typeface="Segoe UI" pitchFamily="34" charset="0"/>
              <a:cs typeface="Segoe UI" pitchFamily="34" charset="0"/>
            </a:endParaRPr>
          </a:p>
        </p:txBody>
      </p:sp>
      <p:sp>
        <p:nvSpPr>
          <p:cNvPr id="62" name="Text Placeholder 61">
            <a:extLst>
              <a:ext uri="{FF2B5EF4-FFF2-40B4-BE49-F238E27FC236}">
                <a16:creationId xmlns:a16="http://schemas.microsoft.com/office/drawing/2014/main" id="{937ACF11-830E-2F0E-DF5A-0EF9D7F71F30}"/>
              </a:ext>
            </a:extLst>
          </p:cNvPr>
          <p:cNvSpPr>
            <a:spLocks noGrp="1"/>
          </p:cNvSpPr>
          <p:nvPr userDrawn="1">
            <p:ph type="body" sz="quarter" idx="10" hasCustomPrompt="1"/>
          </p:nvPr>
        </p:nvSpPr>
        <p:spPr>
          <a:xfrm>
            <a:off x="6096000" y="620645"/>
            <a:ext cx="5303520" cy="1645398"/>
          </a:xfrm>
        </p:spPr>
        <p:txBody>
          <a:bodyPr anchor="ctr">
            <a:noAutofit/>
          </a:bodyPr>
          <a:lstStyle>
            <a:lvl1pPr marL="0" indent="0">
              <a:buNone/>
              <a:defRPr kumimoji="0" lang="en-US" sz="2000" b="0" i="0" u="none" strike="noStrike" kern="1200" cap="none" spc="0" normalizeH="0" baseline="0" dirty="0">
                <a:ln w="3175">
                  <a:noFill/>
                </a:ln>
                <a:solidFill>
                  <a:srgbClr val="000000"/>
                </a:solidFill>
                <a:effectLst/>
                <a:uLnTx/>
                <a:uFillTx/>
                <a:latin typeface="+mn-lt"/>
                <a:ea typeface="+mn-ea"/>
                <a:cs typeface="Segoe UI" pitchFamily="34" charset="0"/>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466236" rtl="0" eaLnBrk="1" fontAlgn="base" latinLnBrk="0" hangingPunct="1">
              <a:lnSpc>
                <a:spcPct val="100000"/>
              </a:lnSpc>
              <a:spcBef>
                <a:spcPts val="0"/>
              </a:spcBef>
              <a:spcAft>
                <a:spcPts val="0"/>
              </a:spcAft>
              <a:buClrTx/>
              <a:buSzTx/>
              <a:buFontTx/>
              <a:buNone/>
              <a:tabLst/>
              <a:defRPr/>
            </a:pPr>
            <a:r>
              <a:rPr lang="en-GB"/>
              <a:t>Add points here</a:t>
            </a:r>
            <a:endParaRPr lang="en-US"/>
          </a:p>
        </p:txBody>
      </p:sp>
      <p:sp>
        <p:nvSpPr>
          <p:cNvPr id="63" name="Text Placeholder 61">
            <a:extLst>
              <a:ext uri="{FF2B5EF4-FFF2-40B4-BE49-F238E27FC236}">
                <a16:creationId xmlns:a16="http://schemas.microsoft.com/office/drawing/2014/main" id="{70D9B9D0-7694-1047-562C-289621367EEC}"/>
              </a:ext>
            </a:extLst>
          </p:cNvPr>
          <p:cNvSpPr>
            <a:spLocks noGrp="1"/>
          </p:cNvSpPr>
          <p:nvPr userDrawn="1">
            <p:ph type="body" sz="quarter" idx="11" hasCustomPrompt="1"/>
          </p:nvPr>
        </p:nvSpPr>
        <p:spPr>
          <a:xfrm>
            <a:off x="6096000" y="2529273"/>
            <a:ext cx="5303520" cy="1645398"/>
          </a:xfrm>
        </p:spPr>
        <p:txBody>
          <a:bodyPr anchor="ctr">
            <a:noAutofit/>
          </a:bodyPr>
          <a:lstStyle>
            <a:lvl1pPr marL="0" indent="0">
              <a:buNone/>
              <a:defRPr kumimoji="0" lang="en-US" sz="2000" b="0" i="0" u="none" strike="noStrike" kern="1200" cap="none" spc="0" normalizeH="0" baseline="0" dirty="0">
                <a:ln w="3175">
                  <a:noFill/>
                </a:ln>
                <a:solidFill>
                  <a:srgbClr val="000000"/>
                </a:solidFill>
                <a:effectLst/>
                <a:uLnTx/>
                <a:uFillTx/>
                <a:latin typeface="+mn-lt"/>
                <a:ea typeface="+mn-ea"/>
                <a:cs typeface="Segoe UI" pitchFamily="34" charset="0"/>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466236" rtl="0" eaLnBrk="1" fontAlgn="base" latinLnBrk="0" hangingPunct="1">
              <a:lnSpc>
                <a:spcPct val="100000"/>
              </a:lnSpc>
              <a:spcBef>
                <a:spcPts val="0"/>
              </a:spcBef>
              <a:spcAft>
                <a:spcPts val="0"/>
              </a:spcAft>
              <a:buClrTx/>
              <a:buSzTx/>
              <a:buFontTx/>
              <a:buNone/>
              <a:tabLst/>
              <a:defRPr/>
            </a:pPr>
            <a:r>
              <a:rPr lang="en-GB"/>
              <a:t>Add points here</a:t>
            </a:r>
            <a:endParaRPr lang="en-US"/>
          </a:p>
        </p:txBody>
      </p:sp>
      <p:sp>
        <p:nvSpPr>
          <p:cNvPr id="64" name="Text Placeholder 61">
            <a:extLst>
              <a:ext uri="{FF2B5EF4-FFF2-40B4-BE49-F238E27FC236}">
                <a16:creationId xmlns:a16="http://schemas.microsoft.com/office/drawing/2014/main" id="{C42BA777-26DA-F63D-B0FA-52B9063F07AD}"/>
              </a:ext>
            </a:extLst>
          </p:cNvPr>
          <p:cNvSpPr>
            <a:spLocks noGrp="1"/>
          </p:cNvSpPr>
          <p:nvPr userDrawn="1">
            <p:ph type="body" sz="quarter" idx="12" hasCustomPrompt="1"/>
          </p:nvPr>
        </p:nvSpPr>
        <p:spPr>
          <a:xfrm>
            <a:off x="6096000" y="4437903"/>
            <a:ext cx="5303520" cy="1645398"/>
          </a:xfrm>
        </p:spPr>
        <p:txBody>
          <a:bodyPr anchor="ctr">
            <a:noAutofit/>
          </a:bodyPr>
          <a:lstStyle>
            <a:lvl1pPr marL="0" indent="0">
              <a:buNone/>
              <a:defRPr kumimoji="0" lang="en-US" sz="2000" b="0" i="0" u="none" strike="noStrike" kern="1200" cap="none" spc="0" normalizeH="0" baseline="0" dirty="0">
                <a:ln w="3175">
                  <a:noFill/>
                </a:ln>
                <a:solidFill>
                  <a:srgbClr val="000000"/>
                </a:solidFill>
                <a:effectLst/>
                <a:uLnTx/>
                <a:uFillTx/>
                <a:latin typeface="+mn-lt"/>
                <a:ea typeface="+mn-ea"/>
                <a:cs typeface="Segoe UI" pitchFamily="34" charset="0"/>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466236" rtl="0" eaLnBrk="1" fontAlgn="base" latinLnBrk="0" hangingPunct="1">
              <a:lnSpc>
                <a:spcPct val="100000"/>
              </a:lnSpc>
              <a:spcBef>
                <a:spcPts val="0"/>
              </a:spcBef>
              <a:spcAft>
                <a:spcPts val="0"/>
              </a:spcAft>
              <a:buClrTx/>
              <a:buSzTx/>
              <a:buFontTx/>
              <a:buNone/>
              <a:tabLst/>
              <a:defRPr/>
            </a:pPr>
            <a:r>
              <a:rPr lang="en-GB"/>
              <a:t>Add points here</a:t>
            </a:r>
            <a:endParaRPr lang="en-US"/>
          </a:p>
        </p:txBody>
      </p:sp>
      <p:sp>
        <p:nvSpPr>
          <p:cNvPr id="69" name="Text Placeholder 61">
            <a:extLst>
              <a:ext uri="{FF2B5EF4-FFF2-40B4-BE49-F238E27FC236}">
                <a16:creationId xmlns:a16="http://schemas.microsoft.com/office/drawing/2014/main" id="{20199137-1F97-7000-2257-B8E31B6B0380}"/>
              </a:ext>
            </a:extLst>
          </p:cNvPr>
          <p:cNvSpPr>
            <a:spLocks noGrp="1"/>
          </p:cNvSpPr>
          <p:nvPr>
            <p:ph type="body" sz="quarter" idx="14" hasCustomPrompt="1"/>
          </p:nvPr>
        </p:nvSpPr>
        <p:spPr>
          <a:xfrm>
            <a:off x="884739" y="1905000"/>
            <a:ext cx="4616175" cy="4013200"/>
          </a:xfrm>
        </p:spPr>
        <p:txBody>
          <a:bodyPr anchor="t">
            <a:noAutofit/>
          </a:bodyPr>
          <a:lstStyle>
            <a:lvl1pPr marL="0" indent="0">
              <a:lnSpc>
                <a:spcPct val="100000"/>
              </a:lnSpc>
              <a:buNone/>
              <a:defRPr kumimoji="0" lang="en-US" sz="2400" b="0" i="0" u="none" strike="noStrike" kern="1200" cap="none" spc="0" normalizeH="0" baseline="0" dirty="0">
                <a:ln>
                  <a:noFill/>
                </a:ln>
                <a:solidFill>
                  <a:schemeClr val="tx1"/>
                </a:solidFill>
                <a:effectLst/>
                <a:uLnTx/>
                <a:uFillTx/>
                <a:latin typeface="Segoe UI Semibold"/>
                <a:ea typeface="+mn-ea"/>
                <a:cs typeface="+mn-cs"/>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14400" rtl="0" eaLnBrk="1" fontAlgn="auto" latinLnBrk="0" hangingPunct="1">
              <a:lnSpc>
                <a:spcPct val="110000"/>
              </a:lnSpc>
              <a:spcBef>
                <a:spcPts val="0"/>
              </a:spcBef>
              <a:spcAft>
                <a:spcPts val="0"/>
              </a:spcAft>
              <a:buClrTx/>
              <a:buSzTx/>
              <a:buFontTx/>
              <a:buNone/>
              <a:tabLst/>
              <a:defRPr/>
            </a:pPr>
            <a:r>
              <a:rPr lang="en-GB"/>
              <a:t>Add description here</a:t>
            </a:r>
            <a:endParaRPr lang="en-US"/>
          </a:p>
        </p:txBody>
      </p:sp>
      <p:sp>
        <p:nvSpPr>
          <p:cNvPr id="71" name="Picture Placeholder 56">
            <a:extLst>
              <a:ext uri="{FF2B5EF4-FFF2-40B4-BE49-F238E27FC236}">
                <a16:creationId xmlns:a16="http://schemas.microsoft.com/office/drawing/2014/main" id="{1CC7473D-C9C8-1A3A-EC7E-C52F57C95770}"/>
              </a:ext>
            </a:extLst>
          </p:cNvPr>
          <p:cNvSpPr>
            <a:spLocks noGrp="1"/>
          </p:cNvSpPr>
          <p:nvPr>
            <p:ph type="pic" sz="quarter" idx="16" hasCustomPrompt="1"/>
          </p:nvPr>
        </p:nvSpPr>
        <p:spPr>
          <a:xfrm>
            <a:off x="884739" y="654733"/>
            <a:ext cx="1007561" cy="1007561"/>
          </a:xfrm>
          <a:prstGeom prst="rect">
            <a:avLst/>
          </a:prstGeom>
        </p:spPr>
        <p:txBody>
          <a:bodyPr anchor="ctr">
            <a:noAutofit/>
          </a:bodyPr>
          <a:lstStyle>
            <a:lvl1pPr marL="0" indent="0" algn="ctr">
              <a:buNone/>
              <a:defRPr sz="1200">
                <a:latin typeface="+mj-lt"/>
              </a:defRPr>
            </a:lvl1pPr>
          </a:lstStyle>
          <a:p>
            <a:r>
              <a:rPr lang="en-US"/>
              <a:t>Customer Logo</a:t>
            </a:r>
          </a:p>
        </p:txBody>
      </p:sp>
      <p:sp>
        <p:nvSpPr>
          <p:cNvPr id="72" name="Text Placeholder 23">
            <a:extLst>
              <a:ext uri="{FF2B5EF4-FFF2-40B4-BE49-F238E27FC236}">
                <a16:creationId xmlns:a16="http://schemas.microsoft.com/office/drawing/2014/main" id="{C6AF23F4-F4F6-9427-C132-5DBD2F7CBE9A}"/>
              </a:ext>
            </a:extLst>
          </p:cNvPr>
          <p:cNvSpPr>
            <a:spLocks noGrp="1"/>
          </p:cNvSpPr>
          <p:nvPr>
            <p:ph type="body" sz="quarter" idx="23" hasCustomPrompt="1"/>
          </p:nvPr>
        </p:nvSpPr>
        <p:spPr>
          <a:xfrm>
            <a:off x="584200" y="6460362"/>
            <a:ext cx="11025188" cy="138499"/>
          </a:xfrm>
        </p:spPr>
        <p:txBody>
          <a:bodyPr anchor="b">
            <a:spAutoFit/>
          </a:bodyPr>
          <a:lstStyle>
            <a:lvl1pPr marL="0" indent="0" algn="l">
              <a:buNone/>
              <a:defRPr sz="900">
                <a:solidFill>
                  <a:schemeClr val="bg1">
                    <a:lumMod val="50000"/>
                  </a:schemeClr>
                </a:solidFill>
                <a:latin typeface="+mn-lt"/>
              </a:defRPr>
            </a:lvl1pPr>
          </a:lstStyle>
          <a:p>
            <a:pPr lvl="0"/>
            <a:r>
              <a:rPr lang="en-GB"/>
              <a:t>Add text here</a:t>
            </a:r>
            <a:endParaRPr lang="en-US"/>
          </a:p>
        </p:txBody>
      </p:sp>
    </p:spTree>
    <p:extLst>
      <p:ext uri="{BB962C8B-B14F-4D97-AF65-F5344CB8AC3E}">
        <p14:creationId xmlns:p14="http://schemas.microsoft.com/office/powerpoint/2010/main" val="3548996450"/>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824">
          <p15:clr>
            <a:srgbClr val="5ACBF0"/>
          </p15:clr>
        </p15:guide>
        <p15:guide id="30" orient="horz" pos="288">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Power Platform for Everyone">
    <p:spTree>
      <p:nvGrpSpPr>
        <p:cNvPr id="1" name=""/>
        <p:cNvGrpSpPr/>
        <p:nvPr/>
      </p:nvGrpSpPr>
      <p:grpSpPr>
        <a:xfrm>
          <a:off x="0" y="0"/>
          <a:ext cx="0" cy="0"/>
          <a:chOff x="0" y="0"/>
          <a:chExt cx="0" cy="0"/>
        </a:xfrm>
      </p:grpSpPr>
      <p:sp>
        <p:nvSpPr>
          <p:cNvPr id="3" name="Freeform: Shape 28">
            <a:extLst>
              <a:ext uri="{FF2B5EF4-FFF2-40B4-BE49-F238E27FC236}">
                <a16:creationId xmlns:a16="http://schemas.microsoft.com/office/drawing/2014/main" id="{E2CBEEC7-FB48-9AD5-87CC-9137F3101D00}"/>
              </a:ext>
            </a:extLst>
          </p:cNvPr>
          <p:cNvSpPr/>
          <p:nvPr userDrawn="1"/>
        </p:nvSpPr>
        <p:spPr bwMode="auto">
          <a:xfrm>
            <a:off x="4328660" y="855652"/>
            <a:ext cx="3907290" cy="1001712"/>
          </a:xfrm>
          <a:custGeom>
            <a:avLst/>
            <a:gdLst>
              <a:gd name="connsiteX0" fmla="*/ 485153 w 2015511"/>
              <a:gd name="connsiteY0" fmla="*/ 0 h 635000"/>
              <a:gd name="connsiteX1" fmla="*/ 1530358 w 2015511"/>
              <a:gd name="connsiteY1" fmla="*/ 0 h 635000"/>
              <a:gd name="connsiteX2" fmla="*/ 1527611 w 2015511"/>
              <a:gd name="connsiteY2" fmla="*/ 4436 h 635000"/>
              <a:gd name="connsiteX3" fmla="*/ 1488072 w 2015511"/>
              <a:gd name="connsiteY3" fmla="*/ 159046 h 635000"/>
              <a:gd name="connsiteX4" fmla="*/ 1875824 w 2015511"/>
              <a:gd name="connsiteY4" fmla="*/ 590177 h 635000"/>
              <a:gd name="connsiteX5" fmla="*/ 2015511 w 2015511"/>
              <a:gd name="connsiteY5" fmla="*/ 635000 h 635000"/>
              <a:gd name="connsiteX6" fmla="*/ 0 w 2015511"/>
              <a:gd name="connsiteY6" fmla="*/ 635000 h 635000"/>
              <a:gd name="connsiteX7" fmla="*/ 139687 w 2015511"/>
              <a:gd name="connsiteY7" fmla="*/ 590177 h 635000"/>
              <a:gd name="connsiteX8" fmla="*/ 527439 w 2015511"/>
              <a:gd name="connsiteY8" fmla="*/ 159046 h 635000"/>
              <a:gd name="connsiteX9" fmla="*/ 487900 w 2015511"/>
              <a:gd name="connsiteY9" fmla="*/ 4436 h 635000"/>
              <a:gd name="connsiteX10" fmla="*/ 485153 w 2015511"/>
              <a:gd name="connsiteY10" fmla="*/ 0 h 63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5511" h="635000">
                <a:moveTo>
                  <a:pt x="485153" y="0"/>
                </a:moveTo>
                <a:lnTo>
                  <a:pt x="1530358" y="0"/>
                </a:lnTo>
                <a:lnTo>
                  <a:pt x="1527611" y="4436"/>
                </a:lnTo>
                <a:cubicBezTo>
                  <a:pt x="1501915" y="53277"/>
                  <a:pt x="1488072" y="105206"/>
                  <a:pt x="1488072" y="159046"/>
                </a:cubicBezTo>
                <a:cubicBezTo>
                  <a:pt x="1488072" y="338513"/>
                  <a:pt x="1641882" y="496742"/>
                  <a:pt x="1875824" y="590177"/>
                </a:cubicBezTo>
                <a:lnTo>
                  <a:pt x="2015511" y="635000"/>
                </a:lnTo>
                <a:lnTo>
                  <a:pt x="0" y="635000"/>
                </a:lnTo>
                <a:lnTo>
                  <a:pt x="139687" y="590177"/>
                </a:lnTo>
                <a:cubicBezTo>
                  <a:pt x="373629" y="496742"/>
                  <a:pt x="527439" y="338513"/>
                  <a:pt x="527439" y="159046"/>
                </a:cubicBezTo>
                <a:cubicBezTo>
                  <a:pt x="527439" y="105206"/>
                  <a:pt x="513596" y="53277"/>
                  <a:pt x="487900" y="4436"/>
                </a:cubicBezTo>
                <a:lnTo>
                  <a:pt x="485153" y="0"/>
                </a:lnTo>
                <a:close/>
              </a:path>
            </a:pathLst>
          </a:cu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 name="Rectangle: Top Corners Rounded 3">
            <a:extLst>
              <a:ext uri="{FF2B5EF4-FFF2-40B4-BE49-F238E27FC236}">
                <a16:creationId xmlns:a16="http://schemas.microsoft.com/office/drawing/2014/main" id="{C57484F3-2ED6-4D28-7EED-87C2265E9EE7}"/>
              </a:ext>
            </a:extLst>
          </p:cNvPr>
          <p:cNvSpPr/>
          <p:nvPr userDrawn="1"/>
        </p:nvSpPr>
        <p:spPr bwMode="auto">
          <a:xfrm rot="10800000">
            <a:off x="5019675" y="-2"/>
            <a:ext cx="2525260" cy="1143002"/>
          </a:xfrm>
          <a:prstGeom prst="round2SameRect">
            <a:avLst>
              <a:gd name="adj1" fmla="val 8027"/>
              <a:gd name="adj2" fmla="val 0"/>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5" name="Rectangle: Rounded Corners 4">
            <a:extLst>
              <a:ext uri="{FF2B5EF4-FFF2-40B4-BE49-F238E27FC236}">
                <a16:creationId xmlns:a16="http://schemas.microsoft.com/office/drawing/2014/main" id="{5E6885BD-5DC4-A507-8CE9-1FF8F86797C2}"/>
              </a:ext>
            </a:extLst>
          </p:cNvPr>
          <p:cNvSpPr/>
          <p:nvPr userDrawn="1"/>
        </p:nvSpPr>
        <p:spPr bwMode="auto">
          <a:xfrm>
            <a:off x="585218" y="1857364"/>
            <a:ext cx="11021566" cy="4414848"/>
          </a:xfrm>
          <a:prstGeom prst="roundRect">
            <a:avLst>
              <a:gd name="adj" fmla="val 3187"/>
            </a:avLst>
          </a:prstGeom>
          <a:no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180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cxnSp>
        <p:nvCxnSpPr>
          <p:cNvPr id="9" name="Straight Connector 8">
            <a:extLst>
              <a:ext uri="{FF2B5EF4-FFF2-40B4-BE49-F238E27FC236}">
                <a16:creationId xmlns:a16="http://schemas.microsoft.com/office/drawing/2014/main" id="{79DA01BB-ED35-5F2B-54A1-8AEC6197B85D}"/>
              </a:ext>
            </a:extLst>
          </p:cNvPr>
          <p:cNvCxnSpPr>
            <a:cxnSpLocks/>
          </p:cNvCxnSpPr>
          <p:nvPr userDrawn="1"/>
        </p:nvCxnSpPr>
        <p:spPr>
          <a:xfrm>
            <a:off x="4259054" y="2078404"/>
            <a:ext cx="0" cy="3972769"/>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384892A-CC6C-5254-8D7E-D0616F0F6722}"/>
              </a:ext>
            </a:extLst>
          </p:cNvPr>
          <p:cNvCxnSpPr>
            <a:cxnSpLocks/>
          </p:cNvCxnSpPr>
          <p:nvPr userDrawn="1"/>
        </p:nvCxnSpPr>
        <p:spPr>
          <a:xfrm>
            <a:off x="7932946" y="2078404"/>
            <a:ext cx="0" cy="3972769"/>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 name="Text Placeholder 61">
            <a:extLst>
              <a:ext uri="{FF2B5EF4-FFF2-40B4-BE49-F238E27FC236}">
                <a16:creationId xmlns:a16="http://schemas.microsoft.com/office/drawing/2014/main" id="{69100C62-E5A6-47FE-4EEC-9EF3E364859C}"/>
              </a:ext>
            </a:extLst>
          </p:cNvPr>
          <p:cNvSpPr>
            <a:spLocks noGrp="1"/>
          </p:cNvSpPr>
          <p:nvPr>
            <p:ph type="body" sz="quarter" idx="10" hasCustomPrompt="1"/>
          </p:nvPr>
        </p:nvSpPr>
        <p:spPr>
          <a:xfrm>
            <a:off x="762472" y="2123231"/>
            <a:ext cx="3319272" cy="3883114"/>
          </a:xfrm>
        </p:spPr>
        <p:txBody>
          <a:bodyPr anchor="t">
            <a:noAutofit/>
          </a:bodyPr>
          <a:lstStyle>
            <a:lvl1pPr marL="0" indent="0">
              <a:spcBef>
                <a:spcPts val="2600"/>
              </a:spcBef>
              <a:buNone/>
              <a:defRPr kumimoji="0" lang="en-US" sz="2400" b="0" i="0" u="none" strike="noStrike" kern="1200" cap="none" spc="0" normalizeH="0" baseline="0" dirty="0">
                <a:ln w="3175">
                  <a:noFill/>
                </a:ln>
                <a:solidFill>
                  <a:srgbClr val="000000"/>
                </a:solidFill>
                <a:effectLst/>
                <a:uLnTx/>
                <a:uFillTx/>
                <a:latin typeface="+mn-lt"/>
                <a:ea typeface="+mn-ea"/>
                <a:cs typeface="Segoe UI" pitchFamily="34" charset="0"/>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466236" rtl="0" eaLnBrk="1" fontAlgn="base" latinLnBrk="0" hangingPunct="1">
              <a:lnSpc>
                <a:spcPct val="100000"/>
              </a:lnSpc>
              <a:spcBef>
                <a:spcPts val="0"/>
              </a:spcBef>
              <a:spcAft>
                <a:spcPts val="0"/>
              </a:spcAft>
              <a:buClrTx/>
              <a:buSzTx/>
              <a:buFontTx/>
              <a:buNone/>
              <a:tabLst/>
              <a:defRPr/>
            </a:pPr>
            <a:r>
              <a:rPr lang="en-GB"/>
              <a:t>Lorem Ipsum</a:t>
            </a:r>
            <a:endParaRPr lang="en-US"/>
          </a:p>
        </p:txBody>
      </p:sp>
      <p:sp>
        <p:nvSpPr>
          <p:cNvPr id="13" name="Text Placeholder 61">
            <a:extLst>
              <a:ext uri="{FF2B5EF4-FFF2-40B4-BE49-F238E27FC236}">
                <a16:creationId xmlns:a16="http://schemas.microsoft.com/office/drawing/2014/main" id="{E2E23B9B-31AE-DD35-CD28-94C72148ABE3}"/>
              </a:ext>
            </a:extLst>
          </p:cNvPr>
          <p:cNvSpPr>
            <a:spLocks noGrp="1"/>
          </p:cNvSpPr>
          <p:nvPr>
            <p:ph type="body" sz="quarter" idx="24" hasCustomPrompt="1"/>
          </p:nvPr>
        </p:nvSpPr>
        <p:spPr>
          <a:xfrm>
            <a:off x="4436364" y="2123231"/>
            <a:ext cx="3319272" cy="3883114"/>
          </a:xfrm>
        </p:spPr>
        <p:txBody>
          <a:bodyPr anchor="t">
            <a:noAutofit/>
          </a:bodyPr>
          <a:lstStyle>
            <a:lvl1pPr marL="0" indent="0">
              <a:spcBef>
                <a:spcPts val="2600"/>
              </a:spcBef>
              <a:buNone/>
              <a:defRPr kumimoji="0" lang="en-US" sz="2400" b="0" i="0" u="none" strike="noStrike" kern="1200" cap="none" spc="0" normalizeH="0" baseline="0" dirty="0">
                <a:ln w="3175">
                  <a:noFill/>
                </a:ln>
                <a:solidFill>
                  <a:srgbClr val="000000"/>
                </a:solidFill>
                <a:effectLst/>
                <a:uLnTx/>
                <a:uFillTx/>
                <a:latin typeface="+mn-lt"/>
                <a:ea typeface="+mn-ea"/>
                <a:cs typeface="Segoe UI" pitchFamily="34" charset="0"/>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466236" rtl="0" eaLnBrk="1" fontAlgn="base" latinLnBrk="0" hangingPunct="1">
              <a:lnSpc>
                <a:spcPct val="100000"/>
              </a:lnSpc>
              <a:spcBef>
                <a:spcPts val="0"/>
              </a:spcBef>
              <a:spcAft>
                <a:spcPts val="0"/>
              </a:spcAft>
              <a:buClrTx/>
              <a:buSzTx/>
              <a:buFontTx/>
              <a:buNone/>
              <a:tabLst/>
              <a:defRPr/>
            </a:pPr>
            <a:r>
              <a:rPr lang="en-GB"/>
              <a:t>Lorem Ipsum</a:t>
            </a:r>
            <a:endParaRPr lang="en-US"/>
          </a:p>
        </p:txBody>
      </p:sp>
      <p:sp>
        <p:nvSpPr>
          <p:cNvPr id="14" name="Text Placeholder 61">
            <a:extLst>
              <a:ext uri="{FF2B5EF4-FFF2-40B4-BE49-F238E27FC236}">
                <a16:creationId xmlns:a16="http://schemas.microsoft.com/office/drawing/2014/main" id="{554813EC-9F3D-5396-AB93-940CDA32CC2E}"/>
              </a:ext>
            </a:extLst>
          </p:cNvPr>
          <p:cNvSpPr>
            <a:spLocks noGrp="1"/>
          </p:cNvSpPr>
          <p:nvPr>
            <p:ph type="body" sz="quarter" idx="25" hasCustomPrompt="1"/>
          </p:nvPr>
        </p:nvSpPr>
        <p:spPr>
          <a:xfrm>
            <a:off x="8110256" y="2123231"/>
            <a:ext cx="3319272" cy="3883114"/>
          </a:xfrm>
        </p:spPr>
        <p:txBody>
          <a:bodyPr anchor="t">
            <a:noAutofit/>
          </a:bodyPr>
          <a:lstStyle>
            <a:lvl1pPr marL="0" indent="0">
              <a:spcBef>
                <a:spcPts val="2600"/>
              </a:spcBef>
              <a:buNone/>
              <a:defRPr kumimoji="0" lang="en-US" sz="2400" b="0" i="0" u="none" strike="noStrike" kern="1200" cap="none" spc="0" normalizeH="0" baseline="0" dirty="0">
                <a:ln w="3175">
                  <a:noFill/>
                </a:ln>
                <a:solidFill>
                  <a:srgbClr val="000000"/>
                </a:solidFill>
                <a:effectLst/>
                <a:uLnTx/>
                <a:uFillTx/>
                <a:latin typeface="+mn-lt"/>
                <a:ea typeface="+mn-ea"/>
                <a:cs typeface="Segoe UI" pitchFamily="34" charset="0"/>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466236" rtl="0" eaLnBrk="1" fontAlgn="base" latinLnBrk="0" hangingPunct="1">
              <a:lnSpc>
                <a:spcPct val="100000"/>
              </a:lnSpc>
              <a:spcBef>
                <a:spcPts val="0"/>
              </a:spcBef>
              <a:spcAft>
                <a:spcPts val="0"/>
              </a:spcAft>
              <a:buClrTx/>
              <a:buSzTx/>
              <a:buFontTx/>
              <a:buNone/>
              <a:tabLst/>
              <a:defRPr/>
            </a:pPr>
            <a:r>
              <a:rPr lang="en-GB"/>
              <a:t>Lorem Ipsum</a:t>
            </a:r>
            <a:endParaRPr lang="en-US"/>
          </a:p>
        </p:txBody>
      </p:sp>
    </p:spTree>
    <p:extLst>
      <p:ext uri="{BB962C8B-B14F-4D97-AF65-F5344CB8AC3E}">
        <p14:creationId xmlns:p14="http://schemas.microsoft.com/office/powerpoint/2010/main" val="2833672541"/>
      </p:ext>
    </p:extLst>
  </p:cSld>
  <p:clrMapOvr>
    <a:masterClrMapping/>
  </p:clrMapOvr>
  <p:transition>
    <p:fade/>
  </p:transition>
  <p:extLst>
    <p:ext uri="{DCECCB84-F9BA-43D5-87BE-67443E8EF086}">
      <p15:sldGuideLst xmlns:p15="http://schemas.microsoft.com/office/powerpoint/2012/main">
        <p15:guide id="28" orient="horz" pos="864">
          <p15:clr>
            <a:srgbClr val="5ACBF0"/>
          </p15:clr>
        </p15:guide>
        <p15:guide id="29" orient="horz" pos="1296">
          <p15:clr>
            <a:srgbClr val="5ACBF0"/>
          </p15:clr>
        </p15:guide>
        <p15:guide id="30" orient="horz" pos="288">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Service Experience">
    <p:spTree>
      <p:nvGrpSpPr>
        <p:cNvPr id="1" name=""/>
        <p:cNvGrpSpPr/>
        <p:nvPr/>
      </p:nvGrpSpPr>
      <p:grpSpPr>
        <a:xfrm>
          <a:off x="0" y="0"/>
          <a:ext cx="0" cy="0"/>
          <a:chOff x="0" y="0"/>
          <a:chExt cx="0" cy="0"/>
        </a:xfrm>
      </p:grpSpPr>
      <p:sp>
        <p:nvSpPr>
          <p:cNvPr id="65" name="Text Placeholder 64">
            <a:extLst>
              <a:ext uri="{FF2B5EF4-FFF2-40B4-BE49-F238E27FC236}">
                <a16:creationId xmlns:a16="http://schemas.microsoft.com/office/drawing/2014/main" id="{1A5378FA-E20A-AEE6-943C-6237A15CE89C}"/>
              </a:ext>
            </a:extLst>
          </p:cNvPr>
          <p:cNvSpPr>
            <a:spLocks noGrp="1"/>
          </p:cNvSpPr>
          <p:nvPr>
            <p:ph type="body" sz="quarter" idx="10"/>
          </p:nvPr>
        </p:nvSpPr>
        <p:spPr>
          <a:xfrm>
            <a:off x="588263" y="1303528"/>
            <a:ext cx="9736094" cy="1719074"/>
          </a:xfrm>
          <a:prstGeom prst="roundRect">
            <a:avLst>
              <a:gd name="adj" fmla="val 7802"/>
            </a:avLst>
          </a:prstGeom>
          <a:solidFill>
            <a:schemeClr val="bg1">
              <a:alpha val="75000"/>
            </a:schemeClr>
          </a:solidFill>
          <a:ln w="15875">
            <a:noFill/>
            <a:headEnd type="none" w="med" len="med"/>
            <a:tailEnd type="none" w="med" len="med"/>
          </a:ln>
          <a:effectLst>
            <a:outerShdw blurRad="279400" algn="ctr"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lvl1pPr marL="0" indent="0" algn="ctr">
              <a:buNone/>
              <a:defRPr kumimoji="0" lang="en-US" sz="2000" b="0" i="0" u="none" strike="noStrike" cap="none" normalizeH="0" dirty="0" smtClean="0">
                <a:ln>
                  <a:noFill/>
                </a:ln>
                <a:solidFill>
                  <a:srgbClr val="F8F8F8"/>
                </a:solidFill>
                <a:effectLst/>
                <a:uLnTx/>
                <a:uFillTx/>
                <a:latin typeface="+mn-lt"/>
              </a:defRPr>
            </a:lvl1pPr>
            <a:lvl2pPr>
              <a:defRPr lang="en-US" sz="1800" dirty="0" smtClean="0">
                <a:solidFill>
                  <a:sysClr val="windowText" lastClr="000000"/>
                </a:solidFill>
              </a:defRPr>
            </a:lvl2pPr>
            <a:lvl3pPr>
              <a:defRPr lang="en-US" sz="1800" dirty="0" smtClean="0">
                <a:solidFill>
                  <a:sysClr val="windowText" lastClr="000000"/>
                </a:solidFill>
              </a:defRPr>
            </a:lvl3pPr>
            <a:lvl4pPr>
              <a:defRPr lang="en-US" sz="1800" dirty="0" smtClean="0">
                <a:solidFill>
                  <a:sysClr val="windowText" lastClr="000000"/>
                </a:solidFill>
              </a:defRPr>
            </a:lvl4pPr>
            <a:lvl5pPr>
              <a:defRPr lang="en-US" sz="1800" dirty="0">
                <a:solidFill>
                  <a:sysClr val="windowText" lastClr="000000"/>
                </a:solidFill>
              </a:defRPr>
            </a:lvl5pPr>
          </a:lstStyle>
          <a:p>
            <a:pPr marL="228600" lvl="0" indent="-228600" defTabSz="932472" fontAlgn="base">
              <a:lnSpc>
                <a:spcPct val="110000"/>
              </a:lnSpc>
              <a:spcBef>
                <a:spcPct val="0"/>
              </a:spcBef>
              <a:spcAft>
                <a:spcPct val="0"/>
              </a:spcAft>
              <a:buSzTx/>
            </a:pPr>
            <a:endParaRPr lang="en-US"/>
          </a:p>
        </p:txBody>
      </p:sp>
      <p:sp>
        <p:nvSpPr>
          <p:cNvPr id="88" name="Text Placeholder 64">
            <a:extLst>
              <a:ext uri="{FF2B5EF4-FFF2-40B4-BE49-F238E27FC236}">
                <a16:creationId xmlns:a16="http://schemas.microsoft.com/office/drawing/2014/main" id="{6C8466A7-95B5-6740-955E-ECB144EDE9B6}"/>
              </a:ext>
            </a:extLst>
          </p:cNvPr>
          <p:cNvSpPr>
            <a:spLocks noGrp="1"/>
          </p:cNvSpPr>
          <p:nvPr>
            <p:ph type="body" sz="quarter" idx="31"/>
          </p:nvPr>
        </p:nvSpPr>
        <p:spPr>
          <a:xfrm>
            <a:off x="799882" y="1515237"/>
            <a:ext cx="9312856" cy="1298449"/>
          </a:xfrm>
          <a:prstGeom prst="roundRect">
            <a:avLst>
              <a:gd name="adj" fmla="val 7802"/>
            </a:avLst>
          </a:prstGeom>
          <a:no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lvl1pPr>
              <a:defRPr kumimoji="0" lang="en-US" sz="2000" b="0" i="0" u="none" strike="noStrike" cap="none" normalizeH="0" dirty="0" smtClean="0">
                <a:ln>
                  <a:noFill/>
                </a:ln>
                <a:solidFill>
                  <a:srgbClr val="F8F8F8"/>
                </a:solidFill>
                <a:effectLst/>
                <a:uLnTx/>
                <a:uFillTx/>
                <a:latin typeface="Calibri" panose="020F0502020204030204"/>
                <a:cs typeface="Segoe UI" pitchFamily="34" charset="0"/>
              </a:defRPr>
            </a:lvl1pPr>
          </a:lstStyle>
          <a:p>
            <a:pPr marL="0" lvl="0" indent="0" algn="ctr" defTabSz="932472" fontAlgn="base">
              <a:lnSpc>
                <a:spcPct val="110000"/>
              </a:lnSpc>
              <a:spcBef>
                <a:spcPct val="0"/>
              </a:spcBef>
              <a:spcAft>
                <a:spcPct val="0"/>
              </a:spcAft>
              <a:buSzTx/>
              <a:buFont typeface="Arial" panose="020B0604020202020204" pitchFamily="34" charset="0"/>
              <a:buNone/>
            </a:pPr>
            <a:endParaRPr lang="en-US"/>
          </a:p>
        </p:txBody>
      </p:sp>
      <p:sp>
        <p:nvSpPr>
          <p:cNvPr id="2" name="Title 1">
            <a:extLst>
              <a:ext uri="{FF2B5EF4-FFF2-40B4-BE49-F238E27FC236}">
                <a16:creationId xmlns:a16="http://schemas.microsoft.com/office/drawing/2014/main" id="{D0AAD849-7CFE-4AF7-A7C5-6BBD50C88C1A}"/>
              </a:ext>
            </a:extLst>
          </p:cNvPr>
          <p:cNvSpPr>
            <a:spLocks noGrp="1"/>
          </p:cNvSpPr>
          <p:nvPr userDrawn="1">
            <p:ph type="title"/>
          </p:nvPr>
        </p:nvSpPr>
        <p:spPr/>
        <p:txBody>
          <a:bodyPr/>
          <a:lstStyle/>
          <a:p>
            <a:r>
              <a:rPr lang="en-US"/>
              <a:t>Click to edit Master title style</a:t>
            </a:r>
          </a:p>
        </p:txBody>
      </p:sp>
      <p:sp>
        <p:nvSpPr>
          <p:cNvPr id="75" name="Picture Placeholder 56">
            <a:extLst>
              <a:ext uri="{FF2B5EF4-FFF2-40B4-BE49-F238E27FC236}">
                <a16:creationId xmlns:a16="http://schemas.microsoft.com/office/drawing/2014/main" id="{815DAE2C-3186-2DBD-0901-D9D2DD456A11}"/>
              </a:ext>
            </a:extLst>
          </p:cNvPr>
          <p:cNvSpPr>
            <a:spLocks noGrp="1"/>
          </p:cNvSpPr>
          <p:nvPr userDrawn="1">
            <p:ph type="pic" sz="quarter" idx="25" hasCustomPrompt="1"/>
          </p:nvPr>
        </p:nvSpPr>
        <p:spPr>
          <a:xfrm>
            <a:off x="1523956" y="1803327"/>
            <a:ext cx="578326" cy="578325"/>
          </a:xfrm>
          <a:prstGeom prst="rect">
            <a:avLst/>
          </a:prstGeom>
          <a:effectLst/>
        </p:spPr>
        <p:txBody>
          <a:bodyPr wrap="none" anchor="ctr">
            <a:noAutofit/>
          </a:bodyPr>
          <a:lstStyle>
            <a:lvl1pPr marL="0" indent="0" algn="ctr">
              <a:buFont typeface="Arial" panose="020B0604020202020204" pitchFamily="34" charset="0"/>
              <a:buNone/>
              <a:defRPr sz="1100">
                <a:latin typeface="+mj-lt"/>
              </a:defRPr>
            </a:lvl1pPr>
          </a:lstStyle>
          <a:p>
            <a:r>
              <a:rPr lang="en-US"/>
              <a:t>Image</a:t>
            </a:r>
          </a:p>
        </p:txBody>
      </p:sp>
      <p:sp>
        <p:nvSpPr>
          <p:cNvPr id="77" name="Picture Placeholder 56">
            <a:extLst>
              <a:ext uri="{FF2B5EF4-FFF2-40B4-BE49-F238E27FC236}">
                <a16:creationId xmlns:a16="http://schemas.microsoft.com/office/drawing/2014/main" id="{6930F3DD-E6FB-AE7B-2F98-F8A54A7AFDEC}"/>
              </a:ext>
            </a:extLst>
          </p:cNvPr>
          <p:cNvSpPr>
            <a:spLocks noGrp="1"/>
          </p:cNvSpPr>
          <p:nvPr userDrawn="1">
            <p:ph type="pic" sz="quarter" idx="26" hasCustomPrompt="1"/>
          </p:nvPr>
        </p:nvSpPr>
        <p:spPr>
          <a:xfrm>
            <a:off x="3349317" y="1803327"/>
            <a:ext cx="578326" cy="578325"/>
          </a:xfrm>
          <a:prstGeom prst="rect">
            <a:avLst/>
          </a:prstGeom>
          <a:effectLst/>
        </p:spPr>
        <p:txBody>
          <a:bodyPr wrap="none" anchor="ctr">
            <a:noAutofit/>
          </a:bodyPr>
          <a:lstStyle>
            <a:lvl1pPr marL="0" indent="0" algn="ctr">
              <a:buFont typeface="Arial" panose="020B0604020202020204" pitchFamily="34" charset="0"/>
              <a:buNone/>
              <a:defRPr sz="1100">
                <a:latin typeface="+mj-lt"/>
              </a:defRPr>
            </a:lvl1pPr>
          </a:lstStyle>
          <a:p>
            <a:r>
              <a:rPr lang="en-US"/>
              <a:t>Image</a:t>
            </a:r>
          </a:p>
        </p:txBody>
      </p:sp>
      <p:sp>
        <p:nvSpPr>
          <p:cNvPr id="78" name="Picture Placeholder 56">
            <a:extLst>
              <a:ext uri="{FF2B5EF4-FFF2-40B4-BE49-F238E27FC236}">
                <a16:creationId xmlns:a16="http://schemas.microsoft.com/office/drawing/2014/main" id="{CE08CA08-58F3-4EC1-3890-D00E7FCCBCAA}"/>
              </a:ext>
            </a:extLst>
          </p:cNvPr>
          <p:cNvSpPr>
            <a:spLocks noGrp="1"/>
          </p:cNvSpPr>
          <p:nvPr userDrawn="1">
            <p:ph type="pic" sz="quarter" idx="27" hasCustomPrompt="1"/>
          </p:nvPr>
        </p:nvSpPr>
        <p:spPr>
          <a:xfrm>
            <a:off x="5174678" y="1803327"/>
            <a:ext cx="578326" cy="578325"/>
          </a:xfrm>
          <a:prstGeom prst="rect">
            <a:avLst/>
          </a:prstGeom>
          <a:effectLst/>
        </p:spPr>
        <p:txBody>
          <a:bodyPr wrap="none" anchor="ctr">
            <a:noAutofit/>
          </a:bodyPr>
          <a:lstStyle>
            <a:lvl1pPr marL="0" indent="0" algn="ctr">
              <a:buFont typeface="Arial" panose="020B0604020202020204" pitchFamily="34" charset="0"/>
              <a:buNone/>
              <a:defRPr sz="1100">
                <a:latin typeface="+mj-lt"/>
              </a:defRPr>
            </a:lvl1pPr>
          </a:lstStyle>
          <a:p>
            <a:r>
              <a:rPr lang="en-US"/>
              <a:t>Image</a:t>
            </a:r>
          </a:p>
        </p:txBody>
      </p:sp>
      <p:sp>
        <p:nvSpPr>
          <p:cNvPr id="79" name="Picture Placeholder 56">
            <a:extLst>
              <a:ext uri="{FF2B5EF4-FFF2-40B4-BE49-F238E27FC236}">
                <a16:creationId xmlns:a16="http://schemas.microsoft.com/office/drawing/2014/main" id="{C9D7F5A7-AD7A-540D-1083-37A090BE4869}"/>
              </a:ext>
            </a:extLst>
          </p:cNvPr>
          <p:cNvSpPr>
            <a:spLocks noGrp="1"/>
          </p:cNvSpPr>
          <p:nvPr userDrawn="1">
            <p:ph type="pic" sz="quarter" idx="28" hasCustomPrompt="1"/>
          </p:nvPr>
        </p:nvSpPr>
        <p:spPr>
          <a:xfrm>
            <a:off x="7000039" y="1803327"/>
            <a:ext cx="578326" cy="578325"/>
          </a:xfrm>
          <a:prstGeom prst="rect">
            <a:avLst/>
          </a:prstGeom>
          <a:effectLst/>
        </p:spPr>
        <p:txBody>
          <a:bodyPr wrap="none" anchor="ctr">
            <a:noAutofit/>
          </a:bodyPr>
          <a:lstStyle>
            <a:lvl1pPr marL="0" indent="0" algn="ctr">
              <a:buFont typeface="Arial" panose="020B0604020202020204" pitchFamily="34" charset="0"/>
              <a:buNone/>
              <a:defRPr sz="1100">
                <a:latin typeface="+mj-lt"/>
              </a:defRPr>
            </a:lvl1pPr>
          </a:lstStyle>
          <a:p>
            <a:r>
              <a:rPr lang="en-US"/>
              <a:t>Image</a:t>
            </a:r>
          </a:p>
        </p:txBody>
      </p:sp>
      <p:sp>
        <p:nvSpPr>
          <p:cNvPr id="80" name="Picture Placeholder 56">
            <a:extLst>
              <a:ext uri="{FF2B5EF4-FFF2-40B4-BE49-F238E27FC236}">
                <a16:creationId xmlns:a16="http://schemas.microsoft.com/office/drawing/2014/main" id="{4FAB11E7-74B5-F506-129D-1D190E7EA688}"/>
              </a:ext>
            </a:extLst>
          </p:cNvPr>
          <p:cNvSpPr>
            <a:spLocks noGrp="1"/>
          </p:cNvSpPr>
          <p:nvPr userDrawn="1">
            <p:ph type="pic" sz="quarter" idx="29" hasCustomPrompt="1"/>
          </p:nvPr>
        </p:nvSpPr>
        <p:spPr>
          <a:xfrm>
            <a:off x="8825401" y="1803327"/>
            <a:ext cx="578326" cy="578325"/>
          </a:xfrm>
          <a:prstGeom prst="rect">
            <a:avLst/>
          </a:prstGeom>
          <a:effectLst/>
        </p:spPr>
        <p:txBody>
          <a:bodyPr wrap="none" anchor="ctr">
            <a:noAutofit/>
          </a:bodyPr>
          <a:lstStyle>
            <a:lvl1pPr marL="0" indent="0" algn="ctr">
              <a:buFont typeface="Arial" panose="020B0604020202020204" pitchFamily="34" charset="0"/>
              <a:buNone/>
              <a:defRPr sz="1100">
                <a:latin typeface="+mj-lt"/>
              </a:defRPr>
            </a:lvl1pPr>
          </a:lstStyle>
          <a:p>
            <a:r>
              <a:rPr lang="en-US"/>
              <a:t>Image</a:t>
            </a:r>
          </a:p>
        </p:txBody>
      </p:sp>
      <p:sp>
        <p:nvSpPr>
          <p:cNvPr id="81" name="Text Placeholder 64">
            <a:extLst>
              <a:ext uri="{FF2B5EF4-FFF2-40B4-BE49-F238E27FC236}">
                <a16:creationId xmlns:a16="http://schemas.microsoft.com/office/drawing/2014/main" id="{631E6F77-01FB-2800-555A-AC8B02B0832A}"/>
              </a:ext>
            </a:extLst>
          </p:cNvPr>
          <p:cNvSpPr>
            <a:spLocks noGrp="1"/>
          </p:cNvSpPr>
          <p:nvPr userDrawn="1">
            <p:ph type="body" sz="quarter" idx="30"/>
          </p:nvPr>
        </p:nvSpPr>
        <p:spPr>
          <a:xfrm>
            <a:off x="588263" y="3204672"/>
            <a:ext cx="9736094" cy="3363465"/>
          </a:xfrm>
          <a:prstGeom prst="roundRect">
            <a:avLst>
              <a:gd name="adj" fmla="val 3960"/>
            </a:avLst>
          </a:prstGeom>
          <a:solidFill>
            <a:schemeClr val="bg1">
              <a:alpha val="75000"/>
            </a:schemeClr>
          </a:solidFill>
          <a:ln w="15875">
            <a:noFill/>
            <a:headEnd type="none" w="med" len="med"/>
            <a:tailEnd type="none" w="med" len="med"/>
          </a:ln>
          <a:effectLst>
            <a:outerShdw blurRad="279400" algn="ctr"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lvl1pPr marL="0" indent="0" algn="ctr">
              <a:buNone/>
              <a:defRPr kumimoji="0" lang="en-US" sz="2000" b="0" i="0" u="none" strike="noStrike" cap="none" normalizeH="0" dirty="0" smtClean="0">
                <a:ln>
                  <a:noFill/>
                </a:ln>
                <a:solidFill>
                  <a:srgbClr val="FAFAFA"/>
                </a:solidFill>
                <a:effectLst/>
                <a:uLnTx/>
                <a:uFillTx/>
                <a:latin typeface="+mn-lt"/>
              </a:defRPr>
            </a:lvl1pPr>
            <a:lvl2pPr>
              <a:defRPr lang="en-US" sz="1800" dirty="0" smtClean="0">
                <a:solidFill>
                  <a:sysClr val="windowText" lastClr="000000"/>
                </a:solidFill>
              </a:defRPr>
            </a:lvl2pPr>
            <a:lvl3pPr>
              <a:defRPr lang="en-US" sz="1800" dirty="0" smtClean="0">
                <a:solidFill>
                  <a:sysClr val="windowText" lastClr="000000"/>
                </a:solidFill>
              </a:defRPr>
            </a:lvl3pPr>
            <a:lvl4pPr>
              <a:defRPr lang="en-US" sz="1800" dirty="0" smtClean="0">
                <a:solidFill>
                  <a:sysClr val="windowText" lastClr="000000"/>
                </a:solidFill>
              </a:defRPr>
            </a:lvl4pPr>
            <a:lvl5pPr>
              <a:defRPr lang="en-US" sz="1800" dirty="0">
                <a:solidFill>
                  <a:sysClr val="windowText" lastClr="000000"/>
                </a:solidFill>
              </a:defRPr>
            </a:lvl5pPr>
          </a:lstStyle>
          <a:p>
            <a:pPr marL="228600" lvl="0" indent="-228600" defTabSz="932472" fontAlgn="base">
              <a:lnSpc>
                <a:spcPct val="110000"/>
              </a:lnSpc>
              <a:spcBef>
                <a:spcPct val="0"/>
              </a:spcBef>
              <a:spcAft>
                <a:spcPct val="0"/>
              </a:spcAft>
              <a:buSzTx/>
            </a:pPr>
            <a:endParaRPr lang="en-US"/>
          </a:p>
        </p:txBody>
      </p:sp>
      <p:sp>
        <p:nvSpPr>
          <p:cNvPr id="89" name="Text Placeholder 64">
            <a:extLst>
              <a:ext uri="{FF2B5EF4-FFF2-40B4-BE49-F238E27FC236}">
                <a16:creationId xmlns:a16="http://schemas.microsoft.com/office/drawing/2014/main" id="{348CC9D6-A879-61D8-076A-EB323D00AD71}"/>
              </a:ext>
            </a:extLst>
          </p:cNvPr>
          <p:cNvSpPr>
            <a:spLocks noGrp="1"/>
          </p:cNvSpPr>
          <p:nvPr userDrawn="1">
            <p:ph type="body" sz="quarter" idx="32"/>
          </p:nvPr>
        </p:nvSpPr>
        <p:spPr>
          <a:xfrm>
            <a:off x="799882" y="3408435"/>
            <a:ext cx="9312856" cy="2955940"/>
          </a:xfrm>
          <a:prstGeom prst="roundRect">
            <a:avLst>
              <a:gd name="adj" fmla="val 3506"/>
            </a:avLst>
          </a:prstGeom>
          <a:no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lvl1pPr>
              <a:defRPr kumimoji="0" lang="en-US" sz="2000" b="0" i="0" u="none" strike="noStrike" cap="none" normalizeH="0" dirty="0" smtClean="0">
                <a:ln>
                  <a:noFill/>
                </a:ln>
                <a:solidFill>
                  <a:srgbClr val="F9F9F9"/>
                </a:solidFill>
                <a:effectLst/>
                <a:uLnTx/>
                <a:uFillTx/>
                <a:latin typeface="Calibri" panose="020F0502020204030204"/>
                <a:cs typeface="Segoe UI" pitchFamily="34" charset="0"/>
              </a:defRPr>
            </a:lvl1pPr>
          </a:lstStyle>
          <a:p>
            <a:pPr marL="0" lvl="0" indent="0" algn="ctr" defTabSz="932472" fontAlgn="base">
              <a:lnSpc>
                <a:spcPct val="110000"/>
              </a:lnSpc>
              <a:spcBef>
                <a:spcPct val="0"/>
              </a:spcBef>
              <a:spcAft>
                <a:spcPct val="0"/>
              </a:spcAft>
              <a:buSzTx/>
              <a:buFont typeface="Arial" panose="020B0604020202020204" pitchFamily="34" charset="0"/>
              <a:buNone/>
            </a:pPr>
            <a:endParaRPr lang="en-US"/>
          </a:p>
        </p:txBody>
      </p:sp>
      <p:sp>
        <p:nvSpPr>
          <p:cNvPr id="91" name="Text Placeholder 64">
            <a:extLst>
              <a:ext uri="{FF2B5EF4-FFF2-40B4-BE49-F238E27FC236}">
                <a16:creationId xmlns:a16="http://schemas.microsoft.com/office/drawing/2014/main" id="{1FDAB499-40EB-D6F1-2DED-0585C4144F30}"/>
              </a:ext>
            </a:extLst>
          </p:cNvPr>
          <p:cNvSpPr>
            <a:spLocks noGrp="1"/>
          </p:cNvSpPr>
          <p:nvPr userDrawn="1">
            <p:ph type="body" sz="quarter" idx="34"/>
          </p:nvPr>
        </p:nvSpPr>
        <p:spPr>
          <a:xfrm rot="5400000">
            <a:off x="427232" y="3937478"/>
            <a:ext cx="1289124" cy="543824"/>
          </a:xfrm>
          <a:prstGeom prst="round2SameRect">
            <a:avLst>
              <a:gd name="adj1" fmla="val 10570"/>
              <a:gd name="adj2" fmla="val 0"/>
            </a:avLst>
          </a:prstGeom>
          <a:solidFill>
            <a:srgbClr val="7F7F7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kumimoji="0" lang="en-US" sz="1200" b="1" i="0" u="none" strike="noStrike" cap="all" spc="200" normalizeH="0" dirty="0" smtClean="0">
                <a:ln>
                  <a:noFill/>
                </a:ln>
                <a:solidFill>
                  <a:srgbClr val="7F7F7F"/>
                </a:solidFill>
                <a:effectLst/>
                <a:uLnTx/>
                <a:uFillTx/>
                <a:latin typeface="Segoe UI Semibold" panose="020B0502040204020203" pitchFamily="34" charset="0"/>
                <a:cs typeface="Segoe UI Semibold" panose="020B0502040204020203" pitchFamily="34" charset="0"/>
              </a:defRPr>
            </a:lvl1pPr>
          </a:lstStyle>
          <a:p>
            <a:pPr marL="0" lvl="0" indent="0" algn="ctr" defTabSz="914367">
              <a:lnSpc>
                <a:spcPct val="110000"/>
              </a:lnSpc>
              <a:spcBef>
                <a:spcPts val="0"/>
              </a:spcBef>
              <a:buSzTx/>
              <a:buFontTx/>
              <a:buNone/>
            </a:pPr>
            <a:endParaRPr lang="en-US"/>
          </a:p>
        </p:txBody>
      </p:sp>
      <p:sp>
        <p:nvSpPr>
          <p:cNvPr id="92" name="Text Placeholder 64">
            <a:extLst>
              <a:ext uri="{FF2B5EF4-FFF2-40B4-BE49-F238E27FC236}">
                <a16:creationId xmlns:a16="http://schemas.microsoft.com/office/drawing/2014/main" id="{25E5A691-0B96-F6BE-C533-6AB34C2A6F8C}"/>
              </a:ext>
            </a:extLst>
          </p:cNvPr>
          <p:cNvSpPr>
            <a:spLocks noGrp="1"/>
          </p:cNvSpPr>
          <p:nvPr userDrawn="1">
            <p:ph type="body" sz="quarter" idx="35"/>
          </p:nvPr>
        </p:nvSpPr>
        <p:spPr>
          <a:xfrm rot="5400000">
            <a:off x="427232" y="5340248"/>
            <a:ext cx="1289124" cy="543824"/>
          </a:xfrm>
          <a:prstGeom prst="round2SameRect">
            <a:avLst>
              <a:gd name="adj1" fmla="val 10570"/>
              <a:gd name="adj2" fmla="val 0"/>
            </a:avLst>
          </a:prstGeom>
          <a:solidFill>
            <a:srgbClr val="7F7F7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kumimoji="0" lang="en-US" sz="1200" b="1" i="0" u="none" strike="noStrike" cap="all" spc="200" normalizeH="0" dirty="0" smtClean="0">
                <a:ln>
                  <a:noFill/>
                </a:ln>
                <a:solidFill>
                  <a:srgbClr val="7F7F7F"/>
                </a:solidFill>
                <a:effectLst/>
                <a:uLnTx/>
                <a:uFillTx/>
                <a:latin typeface="Segoe UI Semibold" panose="020B0502040204020203" pitchFamily="34" charset="0"/>
                <a:cs typeface="Segoe UI Semibold" panose="020B0502040204020203" pitchFamily="34" charset="0"/>
              </a:defRPr>
            </a:lvl1pPr>
          </a:lstStyle>
          <a:p>
            <a:pPr marL="0" lvl="0" indent="0" algn="ctr" defTabSz="914367">
              <a:lnSpc>
                <a:spcPct val="110000"/>
              </a:lnSpc>
              <a:spcBef>
                <a:spcPts val="0"/>
              </a:spcBef>
              <a:buSzTx/>
              <a:buFontTx/>
              <a:buNone/>
            </a:pPr>
            <a:endParaRPr lang="en-US"/>
          </a:p>
        </p:txBody>
      </p:sp>
      <p:sp>
        <p:nvSpPr>
          <p:cNvPr id="105" name="Picture Placeholder 56">
            <a:extLst>
              <a:ext uri="{FF2B5EF4-FFF2-40B4-BE49-F238E27FC236}">
                <a16:creationId xmlns:a16="http://schemas.microsoft.com/office/drawing/2014/main" id="{9E8C9B8F-BEDD-58AC-9B52-F5437B342B1E}"/>
              </a:ext>
            </a:extLst>
          </p:cNvPr>
          <p:cNvSpPr>
            <a:spLocks noGrp="1"/>
          </p:cNvSpPr>
          <p:nvPr userDrawn="1">
            <p:ph type="pic" sz="quarter" idx="45" hasCustomPrompt="1"/>
          </p:nvPr>
        </p:nvSpPr>
        <p:spPr>
          <a:xfrm>
            <a:off x="1735609" y="3719801"/>
            <a:ext cx="578326" cy="578325"/>
          </a:xfrm>
          <a:prstGeom prst="rect">
            <a:avLst/>
          </a:prstGeom>
          <a:effectLst/>
        </p:spPr>
        <p:txBody>
          <a:bodyPr wrap="none" anchor="ctr">
            <a:noAutofit/>
          </a:bodyPr>
          <a:lstStyle>
            <a:lvl1pPr marL="0" indent="0" algn="ctr">
              <a:buFont typeface="Arial" panose="020B0604020202020204" pitchFamily="34" charset="0"/>
              <a:buNone/>
              <a:defRPr sz="1100">
                <a:latin typeface="+mj-lt"/>
              </a:defRPr>
            </a:lvl1pPr>
          </a:lstStyle>
          <a:p>
            <a:r>
              <a:rPr lang="en-US"/>
              <a:t>Image</a:t>
            </a:r>
          </a:p>
        </p:txBody>
      </p:sp>
      <p:sp>
        <p:nvSpPr>
          <p:cNvPr id="106" name="Picture Placeholder 56">
            <a:extLst>
              <a:ext uri="{FF2B5EF4-FFF2-40B4-BE49-F238E27FC236}">
                <a16:creationId xmlns:a16="http://schemas.microsoft.com/office/drawing/2014/main" id="{86CE796E-7A0C-5271-48EB-685081BEABB1}"/>
              </a:ext>
            </a:extLst>
          </p:cNvPr>
          <p:cNvSpPr>
            <a:spLocks noGrp="1"/>
          </p:cNvSpPr>
          <p:nvPr userDrawn="1">
            <p:ph type="pic" sz="quarter" idx="46" hasCustomPrompt="1"/>
          </p:nvPr>
        </p:nvSpPr>
        <p:spPr>
          <a:xfrm>
            <a:off x="2970544" y="3719801"/>
            <a:ext cx="578326" cy="578325"/>
          </a:xfrm>
          <a:prstGeom prst="rect">
            <a:avLst/>
          </a:prstGeom>
          <a:effectLst/>
        </p:spPr>
        <p:txBody>
          <a:bodyPr wrap="none" anchor="ctr">
            <a:noAutofit/>
          </a:bodyPr>
          <a:lstStyle>
            <a:lvl1pPr marL="0" indent="0" algn="ctr">
              <a:buFont typeface="Arial" panose="020B0604020202020204" pitchFamily="34" charset="0"/>
              <a:buNone/>
              <a:defRPr sz="1100">
                <a:latin typeface="+mj-lt"/>
              </a:defRPr>
            </a:lvl1pPr>
          </a:lstStyle>
          <a:p>
            <a:r>
              <a:rPr lang="en-US"/>
              <a:t>Image</a:t>
            </a:r>
          </a:p>
        </p:txBody>
      </p:sp>
      <p:sp>
        <p:nvSpPr>
          <p:cNvPr id="107" name="Picture Placeholder 56">
            <a:extLst>
              <a:ext uri="{FF2B5EF4-FFF2-40B4-BE49-F238E27FC236}">
                <a16:creationId xmlns:a16="http://schemas.microsoft.com/office/drawing/2014/main" id="{90DADFF7-652B-E770-88A6-B6AAA5AC1380}"/>
              </a:ext>
            </a:extLst>
          </p:cNvPr>
          <p:cNvSpPr>
            <a:spLocks noGrp="1"/>
          </p:cNvSpPr>
          <p:nvPr userDrawn="1">
            <p:ph type="pic" sz="quarter" idx="47" hasCustomPrompt="1"/>
          </p:nvPr>
        </p:nvSpPr>
        <p:spPr>
          <a:xfrm>
            <a:off x="4205479" y="3719801"/>
            <a:ext cx="578326" cy="578325"/>
          </a:xfrm>
          <a:prstGeom prst="rect">
            <a:avLst/>
          </a:prstGeom>
          <a:effectLst/>
        </p:spPr>
        <p:txBody>
          <a:bodyPr wrap="none" anchor="ctr">
            <a:noAutofit/>
          </a:bodyPr>
          <a:lstStyle>
            <a:lvl1pPr marL="0" indent="0" algn="ctr">
              <a:buFont typeface="Arial" panose="020B0604020202020204" pitchFamily="34" charset="0"/>
              <a:buNone/>
              <a:defRPr sz="1100">
                <a:latin typeface="+mj-lt"/>
              </a:defRPr>
            </a:lvl1pPr>
          </a:lstStyle>
          <a:p>
            <a:r>
              <a:rPr lang="en-US"/>
              <a:t>Image</a:t>
            </a:r>
          </a:p>
        </p:txBody>
      </p:sp>
      <p:sp>
        <p:nvSpPr>
          <p:cNvPr id="108" name="Picture Placeholder 56">
            <a:extLst>
              <a:ext uri="{FF2B5EF4-FFF2-40B4-BE49-F238E27FC236}">
                <a16:creationId xmlns:a16="http://schemas.microsoft.com/office/drawing/2014/main" id="{9FDD5191-59F9-758B-360C-D452B63F50CF}"/>
              </a:ext>
            </a:extLst>
          </p:cNvPr>
          <p:cNvSpPr>
            <a:spLocks noGrp="1"/>
          </p:cNvSpPr>
          <p:nvPr userDrawn="1">
            <p:ph type="pic" sz="quarter" idx="48" hasCustomPrompt="1"/>
          </p:nvPr>
        </p:nvSpPr>
        <p:spPr>
          <a:xfrm>
            <a:off x="5440414" y="3719801"/>
            <a:ext cx="578326" cy="578325"/>
          </a:xfrm>
          <a:prstGeom prst="rect">
            <a:avLst/>
          </a:prstGeom>
          <a:effectLst/>
        </p:spPr>
        <p:txBody>
          <a:bodyPr wrap="none" anchor="ctr">
            <a:noAutofit/>
          </a:bodyPr>
          <a:lstStyle>
            <a:lvl1pPr marL="0" indent="0" algn="ctr">
              <a:buFont typeface="Arial" panose="020B0604020202020204" pitchFamily="34" charset="0"/>
              <a:buNone/>
              <a:defRPr sz="1100">
                <a:latin typeface="+mj-lt"/>
              </a:defRPr>
            </a:lvl1pPr>
          </a:lstStyle>
          <a:p>
            <a:r>
              <a:rPr lang="en-US"/>
              <a:t>Image</a:t>
            </a:r>
          </a:p>
        </p:txBody>
      </p:sp>
      <p:sp>
        <p:nvSpPr>
          <p:cNvPr id="109" name="Picture Placeholder 56">
            <a:extLst>
              <a:ext uri="{FF2B5EF4-FFF2-40B4-BE49-F238E27FC236}">
                <a16:creationId xmlns:a16="http://schemas.microsoft.com/office/drawing/2014/main" id="{E65D5A6B-5940-9C32-993C-69CFEAE16F4D}"/>
              </a:ext>
            </a:extLst>
          </p:cNvPr>
          <p:cNvSpPr>
            <a:spLocks noGrp="1"/>
          </p:cNvSpPr>
          <p:nvPr userDrawn="1">
            <p:ph type="pic" sz="quarter" idx="49" hasCustomPrompt="1"/>
          </p:nvPr>
        </p:nvSpPr>
        <p:spPr>
          <a:xfrm>
            <a:off x="6675349" y="3719801"/>
            <a:ext cx="578326" cy="578325"/>
          </a:xfrm>
          <a:prstGeom prst="rect">
            <a:avLst/>
          </a:prstGeom>
          <a:effectLst/>
        </p:spPr>
        <p:txBody>
          <a:bodyPr wrap="none" anchor="ctr">
            <a:noAutofit/>
          </a:bodyPr>
          <a:lstStyle>
            <a:lvl1pPr marL="0" indent="0" algn="ctr">
              <a:buFont typeface="Arial" panose="020B0604020202020204" pitchFamily="34" charset="0"/>
              <a:buNone/>
              <a:defRPr sz="1100">
                <a:latin typeface="+mj-lt"/>
              </a:defRPr>
            </a:lvl1pPr>
          </a:lstStyle>
          <a:p>
            <a:r>
              <a:rPr lang="en-US"/>
              <a:t>Image</a:t>
            </a:r>
          </a:p>
        </p:txBody>
      </p:sp>
      <p:sp>
        <p:nvSpPr>
          <p:cNvPr id="110" name="Picture Placeholder 56">
            <a:extLst>
              <a:ext uri="{FF2B5EF4-FFF2-40B4-BE49-F238E27FC236}">
                <a16:creationId xmlns:a16="http://schemas.microsoft.com/office/drawing/2014/main" id="{3500A3BB-59C7-36A6-6E4C-04961FB1BE62}"/>
              </a:ext>
            </a:extLst>
          </p:cNvPr>
          <p:cNvSpPr>
            <a:spLocks noGrp="1"/>
          </p:cNvSpPr>
          <p:nvPr userDrawn="1">
            <p:ph type="pic" sz="quarter" idx="50" hasCustomPrompt="1"/>
          </p:nvPr>
        </p:nvSpPr>
        <p:spPr>
          <a:xfrm>
            <a:off x="7910284" y="3719801"/>
            <a:ext cx="578326" cy="578325"/>
          </a:xfrm>
          <a:prstGeom prst="rect">
            <a:avLst/>
          </a:prstGeom>
          <a:effectLst/>
        </p:spPr>
        <p:txBody>
          <a:bodyPr wrap="none" anchor="ctr">
            <a:noAutofit/>
          </a:bodyPr>
          <a:lstStyle>
            <a:lvl1pPr marL="0" indent="0" algn="ctr">
              <a:buFont typeface="Arial" panose="020B0604020202020204" pitchFamily="34" charset="0"/>
              <a:buNone/>
              <a:defRPr sz="1100">
                <a:latin typeface="+mj-lt"/>
              </a:defRPr>
            </a:lvl1pPr>
          </a:lstStyle>
          <a:p>
            <a:r>
              <a:rPr lang="en-US"/>
              <a:t>Image</a:t>
            </a:r>
          </a:p>
        </p:txBody>
      </p:sp>
      <p:sp>
        <p:nvSpPr>
          <p:cNvPr id="111" name="Picture Placeholder 56">
            <a:extLst>
              <a:ext uri="{FF2B5EF4-FFF2-40B4-BE49-F238E27FC236}">
                <a16:creationId xmlns:a16="http://schemas.microsoft.com/office/drawing/2014/main" id="{70414032-732A-C947-727C-7462B3739F7A}"/>
              </a:ext>
            </a:extLst>
          </p:cNvPr>
          <p:cNvSpPr>
            <a:spLocks noGrp="1"/>
          </p:cNvSpPr>
          <p:nvPr userDrawn="1">
            <p:ph type="pic" sz="quarter" idx="51" hasCustomPrompt="1"/>
          </p:nvPr>
        </p:nvSpPr>
        <p:spPr>
          <a:xfrm>
            <a:off x="9145218" y="3719801"/>
            <a:ext cx="578326" cy="578325"/>
          </a:xfrm>
          <a:prstGeom prst="rect">
            <a:avLst/>
          </a:prstGeom>
          <a:effectLst/>
        </p:spPr>
        <p:txBody>
          <a:bodyPr wrap="none" anchor="ctr">
            <a:noAutofit/>
          </a:bodyPr>
          <a:lstStyle>
            <a:lvl1pPr marL="0" indent="0" algn="ctr">
              <a:buFont typeface="Arial" panose="020B0604020202020204" pitchFamily="34" charset="0"/>
              <a:buNone/>
              <a:defRPr sz="1100">
                <a:latin typeface="+mj-lt"/>
              </a:defRPr>
            </a:lvl1pPr>
          </a:lstStyle>
          <a:p>
            <a:r>
              <a:rPr lang="en-US"/>
              <a:t>Image</a:t>
            </a:r>
          </a:p>
        </p:txBody>
      </p:sp>
      <p:sp>
        <p:nvSpPr>
          <p:cNvPr id="116" name="Picture Placeholder 56">
            <a:extLst>
              <a:ext uri="{FF2B5EF4-FFF2-40B4-BE49-F238E27FC236}">
                <a16:creationId xmlns:a16="http://schemas.microsoft.com/office/drawing/2014/main" id="{9808DC25-2647-6528-E3A2-DEAA4E130438}"/>
              </a:ext>
            </a:extLst>
          </p:cNvPr>
          <p:cNvSpPr>
            <a:spLocks noGrp="1"/>
          </p:cNvSpPr>
          <p:nvPr userDrawn="1">
            <p:ph type="pic" sz="quarter" idx="56" hasCustomPrompt="1"/>
          </p:nvPr>
        </p:nvSpPr>
        <p:spPr>
          <a:xfrm>
            <a:off x="1970760" y="5123301"/>
            <a:ext cx="578326" cy="578325"/>
          </a:xfrm>
          <a:prstGeom prst="rect">
            <a:avLst/>
          </a:prstGeom>
          <a:effectLst/>
        </p:spPr>
        <p:txBody>
          <a:bodyPr wrap="none" anchor="ctr">
            <a:noAutofit/>
          </a:bodyPr>
          <a:lstStyle>
            <a:lvl1pPr marL="0" indent="0" algn="ctr">
              <a:buFont typeface="Arial" panose="020B0604020202020204" pitchFamily="34" charset="0"/>
              <a:buNone/>
              <a:defRPr sz="1100">
                <a:latin typeface="+mj-lt"/>
              </a:defRPr>
            </a:lvl1pPr>
          </a:lstStyle>
          <a:p>
            <a:r>
              <a:rPr lang="en-US"/>
              <a:t>Image</a:t>
            </a:r>
          </a:p>
        </p:txBody>
      </p:sp>
      <p:sp>
        <p:nvSpPr>
          <p:cNvPr id="117" name="Picture Placeholder 56">
            <a:extLst>
              <a:ext uri="{FF2B5EF4-FFF2-40B4-BE49-F238E27FC236}">
                <a16:creationId xmlns:a16="http://schemas.microsoft.com/office/drawing/2014/main" id="{99A0E4E2-505F-40AB-B17F-C3533F531719}"/>
              </a:ext>
            </a:extLst>
          </p:cNvPr>
          <p:cNvSpPr>
            <a:spLocks noGrp="1"/>
          </p:cNvSpPr>
          <p:nvPr userDrawn="1">
            <p:ph type="pic" sz="quarter" idx="57" hasCustomPrompt="1"/>
          </p:nvPr>
        </p:nvSpPr>
        <p:spPr>
          <a:xfrm>
            <a:off x="3767132" y="5123301"/>
            <a:ext cx="578326" cy="578325"/>
          </a:xfrm>
          <a:prstGeom prst="rect">
            <a:avLst/>
          </a:prstGeom>
          <a:effectLst/>
        </p:spPr>
        <p:txBody>
          <a:bodyPr wrap="none" anchor="ctr">
            <a:noAutofit/>
          </a:bodyPr>
          <a:lstStyle>
            <a:lvl1pPr marL="0" indent="0" algn="ctr">
              <a:buFont typeface="Arial" panose="020B0604020202020204" pitchFamily="34" charset="0"/>
              <a:buNone/>
              <a:defRPr sz="1100">
                <a:latin typeface="+mj-lt"/>
              </a:defRPr>
            </a:lvl1pPr>
          </a:lstStyle>
          <a:p>
            <a:r>
              <a:rPr lang="en-US"/>
              <a:t>Image</a:t>
            </a:r>
          </a:p>
        </p:txBody>
      </p:sp>
      <p:sp>
        <p:nvSpPr>
          <p:cNvPr id="118" name="Picture Placeholder 56">
            <a:extLst>
              <a:ext uri="{FF2B5EF4-FFF2-40B4-BE49-F238E27FC236}">
                <a16:creationId xmlns:a16="http://schemas.microsoft.com/office/drawing/2014/main" id="{F56A45FF-258D-6B0F-9286-E9A7D73A0461}"/>
              </a:ext>
            </a:extLst>
          </p:cNvPr>
          <p:cNvSpPr>
            <a:spLocks noGrp="1"/>
          </p:cNvSpPr>
          <p:nvPr userDrawn="1">
            <p:ph type="pic" sz="quarter" idx="58" hasCustomPrompt="1"/>
          </p:nvPr>
        </p:nvSpPr>
        <p:spPr>
          <a:xfrm>
            <a:off x="5563504" y="5123301"/>
            <a:ext cx="578326" cy="578325"/>
          </a:xfrm>
          <a:prstGeom prst="rect">
            <a:avLst/>
          </a:prstGeom>
          <a:effectLst/>
        </p:spPr>
        <p:txBody>
          <a:bodyPr wrap="none" anchor="ctr">
            <a:noAutofit/>
          </a:bodyPr>
          <a:lstStyle>
            <a:lvl1pPr marL="0" indent="0" algn="ctr">
              <a:buFont typeface="Arial" panose="020B0604020202020204" pitchFamily="34" charset="0"/>
              <a:buNone/>
              <a:defRPr sz="1100">
                <a:latin typeface="+mj-lt"/>
              </a:defRPr>
            </a:lvl1pPr>
          </a:lstStyle>
          <a:p>
            <a:r>
              <a:rPr lang="en-US"/>
              <a:t>Image</a:t>
            </a:r>
          </a:p>
        </p:txBody>
      </p:sp>
      <p:sp>
        <p:nvSpPr>
          <p:cNvPr id="119" name="Picture Placeholder 56">
            <a:extLst>
              <a:ext uri="{FF2B5EF4-FFF2-40B4-BE49-F238E27FC236}">
                <a16:creationId xmlns:a16="http://schemas.microsoft.com/office/drawing/2014/main" id="{636D1123-7C66-1DF0-009B-4D9327656D44}"/>
              </a:ext>
            </a:extLst>
          </p:cNvPr>
          <p:cNvSpPr>
            <a:spLocks noGrp="1"/>
          </p:cNvSpPr>
          <p:nvPr userDrawn="1">
            <p:ph type="pic" sz="quarter" idx="59" hasCustomPrompt="1"/>
          </p:nvPr>
        </p:nvSpPr>
        <p:spPr>
          <a:xfrm>
            <a:off x="7359876" y="5123301"/>
            <a:ext cx="578326" cy="578325"/>
          </a:xfrm>
          <a:prstGeom prst="rect">
            <a:avLst/>
          </a:prstGeom>
          <a:effectLst/>
        </p:spPr>
        <p:txBody>
          <a:bodyPr wrap="none" anchor="ctr">
            <a:noAutofit/>
          </a:bodyPr>
          <a:lstStyle>
            <a:lvl1pPr marL="0" indent="0" algn="ctr">
              <a:buFont typeface="Arial" panose="020B0604020202020204" pitchFamily="34" charset="0"/>
              <a:buNone/>
              <a:defRPr sz="1100">
                <a:latin typeface="+mj-lt"/>
              </a:defRPr>
            </a:lvl1pPr>
          </a:lstStyle>
          <a:p>
            <a:r>
              <a:rPr lang="en-US"/>
              <a:t>Image</a:t>
            </a:r>
          </a:p>
        </p:txBody>
      </p:sp>
      <p:sp>
        <p:nvSpPr>
          <p:cNvPr id="120" name="Picture Placeholder 56">
            <a:extLst>
              <a:ext uri="{FF2B5EF4-FFF2-40B4-BE49-F238E27FC236}">
                <a16:creationId xmlns:a16="http://schemas.microsoft.com/office/drawing/2014/main" id="{839F2AAD-8EEB-81BD-1861-BBD43C2F7231}"/>
              </a:ext>
            </a:extLst>
          </p:cNvPr>
          <p:cNvSpPr>
            <a:spLocks noGrp="1"/>
          </p:cNvSpPr>
          <p:nvPr userDrawn="1">
            <p:ph type="pic" sz="quarter" idx="60" hasCustomPrompt="1"/>
          </p:nvPr>
        </p:nvSpPr>
        <p:spPr>
          <a:xfrm>
            <a:off x="8586036" y="5123301"/>
            <a:ext cx="1398753" cy="578325"/>
          </a:xfrm>
          <a:prstGeom prst="rect">
            <a:avLst/>
          </a:prstGeom>
          <a:effectLst/>
        </p:spPr>
        <p:txBody>
          <a:bodyPr wrap="none" anchor="ctr">
            <a:noAutofit/>
          </a:bodyPr>
          <a:lstStyle>
            <a:lvl1pPr marL="0" indent="0" algn="ctr">
              <a:buFont typeface="Arial" panose="020B0604020202020204" pitchFamily="34" charset="0"/>
              <a:buNone/>
              <a:defRPr sz="1100">
                <a:latin typeface="+mj-lt"/>
              </a:defRPr>
            </a:lvl1pPr>
          </a:lstStyle>
          <a:p>
            <a:r>
              <a:rPr lang="en-US"/>
              <a:t>Image</a:t>
            </a:r>
          </a:p>
        </p:txBody>
      </p:sp>
      <p:sp>
        <p:nvSpPr>
          <p:cNvPr id="125" name="Picture Placeholder 56">
            <a:extLst>
              <a:ext uri="{FF2B5EF4-FFF2-40B4-BE49-F238E27FC236}">
                <a16:creationId xmlns:a16="http://schemas.microsoft.com/office/drawing/2014/main" id="{15C311E6-0EBF-A309-C7FC-58B3B017429A}"/>
              </a:ext>
            </a:extLst>
          </p:cNvPr>
          <p:cNvSpPr>
            <a:spLocks noGrp="1"/>
          </p:cNvSpPr>
          <p:nvPr>
            <p:ph type="pic" sz="quarter" idx="63" hasCustomPrompt="1"/>
          </p:nvPr>
        </p:nvSpPr>
        <p:spPr>
          <a:xfrm>
            <a:off x="10807553" y="3542817"/>
            <a:ext cx="578326" cy="578325"/>
          </a:xfrm>
          <a:prstGeom prst="rect">
            <a:avLst/>
          </a:prstGeom>
          <a:effectLst/>
        </p:spPr>
        <p:txBody>
          <a:bodyPr wrap="none" anchor="ctr">
            <a:noAutofit/>
          </a:bodyPr>
          <a:lstStyle>
            <a:lvl1pPr marL="0" indent="0" algn="ctr">
              <a:buFont typeface="Arial" panose="020B0604020202020204" pitchFamily="34" charset="0"/>
              <a:buNone/>
              <a:defRPr sz="1100">
                <a:latin typeface="+mj-lt"/>
              </a:defRPr>
            </a:lvl1pPr>
          </a:lstStyle>
          <a:p>
            <a:r>
              <a:rPr lang="en-US"/>
              <a:t>Image</a:t>
            </a:r>
          </a:p>
        </p:txBody>
      </p:sp>
      <p:sp>
        <p:nvSpPr>
          <p:cNvPr id="128" name="Picture Placeholder 56">
            <a:extLst>
              <a:ext uri="{FF2B5EF4-FFF2-40B4-BE49-F238E27FC236}">
                <a16:creationId xmlns:a16="http://schemas.microsoft.com/office/drawing/2014/main" id="{83D49837-199A-99B0-1A46-C7E28E26F880}"/>
              </a:ext>
            </a:extLst>
          </p:cNvPr>
          <p:cNvSpPr>
            <a:spLocks noGrp="1"/>
          </p:cNvSpPr>
          <p:nvPr>
            <p:ph type="pic" sz="quarter" idx="66" hasCustomPrompt="1"/>
          </p:nvPr>
        </p:nvSpPr>
        <p:spPr>
          <a:xfrm>
            <a:off x="10807553" y="5651500"/>
            <a:ext cx="578326" cy="578325"/>
          </a:xfrm>
          <a:prstGeom prst="rect">
            <a:avLst/>
          </a:prstGeom>
          <a:effectLst/>
        </p:spPr>
        <p:txBody>
          <a:bodyPr wrap="none" anchor="ctr">
            <a:noAutofit/>
          </a:bodyPr>
          <a:lstStyle>
            <a:lvl1pPr marL="0" indent="0" algn="ctr">
              <a:buFont typeface="Arial" panose="020B0604020202020204" pitchFamily="34" charset="0"/>
              <a:buNone/>
              <a:defRPr sz="1100">
                <a:latin typeface="+mj-lt"/>
              </a:defRPr>
            </a:lvl1pPr>
          </a:lstStyle>
          <a:p>
            <a:r>
              <a:rPr lang="en-US"/>
              <a:t>Image</a:t>
            </a:r>
          </a:p>
        </p:txBody>
      </p:sp>
      <p:sp>
        <p:nvSpPr>
          <p:cNvPr id="131" name="Text Placeholder 130">
            <a:extLst>
              <a:ext uri="{FF2B5EF4-FFF2-40B4-BE49-F238E27FC236}">
                <a16:creationId xmlns:a16="http://schemas.microsoft.com/office/drawing/2014/main" id="{8E8F3A8C-4965-7B08-A459-A80D02E1B91B}"/>
              </a:ext>
            </a:extLst>
          </p:cNvPr>
          <p:cNvSpPr>
            <a:spLocks noGrp="1"/>
          </p:cNvSpPr>
          <p:nvPr>
            <p:ph type="body" sz="quarter" idx="67"/>
          </p:nvPr>
        </p:nvSpPr>
        <p:spPr>
          <a:xfrm>
            <a:off x="2792636" y="2456773"/>
            <a:ext cx="1691688" cy="203726"/>
          </a:xfrm>
        </p:spPr>
        <p:txBody>
          <a:bodyPr/>
          <a:lstStyle>
            <a:lvl1pPr marL="0" indent="0" algn="ctr">
              <a:buNone/>
              <a:defRPr lang="en-US" sz="1200" kern="1200" spc="0" baseline="0" dirty="0" smtClean="0">
                <a:solidFill>
                  <a:schemeClr val="tx1"/>
                </a:solidFill>
                <a:latin typeface="+mj-lt"/>
                <a:ea typeface="+mn-ea"/>
                <a:cs typeface="+mn-cs"/>
              </a:defRPr>
            </a:lvl1pPr>
          </a:lstStyle>
          <a:p>
            <a:pPr lvl="0"/>
            <a:endParaRPr lang="en-US"/>
          </a:p>
        </p:txBody>
      </p:sp>
      <p:sp>
        <p:nvSpPr>
          <p:cNvPr id="134" name="Text Placeholder 130">
            <a:extLst>
              <a:ext uri="{FF2B5EF4-FFF2-40B4-BE49-F238E27FC236}">
                <a16:creationId xmlns:a16="http://schemas.microsoft.com/office/drawing/2014/main" id="{272E9F8F-3BEB-8A88-788D-B988CA634369}"/>
              </a:ext>
            </a:extLst>
          </p:cNvPr>
          <p:cNvSpPr>
            <a:spLocks noGrp="1"/>
          </p:cNvSpPr>
          <p:nvPr>
            <p:ph type="body" sz="quarter" idx="68"/>
          </p:nvPr>
        </p:nvSpPr>
        <p:spPr>
          <a:xfrm>
            <a:off x="4617997" y="2456773"/>
            <a:ext cx="1691688" cy="203726"/>
          </a:xfrm>
        </p:spPr>
        <p:txBody>
          <a:bodyPr/>
          <a:lstStyle>
            <a:lvl1pPr marL="0" indent="0" algn="ctr">
              <a:buNone/>
              <a:defRPr lang="en-US" sz="1200" kern="1200" spc="0" baseline="0" dirty="0" smtClean="0">
                <a:solidFill>
                  <a:schemeClr val="tx1"/>
                </a:solidFill>
                <a:latin typeface="+mj-lt"/>
                <a:ea typeface="+mn-ea"/>
                <a:cs typeface="+mn-cs"/>
              </a:defRPr>
            </a:lvl1pPr>
          </a:lstStyle>
          <a:p>
            <a:pPr lvl="0"/>
            <a:endParaRPr lang="en-US"/>
          </a:p>
        </p:txBody>
      </p:sp>
      <p:sp>
        <p:nvSpPr>
          <p:cNvPr id="135" name="Text Placeholder 130">
            <a:extLst>
              <a:ext uri="{FF2B5EF4-FFF2-40B4-BE49-F238E27FC236}">
                <a16:creationId xmlns:a16="http://schemas.microsoft.com/office/drawing/2014/main" id="{26154540-F4D7-0CB2-7414-A3351D18B818}"/>
              </a:ext>
            </a:extLst>
          </p:cNvPr>
          <p:cNvSpPr>
            <a:spLocks noGrp="1"/>
          </p:cNvSpPr>
          <p:nvPr>
            <p:ph type="body" sz="quarter" idx="69"/>
          </p:nvPr>
        </p:nvSpPr>
        <p:spPr>
          <a:xfrm>
            <a:off x="967275" y="2456773"/>
            <a:ext cx="1691688" cy="203726"/>
          </a:xfrm>
        </p:spPr>
        <p:txBody>
          <a:bodyPr/>
          <a:lstStyle>
            <a:lvl1pPr marL="0" indent="0" algn="ctr">
              <a:buNone/>
              <a:defRPr lang="en-US" sz="1200" kern="1200" spc="0" baseline="0" dirty="0" smtClean="0">
                <a:solidFill>
                  <a:schemeClr val="tx1"/>
                </a:solidFill>
                <a:latin typeface="+mj-lt"/>
                <a:ea typeface="+mn-ea"/>
                <a:cs typeface="+mn-cs"/>
              </a:defRPr>
            </a:lvl1pPr>
          </a:lstStyle>
          <a:p>
            <a:pPr lvl="0"/>
            <a:endParaRPr lang="en-US"/>
          </a:p>
        </p:txBody>
      </p:sp>
      <p:sp>
        <p:nvSpPr>
          <p:cNvPr id="136" name="Text Placeholder 130">
            <a:extLst>
              <a:ext uri="{FF2B5EF4-FFF2-40B4-BE49-F238E27FC236}">
                <a16:creationId xmlns:a16="http://schemas.microsoft.com/office/drawing/2014/main" id="{40074630-6D82-B22B-E19B-1BD2DBA8C980}"/>
              </a:ext>
            </a:extLst>
          </p:cNvPr>
          <p:cNvSpPr>
            <a:spLocks noGrp="1"/>
          </p:cNvSpPr>
          <p:nvPr>
            <p:ph type="body" sz="quarter" idx="70"/>
          </p:nvPr>
        </p:nvSpPr>
        <p:spPr>
          <a:xfrm>
            <a:off x="6443358" y="2456773"/>
            <a:ext cx="1691688" cy="203726"/>
          </a:xfrm>
        </p:spPr>
        <p:txBody>
          <a:bodyPr/>
          <a:lstStyle>
            <a:lvl1pPr marL="0" indent="0" algn="ctr">
              <a:buNone/>
              <a:defRPr lang="en-US" sz="1200" kern="1200" spc="0" baseline="0" dirty="0" smtClean="0">
                <a:solidFill>
                  <a:schemeClr val="tx1"/>
                </a:solidFill>
                <a:latin typeface="+mj-lt"/>
                <a:ea typeface="+mn-ea"/>
                <a:cs typeface="+mn-cs"/>
              </a:defRPr>
            </a:lvl1pPr>
          </a:lstStyle>
          <a:p>
            <a:pPr lvl="0"/>
            <a:endParaRPr lang="en-US"/>
          </a:p>
        </p:txBody>
      </p:sp>
      <p:sp>
        <p:nvSpPr>
          <p:cNvPr id="137" name="Text Placeholder 130">
            <a:extLst>
              <a:ext uri="{FF2B5EF4-FFF2-40B4-BE49-F238E27FC236}">
                <a16:creationId xmlns:a16="http://schemas.microsoft.com/office/drawing/2014/main" id="{6FC17F1B-0B4B-8D86-E554-F321477865AB}"/>
              </a:ext>
            </a:extLst>
          </p:cNvPr>
          <p:cNvSpPr>
            <a:spLocks noGrp="1"/>
          </p:cNvSpPr>
          <p:nvPr>
            <p:ph type="body" sz="quarter" idx="71"/>
          </p:nvPr>
        </p:nvSpPr>
        <p:spPr>
          <a:xfrm>
            <a:off x="8268720" y="2456773"/>
            <a:ext cx="1691688" cy="203726"/>
          </a:xfrm>
        </p:spPr>
        <p:txBody>
          <a:bodyPr/>
          <a:lstStyle>
            <a:lvl1pPr marL="0" indent="0" algn="ctr">
              <a:buNone/>
              <a:defRPr lang="en-US" sz="1200" kern="1200" spc="0" baseline="0" dirty="0" smtClean="0">
                <a:solidFill>
                  <a:schemeClr val="tx1"/>
                </a:solidFill>
                <a:latin typeface="+mj-lt"/>
                <a:ea typeface="+mn-ea"/>
                <a:cs typeface="+mn-cs"/>
              </a:defRPr>
            </a:lvl1pPr>
          </a:lstStyle>
          <a:p>
            <a:pPr lvl="0"/>
            <a:endParaRPr lang="en-US"/>
          </a:p>
        </p:txBody>
      </p:sp>
      <p:sp>
        <p:nvSpPr>
          <p:cNvPr id="138" name="Text Placeholder 130">
            <a:extLst>
              <a:ext uri="{FF2B5EF4-FFF2-40B4-BE49-F238E27FC236}">
                <a16:creationId xmlns:a16="http://schemas.microsoft.com/office/drawing/2014/main" id="{95D346BD-EFCF-6E95-BECC-5C22596B6D93}"/>
              </a:ext>
            </a:extLst>
          </p:cNvPr>
          <p:cNvSpPr>
            <a:spLocks noGrp="1"/>
          </p:cNvSpPr>
          <p:nvPr>
            <p:ph type="body" sz="quarter" idx="72"/>
          </p:nvPr>
        </p:nvSpPr>
        <p:spPr>
          <a:xfrm>
            <a:off x="1474364" y="4422325"/>
            <a:ext cx="1100816" cy="203726"/>
          </a:xfrm>
        </p:spPr>
        <p:txBody>
          <a:bodyPr/>
          <a:lstStyle>
            <a:lvl1pPr marL="0" indent="0" algn="ctr">
              <a:buNone/>
              <a:defRPr lang="en-US" sz="1200" kern="1200" spc="0" baseline="0" dirty="0" smtClean="0">
                <a:solidFill>
                  <a:schemeClr val="tx1"/>
                </a:solidFill>
                <a:latin typeface="+mj-lt"/>
                <a:ea typeface="+mn-ea"/>
                <a:cs typeface="+mn-cs"/>
              </a:defRPr>
            </a:lvl1pPr>
          </a:lstStyle>
          <a:p>
            <a:pPr lvl="0"/>
            <a:endParaRPr lang="en-US"/>
          </a:p>
        </p:txBody>
      </p:sp>
      <p:sp>
        <p:nvSpPr>
          <p:cNvPr id="139" name="Text Placeholder 130">
            <a:extLst>
              <a:ext uri="{FF2B5EF4-FFF2-40B4-BE49-F238E27FC236}">
                <a16:creationId xmlns:a16="http://schemas.microsoft.com/office/drawing/2014/main" id="{A6CF814F-7789-8C24-D45B-754078124A49}"/>
              </a:ext>
            </a:extLst>
          </p:cNvPr>
          <p:cNvSpPr>
            <a:spLocks noGrp="1"/>
          </p:cNvSpPr>
          <p:nvPr>
            <p:ph type="body" sz="quarter" idx="73"/>
          </p:nvPr>
        </p:nvSpPr>
        <p:spPr>
          <a:xfrm>
            <a:off x="2709299" y="4422325"/>
            <a:ext cx="1100816" cy="203726"/>
          </a:xfrm>
        </p:spPr>
        <p:txBody>
          <a:bodyPr/>
          <a:lstStyle>
            <a:lvl1pPr marL="0" indent="0" algn="ctr">
              <a:buNone/>
              <a:defRPr lang="en-US" sz="1200" kern="1200" spc="0" baseline="0" dirty="0" smtClean="0">
                <a:solidFill>
                  <a:schemeClr val="tx1"/>
                </a:solidFill>
                <a:latin typeface="+mj-lt"/>
                <a:ea typeface="+mn-ea"/>
                <a:cs typeface="+mn-cs"/>
              </a:defRPr>
            </a:lvl1pPr>
          </a:lstStyle>
          <a:p>
            <a:pPr lvl="0"/>
            <a:endParaRPr lang="en-US"/>
          </a:p>
        </p:txBody>
      </p:sp>
      <p:sp>
        <p:nvSpPr>
          <p:cNvPr id="140" name="Text Placeholder 130">
            <a:extLst>
              <a:ext uri="{FF2B5EF4-FFF2-40B4-BE49-F238E27FC236}">
                <a16:creationId xmlns:a16="http://schemas.microsoft.com/office/drawing/2014/main" id="{D9CD112F-A6CF-FA11-A9F2-4D9FD70DD473}"/>
              </a:ext>
            </a:extLst>
          </p:cNvPr>
          <p:cNvSpPr>
            <a:spLocks noGrp="1"/>
          </p:cNvSpPr>
          <p:nvPr>
            <p:ph type="body" sz="quarter" idx="74"/>
          </p:nvPr>
        </p:nvSpPr>
        <p:spPr>
          <a:xfrm>
            <a:off x="3944234" y="4422325"/>
            <a:ext cx="1100816" cy="203726"/>
          </a:xfrm>
        </p:spPr>
        <p:txBody>
          <a:bodyPr/>
          <a:lstStyle>
            <a:lvl1pPr marL="0" indent="0" algn="ctr">
              <a:buNone/>
              <a:defRPr lang="en-US" sz="1200" kern="1200" spc="0" baseline="0" dirty="0" smtClean="0">
                <a:solidFill>
                  <a:schemeClr val="tx1"/>
                </a:solidFill>
                <a:latin typeface="+mj-lt"/>
                <a:ea typeface="+mn-ea"/>
                <a:cs typeface="+mn-cs"/>
              </a:defRPr>
            </a:lvl1pPr>
          </a:lstStyle>
          <a:p>
            <a:pPr lvl="0"/>
            <a:endParaRPr lang="en-US"/>
          </a:p>
        </p:txBody>
      </p:sp>
      <p:sp>
        <p:nvSpPr>
          <p:cNvPr id="141" name="Text Placeholder 130">
            <a:extLst>
              <a:ext uri="{FF2B5EF4-FFF2-40B4-BE49-F238E27FC236}">
                <a16:creationId xmlns:a16="http://schemas.microsoft.com/office/drawing/2014/main" id="{817F3721-1024-A4E8-F5FB-13C6743C550C}"/>
              </a:ext>
            </a:extLst>
          </p:cNvPr>
          <p:cNvSpPr>
            <a:spLocks noGrp="1"/>
          </p:cNvSpPr>
          <p:nvPr>
            <p:ph type="body" sz="quarter" idx="75"/>
          </p:nvPr>
        </p:nvSpPr>
        <p:spPr>
          <a:xfrm>
            <a:off x="5179169" y="4422325"/>
            <a:ext cx="1100816" cy="203726"/>
          </a:xfrm>
        </p:spPr>
        <p:txBody>
          <a:bodyPr/>
          <a:lstStyle>
            <a:lvl1pPr marL="0" indent="0" algn="ctr">
              <a:buNone/>
              <a:defRPr lang="en-US" sz="1200" kern="1200" spc="0" baseline="0" dirty="0" smtClean="0">
                <a:solidFill>
                  <a:schemeClr val="tx1"/>
                </a:solidFill>
                <a:latin typeface="+mj-lt"/>
                <a:ea typeface="+mn-ea"/>
                <a:cs typeface="+mn-cs"/>
              </a:defRPr>
            </a:lvl1pPr>
          </a:lstStyle>
          <a:p>
            <a:pPr lvl="0"/>
            <a:endParaRPr lang="en-US"/>
          </a:p>
        </p:txBody>
      </p:sp>
      <p:sp>
        <p:nvSpPr>
          <p:cNvPr id="143" name="Text Placeholder 130">
            <a:extLst>
              <a:ext uri="{FF2B5EF4-FFF2-40B4-BE49-F238E27FC236}">
                <a16:creationId xmlns:a16="http://schemas.microsoft.com/office/drawing/2014/main" id="{17A5DA22-6139-D033-5842-73063563161A}"/>
              </a:ext>
            </a:extLst>
          </p:cNvPr>
          <p:cNvSpPr>
            <a:spLocks noGrp="1"/>
          </p:cNvSpPr>
          <p:nvPr>
            <p:ph type="body" sz="quarter" idx="76"/>
          </p:nvPr>
        </p:nvSpPr>
        <p:spPr>
          <a:xfrm>
            <a:off x="6414104" y="4422325"/>
            <a:ext cx="1100816" cy="203726"/>
          </a:xfrm>
        </p:spPr>
        <p:txBody>
          <a:bodyPr/>
          <a:lstStyle>
            <a:lvl1pPr marL="0" indent="0" algn="ctr">
              <a:buNone/>
              <a:defRPr lang="en-US" sz="1200" kern="1200" spc="0" baseline="0" dirty="0" smtClean="0">
                <a:solidFill>
                  <a:schemeClr val="tx1"/>
                </a:solidFill>
                <a:latin typeface="+mj-lt"/>
                <a:ea typeface="+mn-ea"/>
                <a:cs typeface="+mn-cs"/>
              </a:defRPr>
            </a:lvl1pPr>
          </a:lstStyle>
          <a:p>
            <a:pPr lvl="0"/>
            <a:endParaRPr lang="en-US"/>
          </a:p>
        </p:txBody>
      </p:sp>
      <p:sp>
        <p:nvSpPr>
          <p:cNvPr id="144" name="Text Placeholder 130">
            <a:extLst>
              <a:ext uri="{FF2B5EF4-FFF2-40B4-BE49-F238E27FC236}">
                <a16:creationId xmlns:a16="http://schemas.microsoft.com/office/drawing/2014/main" id="{1FD3FBC3-B29E-DD2A-5B9B-09E1D0F0C692}"/>
              </a:ext>
            </a:extLst>
          </p:cNvPr>
          <p:cNvSpPr>
            <a:spLocks noGrp="1"/>
          </p:cNvSpPr>
          <p:nvPr>
            <p:ph type="body" sz="quarter" idx="77"/>
          </p:nvPr>
        </p:nvSpPr>
        <p:spPr>
          <a:xfrm>
            <a:off x="7649039" y="4422325"/>
            <a:ext cx="1100816" cy="203726"/>
          </a:xfrm>
        </p:spPr>
        <p:txBody>
          <a:bodyPr/>
          <a:lstStyle>
            <a:lvl1pPr marL="0" indent="0" algn="ctr">
              <a:buNone/>
              <a:defRPr lang="en-US" sz="1200" kern="1200" spc="0" baseline="0" dirty="0" smtClean="0">
                <a:solidFill>
                  <a:schemeClr val="tx1"/>
                </a:solidFill>
                <a:latin typeface="+mj-lt"/>
                <a:ea typeface="+mn-ea"/>
                <a:cs typeface="+mn-cs"/>
              </a:defRPr>
            </a:lvl1pPr>
          </a:lstStyle>
          <a:p>
            <a:pPr lvl="0"/>
            <a:endParaRPr lang="en-US"/>
          </a:p>
        </p:txBody>
      </p:sp>
      <p:sp>
        <p:nvSpPr>
          <p:cNvPr id="145" name="Text Placeholder 130">
            <a:extLst>
              <a:ext uri="{FF2B5EF4-FFF2-40B4-BE49-F238E27FC236}">
                <a16:creationId xmlns:a16="http://schemas.microsoft.com/office/drawing/2014/main" id="{52DE49F7-3439-7AC3-6449-D71A0F2C0EA0}"/>
              </a:ext>
            </a:extLst>
          </p:cNvPr>
          <p:cNvSpPr>
            <a:spLocks noGrp="1"/>
          </p:cNvSpPr>
          <p:nvPr>
            <p:ph type="body" sz="quarter" idx="78"/>
          </p:nvPr>
        </p:nvSpPr>
        <p:spPr>
          <a:xfrm>
            <a:off x="8883973" y="4422325"/>
            <a:ext cx="1100816" cy="203726"/>
          </a:xfrm>
        </p:spPr>
        <p:txBody>
          <a:bodyPr/>
          <a:lstStyle>
            <a:lvl1pPr marL="0" indent="0" algn="ctr">
              <a:buNone/>
              <a:defRPr lang="en-US" sz="1200" kern="1200" spc="0" baseline="0" dirty="0" smtClean="0">
                <a:solidFill>
                  <a:schemeClr val="tx1"/>
                </a:solidFill>
                <a:latin typeface="+mj-lt"/>
                <a:ea typeface="+mn-ea"/>
                <a:cs typeface="+mn-cs"/>
              </a:defRPr>
            </a:lvl1pPr>
          </a:lstStyle>
          <a:p>
            <a:pPr lvl="0"/>
            <a:endParaRPr lang="en-US"/>
          </a:p>
        </p:txBody>
      </p:sp>
      <p:sp>
        <p:nvSpPr>
          <p:cNvPr id="146" name="Text Placeholder 130">
            <a:extLst>
              <a:ext uri="{FF2B5EF4-FFF2-40B4-BE49-F238E27FC236}">
                <a16:creationId xmlns:a16="http://schemas.microsoft.com/office/drawing/2014/main" id="{6785F2BD-DC91-97F4-C6D8-13E85E5AA809}"/>
              </a:ext>
            </a:extLst>
          </p:cNvPr>
          <p:cNvSpPr>
            <a:spLocks noGrp="1"/>
          </p:cNvSpPr>
          <p:nvPr>
            <p:ph type="body" sz="quarter" idx="79"/>
          </p:nvPr>
        </p:nvSpPr>
        <p:spPr>
          <a:xfrm>
            <a:off x="1474364" y="5803526"/>
            <a:ext cx="1571118" cy="203726"/>
          </a:xfrm>
        </p:spPr>
        <p:txBody>
          <a:bodyPr/>
          <a:lstStyle>
            <a:lvl1pPr marL="0" indent="0" algn="ctr">
              <a:buNone/>
              <a:defRPr lang="en-US" sz="1200" kern="1200" spc="0" baseline="0" dirty="0" smtClean="0">
                <a:solidFill>
                  <a:schemeClr val="tx1"/>
                </a:solidFill>
                <a:latin typeface="+mj-lt"/>
                <a:ea typeface="+mn-ea"/>
                <a:cs typeface="+mn-cs"/>
              </a:defRPr>
            </a:lvl1pPr>
          </a:lstStyle>
          <a:p>
            <a:pPr lvl="0"/>
            <a:endParaRPr lang="en-US"/>
          </a:p>
        </p:txBody>
      </p:sp>
      <p:sp>
        <p:nvSpPr>
          <p:cNvPr id="147" name="Text Placeholder 130">
            <a:extLst>
              <a:ext uri="{FF2B5EF4-FFF2-40B4-BE49-F238E27FC236}">
                <a16:creationId xmlns:a16="http://schemas.microsoft.com/office/drawing/2014/main" id="{585E728A-5488-61D6-A5B3-E86D66DED4E0}"/>
              </a:ext>
            </a:extLst>
          </p:cNvPr>
          <p:cNvSpPr>
            <a:spLocks noGrp="1"/>
          </p:cNvSpPr>
          <p:nvPr>
            <p:ph type="body" sz="quarter" idx="80"/>
          </p:nvPr>
        </p:nvSpPr>
        <p:spPr>
          <a:xfrm>
            <a:off x="3270736" y="5803526"/>
            <a:ext cx="1571118" cy="203726"/>
          </a:xfrm>
        </p:spPr>
        <p:txBody>
          <a:bodyPr/>
          <a:lstStyle>
            <a:lvl1pPr marL="0" indent="0" algn="ctr">
              <a:buNone/>
              <a:defRPr lang="en-US" sz="1200" kern="1200" spc="0" baseline="0" dirty="0" smtClean="0">
                <a:solidFill>
                  <a:schemeClr val="tx1"/>
                </a:solidFill>
                <a:latin typeface="+mj-lt"/>
                <a:ea typeface="+mn-ea"/>
                <a:cs typeface="+mn-cs"/>
              </a:defRPr>
            </a:lvl1pPr>
          </a:lstStyle>
          <a:p>
            <a:pPr lvl="0"/>
            <a:endParaRPr lang="en-US"/>
          </a:p>
        </p:txBody>
      </p:sp>
      <p:sp>
        <p:nvSpPr>
          <p:cNvPr id="148" name="Text Placeholder 130">
            <a:extLst>
              <a:ext uri="{FF2B5EF4-FFF2-40B4-BE49-F238E27FC236}">
                <a16:creationId xmlns:a16="http://schemas.microsoft.com/office/drawing/2014/main" id="{49F66A41-4831-0333-EDE9-4EF664FC4DA1}"/>
              </a:ext>
            </a:extLst>
          </p:cNvPr>
          <p:cNvSpPr>
            <a:spLocks noGrp="1"/>
          </p:cNvSpPr>
          <p:nvPr>
            <p:ph type="body" sz="quarter" idx="81"/>
          </p:nvPr>
        </p:nvSpPr>
        <p:spPr>
          <a:xfrm>
            <a:off x="5067108" y="5803526"/>
            <a:ext cx="1571118" cy="203726"/>
          </a:xfrm>
        </p:spPr>
        <p:txBody>
          <a:bodyPr/>
          <a:lstStyle>
            <a:lvl1pPr marL="0" indent="0" algn="ctr">
              <a:buNone/>
              <a:defRPr lang="en-US" sz="1200" kern="1200" spc="0" baseline="0" dirty="0" smtClean="0">
                <a:solidFill>
                  <a:schemeClr val="tx1"/>
                </a:solidFill>
                <a:latin typeface="+mj-lt"/>
                <a:ea typeface="+mn-ea"/>
                <a:cs typeface="+mn-cs"/>
              </a:defRPr>
            </a:lvl1pPr>
          </a:lstStyle>
          <a:p>
            <a:pPr lvl="0"/>
            <a:endParaRPr lang="en-US"/>
          </a:p>
        </p:txBody>
      </p:sp>
      <p:sp>
        <p:nvSpPr>
          <p:cNvPr id="149" name="Text Placeholder 130">
            <a:extLst>
              <a:ext uri="{FF2B5EF4-FFF2-40B4-BE49-F238E27FC236}">
                <a16:creationId xmlns:a16="http://schemas.microsoft.com/office/drawing/2014/main" id="{4F15F3B8-FACA-114B-A72D-D41C9DC6F09C}"/>
              </a:ext>
            </a:extLst>
          </p:cNvPr>
          <p:cNvSpPr>
            <a:spLocks noGrp="1"/>
          </p:cNvSpPr>
          <p:nvPr>
            <p:ph type="body" sz="quarter" idx="82"/>
          </p:nvPr>
        </p:nvSpPr>
        <p:spPr>
          <a:xfrm>
            <a:off x="6863481" y="5803526"/>
            <a:ext cx="1571118" cy="203726"/>
          </a:xfrm>
        </p:spPr>
        <p:txBody>
          <a:bodyPr/>
          <a:lstStyle>
            <a:lvl1pPr marL="0" indent="0" algn="ctr">
              <a:buNone/>
              <a:defRPr lang="en-US" sz="1200" kern="1200" spc="0" baseline="0" dirty="0" smtClean="0">
                <a:solidFill>
                  <a:schemeClr val="tx1"/>
                </a:solidFill>
                <a:latin typeface="+mj-lt"/>
                <a:ea typeface="+mn-ea"/>
                <a:cs typeface="+mn-cs"/>
              </a:defRPr>
            </a:lvl1pPr>
          </a:lstStyle>
          <a:p>
            <a:pPr lvl="0"/>
            <a:endParaRPr lang="en-US"/>
          </a:p>
        </p:txBody>
      </p:sp>
      <p:sp>
        <p:nvSpPr>
          <p:cNvPr id="150" name="Text Placeholder 130">
            <a:extLst>
              <a:ext uri="{FF2B5EF4-FFF2-40B4-BE49-F238E27FC236}">
                <a16:creationId xmlns:a16="http://schemas.microsoft.com/office/drawing/2014/main" id="{C0ACD9A0-F1DA-42B8-B346-F4659AFA6038}"/>
              </a:ext>
            </a:extLst>
          </p:cNvPr>
          <p:cNvSpPr>
            <a:spLocks noGrp="1"/>
          </p:cNvSpPr>
          <p:nvPr>
            <p:ph type="body" sz="quarter" idx="83"/>
          </p:nvPr>
        </p:nvSpPr>
        <p:spPr>
          <a:xfrm rot="16200000">
            <a:off x="427232" y="5421891"/>
            <a:ext cx="1289124" cy="380538"/>
          </a:xfrm>
          <a:solidFill>
            <a:srgbClr val="7F7F7F"/>
          </a:solidFill>
        </p:spPr>
        <p:txBody>
          <a:bodyPr anchor="ctr"/>
          <a:lstStyle>
            <a:lvl1pPr marL="0" indent="0" algn="ctr">
              <a:buNone/>
              <a:defRPr lang="en-US" sz="1200" kern="1200" cap="all" spc="200" baseline="0" dirty="0" smtClean="0">
                <a:solidFill>
                  <a:schemeClr val="bg1"/>
                </a:solidFill>
                <a:latin typeface="+mj-lt"/>
                <a:ea typeface="+mn-ea"/>
                <a:cs typeface="+mn-cs"/>
              </a:defRPr>
            </a:lvl1pPr>
          </a:lstStyle>
          <a:p>
            <a:pPr lvl="0"/>
            <a:endParaRPr lang="en-US"/>
          </a:p>
        </p:txBody>
      </p:sp>
      <p:sp>
        <p:nvSpPr>
          <p:cNvPr id="151" name="Text Placeholder 130">
            <a:extLst>
              <a:ext uri="{FF2B5EF4-FFF2-40B4-BE49-F238E27FC236}">
                <a16:creationId xmlns:a16="http://schemas.microsoft.com/office/drawing/2014/main" id="{C519E704-F352-286C-187F-06133EE880CE}"/>
              </a:ext>
            </a:extLst>
          </p:cNvPr>
          <p:cNvSpPr>
            <a:spLocks noGrp="1"/>
          </p:cNvSpPr>
          <p:nvPr>
            <p:ph type="body" sz="quarter" idx="84"/>
          </p:nvPr>
        </p:nvSpPr>
        <p:spPr>
          <a:xfrm rot="16200000">
            <a:off x="427232" y="4019121"/>
            <a:ext cx="1289124" cy="380538"/>
          </a:xfrm>
          <a:solidFill>
            <a:srgbClr val="7F7F7F"/>
          </a:solidFill>
        </p:spPr>
        <p:txBody>
          <a:bodyPr anchor="ctr"/>
          <a:lstStyle>
            <a:lvl1pPr marL="0" indent="0" algn="ctr">
              <a:buNone/>
              <a:defRPr lang="en-US" sz="1200" kern="1200" cap="all" spc="200" baseline="0" dirty="0" smtClean="0">
                <a:solidFill>
                  <a:schemeClr val="bg1"/>
                </a:solidFill>
                <a:latin typeface="+mj-lt"/>
                <a:ea typeface="+mn-ea"/>
                <a:cs typeface="+mn-cs"/>
              </a:defRPr>
            </a:lvl1pPr>
          </a:lstStyle>
          <a:p>
            <a:pPr lvl="0"/>
            <a:endParaRPr lang="en-US"/>
          </a:p>
        </p:txBody>
      </p:sp>
      <p:sp>
        <p:nvSpPr>
          <p:cNvPr id="152" name="Text Placeholder 130">
            <a:extLst>
              <a:ext uri="{FF2B5EF4-FFF2-40B4-BE49-F238E27FC236}">
                <a16:creationId xmlns:a16="http://schemas.microsoft.com/office/drawing/2014/main" id="{759E6BCC-B4BB-984F-59D3-8C319B099C39}"/>
              </a:ext>
            </a:extLst>
          </p:cNvPr>
          <p:cNvSpPr>
            <a:spLocks noGrp="1"/>
          </p:cNvSpPr>
          <p:nvPr>
            <p:ph type="body" sz="quarter" idx="85"/>
          </p:nvPr>
        </p:nvSpPr>
        <p:spPr>
          <a:xfrm>
            <a:off x="4540395" y="3296596"/>
            <a:ext cx="1831830" cy="246221"/>
          </a:xfrm>
          <a:solidFill>
            <a:srgbClr val="F7F8F9"/>
          </a:solidFill>
        </p:spPr>
        <p:txBody>
          <a:bodyPr/>
          <a:lstStyle>
            <a:lvl1pPr marL="0" indent="0" algn="ctr">
              <a:buNone/>
              <a:defRPr lang="en-US" sz="1600" kern="1200" spc="0" baseline="0" dirty="0" smtClean="0">
                <a:solidFill>
                  <a:schemeClr val="bg2"/>
                </a:solidFill>
                <a:latin typeface="+mj-lt"/>
                <a:ea typeface="+mn-ea"/>
                <a:cs typeface="+mn-cs"/>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endParaRPr lang="en-US"/>
          </a:p>
        </p:txBody>
      </p:sp>
      <p:sp>
        <p:nvSpPr>
          <p:cNvPr id="153" name="Text Placeholder 130">
            <a:extLst>
              <a:ext uri="{FF2B5EF4-FFF2-40B4-BE49-F238E27FC236}">
                <a16:creationId xmlns:a16="http://schemas.microsoft.com/office/drawing/2014/main" id="{3DBC576F-D323-8E20-63EF-14A1799F3C77}"/>
              </a:ext>
            </a:extLst>
          </p:cNvPr>
          <p:cNvSpPr>
            <a:spLocks noGrp="1"/>
          </p:cNvSpPr>
          <p:nvPr>
            <p:ph type="body" sz="quarter" idx="86"/>
          </p:nvPr>
        </p:nvSpPr>
        <p:spPr>
          <a:xfrm>
            <a:off x="4540395" y="1390604"/>
            <a:ext cx="1831830" cy="246221"/>
          </a:xfrm>
          <a:solidFill>
            <a:srgbClr val="F7F8F9"/>
          </a:solidFill>
        </p:spPr>
        <p:txBody>
          <a:bodyPr/>
          <a:lstStyle>
            <a:lvl1pPr marL="0" indent="0" algn="ctr">
              <a:buNone/>
              <a:defRPr lang="en-US" sz="1600" kern="1200" spc="0" baseline="0" dirty="0" smtClean="0">
                <a:solidFill>
                  <a:schemeClr val="bg2"/>
                </a:solidFill>
                <a:latin typeface="+mj-lt"/>
                <a:ea typeface="+mn-ea"/>
                <a:cs typeface="+mn-cs"/>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endParaRPr lang="en-US"/>
          </a:p>
        </p:txBody>
      </p:sp>
      <p:sp>
        <p:nvSpPr>
          <p:cNvPr id="154" name="Text Placeholder 130">
            <a:extLst>
              <a:ext uri="{FF2B5EF4-FFF2-40B4-BE49-F238E27FC236}">
                <a16:creationId xmlns:a16="http://schemas.microsoft.com/office/drawing/2014/main" id="{0CC0519A-3FBA-7B17-A350-5BD8EB2E48FA}"/>
              </a:ext>
            </a:extLst>
          </p:cNvPr>
          <p:cNvSpPr>
            <a:spLocks noGrp="1"/>
          </p:cNvSpPr>
          <p:nvPr>
            <p:ph type="body" sz="quarter" idx="87"/>
          </p:nvPr>
        </p:nvSpPr>
        <p:spPr>
          <a:xfrm>
            <a:off x="10510534" y="3254232"/>
            <a:ext cx="1172364" cy="203726"/>
          </a:xfrm>
        </p:spPr>
        <p:txBody>
          <a:bodyPr/>
          <a:lstStyle>
            <a:lvl1pPr marL="0" indent="0" algn="ctr">
              <a:buNone/>
              <a:defRPr lang="en-US" sz="1200" kern="1200" spc="0" baseline="0" dirty="0" smtClean="0">
                <a:solidFill>
                  <a:schemeClr val="tx1"/>
                </a:solidFill>
                <a:latin typeface="+mj-lt"/>
                <a:ea typeface="+mn-ea"/>
                <a:cs typeface="+mn-cs"/>
              </a:defRPr>
            </a:lvl1pPr>
          </a:lstStyle>
          <a:p>
            <a:pPr lvl="0"/>
            <a:endParaRPr lang="en-US"/>
          </a:p>
        </p:txBody>
      </p:sp>
      <p:sp>
        <p:nvSpPr>
          <p:cNvPr id="155" name="Text Placeholder 130">
            <a:extLst>
              <a:ext uri="{FF2B5EF4-FFF2-40B4-BE49-F238E27FC236}">
                <a16:creationId xmlns:a16="http://schemas.microsoft.com/office/drawing/2014/main" id="{3239A6BB-C497-4438-3D99-A6B9F463EAB1}"/>
              </a:ext>
            </a:extLst>
          </p:cNvPr>
          <p:cNvSpPr>
            <a:spLocks noGrp="1"/>
          </p:cNvSpPr>
          <p:nvPr>
            <p:ph type="body" sz="quarter" idx="88"/>
          </p:nvPr>
        </p:nvSpPr>
        <p:spPr>
          <a:xfrm>
            <a:off x="10510534" y="6331411"/>
            <a:ext cx="1172364" cy="203726"/>
          </a:xfrm>
        </p:spPr>
        <p:txBody>
          <a:bodyPr/>
          <a:lstStyle>
            <a:lvl1pPr marL="0" indent="0" algn="ctr">
              <a:buNone/>
              <a:defRPr lang="en-US" sz="1200" kern="1200" spc="0" baseline="0" dirty="0" smtClean="0">
                <a:solidFill>
                  <a:schemeClr val="tx1"/>
                </a:solidFill>
                <a:latin typeface="+mj-lt"/>
                <a:ea typeface="+mn-ea"/>
                <a:cs typeface="+mn-cs"/>
              </a:defRPr>
            </a:lvl1pPr>
          </a:lstStyle>
          <a:p>
            <a:pPr lvl="0"/>
            <a:endParaRPr lang="en-US"/>
          </a:p>
        </p:txBody>
      </p:sp>
      <p:sp>
        <p:nvSpPr>
          <p:cNvPr id="156" name="Text Placeholder 130">
            <a:extLst>
              <a:ext uri="{FF2B5EF4-FFF2-40B4-BE49-F238E27FC236}">
                <a16:creationId xmlns:a16="http://schemas.microsoft.com/office/drawing/2014/main" id="{17ACB126-8F3B-AFAF-BBB5-0FE7CF5D47FF}"/>
              </a:ext>
            </a:extLst>
          </p:cNvPr>
          <p:cNvSpPr>
            <a:spLocks noGrp="1"/>
          </p:cNvSpPr>
          <p:nvPr>
            <p:ph type="body" sz="quarter" idx="89"/>
          </p:nvPr>
        </p:nvSpPr>
        <p:spPr>
          <a:xfrm>
            <a:off x="10578458" y="4499683"/>
            <a:ext cx="1036516" cy="773444"/>
          </a:xfrm>
          <a:solidFill>
            <a:schemeClr val="bg1"/>
          </a:solidFill>
        </p:spPr>
        <p:txBody>
          <a:bodyPr anchor="ctr" anchorCtr="0">
            <a:noAutofit/>
          </a:bodyPr>
          <a:lstStyle>
            <a:lvl1pPr marL="0" indent="0" algn="ctr">
              <a:buNone/>
              <a:defRPr lang="en-US" sz="1400" kern="1200" spc="0" baseline="0" dirty="0" smtClean="0">
                <a:solidFill>
                  <a:schemeClr val="tx1"/>
                </a:solidFill>
                <a:latin typeface="+mj-lt"/>
                <a:ea typeface="+mn-ea"/>
                <a:cs typeface="+mn-cs"/>
              </a:defRPr>
            </a:lvl1pPr>
          </a:lstStyle>
          <a:p>
            <a:pPr lvl="0"/>
            <a:endParaRPr lang="en-US"/>
          </a:p>
        </p:txBody>
      </p:sp>
      <p:sp>
        <p:nvSpPr>
          <p:cNvPr id="157" name="Text Placeholder 130">
            <a:extLst>
              <a:ext uri="{FF2B5EF4-FFF2-40B4-BE49-F238E27FC236}">
                <a16:creationId xmlns:a16="http://schemas.microsoft.com/office/drawing/2014/main" id="{CD46F206-2FC2-9482-02DD-4CE50ABEFBA6}"/>
              </a:ext>
            </a:extLst>
          </p:cNvPr>
          <p:cNvSpPr>
            <a:spLocks noGrp="1"/>
          </p:cNvSpPr>
          <p:nvPr>
            <p:ph type="body" sz="quarter" idx="90"/>
          </p:nvPr>
        </p:nvSpPr>
        <p:spPr>
          <a:xfrm>
            <a:off x="10651029" y="1824038"/>
            <a:ext cx="891374" cy="714374"/>
          </a:xfrm>
        </p:spPr>
        <p:txBody>
          <a:bodyPr anchor="ctr"/>
          <a:lstStyle>
            <a:lvl1pPr marL="0" indent="0" algn="ctr">
              <a:buNone/>
              <a:defRPr lang="en-US" sz="1400" kern="1200" spc="0" baseline="0" dirty="0" smtClean="0">
                <a:solidFill>
                  <a:schemeClr val="tx1"/>
                </a:solidFill>
                <a:latin typeface="+mj-lt"/>
                <a:ea typeface="+mn-ea"/>
                <a:cs typeface="+mn-cs"/>
              </a:defRPr>
            </a:lvl1pPr>
          </a:lstStyle>
          <a:p>
            <a:pPr lvl="0"/>
            <a:endParaRPr lang="en-US"/>
          </a:p>
        </p:txBody>
      </p:sp>
    </p:spTree>
    <p:extLst>
      <p:ext uri="{BB962C8B-B14F-4D97-AF65-F5344CB8AC3E}">
        <p14:creationId xmlns:p14="http://schemas.microsoft.com/office/powerpoint/2010/main" val="3371225989"/>
      </p:ext>
    </p:extLst>
  </p:cSld>
  <p:clrMapOvr>
    <a:masterClrMapping/>
  </p:clrMapOvr>
  <p:transition>
    <p:fade/>
  </p:transition>
  <p:extLst>
    <p:ext uri="{DCECCB84-F9BA-43D5-87BE-67443E8EF086}">
      <p15:sldGuideLst xmlns:p15="http://schemas.microsoft.com/office/powerpoint/2012/main">
        <p15:guide id="28" orient="horz" pos="864">
          <p15:clr>
            <a:srgbClr val="5ACBF0"/>
          </p15:clr>
        </p15:guide>
        <p15:guide id="29" orient="horz" pos="1272">
          <p15:clr>
            <a:srgbClr val="5ACBF0"/>
          </p15:clr>
        </p15:guide>
        <p15:guide id="30" orient="horz" pos="288">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2 Statistic Column Layout">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3703D50-2255-B25C-E43A-AA2DE4FCAE1C}"/>
              </a:ext>
            </a:extLst>
          </p:cNvPr>
          <p:cNvGrpSpPr/>
          <p:nvPr userDrawn="1"/>
        </p:nvGrpSpPr>
        <p:grpSpPr>
          <a:xfrm>
            <a:off x="0" y="774700"/>
            <a:ext cx="12192000" cy="4687248"/>
            <a:chOff x="0" y="774700"/>
            <a:chExt cx="12192000" cy="4687248"/>
          </a:xfrm>
        </p:grpSpPr>
        <p:sp>
          <p:nvSpPr>
            <p:cNvPr id="4" name="Freeform: Shape 3">
              <a:extLst>
                <a:ext uri="{FF2B5EF4-FFF2-40B4-BE49-F238E27FC236}">
                  <a16:creationId xmlns:a16="http://schemas.microsoft.com/office/drawing/2014/main" id="{69B9DCE7-85A7-5448-0EB8-6D3E348225BF}"/>
                </a:ext>
              </a:extLst>
            </p:cNvPr>
            <p:cNvSpPr/>
            <p:nvPr/>
          </p:nvSpPr>
          <p:spPr bwMode="auto">
            <a:xfrm>
              <a:off x="0" y="774700"/>
              <a:ext cx="12192000" cy="2095495"/>
            </a:xfrm>
            <a:custGeom>
              <a:avLst/>
              <a:gdLst>
                <a:gd name="connsiteX0" fmla="*/ 0 w 12192000"/>
                <a:gd name="connsiteY0" fmla="*/ 0 h 2095495"/>
                <a:gd name="connsiteX1" fmla="*/ 12192000 w 12192000"/>
                <a:gd name="connsiteY1" fmla="*/ 0 h 2095495"/>
                <a:gd name="connsiteX2" fmla="*/ 12192000 w 12192000"/>
                <a:gd name="connsiteY2" fmla="*/ 2095495 h 2095495"/>
                <a:gd name="connsiteX3" fmla="*/ 9905599 w 12192000"/>
                <a:gd name="connsiteY3" fmla="*/ 2095495 h 2095495"/>
                <a:gd name="connsiteX4" fmla="*/ 9896938 w 12192000"/>
                <a:gd name="connsiteY4" fmla="*/ 2038747 h 2095495"/>
                <a:gd name="connsiteX5" fmla="*/ 9033018 w 12192000"/>
                <a:gd name="connsiteY5" fmla="*/ 1334633 h 2095495"/>
                <a:gd name="connsiteX6" fmla="*/ 8169098 w 12192000"/>
                <a:gd name="connsiteY6" fmla="*/ 2038747 h 2095495"/>
                <a:gd name="connsiteX7" fmla="*/ 8160437 w 12192000"/>
                <a:gd name="connsiteY7" fmla="*/ 2095495 h 2095495"/>
                <a:gd name="connsiteX8" fmla="*/ 4052205 w 12192000"/>
                <a:gd name="connsiteY8" fmla="*/ 2095495 h 2095495"/>
                <a:gd name="connsiteX9" fmla="*/ 4043544 w 12192000"/>
                <a:gd name="connsiteY9" fmla="*/ 2038747 h 2095495"/>
                <a:gd name="connsiteX10" fmla="*/ 3179624 w 12192000"/>
                <a:gd name="connsiteY10" fmla="*/ 1334633 h 2095495"/>
                <a:gd name="connsiteX11" fmla="*/ 2315704 w 12192000"/>
                <a:gd name="connsiteY11" fmla="*/ 2038747 h 2095495"/>
                <a:gd name="connsiteX12" fmla="*/ 2307043 w 12192000"/>
                <a:gd name="connsiteY12" fmla="*/ 2095495 h 2095495"/>
                <a:gd name="connsiteX13" fmla="*/ 0 w 12192000"/>
                <a:gd name="connsiteY13" fmla="*/ 2095495 h 2095495"/>
                <a:gd name="connsiteX14" fmla="*/ 0 w 12192000"/>
                <a:gd name="connsiteY14" fmla="*/ 0 h 2095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92000" h="2095495">
                  <a:moveTo>
                    <a:pt x="0" y="0"/>
                  </a:moveTo>
                  <a:lnTo>
                    <a:pt x="12192000" y="0"/>
                  </a:lnTo>
                  <a:lnTo>
                    <a:pt x="12192000" y="2095495"/>
                  </a:lnTo>
                  <a:lnTo>
                    <a:pt x="9905599" y="2095495"/>
                  </a:lnTo>
                  <a:lnTo>
                    <a:pt x="9896938" y="2038747"/>
                  </a:lnTo>
                  <a:cubicBezTo>
                    <a:pt x="9814710" y="1636910"/>
                    <a:pt x="9459165" y="1334633"/>
                    <a:pt x="9033018" y="1334633"/>
                  </a:cubicBezTo>
                  <a:cubicBezTo>
                    <a:pt x="8606871" y="1334633"/>
                    <a:pt x="8251326" y="1636910"/>
                    <a:pt x="8169098" y="2038747"/>
                  </a:cubicBezTo>
                  <a:lnTo>
                    <a:pt x="8160437" y="2095495"/>
                  </a:lnTo>
                  <a:lnTo>
                    <a:pt x="4052205" y="2095495"/>
                  </a:lnTo>
                  <a:lnTo>
                    <a:pt x="4043544" y="2038747"/>
                  </a:lnTo>
                  <a:cubicBezTo>
                    <a:pt x="3961317" y="1636910"/>
                    <a:pt x="3605771" y="1334633"/>
                    <a:pt x="3179624" y="1334633"/>
                  </a:cubicBezTo>
                  <a:cubicBezTo>
                    <a:pt x="2753477" y="1334633"/>
                    <a:pt x="2397932" y="1636910"/>
                    <a:pt x="2315704" y="2038747"/>
                  </a:cubicBezTo>
                  <a:lnTo>
                    <a:pt x="2307043" y="2095495"/>
                  </a:lnTo>
                  <a:lnTo>
                    <a:pt x="0" y="2095495"/>
                  </a:lnTo>
                  <a:lnTo>
                    <a:pt x="0" y="0"/>
                  </a:lnTo>
                  <a:close/>
                </a:path>
              </a:pathLst>
            </a:cu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5" name="Freeform: Shape 14">
              <a:extLst>
                <a:ext uri="{FF2B5EF4-FFF2-40B4-BE49-F238E27FC236}">
                  <a16:creationId xmlns:a16="http://schemas.microsoft.com/office/drawing/2014/main" id="{878F246A-487B-3346-A5ED-DDBDFCE390E0}"/>
                </a:ext>
              </a:extLst>
            </p:cNvPr>
            <p:cNvSpPr/>
            <p:nvPr/>
          </p:nvSpPr>
          <p:spPr bwMode="auto">
            <a:xfrm>
              <a:off x="0" y="3110548"/>
              <a:ext cx="12192000" cy="2351400"/>
            </a:xfrm>
            <a:custGeom>
              <a:avLst/>
              <a:gdLst>
                <a:gd name="connsiteX0" fmla="*/ 0 w 12192000"/>
                <a:gd name="connsiteY0" fmla="*/ 0 h 2351400"/>
                <a:gd name="connsiteX1" fmla="*/ 2305396 w 12192000"/>
                <a:gd name="connsiteY1" fmla="*/ 0 h 2351400"/>
                <a:gd name="connsiteX2" fmla="*/ 2313215 w 12192000"/>
                <a:gd name="connsiteY2" fmla="*/ 51232 h 2351400"/>
                <a:gd name="connsiteX3" fmla="*/ 3179624 w 12192000"/>
                <a:gd name="connsiteY3" fmla="*/ 757375 h 2351400"/>
                <a:gd name="connsiteX4" fmla="*/ 4046033 w 12192000"/>
                <a:gd name="connsiteY4" fmla="*/ 51232 h 2351400"/>
                <a:gd name="connsiteX5" fmla="*/ 4053852 w 12192000"/>
                <a:gd name="connsiteY5" fmla="*/ 0 h 2351400"/>
                <a:gd name="connsiteX6" fmla="*/ 8158791 w 12192000"/>
                <a:gd name="connsiteY6" fmla="*/ 0 h 2351400"/>
                <a:gd name="connsiteX7" fmla="*/ 8166609 w 12192000"/>
                <a:gd name="connsiteY7" fmla="*/ 51232 h 2351400"/>
                <a:gd name="connsiteX8" fmla="*/ 9033018 w 12192000"/>
                <a:gd name="connsiteY8" fmla="*/ 757375 h 2351400"/>
                <a:gd name="connsiteX9" fmla="*/ 9899427 w 12192000"/>
                <a:gd name="connsiteY9" fmla="*/ 51232 h 2351400"/>
                <a:gd name="connsiteX10" fmla="*/ 9907246 w 12192000"/>
                <a:gd name="connsiteY10" fmla="*/ 0 h 2351400"/>
                <a:gd name="connsiteX11" fmla="*/ 12192000 w 12192000"/>
                <a:gd name="connsiteY11" fmla="*/ 0 h 2351400"/>
                <a:gd name="connsiteX12" fmla="*/ 12192000 w 12192000"/>
                <a:gd name="connsiteY12" fmla="*/ 2351400 h 2351400"/>
                <a:gd name="connsiteX13" fmla="*/ 0 w 12192000"/>
                <a:gd name="connsiteY13" fmla="*/ 2351400 h 2351400"/>
                <a:gd name="connsiteX14" fmla="*/ 0 w 12192000"/>
                <a:gd name="connsiteY14" fmla="*/ 0 h 235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92000" h="2351400">
                  <a:moveTo>
                    <a:pt x="0" y="0"/>
                  </a:moveTo>
                  <a:lnTo>
                    <a:pt x="2305396" y="0"/>
                  </a:lnTo>
                  <a:lnTo>
                    <a:pt x="2313215" y="51232"/>
                  </a:lnTo>
                  <a:cubicBezTo>
                    <a:pt x="2395680" y="454227"/>
                    <a:pt x="2752251" y="757375"/>
                    <a:pt x="3179624" y="757375"/>
                  </a:cubicBezTo>
                  <a:cubicBezTo>
                    <a:pt x="3606998" y="757375"/>
                    <a:pt x="3963568" y="454227"/>
                    <a:pt x="4046033" y="51232"/>
                  </a:cubicBezTo>
                  <a:lnTo>
                    <a:pt x="4053852" y="0"/>
                  </a:lnTo>
                  <a:lnTo>
                    <a:pt x="8158791" y="0"/>
                  </a:lnTo>
                  <a:lnTo>
                    <a:pt x="8166609" y="51232"/>
                  </a:lnTo>
                  <a:cubicBezTo>
                    <a:pt x="8249074" y="454227"/>
                    <a:pt x="8605644" y="757375"/>
                    <a:pt x="9033018" y="757375"/>
                  </a:cubicBezTo>
                  <a:cubicBezTo>
                    <a:pt x="9460392" y="757375"/>
                    <a:pt x="9816962" y="454227"/>
                    <a:pt x="9899427" y="51232"/>
                  </a:cubicBezTo>
                  <a:lnTo>
                    <a:pt x="9907246" y="0"/>
                  </a:lnTo>
                  <a:lnTo>
                    <a:pt x="12192000" y="0"/>
                  </a:lnTo>
                  <a:lnTo>
                    <a:pt x="12192000" y="2351400"/>
                  </a:lnTo>
                  <a:lnTo>
                    <a:pt x="0" y="2351400"/>
                  </a:lnTo>
                  <a:lnTo>
                    <a:pt x="0" y="0"/>
                  </a:lnTo>
                  <a:close/>
                </a:path>
              </a:pathLst>
            </a:custGeom>
            <a:solidFill>
              <a:schemeClr val="bg1">
                <a:alpha val="75000"/>
              </a:schemeClr>
            </a:solidFill>
            <a:ln w="15875">
              <a:noFill/>
              <a:headEnd type="none" w="med" len="med"/>
              <a:tailEnd type="none" w="med" len="med"/>
            </a:ln>
            <a:effectLst>
              <a:outerShdw blurRad="279400" algn="ctr"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1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Calibri" panose="020F0502020204030204"/>
                <a:ea typeface="+mn-ea"/>
                <a:cs typeface="Segoe UI" pitchFamily="34" charset="0"/>
              </a:endParaRPr>
            </a:p>
          </p:txBody>
        </p:sp>
      </p:grpSp>
      <p:cxnSp>
        <p:nvCxnSpPr>
          <p:cNvPr id="16" name="Straight Connector 15">
            <a:extLst>
              <a:ext uri="{FF2B5EF4-FFF2-40B4-BE49-F238E27FC236}">
                <a16:creationId xmlns:a16="http://schemas.microsoft.com/office/drawing/2014/main" id="{799B7ADE-3857-D457-053F-BA76EE244F4C}"/>
              </a:ext>
            </a:extLst>
          </p:cNvPr>
          <p:cNvCxnSpPr>
            <a:cxnSpLocks/>
          </p:cNvCxnSpPr>
          <p:nvPr userDrawn="1"/>
        </p:nvCxnSpPr>
        <p:spPr>
          <a:xfrm>
            <a:off x="0" y="2983549"/>
            <a:ext cx="12192000" cy="0"/>
          </a:xfrm>
          <a:prstGeom prst="line">
            <a:avLst/>
          </a:prstGeom>
          <a:no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18" name="Oval 17">
            <a:extLst>
              <a:ext uri="{FF2B5EF4-FFF2-40B4-BE49-F238E27FC236}">
                <a16:creationId xmlns:a16="http://schemas.microsoft.com/office/drawing/2014/main" id="{B293B22B-178C-2C87-BA41-F02702EE7E36}"/>
              </a:ext>
            </a:extLst>
          </p:cNvPr>
          <p:cNvSpPr/>
          <p:nvPr/>
        </p:nvSpPr>
        <p:spPr bwMode="auto">
          <a:xfrm>
            <a:off x="2435456" y="2239381"/>
            <a:ext cx="1488336" cy="1488334"/>
          </a:xfrm>
          <a:prstGeom prst="ellipse">
            <a:avLst/>
          </a:prstGeom>
          <a:solidFill>
            <a:schemeClr val="bg1"/>
          </a:solid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8" name="Text Placeholder 47">
            <a:extLst>
              <a:ext uri="{FF2B5EF4-FFF2-40B4-BE49-F238E27FC236}">
                <a16:creationId xmlns:a16="http://schemas.microsoft.com/office/drawing/2014/main" id="{19F2D43F-C66C-E8E6-E765-245680D9CC3B}"/>
              </a:ext>
            </a:extLst>
          </p:cNvPr>
          <p:cNvSpPr>
            <a:spLocks noGrp="1"/>
          </p:cNvSpPr>
          <p:nvPr userDrawn="1">
            <p:ph type="body" sz="quarter" idx="17"/>
          </p:nvPr>
        </p:nvSpPr>
        <p:spPr>
          <a:xfrm>
            <a:off x="2581580" y="2385509"/>
            <a:ext cx="1196091" cy="1196082"/>
          </a:xfrm>
          <a:prstGeom prst="ellipse">
            <a:avLst/>
          </a:prstGeom>
          <a:solidFill>
            <a:schemeClr val="bg2"/>
          </a:solidFill>
        </p:spPr>
        <p:txBody>
          <a:bodyPr>
            <a:noAutofit/>
          </a:bodyPr>
          <a:lstStyle>
            <a:lvl1pPr marL="0" indent="0" algn="ctr">
              <a:buNone/>
              <a:defRPr sz="100">
                <a:solidFill>
                  <a:schemeClr val="bg2"/>
                </a:solidFill>
              </a:defRPr>
            </a:lvl1pPr>
          </a:lstStyle>
          <a:p>
            <a:pPr lvl="0"/>
            <a:endParaRPr lang="en-IN"/>
          </a:p>
        </p:txBody>
      </p:sp>
      <p:sp>
        <p:nvSpPr>
          <p:cNvPr id="22" name="Oval 21">
            <a:extLst>
              <a:ext uri="{FF2B5EF4-FFF2-40B4-BE49-F238E27FC236}">
                <a16:creationId xmlns:a16="http://schemas.microsoft.com/office/drawing/2014/main" id="{51CD0791-2D03-DE54-0C06-BABE61497EAD}"/>
              </a:ext>
            </a:extLst>
          </p:cNvPr>
          <p:cNvSpPr/>
          <p:nvPr/>
        </p:nvSpPr>
        <p:spPr bwMode="auto">
          <a:xfrm>
            <a:off x="8288850" y="2239381"/>
            <a:ext cx="1488336" cy="1488334"/>
          </a:xfrm>
          <a:prstGeom prst="ellipse">
            <a:avLst/>
          </a:prstGeom>
          <a:solidFill>
            <a:schemeClr val="bg1"/>
          </a:solid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9" name="Text Placeholder 47">
            <a:extLst>
              <a:ext uri="{FF2B5EF4-FFF2-40B4-BE49-F238E27FC236}">
                <a16:creationId xmlns:a16="http://schemas.microsoft.com/office/drawing/2014/main" id="{4211CC97-7819-AF44-46D5-0A6DF4232CF5}"/>
              </a:ext>
            </a:extLst>
          </p:cNvPr>
          <p:cNvSpPr>
            <a:spLocks noGrp="1"/>
          </p:cNvSpPr>
          <p:nvPr userDrawn="1">
            <p:ph type="body" sz="quarter" idx="18"/>
          </p:nvPr>
        </p:nvSpPr>
        <p:spPr>
          <a:xfrm>
            <a:off x="8434975" y="2385509"/>
            <a:ext cx="1196091" cy="1196082"/>
          </a:xfrm>
          <a:prstGeom prst="ellipse">
            <a:avLst/>
          </a:prstGeom>
          <a:solidFill>
            <a:schemeClr val="bg2"/>
          </a:solidFill>
        </p:spPr>
        <p:txBody>
          <a:bodyPr>
            <a:noAutofit/>
          </a:bodyPr>
          <a:lstStyle>
            <a:lvl1pPr marL="0" indent="0" algn="ctr">
              <a:buNone/>
              <a:defRPr sz="100">
                <a:solidFill>
                  <a:schemeClr val="bg2"/>
                </a:solidFill>
              </a:defRPr>
            </a:lvl1pPr>
          </a:lstStyle>
          <a:p>
            <a:pPr lvl="0"/>
            <a:endParaRPr lang="en-IN"/>
          </a:p>
        </p:txBody>
      </p:sp>
      <p:sp>
        <p:nvSpPr>
          <p:cNvPr id="46" name="Text Placeholder 44">
            <a:extLst>
              <a:ext uri="{FF2B5EF4-FFF2-40B4-BE49-F238E27FC236}">
                <a16:creationId xmlns:a16="http://schemas.microsoft.com/office/drawing/2014/main" id="{3FB7EA4B-E5BD-13E4-D966-1CCD0F7EDE8C}"/>
              </a:ext>
            </a:extLst>
          </p:cNvPr>
          <p:cNvSpPr>
            <a:spLocks noGrp="1"/>
          </p:cNvSpPr>
          <p:nvPr userDrawn="1">
            <p:ph type="body" sz="quarter" idx="16"/>
          </p:nvPr>
        </p:nvSpPr>
        <p:spPr>
          <a:xfrm>
            <a:off x="6838727" y="4009505"/>
            <a:ext cx="4388582" cy="369332"/>
          </a:xfrm>
        </p:spPr>
        <p:txBody>
          <a:bodyPr vert="horz" wrap="square" lIns="0" tIns="0" rIns="0" bIns="0" rtlCol="0">
            <a:spAutoFit/>
          </a:bodyPr>
          <a:lstStyle>
            <a:lvl1pPr marL="0" indent="0" algn="ctr">
              <a:buNone/>
              <a:defRPr kumimoji="0" lang="en-IN" sz="2400" b="0" i="0" u="none" strike="noStrike" kern="0" cap="none" normalizeH="0" dirty="0">
                <a:ln>
                  <a:noFill/>
                </a:ln>
                <a:solidFill>
                  <a:srgbClr val="000000"/>
                </a:solidFill>
                <a:effectLst/>
                <a:uLnTx/>
                <a:uFillTx/>
                <a:latin typeface="+mj-lt"/>
              </a:defRPr>
            </a:lvl1pPr>
          </a:lstStyle>
          <a:p>
            <a:pPr marL="228600" lvl="0" indent="-228600" algn="ctr" defTabSz="932472" fontAlgn="base">
              <a:spcBef>
                <a:spcPct val="0"/>
              </a:spcBef>
              <a:spcAft>
                <a:spcPct val="0"/>
              </a:spcAft>
              <a:buSzTx/>
            </a:pPr>
            <a:endParaRPr lang="en-IN"/>
          </a:p>
        </p:txBody>
      </p:sp>
      <p:sp>
        <p:nvSpPr>
          <p:cNvPr id="35" name="Text Placeholder 34">
            <a:extLst>
              <a:ext uri="{FF2B5EF4-FFF2-40B4-BE49-F238E27FC236}">
                <a16:creationId xmlns:a16="http://schemas.microsoft.com/office/drawing/2014/main" id="{88BA958C-889D-8310-8C16-2D1F63E62199}"/>
              </a:ext>
            </a:extLst>
          </p:cNvPr>
          <p:cNvSpPr>
            <a:spLocks noGrp="1"/>
          </p:cNvSpPr>
          <p:nvPr userDrawn="1">
            <p:ph type="body" sz="quarter" idx="10" hasCustomPrompt="1"/>
          </p:nvPr>
        </p:nvSpPr>
        <p:spPr>
          <a:xfrm>
            <a:off x="2722424" y="2737327"/>
            <a:ext cx="914400" cy="492443"/>
          </a:xfrm>
        </p:spPr>
        <p:txBody>
          <a:bodyPr anchor="ctr"/>
          <a:lstStyle>
            <a:lvl1pPr marL="0" indent="0" algn="ctr">
              <a:buNone/>
              <a:defRPr kumimoji="0" lang="en-IN" sz="3200" b="0" i="0" u="none" strike="noStrike" kern="0" cap="none" spc="0" normalizeH="0" baseline="0" dirty="0">
                <a:ln>
                  <a:noFill/>
                </a:ln>
                <a:solidFill>
                  <a:srgbClr val="FFFFFF"/>
                </a:solidFill>
                <a:effectLst/>
                <a:uLnTx/>
                <a:uFillTx/>
                <a:latin typeface="Segoe UI Semibold"/>
                <a:ea typeface="Segoe UI" panose="020B0502040204020203" pitchFamily="34" charset="0"/>
                <a:cs typeface="Segoe UI" panose="020B0502040204020203" pitchFamily="34" charset="0"/>
              </a:defRPr>
            </a:lvl1pPr>
            <a:lvl2pPr marL="228600" indent="0">
              <a:buNone/>
              <a:defRPr sz="1100"/>
            </a:lvl2pPr>
            <a:lvl3pPr marL="457200" indent="0">
              <a:buNone/>
              <a:defRPr sz="1000"/>
            </a:lvl3pPr>
            <a:lvl4pPr marL="661988" indent="0">
              <a:buNone/>
              <a:defRPr sz="900"/>
            </a:lvl4pPr>
            <a:lvl5pPr marL="855663" indent="0">
              <a:buNone/>
              <a:defRPr sz="900"/>
            </a:lvl5pPr>
          </a:lstStyle>
          <a:p>
            <a:pPr marL="0" marR="0" lvl="0" indent="0" algn="ctr" defTabSz="932472" rtl="0" eaLnBrk="1" fontAlgn="base" latinLnBrk="0" hangingPunct="1">
              <a:lnSpc>
                <a:spcPct val="100000"/>
              </a:lnSpc>
              <a:spcBef>
                <a:spcPct val="0"/>
              </a:spcBef>
              <a:spcAft>
                <a:spcPct val="0"/>
              </a:spcAft>
              <a:buClrTx/>
              <a:buSzTx/>
              <a:buFontTx/>
              <a:buNone/>
              <a:tabLst/>
              <a:defRPr/>
            </a:pPr>
            <a:r>
              <a:rPr lang="en-IN"/>
              <a:t>0%</a:t>
            </a:r>
          </a:p>
        </p:txBody>
      </p:sp>
      <p:sp>
        <p:nvSpPr>
          <p:cNvPr id="40" name="Text Placeholder 34">
            <a:extLst>
              <a:ext uri="{FF2B5EF4-FFF2-40B4-BE49-F238E27FC236}">
                <a16:creationId xmlns:a16="http://schemas.microsoft.com/office/drawing/2014/main" id="{4CB5AA07-91FB-EF0A-30EA-A773B28F9E0A}"/>
              </a:ext>
            </a:extLst>
          </p:cNvPr>
          <p:cNvSpPr>
            <a:spLocks noGrp="1"/>
          </p:cNvSpPr>
          <p:nvPr userDrawn="1">
            <p:ph type="body" sz="quarter" idx="14" hasCustomPrompt="1"/>
          </p:nvPr>
        </p:nvSpPr>
        <p:spPr>
          <a:xfrm>
            <a:off x="8575818" y="2737327"/>
            <a:ext cx="914400" cy="492443"/>
          </a:xfrm>
        </p:spPr>
        <p:txBody>
          <a:bodyPr anchor="ctr"/>
          <a:lstStyle>
            <a:lvl1pPr marL="0" indent="0" algn="ctr">
              <a:buNone/>
              <a:defRPr kumimoji="0" lang="en-IN" sz="3200" b="0" i="0" u="none" strike="noStrike" kern="0" cap="none" spc="0" normalizeH="0" baseline="0" dirty="0">
                <a:ln>
                  <a:noFill/>
                </a:ln>
                <a:solidFill>
                  <a:srgbClr val="FFFFFF"/>
                </a:solidFill>
                <a:effectLst/>
                <a:uLnTx/>
                <a:uFillTx/>
                <a:latin typeface="Segoe UI Semibold"/>
                <a:ea typeface="Segoe UI" panose="020B0502040204020203" pitchFamily="34" charset="0"/>
                <a:cs typeface="Segoe UI" panose="020B0502040204020203" pitchFamily="34" charset="0"/>
              </a:defRPr>
            </a:lvl1pPr>
            <a:lvl2pPr marL="228600" indent="0">
              <a:buNone/>
              <a:defRPr sz="1100"/>
            </a:lvl2pPr>
            <a:lvl3pPr marL="457200" indent="0">
              <a:buNone/>
              <a:defRPr sz="1000"/>
            </a:lvl3pPr>
            <a:lvl4pPr marL="661988" indent="0">
              <a:buNone/>
              <a:defRPr sz="900"/>
            </a:lvl4pPr>
            <a:lvl5pPr marL="855663" indent="0">
              <a:buNone/>
              <a:defRPr sz="900"/>
            </a:lvl5pPr>
          </a:lstStyle>
          <a:p>
            <a:pPr marL="0" marR="0" lvl="0" indent="0" algn="ctr" defTabSz="932472" rtl="0" eaLnBrk="1" fontAlgn="base" latinLnBrk="0" hangingPunct="1">
              <a:lnSpc>
                <a:spcPct val="100000"/>
              </a:lnSpc>
              <a:spcBef>
                <a:spcPct val="0"/>
              </a:spcBef>
              <a:spcAft>
                <a:spcPct val="0"/>
              </a:spcAft>
              <a:buClrTx/>
              <a:buSzTx/>
              <a:buFontTx/>
              <a:buNone/>
              <a:tabLst/>
              <a:defRPr/>
            </a:pPr>
            <a:r>
              <a:rPr lang="en-IN"/>
              <a:t>0%</a:t>
            </a:r>
          </a:p>
        </p:txBody>
      </p:sp>
      <p:sp>
        <p:nvSpPr>
          <p:cNvPr id="43" name="Title 42">
            <a:extLst>
              <a:ext uri="{FF2B5EF4-FFF2-40B4-BE49-F238E27FC236}">
                <a16:creationId xmlns:a16="http://schemas.microsoft.com/office/drawing/2014/main" id="{6A11BF7B-B1B0-5B74-B2AB-138E3661D3D8}"/>
              </a:ext>
            </a:extLst>
          </p:cNvPr>
          <p:cNvSpPr>
            <a:spLocks noGrp="1"/>
          </p:cNvSpPr>
          <p:nvPr userDrawn="1">
            <p:ph type="title"/>
          </p:nvPr>
        </p:nvSpPr>
        <p:spPr>
          <a:xfrm>
            <a:off x="588263" y="1163465"/>
            <a:ext cx="11018520" cy="553998"/>
          </a:xfrm>
        </p:spPr>
        <p:txBody>
          <a:bodyPr/>
          <a:lstStyle>
            <a:lvl1pPr algn="ctr">
              <a:defRPr/>
            </a:lvl1pPr>
          </a:lstStyle>
          <a:p>
            <a:r>
              <a:rPr lang="en-US"/>
              <a:t>Click to edit Master title style</a:t>
            </a:r>
            <a:endParaRPr lang="en-IN"/>
          </a:p>
        </p:txBody>
      </p:sp>
      <p:sp>
        <p:nvSpPr>
          <p:cNvPr id="39" name="Text Placeholder 37">
            <a:extLst>
              <a:ext uri="{FF2B5EF4-FFF2-40B4-BE49-F238E27FC236}">
                <a16:creationId xmlns:a16="http://schemas.microsoft.com/office/drawing/2014/main" id="{36734B48-3556-1A0A-22B8-6EBE1E7FEF8C}"/>
              </a:ext>
            </a:extLst>
          </p:cNvPr>
          <p:cNvSpPr>
            <a:spLocks noGrp="1"/>
          </p:cNvSpPr>
          <p:nvPr userDrawn="1">
            <p:ph type="body" sz="quarter" idx="13"/>
          </p:nvPr>
        </p:nvSpPr>
        <p:spPr>
          <a:xfrm>
            <a:off x="985333" y="4009504"/>
            <a:ext cx="4388582" cy="369332"/>
          </a:xfrm>
        </p:spPr>
        <p:txBody>
          <a:bodyPr/>
          <a:lstStyle>
            <a:lvl1pPr marL="0" indent="0" algn="ctr">
              <a:buNone/>
              <a:defRPr kumimoji="0" lang="en-IN" sz="2400" b="0" i="0" u="none" strike="noStrike" kern="0" cap="none" spc="0" normalizeH="0" baseline="0" dirty="0">
                <a:ln>
                  <a:noFill/>
                </a:ln>
                <a:solidFill>
                  <a:srgbClr val="000000"/>
                </a:solidFill>
                <a:effectLst/>
                <a:uLnTx/>
                <a:uFillTx/>
                <a:latin typeface="+mj-lt"/>
                <a:ea typeface="+mn-ea"/>
                <a:cs typeface="Segoe UI" panose="020B0502040204020203" pitchFamily="34" charset="0"/>
              </a:defRPr>
            </a:lvl1pPr>
            <a:lvl2pPr marL="228600" indent="0">
              <a:buNone/>
              <a:defRPr/>
            </a:lvl2pPr>
            <a:lvl3pPr marL="457200" indent="0">
              <a:buNone/>
              <a:defRPr/>
            </a:lvl3pPr>
            <a:lvl4pPr marL="661988" indent="0">
              <a:buNone/>
              <a:defRPr/>
            </a:lvl4pPr>
            <a:lvl5pPr marL="855663" indent="0">
              <a:buNone/>
              <a:defRPr/>
            </a:lvl5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lang="en-IN"/>
          </a:p>
        </p:txBody>
      </p:sp>
      <p:sp>
        <p:nvSpPr>
          <p:cNvPr id="7" name="Text Placeholder 6">
            <a:extLst>
              <a:ext uri="{FF2B5EF4-FFF2-40B4-BE49-F238E27FC236}">
                <a16:creationId xmlns:a16="http://schemas.microsoft.com/office/drawing/2014/main" id="{E34EE4CD-453E-92AC-4D05-7CFFD6201865}"/>
              </a:ext>
            </a:extLst>
          </p:cNvPr>
          <p:cNvSpPr>
            <a:spLocks noGrp="1"/>
          </p:cNvSpPr>
          <p:nvPr>
            <p:ph type="body" sz="quarter" idx="20" hasCustomPrompt="1"/>
          </p:nvPr>
        </p:nvSpPr>
        <p:spPr>
          <a:xfrm>
            <a:off x="584200" y="6460362"/>
            <a:ext cx="11027664" cy="138499"/>
          </a:xfrm>
        </p:spPr>
        <p:txBody>
          <a:bodyPr anchor="b"/>
          <a:lstStyle>
            <a:lvl1pPr marL="0" indent="0">
              <a:buNone/>
              <a:defRPr sz="900">
                <a:solidFill>
                  <a:schemeClr val="bg1">
                    <a:lumMod val="50000"/>
                  </a:schemeClr>
                </a:solidFill>
              </a:defRPr>
            </a:lvl1pPr>
          </a:lstStyle>
          <a:p>
            <a:pPr lvl="0"/>
            <a:r>
              <a:rPr lang="en-US"/>
              <a:t>Add text here</a:t>
            </a:r>
          </a:p>
        </p:txBody>
      </p:sp>
    </p:spTree>
    <p:extLst>
      <p:ext uri="{BB962C8B-B14F-4D97-AF65-F5344CB8AC3E}">
        <p14:creationId xmlns:p14="http://schemas.microsoft.com/office/powerpoint/2010/main" val="866145935"/>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wo Column layout with two icons each">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D48739A5-22D6-3318-CA82-856503135B3B}"/>
              </a:ext>
            </a:extLst>
          </p:cNvPr>
          <p:cNvSpPr/>
          <p:nvPr userDrawn="1"/>
        </p:nvSpPr>
        <p:spPr bwMode="auto">
          <a:xfrm>
            <a:off x="7558672" y="3091335"/>
            <a:ext cx="2716912" cy="300798"/>
          </a:xfrm>
          <a:prstGeom prst="roundRect">
            <a:avLst>
              <a:gd name="adj" fmla="val 50000"/>
            </a:avLst>
          </a:prstGeom>
          <a:solidFill>
            <a:schemeClr val="bg1">
              <a:lumMod val="85000"/>
              <a:lumOff val="15000"/>
            </a:schemeClr>
          </a:solidFill>
          <a:ln w="31909"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err="1">
              <a:ln>
                <a:noFill/>
              </a:ln>
              <a:solidFill>
                <a:srgbClr val="0078D4"/>
              </a:solidFill>
              <a:effectLst/>
              <a:uLnTx/>
              <a:uFillTx/>
              <a:latin typeface="Segoe UI"/>
              <a:ea typeface="+mn-ea"/>
              <a:cs typeface="+mn-cs"/>
            </a:endParaRPr>
          </a:p>
        </p:txBody>
      </p:sp>
      <p:sp>
        <p:nvSpPr>
          <p:cNvPr id="4" name="Rectangle: Rounded Corners 3">
            <a:extLst>
              <a:ext uri="{FF2B5EF4-FFF2-40B4-BE49-F238E27FC236}">
                <a16:creationId xmlns:a16="http://schemas.microsoft.com/office/drawing/2014/main" id="{F4CA4BE6-3C8D-46AA-DC5F-830FA77ABDF0}"/>
              </a:ext>
            </a:extLst>
          </p:cNvPr>
          <p:cNvSpPr/>
          <p:nvPr userDrawn="1"/>
        </p:nvSpPr>
        <p:spPr bwMode="auto">
          <a:xfrm>
            <a:off x="1919462" y="3091335"/>
            <a:ext cx="2716912" cy="300798"/>
          </a:xfrm>
          <a:prstGeom prst="roundRect">
            <a:avLst>
              <a:gd name="adj" fmla="val 50000"/>
            </a:avLst>
          </a:prstGeom>
          <a:solidFill>
            <a:schemeClr val="bg1">
              <a:lumMod val="85000"/>
              <a:lumOff val="15000"/>
            </a:schemeClr>
          </a:solidFill>
          <a:ln w="31909"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err="1">
              <a:ln>
                <a:noFill/>
              </a:ln>
              <a:solidFill>
                <a:srgbClr val="0078D4"/>
              </a:solidFill>
              <a:effectLst/>
              <a:uLnTx/>
              <a:uFillTx/>
              <a:latin typeface="Segoe UI"/>
              <a:ea typeface="+mn-ea"/>
              <a:cs typeface="+mn-cs"/>
            </a:endParaRPr>
          </a:p>
        </p:txBody>
      </p:sp>
      <p:sp>
        <p:nvSpPr>
          <p:cNvPr id="5" name="Freeform: Shape 4">
            <a:extLst>
              <a:ext uri="{FF2B5EF4-FFF2-40B4-BE49-F238E27FC236}">
                <a16:creationId xmlns:a16="http://schemas.microsoft.com/office/drawing/2014/main" id="{5546B9A4-E14E-3C19-7969-D08609BD6711}"/>
              </a:ext>
            </a:extLst>
          </p:cNvPr>
          <p:cNvSpPr/>
          <p:nvPr userDrawn="1"/>
        </p:nvSpPr>
        <p:spPr bwMode="auto">
          <a:xfrm>
            <a:off x="0" y="2404697"/>
            <a:ext cx="12192000" cy="1474038"/>
          </a:xfrm>
          <a:custGeom>
            <a:avLst/>
            <a:gdLst>
              <a:gd name="connsiteX0" fmla="*/ 0 w 12192000"/>
              <a:gd name="connsiteY0" fmla="*/ 0 h 1474038"/>
              <a:gd name="connsiteX1" fmla="*/ 1830523 w 12192000"/>
              <a:gd name="connsiteY1" fmla="*/ 0 h 1474038"/>
              <a:gd name="connsiteX2" fmla="*/ 1840510 w 12192000"/>
              <a:gd name="connsiteY2" fmla="*/ 99068 h 1474038"/>
              <a:gd name="connsiteX3" fmla="*/ 2459845 w 12192000"/>
              <a:gd name="connsiteY3" fmla="*/ 603840 h 1474038"/>
              <a:gd name="connsiteX4" fmla="*/ 3079180 w 12192000"/>
              <a:gd name="connsiteY4" fmla="*/ 99068 h 1474038"/>
              <a:gd name="connsiteX5" fmla="*/ 3089167 w 12192000"/>
              <a:gd name="connsiteY5" fmla="*/ 0 h 1474038"/>
              <a:gd name="connsiteX6" fmla="*/ 3466670 w 12192000"/>
              <a:gd name="connsiteY6" fmla="*/ 0 h 1474038"/>
              <a:gd name="connsiteX7" fmla="*/ 3476657 w 12192000"/>
              <a:gd name="connsiteY7" fmla="*/ 99068 h 1474038"/>
              <a:gd name="connsiteX8" fmla="*/ 4095992 w 12192000"/>
              <a:gd name="connsiteY8" fmla="*/ 603840 h 1474038"/>
              <a:gd name="connsiteX9" fmla="*/ 4715327 w 12192000"/>
              <a:gd name="connsiteY9" fmla="*/ 99068 h 1474038"/>
              <a:gd name="connsiteX10" fmla="*/ 4725314 w 12192000"/>
              <a:gd name="connsiteY10" fmla="*/ 0 h 1474038"/>
              <a:gd name="connsiteX11" fmla="*/ 7469733 w 12192000"/>
              <a:gd name="connsiteY11" fmla="*/ 0 h 1474038"/>
              <a:gd name="connsiteX12" fmla="*/ 7479720 w 12192000"/>
              <a:gd name="connsiteY12" fmla="*/ 99068 h 1474038"/>
              <a:gd name="connsiteX13" fmla="*/ 8099055 w 12192000"/>
              <a:gd name="connsiteY13" fmla="*/ 603840 h 1474038"/>
              <a:gd name="connsiteX14" fmla="*/ 8718390 w 12192000"/>
              <a:gd name="connsiteY14" fmla="*/ 99068 h 1474038"/>
              <a:gd name="connsiteX15" fmla="*/ 8728377 w 12192000"/>
              <a:gd name="connsiteY15" fmla="*/ 0 h 1474038"/>
              <a:gd name="connsiteX16" fmla="*/ 9105880 w 12192000"/>
              <a:gd name="connsiteY16" fmla="*/ 0 h 1474038"/>
              <a:gd name="connsiteX17" fmla="*/ 9115867 w 12192000"/>
              <a:gd name="connsiteY17" fmla="*/ 99068 h 1474038"/>
              <a:gd name="connsiteX18" fmla="*/ 9735202 w 12192000"/>
              <a:gd name="connsiteY18" fmla="*/ 603840 h 1474038"/>
              <a:gd name="connsiteX19" fmla="*/ 10354537 w 12192000"/>
              <a:gd name="connsiteY19" fmla="*/ 99068 h 1474038"/>
              <a:gd name="connsiteX20" fmla="*/ 10364524 w 12192000"/>
              <a:gd name="connsiteY20" fmla="*/ 0 h 1474038"/>
              <a:gd name="connsiteX21" fmla="*/ 12192000 w 12192000"/>
              <a:gd name="connsiteY21" fmla="*/ 0 h 1474038"/>
              <a:gd name="connsiteX22" fmla="*/ 12192000 w 12192000"/>
              <a:gd name="connsiteY22" fmla="*/ 1474038 h 1474038"/>
              <a:gd name="connsiteX23" fmla="*/ 0 w 12192000"/>
              <a:gd name="connsiteY23" fmla="*/ 1474038 h 1474038"/>
              <a:gd name="connsiteX24" fmla="*/ 0 w 12192000"/>
              <a:gd name="connsiteY24" fmla="*/ 0 h 1474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192000" h="1474038">
                <a:moveTo>
                  <a:pt x="0" y="0"/>
                </a:moveTo>
                <a:lnTo>
                  <a:pt x="1830523" y="0"/>
                </a:lnTo>
                <a:lnTo>
                  <a:pt x="1840510" y="99068"/>
                </a:lnTo>
                <a:cubicBezTo>
                  <a:pt x="1899458" y="387141"/>
                  <a:pt x="2154345" y="603840"/>
                  <a:pt x="2459845" y="603840"/>
                </a:cubicBezTo>
                <a:cubicBezTo>
                  <a:pt x="2765345" y="603840"/>
                  <a:pt x="3020232" y="387141"/>
                  <a:pt x="3079180" y="99068"/>
                </a:cubicBezTo>
                <a:lnTo>
                  <a:pt x="3089167" y="0"/>
                </a:lnTo>
                <a:lnTo>
                  <a:pt x="3466670" y="0"/>
                </a:lnTo>
                <a:lnTo>
                  <a:pt x="3476657" y="99068"/>
                </a:lnTo>
                <a:cubicBezTo>
                  <a:pt x="3535605" y="387141"/>
                  <a:pt x="3790492" y="603840"/>
                  <a:pt x="4095992" y="603840"/>
                </a:cubicBezTo>
                <a:cubicBezTo>
                  <a:pt x="4401492" y="603840"/>
                  <a:pt x="4656379" y="387141"/>
                  <a:pt x="4715327" y="99068"/>
                </a:cubicBezTo>
                <a:lnTo>
                  <a:pt x="4725314" y="0"/>
                </a:lnTo>
                <a:lnTo>
                  <a:pt x="7469733" y="0"/>
                </a:lnTo>
                <a:lnTo>
                  <a:pt x="7479720" y="99068"/>
                </a:lnTo>
                <a:cubicBezTo>
                  <a:pt x="7538668" y="387141"/>
                  <a:pt x="7793555" y="603840"/>
                  <a:pt x="8099055" y="603840"/>
                </a:cubicBezTo>
                <a:cubicBezTo>
                  <a:pt x="8404555" y="603840"/>
                  <a:pt x="8659442" y="387141"/>
                  <a:pt x="8718390" y="99068"/>
                </a:cubicBezTo>
                <a:lnTo>
                  <a:pt x="8728377" y="0"/>
                </a:lnTo>
                <a:lnTo>
                  <a:pt x="9105880" y="0"/>
                </a:lnTo>
                <a:lnTo>
                  <a:pt x="9115867" y="99068"/>
                </a:lnTo>
                <a:cubicBezTo>
                  <a:pt x="9174815" y="387141"/>
                  <a:pt x="9429702" y="603840"/>
                  <a:pt x="9735202" y="603840"/>
                </a:cubicBezTo>
                <a:cubicBezTo>
                  <a:pt x="10040702" y="603840"/>
                  <a:pt x="10295589" y="387141"/>
                  <a:pt x="10354537" y="99068"/>
                </a:cubicBezTo>
                <a:lnTo>
                  <a:pt x="10364524" y="0"/>
                </a:lnTo>
                <a:lnTo>
                  <a:pt x="12192000" y="0"/>
                </a:lnTo>
                <a:lnTo>
                  <a:pt x="12192000" y="1474038"/>
                </a:lnTo>
                <a:lnTo>
                  <a:pt x="0" y="1474038"/>
                </a:lnTo>
                <a:lnTo>
                  <a:pt x="0" y="0"/>
                </a:lnTo>
                <a:close/>
              </a:path>
            </a:pathLst>
          </a:custGeom>
          <a:solidFill>
            <a:schemeClr val="bg1">
              <a:alpha val="75000"/>
            </a:schemeClr>
          </a:solidFill>
          <a:ln w="15875">
            <a:noFill/>
            <a:headEnd type="none" w="med" len="med"/>
            <a:tailEnd type="none" w="med" len="med"/>
          </a:ln>
          <a:effectLst>
            <a:outerShdw blurRad="279400" algn="ctr"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1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Calibri" panose="020F0502020204030204"/>
              <a:ea typeface="+mn-ea"/>
              <a:cs typeface="Segoe UI" pitchFamily="34" charset="0"/>
            </a:endParaRPr>
          </a:p>
        </p:txBody>
      </p:sp>
      <p:cxnSp>
        <p:nvCxnSpPr>
          <p:cNvPr id="8" name="Straight Connector 7">
            <a:extLst>
              <a:ext uri="{FF2B5EF4-FFF2-40B4-BE49-F238E27FC236}">
                <a16:creationId xmlns:a16="http://schemas.microsoft.com/office/drawing/2014/main" id="{756EBE4A-5BB3-2FD0-69EF-4FF477FE1005}"/>
              </a:ext>
            </a:extLst>
          </p:cNvPr>
          <p:cNvCxnSpPr>
            <a:cxnSpLocks/>
          </p:cNvCxnSpPr>
          <p:nvPr userDrawn="1"/>
        </p:nvCxnSpPr>
        <p:spPr>
          <a:xfrm>
            <a:off x="6096000" y="2407189"/>
            <a:ext cx="0" cy="1469486"/>
          </a:xfrm>
          <a:prstGeom prst="line">
            <a:avLst/>
          </a:prstGeom>
          <a:noFill/>
          <a:ln w="41275">
            <a:solidFill>
              <a:schemeClr val="bg1">
                <a:lumMod val="50000"/>
                <a:alpha val="1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6" name="Text Placeholder 5">
            <a:extLst>
              <a:ext uri="{FF2B5EF4-FFF2-40B4-BE49-F238E27FC236}">
                <a16:creationId xmlns:a16="http://schemas.microsoft.com/office/drawing/2014/main" id="{5732FCFE-342B-9C3B-A31B-2817FA19B3D5}"/>
              </a:ext>
            </a:extLst>
          </p:cNvPr>
          <p:cNvSpPr>
            <a:spLocks noGrp="1"/>
          </p:cNvSpPr>
          <p:nvPr>
            <p:ph type="body" sz="quarter" idx="37"/>
          </p:nvPr>
        </p:nvSpPr>
        <p:spPr>
          <a:xfrm>
            <a:off x="839882" y="4047328"/>
            <a:ext cx="681738" cy="355600"/>
          </a:xfrm>
          <a:prstGeom prst="roundRect">
            <a:avLst>
              <a:gd name="adj" fmla="val 50000"/>
            </a:avLst>
          </a:prstGeom>
          <a:noFill/>
          <a:ln w="6350">
            <a:solidFill>
              <a:schemeClr val="tx1">
                <a:alpha val="1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kumimoji="0" lang="en-IN" sz="100" b="0" i="0" u="none" strike="noStrike" cap="none" normalizeH="0" dirty="0">
                <a:ln>
                  <a:noFill/>
                </a:ln>
                <a:effectLst/>
                <a:uLnTx/>
                <a:uFillTx/>
                <a:latin typeface="+mj-lt"/>
              </a:defRPr>
            </a:lvl1pPr>
          </a:lstStyle>
          <a:p>
            <a:pPr marL="0" lvl="0" indent="0" defTabSz="932472" fontAlgn="base">
              <a:spcBef>
                <a:spcPct val="0"/>
              </a:spcBef>
              <a:spcAft>
                <a:spcPct val="0"/>
              </a:spcAft>
              <a:buSzTx/>
              <a:buFontTx/>
              <a:buNone/>
            </a:pPr>
            <a:endParaRPr lang="en-IN"/>
          </a:p>
        </p:txBody>
      </p:sp>
      <p:sp>
        <p:nvSpPr>
          <p:cNvPr id="10" name="Text Placeholder 5">
            <a:extLst>
              <a:ext uri="{FF2B5EF4-FFF2-40B4-BE49-F238E27FC236}">
                <a16:creationId xmlns:a16="http://schemas.microsoft.com/office/drawing/2014/main" id="{463711C3-3568-880F-3196-274FFA62ACB5}"/>
              </a:ext>
            </a:extLst>
          </p:cNvPr>
          <p:cNvSpPr>
            <a:spLocks noGrp="1"/>
          </p:cNvSpPr>
          <p:nvPr>
            <p:ph type="body" sz="quarter" idx="38"/>
          </p:nvPr>
        </p:nvSpPr>
        <p:spPr>
          <a:xfrm>
            <a:off x="839882" y="4556359"/>
            <a:ext cx="681738" cy="355600"/>
          </a:xfrm>
          <a:prstGeom prst="roundRect">
            <a:avLst>
              <a:gd name="adj" fmla="val 50000"/>
            </a:avLst>
          </a:prstGeom>
          <a:noFill/>
          <a:ln w="6350">
            <a:solidFill>
              <a:schemeClr val="tx1">
                <a:alpha val="1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kumimoji="0" lang="en-IN" sz="100" b="0" i="0" u="none" strike="noStrike" cap="none" normalizeH="0" dirty="0">
                <a:ln>
                  <a:noFill/>
                </a:ln>
                <a:effectLst/>
                <a:uLnTx/>
                <a:uFillTx/>
                <a:latin typeface="+mj-lt"/>
              </a:defRPr>
            </a:lvl1pPr>
          </a:lstStyle>
          <a:p>
            <a:pPr marL="0" lvl="0" indent="0" defTabSz="932472" fontAlgn="base">
              <a:spcBef>
                <a:spcPct val="0"/>
              </a:spcBef>
              <a:spcAft>
                <a:spcPct val="0"/>
              </a:spcAft>
              <a:buSzTx/>
              <a:buFontTx/>
              <a:buNone/>
            </a:pPr>
            <a:endParaRPr lang="en-IN"/>
          </a:p>
        </p:txBody>
      </p:sp>
      <p:sp>
        <p:nvSpPr>
          <p:cNvPr id="11" name="Text Placeholder 5">
            <a:extLst>
              <a:ext uri="{FF2B5EF4-FFF2-40B4-BE49-F238E27FC236}">
                <a16:creationId xmlns:a16="http://schemas.microsoft.com/office/drawing/2014/main" id="{9007BC4F-9D6F-A5FB-E4CF-AC60A335343B}"/>
              </a:ext>
            </a:extLst>
          </p:cNvPr>
          <p:cNvSpPr>
            <a:spLocks noGrp="1"/>
          </p:cNvSpPr>
          <p:nvPr>
            <p:ph type="body" sz="quarter" idx="39"/>
          </p:nvPr>
        </p:nvSpPr>
        <p:spPr>
          <a:xfrm>
            <a:off x="839882" y="5065390"/>
            <a:ext cx="681738" cy="355600"/>
          </a:xfrm>
          <a:prstGeom prst="roundRect">
            <a:avLst>
              <a:gd name="adj" fmla="val 50000"/>
            </a:avLst>
          </a:prstGeom>
          <a:noFill/>
          <a:ln w="6350">
            <a:solidFill>
              <a:schemeClr val="tx1">
                <a:alpha val="1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kumimoji="0" lang="en-IN" sz="100" b="0" i="0" u="none" strike="noStrike" cap="none" normalizeH="0" dirty="0">
                <a:ln>
                  <a:noFill/>
                </a:ln>
                <a:effectLst/>
                <a:uLnTx/>
                <a:uFillTx/>
                <a:latin typeface="+mj-lt"/>
              </a:defRPr>
            </a:lvl1pPr>
          </a:lstStyle>
          <a:p>
            <a:pPr marL="0" lvl="0" indent="0" defTabSz="932472" fontAlgn="base">
              <a:spcBef>
                <a:spcPct val="0"/>
              </a:spcBef>
              <a:spcAft>
                <a:spcPct val="0"/>
              </a:spcAft>
              <a:buSzTx/>
              <a:buFontTx/>
              <a:buNone/>
            </a:pPr>
            <a:endParaRPr lang="en-IN"/>
          </a:p>
        </p:txBody>
      </p:sp>
      <p:sp>
        <p:nvSpPr>
          <p:cNvPr id="13" name="Text Placeholder 5">
            <a:extLst>
              <a:ext uri="{FF2B5EF4-FFF2-40B4-BE49-F238E27FC236}">
                <a16:creationId xmlns:a16="http://schemas.microsoft.com/office/drawing/2014/main" id="{263D0B5F-3C76-A3FA-BCF6-78BBC6E0D4D7}"/>
              </a:ext>
            </a:extLst>
          </p:cNvPr>
          <p:cNvSpPr>
            <a:spLocks noGrp="1"/>
          </p:cNvSpPr>
          <p:nvPr>
            <p:ph type="body" sz="quarter" idx="40"/>
          </p:nvPr>
        </p:nvSpPr>
        <p:spPr>
          <a:xfrm>
            <a:off x="6876934" y="4047328"/>
            <a:ext cx="681738" cy="355600"/>
          </a:xfrm>
          <a:prstGeom prst="roundRect">
            <a:avLst>
              <a:gd name="adj" fmla="val 50000"/>
            </a:avLst>
          </a:prstGeom>
          <a:noFill/>
          <a:ln w="6350">
            <a:solidFill>
              <a:schemeClr val="tx1">
                <a:alpha val="1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kumimoji="0" lang="en-IN" sz="100" b="0" i="0" u="none" strike="noStrike" cap="none" normalizeH="0" dirty="0">
                <a:ln>
                  <a:noFill/>
                </a:ln>
                <a:effectLst/>
                <a:uLnTx/>
                <a:uFillTx/>
                <a:latin typeface="+mj-lt"/>
              </a:defRPr>
            </a:lvl1pPr>
          </a:lstStyle>
          <a:p>
            <a:pPr marL="0" lvl="0" indent="0" defTabSz="932472" fontAlgn="base">
              <a:spcBef>
                <a:spcPct val="0"/>
              </a:spcBef>
              <a:spcAft>
                <a:spcPct val="0"/>
              </a:spcAft>
              <a:buSzTx/>
              <a:buFontTx/>
              <a:buNone/>
            </a:pPr>
            <a:endParaRPr lang="en-IN"/>
          </a:p>
        </p:txBody>
      </p:sp>
      <p:sp>
        <p:nvSpPr>
          <p:cNvPr id="14" name="Text Placeholder 5">
            <a:extLst>
              <a:ext uri="{FF2B5EF4-FFF2-40B4-BE49-F238E27FC236}">
                <a16:creationId xmlns:a16="http://schemas.microsoft.com/office/drawing/2014/main" id="{F6775768-E42D-3B8F-BD1D-CBAB6A3A0C5D}"/>
              </a:ext>
            </a:extLst>
          </p:cNvPr>
          <p:cNvSpPr>
            <a:spLocks noGrp="1"/>
          </p:cNvSpPr>
          <p:nvPr>
            <p:ph type="body" sz="quarter" idx="41"/>
          </p:nvPr>
        </p:nvSpPr>
        <p:spPr>
          <a:xfrm>
            <a:off x="6876934" y="4556359"/>
            <a:ext cx="681738" cy="355600"/>
          </a:xfrm>
          <a:prstGeom prst="roundRect">
            <a:avLst>
              <a:gd name="adj" fmla="val 50000"/>
            </a:avLst>
          </a:prstGeom>
          <a:noFill/>
          <a:ln w="6350">
            <a:solidFill>
              <a:schemeClr val="tx1">
                <a:alpha val="1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kumimoji="0" lang="en-IN" sz="100" b="0" i="0" u="none" strike="noStrike" cap="none" normalizeH="0" dirty="0">
                <a:ln>
                  <a:noFill/>
                </a:ln>
                <a:effectLst/>
                <a:uLnTx/>
                <a:uFillTx/>
                <a:latin typeface="+mj-lt"/>
              </a:defRPr>
            </a:lvl1pPr>
          </a:lstStyle>
          <a:p>
            <a:pPr marL="0" lvl="0" indent="0" defTabSz="932472" fontAlgn="base">
              <a:spcBef>
                <a:spcPct val="0"/>
              </a:spcBef>
              <a:spcAft>
                <a:spcPct val="0"/>
              </a:spcAft>
              <a:buSzTx/>
              <a:buFontTx/>
              <a:buNone/>
            </a:pPr>
            <a:endParaRPr lang="en-IN"/>
          </a:p>
        </p:txBody>
      </p:sp>
      <p:sp>
        <p:nvSpPr>
          <p:cNvPr id="16" name="Text Placeholder 5">
            <a:extLst>
              <a:ext uri="{FF2B5EF4-FFF2-40B4-BE49-F238E27FC236}">
                <a16:creationId xmlns:a16="http://schemas.microsoft.com/office/drawing/2014/main" id="{996EA175-5FD0-F5F3-0F5C-06C9016ADDBD}"/>
              </a:ext>
            </a:extLst>
          </p:cNvPr>
          <p:cNvSpPr>
            <a:spLocks noGrp="1"/>
          </p:cNvSpPr>
          <p:nvPr>
            <p:ph type="body" sz="quarter" idx="42"/>
          </p:nvPr>
        </p:nvSpPr>
        <p:spPr>
          <a:xfrm>
            <a:off x="6876934" y="5065390"/>
            <a:ext cx="681738" cy="355600"/>
          </a:xfrm>
          <a:prstGeom prst="roundRect">
            <a:avLst>
              <a:gd name="adj" fmla="val 50000"/>
            </a:avLst>
          </a:prstGeom>
          <a:noFill/>
          <a:ln w="6350">
            <a:solidFill>
              <a:schemeClr val="tx1">
                <a:alpha val="1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kumimoji="0" lang="en-IN" sz="100" b="0" i="0" u="none" strike="noStrike" cap="none" normalizeH="0" dirty="0">
                <a:ln>
                  <a:noFill/>
                </a:ln>
                <a:effectLst/>
                <a:uLnTx/>
                <a:uFillTx/>
                <a:latin typeface="+mj-lt"/>
              </a:defRPr>
            </a:lvl1pPr>
          </a:lstStyle>
          <a:p>
            <a:pPr marL="0" lvl="0" indent="0" defTabSz="932472" fontAlgn="base">
              <a:spcBef>
                <a:spcPct val="0"/>
              </a:spcBef>
              <a:spcAft>
                <a:spcPct val="0"/>
              </a:spcAft>
              <a:buSzTx/>
              <a:buFontTx/>
              <a:buNone/>
            </a:pPr>
            <a:endParaRPr lang="en-IN"/>
          </a:p>
        </p:txBody>
      </p:sp>
      <p:sp>
        <p:nvSpPr>
          <p:cNvPr id="29" name="Oval 28">
            <a:extLst>
              <a:ext uri="{FF2B5EF4-FFF2-40B4-BE49-F238E27FC236}">
                <a16:creationId xmlns:a16="http://schemas.microsoft.com/office/drawing/2014/main" id="{D44B4E05-E712-140E-5788-25EE31D38E8B}"/>
              </a:ext>
            </a:extLst>
          </p:cNvPr>
          <p:cNvSpPr/>
          <p:nvPr userDrawn="1"/>
        </p:nvSpPr>
        <p:spPr bwMode="auto">
          <a:xfrm>
            <a:off x="1943090" y="1859605"/>
            <a:ext cx="1033509" cy="1033507"/>
          </a:xfrm>
          <a:prstGeom prst="ellipse">
            <a:avLst/>
          </a:prstGeom>
          <a:solidFill>
            <a:schemeClr val="bg1"/>
          </a:solid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0" name="Oval 29">
            <a:extLst>
              <a:ext uri="{FF2B5EF4-FFF2-40B4-BE49-F238E27FC236}">
                <a16:creationId xmlns:a16="http://schemas.microsoft.com/office/drawing/2014/main" id="{E719424D-27D2-02C9-2A38-096673958F52}"/>
              </a:ext>
            </a:extLst>
          </p:cNvPr>
          <p:cNvSpPr/>
          <p:nvPr userDrawn="1"/>
        </p:nvSpPr>
        <p:spPr bwMode="auto">
          <a:xfrm>
            <a:off x="2044559" y="1961076"/>
            <a:ext cx="830572" cy="830566"/>
          </a:xfrm>
          <a:prstGeom prst="ellipse">
            <a:avLst/>
          </a:prstGeom>
          <a:solidFill>
            <a:schemeClr val="bg1">
              <a:alpha val="75000"/>
            </a:schemeClr>
          </a:solidFill>
          <a:ln w="15875">
            <a:noFill/>
            <a:headEnd type="none" w="med" len="med"/>
            <a:tailEnd type="none" w="med" len="med"/>
          </a:ln>
          <a:effectLst>
            <a:outerShdw blurRad="279400" algn="ctr"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1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alibri" panose="020F0502020204030204"/>
              <a:ea typeface="+mn-ea"/>
              <a:cs typeface="Segoe UI" pitchFamily="34" charset="0"/>
            </a:endParaRPr>
          </a:p>
        </p:txBody>
      </p:sp>
      <p:sp>
        <p:nvSpPr>
          <p:cNvPr id="31" name="Oval 30">
            <a:extLst>
              <a:ext uri="{FF2B5EF4-FFF2-40B4-BE49-F238E27FC236}">
                <a16:creationId xmlns:a16="http://schemas.microsoft.com/office/drawing/2014/main" id="{5E49F84F-C3CD-E3C3-A68B-70950D9B171C}"/>
              </a:ext>
            </a:extLst>
          </p:cNvPr>
          <p:cNvSpPr/>
          <p:nvPr userDrawn="1"/>
        </p:nvSpPr>
        <p:spPr bwMode="auto">
          <a:xfrm>
            <a:off x="3579237" y="1859605"/>
            <a:ext cx="1033509" cy="1033507"/>
          </a:xfrm>
          <a:prstGeom prst="ellipse">
            <a:avLst/>
          </a:prstGeom>
          <a:solidFill>
            <a:schemeClr val="bg1"/>
          </a:solid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2" name="Oval 31">
            <a:extLst>
              <a:ext uri="{FF2B5EF4-FFF2-40B4-BE49-F238E27FC236}">
                <a16:creationId xmlns:a16="http://schemas.microsoft.com/office/drawing/2014/main" id="{61FBC744-6C82-5EDB-1037-AC2EC8A3EBB1}"/>
              </a:ext>
            </a:extLst>
          </p:cNvPr>
          <p:cNvSpPr/>
          <p:nvPr userDrawn="1"/>
        </p:nvSpPr>
        <p:spPr bwMode="auto">
          <a:xfrm>
            <a:off x="3680706" y="1961076"/>
            <a:ext cx="830572" cy="830566"/>
          </a:xfrm>
          <a:prstGeom prst="ellipse">
            <a:avLst/>
          </a:prstGeom>
          <a:solidFill>
            <a:schemeClr val="bg1">
              <a:alpha val="75000"/>
            </a:schemeClr>
          </a:solidFill>
          <a:ln w="15875">
            <a:noFill/>
            <a:headEnd type="none" w="med" len="med"/>
            <a:tailEnd type="none" w="med" len="med"/>
          </a:ln>
          <a:effectLst>
            <a:outerShdw blurRad="279400" algn="ctr"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1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alibri" panose="020F0502020204030204"/>
              <a:ea typeface="+mn-ea"/>
              <a:cs typeface="Segoe UI" pitchFamily="34" charset="0"/>
            </a:endParaRPr>
          </a:p>
        </p:txBody>
      </p:sp>
      <p:sp>
        <p:nvSpPr>
          <p:cNvPr id="33" name="Oval 32">
            <a:extLst>
              <a:ext uri="{FF2B5EF4-FFF2-40B4-BE49-F238E27FC236}">
                <a16:creationId xmlns:a16="http://schemas.microsoft.com/office/drawing/2014/main" id="{B4E1814C-074F-4DDF-D938-535F760BB478}"/>
              </a:ext>
            </a:extLst>
          </p:cNvPr>
          <p:cNvSpPr/>
          <p:nvPr userDrawn="1"/>
        </p:nvSpPr>
        <p:spPr bwMode="auto">
          <a:xfrm>
            <a:off x="7582300" y="1859605"/>
            <a:ext cx="1033509" cy="1033507"/>
          </a:xfrm>
          <a:prstGeom prst="ellipse">
            <a:avLst/>
          </a:prstGeom>
          <a:solidFill>
            <a:schemeClr val="bg1"/>
          </a:solid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4" name="Oval 33">
            <a:extLst>
              <a:ext uri="{FF2B5EF4-FFF2-40B4-BE49-F238E27FC236}">
                <a16:creationId xmlns:a16="http://schemas.microsoft.com/office/drawing/2014/main" id="{7A675EF0-E474-CB29-E0CD-CC1890C072E3}"/>
              </a:ext>
            </a:extLst>
          </p:cNvPr>
          <p:cNvSpPr/>
          <p:nvPr userDrawn="1"/>
        </p:nvSpPr>
        <p:spPr bwMode="auto">
          <a:xfrm>
            <a:off x="7683003" y="1960307"/>
            <a:ext cx="830572" cy="830566"/>
          </a:xfrm>
          <a:prstGeom prst="ellipse">
            <a:avLst/>
          </a:prstGeom>
          <a:solidFill>
            <a:schemeClr val="bg1">
              <a:alpha val="75000"/>
            </a:schemeClr>
          </a:solidFill>
          <a:ln w="15875">
            <a:noFill/>
            <a:headEnd type="none" w="med" len="med"/>
            <a:tailEnd type="none" w="med" len="med"/>
          </a:ln>
          <a:effectLst>
            <a:outerShdw blurRad="279400" algn="ctr"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1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alibri" panose="020F0502020204030204"/>
              <a:ea typeface="+mn-ea"/>
              <a:cs typeface="Segoe UI" pitchFamily="34" charset="0"/>
            </a:endParaRPr>
          </a:p>
        </p:txBody>
      </p:sp>
      <p:sp>
        <p:nvSpPr>
          <p:cNvPr id="35" name="Oval 34">
            <a:extLst>
              <a:ext uri="{FF2B5EF4-FFF2-40B4-BE49-F238E27FC236}">
                <a16:creationId xmlns:a16="http://schemas.microsoft.com/office/drawing/2014/main" id="{0F840BC2-266A-1C82-92C2-7B6D9A105E14}"/>
              </a:ext>
            </a:extLst>
          </p:cNvPr>
          <p:cNvSpPr/>
          <p:nvPr userDrawn="1"/>
        </p:nvSpPr>
        <p:spPr bwMode="auto">
          <a:xfrm>
            <a:off x="9218447" y="1859605"/>
            <a:ext cx="1033509" cy="1033507"/>
          </a:xfrm>
          <a:prstGeom prst="ellipse">
            <a:avLst/>
          </a:prstGeom>
          <a:solidFill>
            <a:schemeClr val="bg1"/>
          </a:solid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6" name="Oval 35">
            <a:extLst>
              <a:ext uri="{FF2B5EF4-FFF2-40B4-BE49-F238E27FC236}">
                <a16:creationId xmlns:a16="http://schemas.microsoft.com/office/drawing/2014/main" id="{E73518D7-84FF-F739-1441-D82A99AA334F}"/>
              </a:ext>
            </a:extLst>
          </p:cNvPr>
          <p:cNvSpPr/>
          <p:nvPr userDrawn="1"/>
        </p:nvSpPr>
        <p:spPr bwMode="auto">
          <a:xfrm>
            <a:off x="9319916" y="1961076"/>
            <a:ext cx="830572" cy="830566"/>
          </a:xfrm>
          <a:prstGeom prst="ellipse">
            <a:avLst/>
          </a:prstGeom>
          <a:solidFill>
            <a:schemeClr val="bg1">
              <a:alpha val="75000"/>
            </a:schemeClr>
          </a:solidFill>
          <a:ln w="15875">
            <a:noFill/>
            <a:headEnd type="none" w="med" len="med"/>
            <a:tailEnd type="none" w="med" len="med"/>
          </a:ln>
          <a:effectLst>
            <a:outerShdw blurRad="279400" algn="ctr"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1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Calibri" panose="020F0502020204030204"/>
              <a:ea typeface="+mn-ea"/>
              <a:cs typeface="Segoe UI" pitchFamily="34" charset="0"/>
            </a:endParaRPr>
          </a:p>
        </p:txBody>
      </p:sp>
      <p:cxnSp>
        <p:nvCxnSpPr>
          <p:cNvPr id="54" name="Straight Connector 53">
            <a:extLst>
              <a:ext uri="{FF2B5EF4-FFF2-40B4-BE49-F238E27FC236}">
                <a16:creationId xmlns:a16="http://schemas.microsoft.com/office/drawing/2014/main" id="{2D16AF58-6722-39A6-1AD9-DC16456436E1}"/>
              </a:ext>
            </a:extLst>
          </p:cNvPr>
          <p:cNvCxnSpPr>
            <a:cxnSpLocks/>
          </p:cNvCxnSpPr>
          <p:nvPr userDrawn="1"/>
        </p:nvCxnSpPr>
        <p:spPr>
          <a:xfrm>
            <a:off x="6096000" y="3873832"/>
            <a:ext cx="0" cy="1755443"/>
          </a:xfrm>
          <a:prstGeom prst="line">
            <a:avLst/>
          </a:prstGeom>
          <a:noFill/>
          <a:ln w="6350">
            <a:solidFill>
              <a:schemeClr val="tx1">
                <a:alpha val="1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55" name="Straight Connector 54">
            <a:extLst>
              <a:ext uri="{FF2B5EF4-FFF2-40B4-BE49-F238E27FC236}">
                <a16:creationId xmlns:a16="http://schemas.microsoft.com/office/drawing/2014/main" id="{08987300-6899-8524-267A-9FC03D13CB5B}"/>
              </a:ext>
            </a:extLst>
          </p:cNvPr>
          <p:cNvCxnSpPr>
            <a:cxnSpLocks/>
          </p:cNvCxnSpPr>
          <p:nvPr userDrawn="1"/>
        </p:nvCxnSpPr>
        <p:spPr>
          <a:xfrm flipH="1">
            <a:off x="0" y="5629275"/>
            <a:ext cx="12192000" cy="0"/>
          </a:xfrm>
          <a:prstGeom prst="line">
            <a:avLst/>
          </a:prstGeom>
          <a:noFill/>
          <a:ln w="6350">
            <a:solidFill>
              <a:schemeClr val="tx1">
                <a:alpha val="1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60" name="Title 59">
            <a:extLst>
              <a:ext uri="{FF2B5EF4-FFF2-40B4-BE49-F238E27FC236}">
                <a16:creationId xmlns:a16="http://schemas.microsoft.com/office/drawing/2014/main" id="{59641B11-4B97-D963-19A2-D81441F13E5E}"/>
              </a:ext>
            </a:extLst>
          </p:cNvPr>
          <p:cNvSpPr>
            <a:spLocks noGrp="1"/>
          </p:cNvSpPr>
          <p:nvPr userDrawn="1">
            <p:ph type="title"/>
          </p:nvPr>
        </p:nvSpPr>
        <p:spPr/>
        <p:txBody>
          <a:bodyPr/>
          <a:lstStyle/>
          <a:p>
            <a:r>
              <a:rPr lang="en-US"/>
              <a:t>Click to edit Master title style</a:t>
            </a:r>
            <a:endParaRPr lang="en-IN"/>
          </a:p>
        </p:txBody>
      </p:sp>
      <p:sp>
        <p:nvSpPr>
          <p:cNvPr id="63" name="Text Placeholder 61">
            <a:extLst>
              <a:ext uri="{FF2B5EF4-FFF2-40B4-BE49-F238E27FC236}">
                <a16:creationId xmlns:a16="http://schemas.microsoft.com/office/drawing/2014/main" id="{FF90FD4A-AC33-5A2C-D076-3AC56D69CAF9}"/>
              </a:ext>
            </a:extLst>
          </p:cNvPr>
          <p:cNvSpPr>
            <a:spLocks noGrp="1"/>
          </p:cNvSpPr>
          <p:nvPr userDrawn="1">
            <p:ph type="body" sz="quarter" idx="13"/>
          </p:nvPr>
        </p:nvSpPr>
        <p:spPr>
          <a:xfrm>
            <a:off x="1645445" y="4087020"/>
            <a:ext cx="2693284" cy="276999"/>
          </a:xfrm>
        </p:spPr>
        <p:txBody>
          <a:bodyPr/>
          <a:lstStyle>
            <a:lvl1pPr marL="0" indent="0">
              <a:buNone/>
              <a:defRPr kumimoji="0" lang="en-IN" sz="1800" b="0" i="0" u="none" strike="noStrike" kern="1200" cap="none" spc="0" normalizeH="0" baseline="0" dirty="0">
                <a:ln w="3175">
                  <a:noFill/>
                </a:ln>
                <a:solidFill>
                  <a:schemeClr val="tx1"/>
                </a:solidFill>
                <a:effectLst/>
                <a:uLnTx/>
                <a:uFillTx/>
                <a:latin typeface="+mn-lt"/>
                <a:ea typeface="+mn-ea"/>
                <a:cs typeface="Segoe UI" panose="020B0502040204020203" pitchFamily="34" charset="0"/>
              </a:defRPr>
            </a:lvl1pPr>
          </a:lstStyle>
          <a:p>
            <a:pPr lvl="0"/>
            <a:endParaRPr lang="en-IN"/>
          </a:p>
        </p:txBody>
      </p:sp>
      <p:sp>
        <p:nvSpPr>
          <p:cNvPr id="67" name="Text Placeholder 66">
            <a:extLst>
              <a:ext uri="{FF2B5EF4-FFF2-40B4-BE49-F238E27FC236}">
                <a16:creationId xmlns:a16="http://schemas.microsoft.com/office/drawing/2014/main" id="{C3521EEC-9F97-A391-667C-D5B871F81D31}"/>
              </a:ext>
            </a:extLst>
          </p:cNvPr>
          <p:cNvSpPr>
            <a:spLocks noGrp="1"/>
          </p:cNvSpPr>
          <p:nvPr userDrawn="1">
            <p:ph type="body" sz="quarter" idx="16"/>
          </p:nvPr>
        </p:nvSpPr>
        <p:spPr>
          <a:xfrm>
            <a:off x="1645445" y="4595660"/>
            <a:ext cx="2693284" cy="276999"/>
          </a:xfrm>
        </p:spPr>
        <p:txBody>
          <a:bodyPr/>
          <a:lstStyle>
            <a:lvl1pPr marL="0" indent="0">
              <a:buNone/>
              <a:defRPr kumimoji="0" lang="en-IN" sz="1800" b="0" i="0" u="none" strike="noStrike" kern="1200" cap="none" spc="0" normalizeH="0" baseline="0" dirty="0">
                <a:ln w="3175">
                  <a:noFill/>
                </a:ln>
                <a:solidFill>
                  <a:schemeClr val="tx1"/>
                </a:solidFill>
                <a:effectLst/>
                <a:uLnTx/>
                <a:uFillTx/>
                <a:latin typeface="+mn-lt"/>
                <a:ea typeface="+mn-ea"/>
                <a:cs typeface="Segoe UI" panose="020B0502040204020203" pitchFamily="34" charset="0"/>
              </a:defRPr>
            </a:lvl1pPr>
          </a:lstStyle>
          <a:p>
            <a:pPr lvl="0"/>
            <a:endParaRPr lang="en-IN"/>
          </a:p>
        </p:txBody>
      </p:sp>
      <p:sp>
        <p:nvSpPr>
          <p:cNvPr id="69" name="Text Placeholder 68">
            <a:extLst>
              <a:ext uri="{FF2B5EF4-FFF2-40B4-BE49-F238E27FC236}">
                <a16:creationId xmlns:a16="http://schemas.microsoft.com/office/drawing/2014/main" id="{BC168433-D4F9-F291-57C0-3C6A88CB58E8}"/>
              </a:ext>
            </a:extLst>
          </p:cNvPr>
          <p:cNvSpPr>
            <a:spLocks noGrp="1"/>
          </p:cNvSpPr>
          <p:nvPr userDrawn="1">
            <p:ph type="body" sz="quarter" idx="17"/>
          </p:nvPr>
        </p:nvSpPr>
        <p:spPr>
          <a:xfrm>
            <a:off x="1645445" y="5104691"/>
            <a:ext cx="2693284" cy="276999"/>
          </a:xfrm>
        </p:spPr>
        <p:txBody>
          <a:bodyPr/>
          <a:lstStyle>
            <a:lvl1pPr marL="0" indent="0">
              <a:buNone/>
              <a:defRPr kumimoji="0" lang="en-IN" sz="1800" b="0" i="0" u="none" strike="noStrike" kern="1200" cap="none" spc="0" normalizeH="0" baseline="0" dirty="0">
                <a:ln w="3175">
                  <a:noFill/>
                </a:ln>
                <a:solidFill>
                  <a:schemeClr val="tx1"/>
                </a:solidFill>
                <a:effectLst/>
                <a:uLnTx/>
                <a:uFillTx/>
                <a:latin typeface="+mn-lt"/>
                <a:ea typeface="+mn-ea"/>
                <a:cs typeface="Segoe UI" panose="020B0502040204020203" pitchFamily="34" charset="0"/>
              </a:defRPr>
            </a:lvl1pPr>
          </a:lstStyle>
          <a:p>
            <a:pPr lvl="0"/>
            <a:endParaRPr lang="en-IN"/>
          </a:p>
        </p:txBody>
      </p:sp>
      <p:sp>
        <p:nvSpPr>
          <p:cNvPr id="71" name="Text Placeholder 70">
            <a:extLst>
              <a:ext uri="{FF2B5EF4-FFF2-40B4-BE49-F238E27FC236}">
                <a16:creationId xmlns:a16="http://schemas.microsoft.com/office/drawing/2014/main" id="{CD09CA6F-BA8E-2253-92FA-BFFCCD3EB9BD}"/>
              </a:ext>
            </a:extLst>
          </p:cNvPr>
          <p:cNvSpPr>
            <a:spLocks noGrp="1"/>
          </p:cNvSpPr>
          <p:nvPr userDrawn="1">
            <p:ph type="body" sz="quarter" idx="18"/>
          </p:nvPr>
        </p:nvSpPr>
        <p:spPr>
          <a:xfrm>
            <a:off x="7682497" y="4087020"/>
            <a:ext cx="2693284" cy="276999"/>
          </a:xfrm>
        </p:spPr>
        <p:txBody>
          <a:bodyPr/>
          <a:lstStyle>
            <a:lvl1pPr marL="0" indent="0">
              <a:buNone/>
              <a:defRPr kumimoji="0" lang="en-IN" sz="1800" b="0" i="0" u="none" strike="noStrike" kern="1200" cap="none" spc="0" normalizeH="0" baseline="0" dirty="0">
                <a:ln w="3175">
                  <a:noFill/>
                </a:ln>
                <a:solidFill>
                  <a:schemeClr val="tx1"/>
                </a:solidFill>
                <a:effectLst/>
                <a:uLnTx/>
                <a:uFillTx/>
                <a:latin typeface="+mn-lt"/>
                <a:ea typeface="+mn-ea"/>
                <a:cs typeface="Segoe UI" panose="020B0502040204020203" pitchFamily="34" charset="0"/>
              </a:defRPr>
            </a:lvl1pPr>
          </a:lstStyle>
          <a:p>
            <a:pPr lvl="0"/>
            <a:endParaRPr lang="en-IN"/>
          </a:p>
        </p:txBody>
      </p:sp>
      <p:sp>
        <p:nvSpPr>
          <p:cNvPr id="75" name="Text Placeholder 74">
            <a:extLst>
              <a:ext uri="{FF2B5EF4-FFF2-40B4-BE49-F238E27FC236}">
                <a16:creationId xmlns:a16="http://schemas.microsoft.com/office/drawing/2014/main" id="{9B51A413-70FD-1137-0C33-386E47515569}"/>
              </a:ext>
            </a:extLst>
          </p:cNvPr>
          <p:cNvSpPr>
            <a:spLocks noGrp="1"/>
          </p:cNvSpPr>
          <p:nvPr userDrawn="1">
            <p:ph type="body" sz="quarter" idx="21"/>
          </p:nvPr>
        </p:nvSpPr>
        <p:spPr>
          <a:xfrm>
            <a:off x="7682497" y="4595856"/>
            <a:ext cx="2693284" cy="276999"/>
          </a:xfrm>
        </p:spPr>
        <p:txBody>
          <a:bodyPr/>
          <a:lstStyle>
            <a:lvl1pPr marL="0" indent="0">
              <a:buNone/>
              <a:defRPr kumimoji="0" lang="en-IN" sz="1800" b="0" i="0" u="none" strike="noStrike" kern="1200" cap="none" spc="0" normalizeH="0" baseline="0" dirty="0">
                <a:ln w="3175">
                  <a:noFill/>
                </a:ln>
                <a:solidFill>
                  <a:schemeClr val="tx1"/>
                </a:solidFill>
                <a:effectLst/>
                <a:uLnTx/>
                <a:uFillTx/>
                <a:latin typeface="+mn-lt"/>
                <a:ea typeface="+mn-ea"/>
                <a:cs typeface="Segoe UI" panose="020B0502040204020203" pitchFamily="34" charset="0"/>
              </a:defRPr>
            </a:lvl1pPr>
            <a:lvl5pPr>
              <a:defRPr/>
            </a:lvl5pPr>
          </a:lstStyle>
          <a:p>
            <a:pPr lvl="0"/>
            <a:endParaRPr lang="en-IN"/>
          </a:p>
        </p:txBody>
      </p:sp>
      <p:sp>
        <p:nvSpPr>
          <p:cNvPr id="77" name="Text Placeholder 76">
            <a:extLst>
              <a:ext uri="{FF2B5EF4-FFF2-40B4-BE49-F238E27FC236}">
                <a16:creationId xmlns:a16="http://schemas.microsoft.com/office/drawing/2014/main" id="{F96B9DB7-62C0-373F-7F1D-48D6B1E9B507}"/>
              </a:ext>
            </a:extLst>
          </p:cNvPr>
          <p:cNvSpPr>
            <a:spLocks noGrp="1"/>
          </p:cNvSpPr>
          <p:nvPr userDrawn="1">
            <p:ph type="body" sz="quarter" idx="22"/>
          </p:nvPr>
        </p:nvSpPr>
        <p:spPr>
          <a:xfrm>
            <a:off x="7682497" y="5104691"/>
            <a:ext cx="2693284" cy="276999"/>
          </a:xfrm>
        </p:spPr>
        <p:txBody>
          <a:bodyPr/>
          <a:lstStyle>
            <a:lvl1pPr marL="0" indent="0">
              <a:buNone/>
              <a:defRPr kumimoji="0" lang="en-IN" sz="1800" b="0" i="0" u="none" strike="noStrike" kern="1200" cap="none" spc="0" normalizeH="0" baseline="0" dirty="0">
                <a:ln w="3175">
                  <a:noFill/>
                </a:ln>
                <a:solidFill>
                  <a:schemeClr val="tx1"/>
                </a:solidFill>
                <a:effectLst/>
                <a:uLnTx/>
                <a:uFillTx/>
                <a:latin typeface="+mn-lt"/>
                <a:ea typeface="+mn-ea"/>
                <a:cs typeface="Segoe UI" panose="020B0502040204020203" pitchFamily="34" charset="0"/>
              </a:defRPr>
            </a:lvl1pPr>
          </a:lstStyle>
          <a:p>
            <a:pPr lvl="0"/>
            <a:endParaRPr lang="en-IN"/>
          </a:p>
        </p:txBody>
      </p:sp>
      <p:sp>
        <p:nvSpPr>
          <p:cNvPr id="81" name="Text Placeholder 80">
            <a:extLst>
              <a:ext uri="{FF2B5EF4-FFF2-40B4-BE49-F238E27FC236}">
                <a16:creationId xmlns:a16="http://schemas.microsoft.com/office/drawing/2014/main" id="{F33B6023-CEBC-C704-7C3D-EDDC0476C823}"/>
              </a:ext>
            </a:extLst>
          </p:cNvPr>
          <p:cNvSpPr>
            <a:spLocks noGrp="1"/>
          </p:cNvSpPr>
          <p:nvPr userDrawn="1">
            <p:ph type="body" sz="quarter" idx="23"/>
          </p:nvPr>
        </p:nvSpPr>
        <p:spPr>
          <a:xfrm>
            <a:off x="588263" y="3187974"/>
            <a:ext cx="5379310" cy="369332"/>
          </a:xfrm>
        </p:spPr>
        <p:txBody>
          <a:bodyPr anchor="ctr"/>
          <a:lstStyle>
            <a:lvl1pPr marL="0" indent="0" algn="ctr">
              <a:buNone/>
              <a:defRPr kumimoji="0" lang="en-IN" sz="2400" b="0" i="0" u="none" strike="noStrike" kern="1200" cap="none" spc="0" normalizeH="0" baseline="0" dirty="0">
                <a:ln>
                  <a:noFill/>
                </a:ln>
                <a:solidFill>
                  <a:schemeClr val="bg2"/>
                </a:solidFill>
                <a:effectLst/>
                <a:uLnTx/>
                <a:uFillTx/>
                <a:latin typeface="+mj-lt"/>
                <a:ea typeface="Segoe UI" pitchFamily="34" charset="0"/>
                <a:cs typeface="+mn-cs"/>
              </a:defRPr>
            </a:lvl1pPr>
          </a:lstStyle>
          <a:p>
            <a:pPr marL="228600" marR="0" lvl="0" indent="-228600" algn="ctr" defTabSz="932472" rtl="0" eaLnBrk="1" fontAlgn="base" latinLnBrk="0" hangingPunct="1">
              <a:lnSpc>
                <a:spcPct val="100000"/>
              </a:lnSpc>
              <a:spcBef>
                <a:spcPct val="0"/>
              </a:spcBef>
              <a:spcAft>
                <a:spcPct val="0"/>
              </a:spcAft>
              <a:buClrTx/>
              <a:buSzTx/>
              <a:buFont typeface="Wingdings" panose="05000000000000000000" pitchFamily="2" charset="2"/>
              <a:buNone/>
              <a:tabLst/>
            </a:pPr>
            <a:endParaRPr lang="en-IN"/>
          </a:p>
        </p:txBody>
      </p:sp>
      <p:sp>
        <p:nvSpPr>
          <p:cNvPr id="83" name="Text Placeholder 82">
            <a:extLst>
              <a:ext uri="{FF2B5EF4-FFF2-40B4-BE49-F238E27FC236}">
                <a16:creationId xmlns:a16="http://schemas.microsoft.com/office/drawing/2014/main" id="{1EFD3972-BA87-4488-CEB6-D722C88EE31E}"/>
              </a:ext>
            </a:extLst>
          </p:cNvPr>
          <p:cNvSpPr>
            <a:spLocks noGrp="1"/>
          </p:cNvSpPr>
          <p:nvPr userDrawn="1">
            <p:ph type="body" sz="quarter" idx="24"/>
          </p:nvPr>
        </p:nvSpPr>
        <p:spPr>
          <a:xfrm>
            <a:off x="6227473" y="3187974"/>
            <a:ext cx="5379310" cy="369332"/>
          </a:xfrm>
        </p:spPr>
        <p:txBody>
          <a:bodyPr anchor="ctr"/>
          <a:lstStyle>
            <a:lvl1pPr marL="0" indent="0" algn="ctr">
              <a:buNone/>
              <a:defRPr kumimoji="0" lang="en-IN" sz="2400" b="0" i="0" u="none" strike="noStrike" kern="1200" cap="none" spc="0" normalizeH="0" baseline="0" dirty="0">
                <a:ln>
                  <a:noFill/>
                </a:ln>
                <a:solidFill>
                  <a:schemeClr val="bg2"/>
                </a:solidFill>
                <a:effectLst/>
                <a:uLnTx/>
                <a:uFillTx/>
                <a:latin typeface="+mj-lt"/>
                <a:ea typeface="Segoe UI" pitchFamily="34" charset="0"/>
                <a:cs typeface="+mn-cs"/>
              </a:defRPr>
            </a:lvl1pPr>
          </a:lstStyle>
          <a:p>
            <a:pPr lvl="0"/>
            <a:endParaRPr lang="en-IN"/>
          </a:p>
        </p:txBody>
      </p:sp>
      <p:sp>
        <p:nvSpPr>
          <p:cNvPr id="85" name="Picture Placeholder 84">
            <a:extLst>
              <a:ext uri="{FF2B5EF4-FFF2-40B4-BE49-F238E27FC236}">
                <a16:creationId xmlns:a16="http://schemas.microsoft.com/office/drawing/2014/main" id="{0EA89367-92E2-138D-5EC7-1CD725A1D636}"/>
              </a:ext>
            </a:extLst>
          </p:cNvPr>
          <p:cNvSpPr>
            <a:spLocks noGrp="1"/>
          </p:cNvSpPr>
          <p:nvPr userDrawn="1">
            <p:ph type="pic" sz="quarter" idx="25" hasCustomPrompt="1"/>
          </p:nvPr>
        </p:nvSpPr>
        <p:spPr>
          <a:xfrm>
            <a:off x="2043792" y="1960305"/>
            <a:ext cx="832104" cy="832104"/>
          </a:xfrm>
          <a:prstGeom prst="ellipse">
            <a:avLst/>
          </a:prstGeom>
        </p:spPr>
        <p:txBody>
          <a:bodyPr anchor="ctr">
            <a:noAutofit/>
          </a:bodyPr>
          <a:lstStyle>
            <a:lvl1pPr marL="0" indent="0" algn="ctr">
              <a:buNone/>
              <a:defRPr sz="1400"/>
            </a:lvl1pPr>
          </a:lstStyle>
          <a:p>
            <a:r>
              <a:rPr lang="en-IN"/>
              <a:t>Icon</a:t>
            </a:r>
          </a:p>
        </p:txBody>
      </p:sp>
      <p:sp>
        <p:nvSpPr>
          <p:cNvPr id="87" name="Picture Placeholder 86">
            <a:extLst>
              <a:ext uri="{FF2B5EF4-FFF2-40B4-BE49-F238E27FC236}">
                <a16:creationId xmlns:a16="http://schemas.microsoft.com/office/drawing/2014/main" id="{2A01C636-0C5E-8409-5D9F-70740D57E951}"/>
              </a:ext>
            </a:extLst>
          </p:cNvPr>
          <p:cNvSpPr>
            <a:spLocks noGrp="1"/>
          </p:cNvSpPr>
          <p:nvPr userDrawn="1">
            <p:ph type="pic" sz="quarter" idx="26" hasCustomPrompt="1"/>
          </p:nvPr>
        </p:nvSpPr>
        <p:spPr>
          <a:xfrm>
            <a:off x="3679939" y="1960304"/>
            <a:ext cx="832104" cy="832104"/>
          </a:xfrm>
          <a:prstGeom prst="ellipse">
            <a:avLst/>
          </a:prstGeom>
        </p:spPr>
        <p:txBody>
          <a:bodyPr anchor="ctr">
            <a:noAutofit/>
          </a:bodyPr>
          <a:lstStyle>
            <a:lvl1pPr marL="0" indent="0" algn="ctr">
              <a:buNone/>
              <a:defRPr sz="1400"/>
            </a:lvl1pPr>
          </a:lstStyle>
          <a:p>
            <a:r>
              <a:rPr lang="en-IN"/>
              <a:t>Icon</a:t>
            </a:r>
          </a:p>
        </p:txBody>
      </p:sp>
      <p:sp>
        <p:nvSpPr>
          <p:cNvPr id="94" name="Text Placeholder 93">
            <a:extLst>
              <a:ext uri="{FF2B5EF4-FFF2-40B4-BE49-F238E27FC236}">
                <a16:creationId xmlns:a16="http://schemas.microsoft.com/office/drawing/2014/main" id="{2D84FC88-F182-D093-AE9C-AB5FEDDC61FC}"/>
              </a:ext>
            </a:extLst>
          </p:cNvPr>
          <p:cNvSpPr>
            <a:spLocks noGrp="1"/>
          </p:cNvSpPr>
          <p:nvPr userDrawn="1">
            <p:ph type="body" sz="quarter" idx="29" hasCustomPrompt="1"/>
          </p:nvPr>
        </p:nvSpPr>
        <p:spPr>
          <a:xfrm>
            <a:off x="1004539" y="4117406"/>
            <a:ext cx="352424" cy="215444"/>
          </a:xfrm>
        </p:spPr>
        <p:txBody>
          <a:bodyPr/>
          <a:lstStyle>
            <a:lvl1pPr marL="0" indent="0" algn="ctr">
              <a:buNone/>
              <a:defRPr sz="1400">
                <a:latin typeface="+mj-lt"/>
              </a:defRPr>
            </a:lvl1pPr>
            <a:lvl2pPr marL="228600" indent="0" algn="ctr">
              <a:buNone/>
              <a:defRPr sz="1400"/>
            </a:lvl2pPr>
            <a:lvl3pPr marL="457200" indent="0" algn="ctr">
              <a:buNone/>
              <a:defRPr sz="1400"/>
            </a:lvl3pPr>
            <a:lvl4pPr marL="661988" indent="0" algn="ctr">
              <a:buNone/>
              <a:defRPr sz="1400"/>
            </a:lvl4pPr>
            <a:lvl5pPr marL="855663" indent="0" algn="ctr">
              <a:buNone/>
              <a:defRPr sz="1400"/>
            </a:lvl5pPr>
          </a:lstStyle>
          <a:p>
            <a:pPr lvl="0"/>
            <a:r>
              <a:rPr lang="en-IN"/>
              <a:t>Text</a:t>
            </a:r>
          </a:p>
        </p:txBody>
      </p:sp>
      <p:sp>
        <p:nvSpPr>
          <p:cNvPr id="95" name="Text Placeholder 93">
            <a:extLst>
              <a:ext uri="{FF2B5EF4-FFF2-40B4-BE49-F238E27FC236}">
                <a16:creationId xmlns:a16="http://schemas.microsoft.com/office/drawing/2014/main" id="{9601CCE4-A762-599C-8431-6F9E2132E505}"/>
              </a:ext>
            </a:extLst>
          </p:cNvPr>
          <p:cNvSpPr>
            <a:spLocks noGrp="1"/>
          </p:cNvSpPr>
          <p:nvPr userDrawn="1">
            <p:ph type="body" sz="quarter" idx="30" hasCustomPrompt="1"/>
          </p:nvPr>
        </p:nvSpPr>
        <p:spPr>
          <a:xfrm>
            <a:off x="1004539" y="4626437"/>
            <a:ext cx="352424" cy="215444"/>
          </a:xfrm>
        </p:spPr>
        <p:txBody>
          <a:bodyPr/>
          <a:lstStyle>
            <a:lvl1pPr marL="0" indent="0" algn="ctr">
              <a:buNone/>
              <a:defRPr sz="1400">
                <a:latin typeface="+mj-lt"/>
              </a:defRPr>
            </a:lvl1pPr>
            <a:lvl2pPr marL="228600" indent="0" algn="ctr">
              <a:buNone/>
              <a:defRPr sz="1400"/>
            </a:lvl2pPr>
            <a:lvl3pPr marL="457200" indent="0" algn="ctr">
              <a:buNone/>
              <a:defRPr sz="1400"/>
            </a:lvl3pPr>
            <a:lvl4pPr marL="661988" indent="0" algn="ctr">
              <a:buNone/>
              <a:defRPr sz="1400"/>
            </a:lvl4pPr>
            <a:lvl5pPr marL="855663" indent="0" algn="ctr">
              <a:buNone/>
              <a:defRPr sz="1400"/>
            </a:lvl5pPr>
          </a:lstStyle>
          <a:p>
            <a:pPr lvl="0"/>
            <a:r>
              <a:rPr lang="en-IN"/>
              <a:t>Text</a:t>
            </a:r>
          </a:p>
        </p:txBody>
      </p:sp>
      <p:sp>
        <p:nvSpPr>
          <p:cNvPr id="96" name="Text Placeholder 93">
            <a:extLst>
              <a:ext uri="{FF2B5EF4-FFF2-40B4-BE49-F238E27FC236}">
                <a16:creationId xmlns:a16="http://schemas.microsoft.com/office/drawing/2014/main" id="{A57A6776-D180-1F93-542A-FA72D5CA9BDC}"/>
              </a:ext>
            </a:extLst>
          </p:cNvPr>
          <p:cNvSpPr>
            <a:spLocks noGrp="1"/>
          </p:cNvSpPr>
          <p:nvPr userDrawn="1">
            <p:ph type="body" sz="quarter" idx="31" hasCustomPrompt="1"/>
          </p:nvPr>
        </p:nvSpPr>
        <p:spPr>
          <a:xfrm>
            <a:off x="1004539" y="5135468"/>
            <a:ext cx="352424" cy="215444"/>
          </a:xfrm>
        </p:spPr>
        <p:txBody>
          <a:bodyPr/>
          <a:lstStyle>
            <a:lvl1pPr marL="0" indent="0" algn="ctr">
              <a:buNone/>
              <a:defRPr sz="1400">
                <a:latin typeface="+mj-lt"/>
              </a:defRPr>
            </a:lvl1pPr>
            <a:lvl2pPr marL="228600" indent="0" algn="ctr">
              <a:buNone/>
              <a:defRPr sz="1400"/>
            </a:lvl2pPr>
            <a:lvl3pPr marL="457200" indent="0" algn="ctr">
              <a:buNone/>
              <a:defRPr sz="1400"/>
            </a:lvl3pPr>
            <a:lvl4pPr marL="661988" indent="0" algn="ctr">
              <a:buNone/>
              <a:defRPr sz="1400"/>
            </a:lvl4pPr>
            <a:lvl5pPr marL="855663" indent="0" algn="ctr">
              <a:buNone/>
              <a:defRPr sz="1400"/>
            </a:lvl5pPr>
          </a:lstStyle>
          <a:p>
            <a:pPr lvl="0"/>
            <a:r>
              <a:rPr lang="en-IN"/>
              <a:t>Text</a:t>
            </a:r>
          </a:p>
        </p:txBody>
      </p:sp>
      <p:sp>
        <p:nvSpPr>
          <p:cNvPr id="97" name="Text Placeholder 93">
            <a:extLst>
              <a:ext uri="{FF2B5EF4-FFF2-40B4-BE49-F238E27FC236}">
                <a16:creationId xmlns:a16="http://schemas.microsoft.com/office/drawing/2014/main" id="{32F0C1CA-CC86-BEB6-B488-CF27701D1789}"/>
              </a:ext>
            </a:extLst>
          </p:cNvPr>
          <p:cNvSpPr>
            <a:spLocks noGrp="1"/>
          </p:cNvSpPr>
          <p:nvPr userDrawn="1">
            <p:ph type="body" sz="quarter" idx="32" hasCustomPrompt="1"/>
          </p:nvPr>
        </p:nvSpPr>
        <p:spPr>
          <a:xfrm>
            <a:off x="7041591" y="4117406"/>
            <a:ext cx="352424" cy="215444"/>
          </a:xfrm>
        </p:spPr>
        <p:txBody>
          <a:bodyPr/>
          <a:lstStyle>
            <a:lvl1pPr marL="0" indent="0" algn="ctr">
              <a:buNone/>
              <a:defRPr sz="1400">
                <a:latin typeface="+mj-lt"/>
              </a:defRPr>
            </a:lvl1pPr>
            <a:lvl2pPr marL="228600" indent="0" algn="ctr">
              <a:buNone/>
              <a:defRPr sz="1400"/>
            </a:lvl2pPr>
            <a:lvl3pPr marL="457200" indent="0" algn="ctr">
              <a:buNone/>
              <a:defRPr sz="1400"/>
            </a:lvl3pPr>
            <a:lvl4pPr marL="661988" indent="0" algn="ctr">
              <a:buNone/>
              <a:defRPr sz="1400"/>
            </a:lvl4pPr>
            <a:lvl5pPr marL="855663" indent="0" algn="ctr">
              <a:buNone/>
              <a:defRPr sz="1400"/>
            </a:lvl5pPr>
          </a:lstStyle>
          <a:p>
            <a:pPr lvl="0"/>
            <a:r>
              <a:rPr lang="en-IN"/>
              <a:t>Text</a:t>
            </a:r>
          </a:p>
        </p:txBody>
      </p:sp>
      <p:sp>
        <p:nvSpPr>
          <p:cNvPr id="98" name="Text Placeholder 93">
            <a:extLst>
              <a:ext uri="{FF2B5EF4-FFF2-40B4-BE49-F238E27FC236}">
                <a16:creationId xmlns:a16="http://schemas.microsoft.com/office/drawing/2014/main" id="{ABA48210-6C4F-A93E-B167-C621709034BB}"/>
              </a:ext>
            </a:extLst>
          </p:cNvPr>
          <p:cNvSpPr>
            <a:spLocks noGrp="1"/>
          </p:cNvSpPr>
          <p:nvPr userDrawn="1">
            <p:ph type="body" sz="quarter" idx="33" hasCustomPrompt="1"/>
          </p:nvPr>
        </p:nvSpPr>
        <p:spPr>
          <a:xfrm>
            <a:off x="7041591" y="4626437"/>
            <a:ext cx="352424" cy="215444"/>
          </a:xfrm>
        </p:spPr>
        <p:txBody>
          <a:bodyPr/>
          <a:lstStyle>
            <a:lvl1pPr marL="0" indent="0" algn="ctr">
              <a:buNone/>
              <a:defRPr sz="1400">
                <a:latin typeface="+mj-lt"/>
              </a:defRPr>
            </a:lvl1pPr>
            <a:lvl2pPr marL="228600" indent="0" algn="ctr">
              <a:buNone/>
              <a:defRPr sz="1400"/>
            </a:lvl2pPr>
            <a:lvl3pPr marL="457200" indent="0" algn="ctr">
              <a:buNone/>
              <a:defRPr sz="1400"/>
            </a:lvl3pPr>
            <a:lvl4pPr marL="661988" indent="0" algn="ctr">
              <a:buNone/>
              <a:defRPr sz="1400"/>
            </a:lvl4pPr>
            <a:lvl5pPr marL="855663" indent="0" algn="ctr">
              <a:buNone/>
              <a:defRPr sz="1400"/>
            </a:lvl5pPr>
          </a:lstStyle>
          <a:p>
            <a:pPr lvl="0"/>
            <a:r>
              <a:rPr lang="en-IN"/>
              <a:t>Text</a:t>
            </a:r>
          </a:p>
        </p:txBody>
      </p:sp>
      <p:sp>
        <p:nvSpPr>
          <p:cNvPr id="99" name="Text Placeholder 93">
            <a:extLst>
              <a:ext uri="{FF2B5EF4-FFF2-40B4-BE49-F238E27FC236}">
                <a16:creationId xmlns:a16="http://schemas.microsoft.com/office/drawing/2014/main" id="{E3B76DD4-E46C-CB73-2FBC-17DE1882B8E7}"/>
              </a:ext>
            </a:extLst>
          </p:cNvPr>
          <p:cNvSpPr>
            <a:spLocks noGrp="1"/>
          </p:cNvSpPr>
          <p:nvPr userDrawn="1">
            <p:ph type="body" sz="quarter" idx="34" hasCustomPrompt="1"/>
          </p:nvPr>
        </p:nvSpPr>
        <p:spPr>
          <a:xfrm>
            <a:off x="7041591" y="5135468"/>
            <a:ext cx="352424" cy="215444"/>
          </a:xfrm>
        </p:spPr>
        <p:txBody>
          <a:bodyPr/>
          <a:lstStyle>
            <a:lvl1pPr marL="0" indent="0" algn="ctr">
              <a:buNone/>
              <a:defRPr sz="1400">
                <a:latin typeface="+mj-lt"/>
              </a:defRPr>
            </a:lvl1pPr>
            <a:lvl2pPr marL="228600" indent="0" algn="ctr">
              <a:buNone/>
              <a:defRPr sz="1400"/>
            </a:lvl2pPr>
            <a:lvl3pPr marL="457200" indent="0" algn="ctr">
              <a:buNone/>
              <a:defRPr sz="1400"/>
            </a:lvl3pPr>
            <a:lvl4pPr marL="661988" indent="0" algn="ctr">
              <a:buNone/>
              <a:defRPr sz="1400"/>
            </a:lvl4pPr>
            <a:lvl5pPr marL="855663" indent="0" algn="ctr">
              <a:buNone/>
              <a:defRPr sz="1400"/>
            </a:lvl5pPr>
          </a:lstStyle>
          <a:p>
            <a:pPr lvl="0"/>
            <a:r>
              <a:rPr lang="en-IN"/>
              <a:t>Text</a:t>
            </a:r>
          </a:p>
        </p:txBody>
      </p:sp>
      <p:sp>
        <p:nvSpPr>
          <p:cNvPr id="7" name="Picture Placeholder 86">
            <a:extLst>
              <a:ext uri="{FF2B5EF4-FFF2-40B4-BE49-F238E27FC236}">
                <a16:creationId xmlns:a16="http://schemas.microsoft.com/office/drawing/2014/main" id="{34649A6E-FBCE-AEB7-E21F-FB48FCD75264}"/>
              </a:ext>
            </a:extLst>
          </p:cNvPr>
          <p:cNvSpPr>
            <a:spLocks noGrp="1"/>
          </p:cNvSpPr>
          <p:nvPr>
            <p:ph type="pic" sz="quarter" idx="35" hasCustomPrompt="1"/>
          </p:nvPr>
        </p:nvSpPr>
        <p:spPr>
          <a:xfrm>
            <a:off x="7681471" y="1960304"/>
            <a:ext cx="832104" cy="832104"/>
          </a:xfrm>
          <a:prstGeom prst="ellipse">
            <a:avLst/>
          </a:prstGeom>
        </p:spPr>
        <p:txBody>
          <a:bodyPr anchor="ctr">
            <a:noAutofit/>
          </a:bodyPr>
          <a:lstStyle>
            <a:lvl1pPr marL="0" indent="0" algn="ctr">
              <a:buNone/>
              <a:defRPr sz="1400"/>
            </a:lvl1pPr>
          </a:lstStyle>
          <a:p>
            <a:r>
              <a:rPr lang="en-IN"/>
              <a:t>Icon</a:t>
            </a:r>
          </a:p>
        </p:txBody>
      </p:sp>
      <p:sp>
        <p:nvSpPr>
          <p:cNvPr id="9" name="Picture Placeholder 86">
            <a:extLst>
              <a:ext uri="{FF2B5EF4-FFF2-40B4-BE49-F238E27FC236}">
                <a16:creationId xmlns:a16="http://schemas.microsoft.com/office/drawing/2014/main" id="{6B466EC3-56E8-3C5A-3FD5-0A0379353949}"/>
              </a:ext>
            </a:extLst>
          </p:cNvPr>
          <p:cNvSpPr>
            <a:spLocks noGrp="1"/>
          </p:cNvSpPr>
          <p:nvPr>
            <p:ph type="pic" sz="quarter" idx="36" hasCustomPrompt="1"/>
          </p:nvPr>
        </p:nvSpPr>
        <p:spPr>
          <a:xfrm>
            <a:off x="9318384" y="1960304"/>
            <a:ext cx="832104" cy="832104"/>
          </a:xfrm>
          <a:prstGeom prst="ellipse">
            <a:avLst/>
          </a:prstGeom>
        </p:spPr>
        <p:txBody>
          <a:bodyPr anchor="ctr">
            <a:noAutofit/>
          </a:bodyPr>
          <a:lstStyle>
            <a:lvl1pPr marL="0" indent="0" algn="ctr">
              <a:buNone/>
              <a:defRPr sz="1400"/>
            </a:lvl1pPr>
          </a:lstStyle>
          <a:p>
            <a:r>
              <a:rPr lang="en-IN"/>
              <a:t>Icon</a:t>
            </a:r>
          </a:p>
        </p:txBody>
      </p:sp>
    </p:spTree>
    <p:extLst>
      <p:ext uri="{BB962C8B-B14F-4D97-AF65-F5344CB8AC3E}">
        <p14:creationId xmlns:p14="http://schemas.microsoft.com/office/powerpoint/2010/main" val="2413752908"/>
      </p:ext>
    </p:extLst>
  </p:cSld>
  <p:clrMapOvr>
    <a:masterClrMapping/>
  </p:clrMapOvr>
  <p:transition>
    <p:fade/>
  </p:transition>
  <p:extLst>
    <p:ext uri="{DCECCB84-F9BA-43D5-87BE-67443E8EF086}">
      <p15:sldGuideLst xmlns:p15="http://schemas.microsoft.com/office/powerpoint/2012/main">
        <p15:guide id="28" orient="horz" pos="864">
          <p15:clr>
            <a:srgbClr val="5ACBF0"/>
          </p15:clr>
        </p15:guide>
        <p15:guide id="29" orient="horz" pos="1272">
          <p15:clr>
            <a:srgbClr val="5ACBF0"/>
          </p15:clr>
        </p15:guide>
        <p15:guide id="30" orient="horz" pos="288">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 with Two Column">
    <p:spTree>
      <p:nvGrpSpPr>
        <p:cNvPr id="1" name=""/>
        <p:cNvGrpSpPr/>
        <p:nvPr/>
      </p:nvGrpSpPr>
      <p:grpSpPr>
        <a:xfrm>
          <a:off x="0" y="0"/>
          <a:ext cx="0" cy="0"/>
          <a:chOff x="0" y="0"/>
          <a:chExt cx="0" cy="0"/>
        </a:xfrm>
      </p:grpSpPr>
      <p:sp>
        <p:nvSpPr>
          <p:cNvPr id="2" name="Rectangle: Single Corner Rounded 1">
            <a:extLst>
              <a:ext uri="{FF2B5EF4-FFF2-40B4-BE49-F238E27FC236}">
                <a16:creationId xmlns:a16="http://schemas.microsoft.com/office/drawing/2014/main" id="{71B1F896-3BBF-7C0B-B78C-089503F93A13}"/>
              </a:ext>
            </a:extLst>
          </p:cNvPr>
          <p:cNvSpPr/>
          <p:nvPr userDrawn="1"/>
        </p:nvSpPr>
        <p:spPr bwMode="auto">
          <a:xfrm rot="5400000">
            <a:off x="-1734609" y="3323923"/>
            <a:ext cx="4057385" cy="588168"/>
          </a:xfrm>
          <a:prstGeom prst="round1Rect">
            <a:avLst>
              <a:gd name="adj" fmla="val 40958"/>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sp>
        <p:nvSpPr>
          <p:cNvPr id="3" name="Freeform: Shape 2">
            <a:extLst>
              <a:ext uri="{FF2B5EF4-FFF2-40B4-BE49-F238E27FC236}">
                <a16:creationId xmlns:a16="http://schemas.microsoft.com/office/drawing/2014/main" id="{CED6DE1A-02AC-9983-E2B2-368F46FDF84A}"/>
              </a:ext>
            </a:extLst>
          </p:cNvPr>
          <p:cNvSpPr/>
          <p:nvPr userDrawn="1"/>
        </p:nvSpPr>
        <p:spPr bwMode="auto">
          <a:xfrm>
            <a:off x="0" y="-1"/>
            <a:ext cx="12192000" cy="1793663"/>
          </a:xfrm>
          <a:custGeom>
            <a:avLst/>
            <a:gdLst>
              <a:gd name="connsiteX0" fmla="*/ 0 w 12192000"/>
              <a:gd name="connsiteY0" fmla="*/ 0 h 1793663"/>
              <a:gd name="connsiteX1" fmla="*/ 12192000 w 12192000"/>
              <a:gd name="connsiteY1" fmla="*/ 0 h 1793663"/>
              <a:gd name="connsiteX2" fmla="*/ 12192000 w 12192000"/>
              <a:gd name="connsiteY2" fmla="*/ 1793663 h 1793663"/>
              <a:gd name="connsiteX3" fmla="*/ 11603830 w 12192000"/>
              <a:gd name="connsiteY3" fmla="*/ 1793663 h 1793663"/>
              <a:gd name="connsiteX4" fmla="*/ 11603830 w 12192000"/>
              <a:gd name="connsiteY4" fmla="*/ 1661356 h 1793663"/>
              <a:gd name="connsiteX5" fmla="*/ 11326775 w 12192000"/>
              <a:gd name="connsiteY5" fmla="*/ 1384301 h 1793663"/>
              <a:gd name="connsiteX6" fmla="*/ 6461953 w 12192000"/>
              <a:gd name="connsiteY6" fmla="*/ 1384301 h 1793663"/>
              <a:gd name="connsiteX7" fmla="*/ 6184898 w 12192000"/>
              <a:gd name="connsiteY7" fmla="*/ 1661356 h 1793663"/>
              <a:gd name="connsiteX8" fmla="*/ 6184898 w 12192000"/>
              <a:gd name="connsiteY8" fmla="*/ 1793663 h 1793663"/>
              <a:gd name="connsiteX9" fmla="*/ 6007101 w 12192000"/>
              <a:gd name="connsiteY9" fmla="*/ 1793663 h 1793663"/>
              <a:gd name="connsiteX10" fmla="*/ 6007101 w 12192000"/>
              <a:gd name="connsiteY10" fmla="*/ 1661356 h 1793663"/>
              <a:gd name="connsiteX11" fmla="*/ 5730045 w 12192000"/>
              <a:gd name="connsiteY11" fmla="*/ 1384301 h 1793663"/>
              <a:gd name="connsiteX12" fmla="*/ 865223 w 12192000"/>
              <a:gd name="connsiteY12" fmla="*/ 1384301 h 1793663"/>
              <a:gd name="connsiteX13" fmla="*/ 588168 w 12192000"/>
              <a:gd name="connsiteY13" fmla="*/ 1661356 h 1793663"/>
              <a:gd name="connsiteX14" fmla="*/ 588168 w 12192000"/>
              <a:gd name="connsiteY14" fmla="*/ 1793663 h 1793663"/>
              <a:gd name="connsiteX15" fmla="*/ 0 w 12192000"/>
              <a:gd name="connsiteY15" fmla="*/ 1793663 h 1793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1793663">
                <a:moveTo>
                  <a:pt x="0" y="0"/>
                </a:moveTo>
                <a:lnTo>
                  <a:pt x="12192000" y="0"/>
                </a:lnTo>
                <a:lnTo>
                  <a:pt x="12192000" y="1793663"/>
                </a:lnTo>
                <a:lnTo>
                  <a:pt x="11603830" y="1793663"/>
                </a:lnTo>
                <a:lnTo>
                  <a:pt x="11603830" y="1661356"/>
                </a:lnTo>
                <a:cubicBezTo>
                  <a:pt x="11603830" y="1508343"/>
                  <a:pt x="11479788" y="1384301"/>
                  <a:pt x="11326775" y="1384301"/>
                </a:cubicBezTo>
                <a:lnTo>
                  <a:pt x="6461953" y="1384301"/>
                </a:lnTo>
                <a:cubicBezTo>
                  <a:pt x="6308940" y="1384301"/>
                  <a:pt x="6184898" y="1508343"/>
                  <a:pt x="6184898" y="1661356"/>
                </a:cubicBezTo>
                <a:lnTo>
                  <a:pt x="6184898" y="1793663"/>
                </a:lnTo>
                <a:lnTo>
                  <a:pt x="6007101" y="1793663"/>
                </a:lnTo>
                <a:lnTo>
                  <a:pt x="6007101" y="1661356"/>
                </a:lnTo>
                <a:cubicBezTo>
                  <a:pt x="6007101" y="1508343"/>
                  <a:pt x="5883058" y="1384301"/>
                  <a:pt x="5730045" y="1384301"/>
                </a:cubicBezTo>
                <a:lnTo>
                  <a:pt x="865223" y="1384301"/>
                </a:lnTo>
                <a:cubicBezTo>
                  <a:pt x="712210" y="1384301"/>
                  <a:pt x="588168" y="1508343"/>
                  <a:pt x="588168" y="1661356"/>
                </a:cubicBezTo>
                <a:lnTo>
                  <a:pt x="588168" y="1793663"/>
                </a:lnTo>
                <a:lnTo>
                  <a:pt x="0" y="1793663"/>
                </a:lnTo>
                <a:close/>
              </a:path>
            </a:pathLst>
          </a:cu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 name="Rectangle: Rounded Corners 3">
            <a:extLst>
              <a:ext uri="{FF2B5EF4-FFF2-40B4-BE49-F238E27FC236}">
                <a16:creationId xmlns:a16="http://schemas.microsoft.com/office/drawing/2014/main" id="{87D2CBC8-B3E0-36F6-1896-04979256EBBB}"/>
              </a:ext>
            </a:extLst>
          </p:cNvPr>
          <p:cNvSpPr/>
          <p:nvPr userDrawn="1"/>
        </p:nvSpPr>
        <p:spPr bwMode="auto">
          <a:xfrm>
            <a:off x="757920" y="1509486"/>
            <a:ext cx="5117528" cy="4789712"/>
          </a:xfrm>
          <a:prstGeom prst="roundRect">
            <a:avLst>
              <a:gd name="adj" fmla="val 4528"/>
            </a:avLst>
          </a:prstGeom>
          <a:solidFill>
            <a:schemeClr val="bg1">
              <a:alpha val="75000"/>
            </a:schemeClr>
          </a:solidFill>
          <a:ln w="15875">
            <a:noFill/>
            <a:headEnd type="none" w="med" len="med"/>
            <a:tailEnd type="none" w="med" len="med"/>
          </a:ln>
          <a:effectLst>
            <a:outerShdw blurRad="279400" algn="ctr"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1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78D4"/>
              </a:solidFill>
              <a:effectLst/>
              <a:uLnTx/>
              <a:uFillTx/>
              <a:latin typeface="Segoe UI"/>
              <a:ea typeface="+mn-ea"/>
              <a:cs typeface="Segoe UI" pitchFamily="34" charset="0"/>
            </a:endParaRPr>
          </a:p>
        </p:txBody>
      </p:sp>
      <p:sp>
        <p:nvSpPr>
          <p:cNvPr id="5" name="Rectangle: Rounded Corners 4">
            <a:extLst>
              <a:ext uri="{FF2B5EF4-FFF2-40B4-BE49-F238E27FC236}">
                <a16:creationId xmlns:a16="http://schemas.microsoft.com/office/drawing/2014/main" id="{AB6EA6C3-278C-85D5-EF80-7159F73D9225}"/>
              </a:ext>
            </a:extLst>
          </p:cNvPr>
          <p:cNvSpPr/>
          <p:nvPr userDrawn="1"/>
        </p:nvSpPr>
        <p:spPr bwMode="auto">
          <a:xfrm>
            <a:off x="6363272" y="1509486"/>
            <a:ext cx="5117528" cy="4789712"/>
          </a:xfrm>
          <a:prstGeom prst="roundRect">
            <a:avLst>
              <a:gd name="adj" fmla="val 4528"/>
            </a:avLst>
          </a:prstGeom>
          <a:solidFill>
            <a:schemeClr val="bg1">
              <a:alpha val="75000"/>
            </a:schemeClr>
          </a:solidFill>
          <a:ln w="15875">
            <a:noFill/>
            <a:headEnd type="none" w="med" len="med"/>
            <a:tailEnd type="none" w="med" len="med"/>
          </a:ln>
          <a:effectLst>
            <a:outerShdw blurRad="279400" algn="ctr"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1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78D4"/>
              </a:solidFill>
              <a:effectLst/>
              <a:uLnTx/>
              <a:uFillTx/>
              <a:latin typeface="Segoe UI"/>
              <a:ea typeface="+mn-ea"/>
              <a:cs typeface="Segoe UI" pitchFamily="34" charset="0"/>
            </a:endParaRPr>
          </a:p>
        </p:txBody>
      </p:sp>
      <p:sp>
        <p:nvSpPr>
          <p:cNvPr id="6" name="Rectangle: Single Corner Rounded 5">
            <a:extLst>
              <a:ext uri="{FF2B5EF4-FFF2-40B4-BE49-F238E27FC236}">
                <a16:creationId xmlns:a16="http://schemas.microsoft.com/office/drawing/2014/main" id="{E67331C0-B087-7491-2422-0B553A1D35E9}"/>
              </a:ext>
            </a:extLst>
          </p:cNvPr>
          <p:cNvSpPr/>
          <p:nvPr userDrawn="1"/>
        </p:nvSpPr>
        <p:spPr bwMode="auto">
          <a:xfrm rot="16200000" flipH="1">
            <a:off x="9869223" y="3323924"/>
            <a:ext cx="4057385" cy="588168"/>
          </a:xfrm>
          <a:prstGeom prst="round1Rect">
            <a:avLst>
              <a:gd name="adj" fmla="val 40958"/>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sp>
        <p:nvSpPr>
          <p:cNvPr id="7" name="Rectangle: Top Corners Rounded 6">
            <a:extLst>
              <a:ext uri="{FF2B5EF4-FFF2-40B4-BE49-F238E27FC236}">
                <a16:creationId xmlns:a16="http://schemas.microsoft.com/office/drawing/2014/main" id="{C9963C8D-0FD8-30F3-3F86-2D4F0558C013}"/>
              </a:ext>
            </a:extLst>
          </p:cNvPr>
          <p:cNvSpPr/>
          <p:nvPr userDrawn="1"/>
        </p:nvSpPr>
        <p:spPr bwMode="auto">
          <a:xfrm flipV="1">
            <a:off x="6007100" y="1790125"/>
            <a:ext cx="177798" cy="1540903"/>
          </a:xfrm>
          <a:prstGeom prst="round2SameRect">
            <a:avLst>
              <a:gd name="adj1" fmla="val 50000"/>
              <a:gd name="adj2" fmla="val 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sp>
        <p:nvSpPr>
          <p:cNvPr id="16" name="Text Placeholder 15">
            <a:extLst>
              <a:ext uri="{FF2B5EF4-FFF2-40B4-BE49-F238E27FC236}">
                <a16:creationId xmlns:a16="http://schemas.microsoft.com/office/drawing/2014/main" id="{05FC84F8-E0F2-C97F-85C7-3850033867E0}"/>
              </a:ext>
            </a:extLst>
          </p:cNvPr>
          <p:cNvSpPr>
            <a:spLocks noGrp="1"/>
          </p:cNvSpPr>
          <p:nvPr>
            <p:ph type="body" sz="quarter" idx="10"/>
          </p:nvPr>
        </p:nvSpPr>
        <p:spPr>
          <a:xfrm>
            <a:off x="1752092" y="2096566"/>
            <a:ext cx="3875008" cy="369332"/>
          </a:xfrm>
        </p:spPr>
        <p:txBody>
          <a:bodyPr/>
          <a:lstStyle>
            <a:lvl1pPr marL="0" indent="0">
              <a:buNone/>
              <a:defRPr kumimoji="0" lang="en-IN" sz="2400" b="0" i="0" u="none" strike="noStrike" kern="1200" cap="none" spc="0" normalizeH="0" baseline="0" dirty="0">
                <a:ln>
                  <a:noFill/>
                </a:ln>
                <a:solidFill>
                  <a:schemeClr val="bg2"/>
                </a:solidFill>
                <a:effectLst/>
                <a:uLnTx/>
                <a:uFillTx/>
                <a:latin typeface="+mj-lt"/>
                <a:ea typeface="+mn-ea"/>
                <a:cs typeface="+mn-cs"/>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a:p>
        </p:txBody>
      </p:sp>
      <p:sp>
        <p:nvSpPr>
          <p:cNvPr id="18" name="Text Placeholder 17">
            <a:extLst>
              <a:ext uri="{FF2B5EF4-FFF2-40B4-BE49-F238E27FC236}">
                <a16:creationId xmlns:a16="http://schemas.microsoft.com/office/drawing/2014/main" id="{3F397BDF-6661-8A5C-6327-9B07BAA4A5F8}"/>
              </a:ext>
            </a:extLst>
          </p:cNvPr>
          <p:cNvSpPr>
            <a:spLocks noGrp="1"/>
          </p:cNvSpPr>
          <p:nvPr>
            <p:ph type="body" sz="quarter" idx="11"/>
          </p:nvPr>
        </p:nvSpPr>
        <p:spPr>
          <a:xfrm>
            <a:off x="7357445" y="2096566"/>
            <a:ext cx="3875008" cy="369332"/>
          </a:xfrm>
        </p:spPr>
        <p:txBody>
          <a:bodyPr/>
          <a:lstStyle>
            <a:lvl1pPr marL="0" indent="0">
              <a:buNone/>
              <a:defRPr kumimoji="0" lang="en-IN" sz="2400" b="0" i="0" u="none" strike="noStrike" kern="1200" cap="none" spc="0" normalizeH="0" baseline="0" dirty="0">
                <a:ln>
                  <a:noFill/>
                </a:ln>
                <a:solidFill>
                  <a:schemeClr val="bg2"/>
                </a:solidFill>
                <a:effectLst/>
                <a:uLnTx/>
                <a:uFillTx/>
                <a:latin typeface="+mj-lt"/>
                <a:ea typeface="+mn-ea"/>
                <a:cs typeface="+mn-cs"/>
              </a:defRPr>
            </a:lvl1pPr>
          </a:lstStyle>
          <a:p>
            <a:pPr lvl="0"/>
            <a:endParaRPr lang="en-IN"/>
          </a:p>
        </p:txBody>
      </p:sp>
      <p:sp>
        <p:nvSpPr>
          <p:cNvPr id="27" name="Text Placeholder 26">
            <a:extLst>
              <a:ext uri="{FF2B5EF4-FFF2-40B4-BE49-F238E27FC236}">
                <a16:creationId xmlns:a16="http://schemas.microsoft.com/office/drawing/2014/main" id="{5E2A6A41-D69C-81DA-BD2C-C524BB399819}"/>
              </a:ext>
            </a:extLst>
          </p:cNvPr>
          <p:cNvSpPr>
            <a:spLocks noGrp="1"/>
          </p:cNvSpPr>
          <p:nvPr>
            <p:ph type="body" sz="quarter" idx="14"/>
          </p:nvPr>
        </p:nvSpPr>
        <p:spPr>
          <a:xfrm>
            <a:off x="1006267" y="2989076"/>
            <a:ext cx="4620833" cy="307777"/>
          </a:xfrm>
        </p:spPr>
        <p:txBody>
          <a:bodyPr/>
          <a:lstStyle>
            <a:lvl1pPr marL="280988" indent="-280988">
              <a:spcBef>
                <a:spcPts val="400"/>
              </a:spcBef>
              <a:spcAft>
                <a:spcPts val="600"/>
              </a:spcAft>
              <a:buFont typeface="+mj-lt"/>
              <a:buAutoNum type="arabicPeriod"/>
              <a:defRPr kumimoji="0" lang="en-IN" sz="2000" b="0" i="0" u="none" strike="noStrike" kern="1200" cap="none" spc="0" normalizeH="0" baseline="0" dirty="0">
                <a:ln>
                  <a:noFill/>
                </a:ln>
                <a:solidFill>
                  <a:schemeClr val="tx1"/>
                </a:solidFill>
                <a:effectLst/>
                <a:uLnTx/>
                <a:uFillTx/>
                <a:latin typeface="+mn-lt"/>
                <a:ea typeface="+mn-ea"/>
                <a:cs typeface="+mn-cs"/>
              </a:defRPr>
            </a:lvl1pPr>
          </a:lstStyle>
          <a:p>
            <a:pPr lvl="0"/>
            <a:endParaRPr lang="en-IN"/>
          </a:p>
        </p:txBody>
      </p:sp>
      <p:sp>
        <p:nvSpPr>
          <p:cNvPr id="29" name="Text Placeholder 28">
            <a:extLst>
              <a:ext uri="{FF2B5EF4-FFF2-40B4-BE49-F238E27FC236}">
                <a16:creationId xmlns:a16="http://schemas.microsoft.com/office/drawing/2014/main" id="{A32597D8-2F22-8BFA-3C92-B1AF975CB595}"/>
              </a:ext>
            </a:extLst>
          </p:cNvPr>
          <p:cNvSpPr>
            <a:spLocks noGrp="1"/>
          </p:cNvSpPr>
          <p:nvPr>
            <p:ph type="body" sz="quarter" idx="15"/>
          </p:nvPr>
        </p:nvSpPr>
        <p:spPr>
          <a:xfrm>
            <a:off x="6611620" y="2989076"/>
            <a:ext cx="4620833" cy="307777"/>
          </a:xfrm>
        </p:spPr>
        <p:txBody>
          <a:bodyPr/>
          <a:lstStyle>
            <a:lvl1pPr marL="280988" indent="-280988">
              <a:spcBef>
                <a:spcPts val="400"/>
              </a:spcBef>
              <a:spcAft>
                <a:spcPts val="600"/>
              </a:spcAft>
              <a:buFont typeface="+mj-lt"/>
              <a:buAutoNum type="arabicPeriod"/>
              <a:defRPr kumimoji="0" lang="en-IN" sz="2000" b="0" i="0" u="none" strike="noStrike" kern="1200" cap="none" spc="0" normalizeH="0" baseline="0" dirty="0">
                <a:ln>
                  <a:noFill/>
                </a:ln>
                <a:solidFill>
                  <a:schemeClr val="tx1"/>
                </a:solidFill>
                <a:effectLst/>
                <a:uLnTx/>
                <a:uFillTx/>
                <a:latin typeface="+mn-lt"/>
                <a:ea typeface="+mn-ea"/>
                <a:cs typeface="+mn-cs"/>
              </a:defRPr>
            </a:lvl1pPr>
          </a:lstStyle>
          <a:p>
            <a:pPr lvl="0"/>
            <a:endParaRPr lang="en-IN"/>
          </a:p>
        </p:txBody>
      </p:sp>
      <p:sp>
        <p:nvSpPr>
          <p:cNvPr id="25" name="Title 24">
            <a:extLst>
              <a:ext uri="{FF2B5EF4-FFF2-40B4-BE49-F238E27FC236}">
                <a16:creationId xmlns:a16="http://schemas.microsoft.com/office/drawing/2014/main" id="{5EB43C38-7734-B277-27DF-08BE495B57E9}"/>
              </a:ext>
            </a:extLst>
          </p:cNvPr>
          <p:cNvSpPr>
            <a:spLocks noGrp="1"/>
          </p:cNvSpPr>
          <p:nvPr>
            <p:ph type="title"/>
          </p:nvPr>
        </p:nvSpPr>
        <p:spPr/>
        <p:txBody>
          <a:bodyPr/>
          <a:lstStyle/>
          <a:p>
            <a:r>
              <a:rPr lang="en-US"/>
              <a:t>Click to edit Master title style</a:t>
            </a:r>
            <a:endParaRPr lang="en-IN"/>
          </a:p>
        </p:txBody>
      </p:sp>
      <p:sp>
        <p:nvSpPr>
          <p:cNvPr id="31" name="Picture Placeholder 30">
            <a:extLst>
              <a:ext uri="{FF2B5EF4-FFF2-40B4-BE49-F238E27FC236}">
                <a16:creationId xmlns:a16="http://schemas.microsoft.com/office/drawing/2014/main" id="{BC301C06-3022-C461-7ECC-928380A979BD}"/>
              </a:ext>
            </a:extLst>
          </p:cNvPr>
          <p:cNvSpPr>
            <a:spLocks noGrp="1"/>
          </p:cNvSpPr>
          <p:nvPr>
            <p:ph type="pic" sz="quarter" idx="16" hasCustomPrompt="1"/>
          </p:nvPr>
        </p:nvSpPr>
        <p:spPr>
          <a:xfrm>
            <a:off x="1007791" y="2016056"/>
            <a:ext cx="530352" cy="530352"/>
          </a:xfrm>
          <a:prstGeom prst="ellipse">
            <a:avLst/>
          </a:prstGeom>
        </p:spPr>
        <p:txBody>
          <a:bodyPr anchor="ctr">
            <a:noAutofit/>
          </a:bodyPr>
          <a:lstStyle>
            <a:lvl1pPr marL="0" indent="0" algn="ctr">
              <a:buNone/>
              <a:defRPr sz="1100"/>
            </a:lvl1pPr>
          </a:lstStyle>
          <a:p>
            <a:r>
              <a:rPr lang="en-IN"/>
              <a:t>Icon</a:t>
            </a:r>
          </a:p>
        </p:txBody>
      </p:sp>
      <p:sp>
        <p:nvSpPr>
          <p:cNvPr id="32" name="Picture Placeholder 30">
            <a:extLst>
              <a:ext uri="{FF2B5EF4-FFF2-40B4-BE49-F238E27FC236}">
                <a16:creationId xmlns:a16="http://schemas.microsoft.com/office/drawing/2014/main" id="{7664099F-EB3B-F818-FF0E-81C644180909}"/>
              </a:ext>
            </a:extLst>
          </p:cNvPr>
          <p:cNvSpPr>
            <a:spLocks noGrp="1"/>
          </p:cNvSpPr>
          <p:nvPr>
            <p:ph type="pic" sz="quarter" idx="17" hasCustomPrompt="1"/>
          </p:nvPr>
        </p:nvSpPr>
        <p:spPr>
          <a:xfrm>
            <a:off x="6613144" y="2016056"/>
            <a:ext cx="530352" cy="530352"/>
          </a:xfrm>
          <a:prstGeom prst="ellipse">
            <a:avLst/>
          </a:prstGeom>
        </p:spPr>
        <p:txBody>
          <a:bodyPr anchor="ctr">
            <a:noAutofit/>
          </a:bodyPr>
          <a:lstStyle>
            <a:lvl1pPr marL="0" indent="0" algn="ctr">
              <a:buNone/>
              <a:defRPr sz="1100"/>
            </a:lvl1pPr>
          </a:lstStyle>
          <a:p>
            <a:r>
              <a:rPr lang="en-IN"/>
              <a:t>Icon</a:t>
            </a:r>
          </a:p>
        </p:txBody>
      </p:sp>
    </p:spTree>
    <p:extLst>
      <p:ext uri="{BB962C8B-B14F-4D97-AF65-F5344CB8AC3E}">
        <p14:creationId xmlns:p14="http://schemas.microsoft.com/office/powerpoint/2010/main" val="879098081"/>
      </p:ext>
    </p:extLst>
  </p:cSld>
  <p:clrMapOvr>
    <a:masterClrMapping/>
  </p:clrMapOvr>
  <p:transition>
    <p:fade/>
  </p:transition>
  <p:extLst>
    <p:ext uri="{DCECCB84-F9BA-43D5-87BE-67443E8EF086}">
      <p15:sldGuideLst xmlns:p15="http://schemas.microsoft.com/office/powerpoint/2012/main"/>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4 Column with Number">
    <p:spTree>
      <p:nvGrpSpPr>
        <p:cNvPr id="1" name=""/>
        <p:cNvGrpSpPr/>
        <p:nvPr/>
      </p:nvGrpSpPr>
      <p:grpSpPr>
        <a:xfrm>
          <a:off x="0" y="0"/>
          <a:ext cx="0" cy="0"/>
          <a:chOff x="0" y="0"/>
          <a:chExt cx="0" cy="0"/>
        </a:xfrm>
      </p:grpSpPr>
      <p:sp>
        <p:nvSpPr>
          <p:cNvPr id="56" name="Text Placeholder 33">
            <a:extLst>
              <a:ext uri="{FF2B5EF4-FFF2-40B4-BE49-F238E27FC236}">
                <a16:creationId xmlns:a16="http://schemas.microsoft.com/office/drawing/2014/main" id="{88C179F9-E73E-95DF-7EA3-1878F0A07937}"/>
              </a:ext>
            </a:extLst>
          </p:cNvPr>
          <p:cNvSpPr>
            <a:spLocks noGrp="1"/>
          </p:cNvSpPr>
          <p:nvPr>
            <p:ph type="body" sz="quarter" idx="23"/>
          </p:nvPr>
        </p:nvSpPr>
        <p:spPr>
          <a:xfrm>
            <a:off x="934720" y="2449652"/>
            <a:ext cx="2320289" cy="466433"/>
          </a:xfrm>
          <a:prstGeom prst="roundRect">
            <a:avLst>
              <a:gd name="adj" fmla="val 11562"/>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0" tIns="91440" rIns="91440" bIns="91440" numCol="1" spcCol="0" rtlCol="0" fromWordArt="0" anchor="ctr" anchorCtr="0" forceAA="0" compatLnSpc="1">
            <a:prstTxWarp prst="textNoShape">
              <a:avLst/>
            </a:prstTxWarp>
            <a:noAutofit/>
          </a:bodyPr>
          <a:lstStyle>
            <a:lvl1pPr marL="0" indent="0">
              <a:buNone/>
              <a:defRPr kumimoji="0" lang="en-IN" sz="100" b="0" i="0" u="none" strike="noStrike" cap="none" normalizeH="0" dirty="0">
                <a:ln>
                  <a:noFill/>
                </a:ln>
                <a:solidFill>
                  <a:srgbClr val="0066FF"/>
                </a:solidFill>
                <a:effectLst/>
                <a:uLnTx/>
                <a:uFillTx/>
                <a:latin typeface="+mj-lt"/>
                <a:ea typeface="Segoe UI" pitchFamily="34" charset="0"/>
              </a:defRPr>
            </a:lvl1pPr>
          </a:lstStyle>
          <a:p>
            <a:pPr marL="228600" lvl="0" indent="-228600" defTabSz="932472" fontAlgn="base">
              <a:spcBef>
                <a:spcPct val="0"/>
              </a:spcBef>
              <a:spcAft>
                <a:spcPct val="0"/>
              </a:spcAft>
              <a:buSzTx/>
            </a:pPr>
            <a:endParaRPr lang="en-IN"/>
          </a:p>
        </p:txBody>
      </p:sp>
      <p:sp>
        <p:nvSpPr>
          <p:cNvPr id="59" name="Text Placeholder 33">
            <a:extLst>
              <a:ext uri="{FF2B5EF4-FFF2-40B4-BE49-F238E27FC236}">
                <a16:creationId xmlns:a16="http://schemas.microsoft.com/office/drawing/2014/main" id="{65363787-8F35-47E6-EEFD-D0A680C64485}"/>
              </a:ext>
            </a:extLst>
          </p:cNvPr>
          <p:cNvSpPr>
            <a:spLocks noGrp="1"/>
          </p:cNvSpPr>
          <p:nvPr>
            <p:ph type="body" sz="quarter" idx="25"/>
          </p:nvPr>
        </p:nvSpPr>
        <p:spPr>
          <a:xfrm>
            <a:off x="3718560" y="2449652"/>
            <a:ext cx="2320289" cy="466433"/>
          </a:xfrm>
          <a:prstGeom prst="roundRect">
            <a:avLst>
              <a:gd name="adj" fmla="val 11562"/>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0" tIns="91440" rIns="91440" bIns="91440" numCol="1" spcCol="0" rtlCol="0" fromWordArt="0" anchor="ctr" anchorCtr="0" forceAA="0" compatLnSpc="1">
            <a:prstTxWarp prst="textNoShape">
              <a:avLst/>
            </a:prstTxWarp>
            <a:noAutofit/>
          </a:bodyPr>
          <a:lstStyle>
            <a:lvl1pPr marL="0" indent="0">
              <a:buNone/>
              <a:defRPr kumimoji="0" lang="en-IN" sz="100" b="0" i="0" u="none" strike="noStrike" cap="none" normalizeH="0" dirty="0">
                <a:ln>
                  <a:noFill/>
                </a:ln>
                <a:solidFill>
                  <a:srgbClr val="0066FF"/>
                </a:solidFill>
                <a:effectLst/>
                <a:uLnTx/>
                <a:uFillTx/>
                <a:latin typeface="+mj-lt"/>
                <a:ea typeface="Segoe UI" pitchFamily="34" charset="0"/>
              </a:defRPr>
            </a:lvl1pPr>
          </a:lstStyle>
          <a:p>
            <a:pPr marL="228600" lvl="0" indent="-228600" defTabSz="932472" fontAlgn="base">
              <a:spcBef>
                <a:spcPct val="0"/>
              </a:spcBef>
              <a:spcAft>
                <a:spcPct val="0"/>
              </a:spcAft>
              <a:buSzTx/>
            </a:pPr>
            <a:endParaRPr lang="en-IN"/>
          </a:p>
        </p:txBody>
      </p:sp>
      <p:sp>
        <p:nvSpPr>
          <p:cNvPr id="60" name="Text Placeholder 33">
            <a:extLst>
              <a:ext uri="{FF2B5EF4-FFF2-40B4-BE49-F238E27FC236}">
                <a16:creationId xmlns:a16="http://schemas.microsoft.com/office/drawing/2014/main" id="{3F62C5F8-007E-DB57-7E8D-755298D886AD}"/>
              </a:ext>
            </a:extLst>
          </p:cNvPr>
          <p:cNvSpPr>
            <a:spLocks noGrp="1"/>
          </p:cNvSpPr>
          <p:nvPr>
            <p:ph type="body" sz="quarter" idx="26"/>
          </p:nvPr>
        </p:nvSpPr>
        <p:spPr>
          <a:xfrm>
            <a:off x="6502400" y="2449652"/>
            <a:ext cx="2320289" cy="466433"/>
          </a:xfrm>
          <a:prstGeom prst="roundRect">
            <a:avLst>
              <a:gd name="adj" fmla="val 11562"/>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0" tIns="91440" rIns="91440" bIns="91440" numCol="1" spcCol="0" rtlCol="0" fromWordArt="0" anchor="ctr" anchorCtr="0" forceAA="0" compatLnSpc="1">
            <a:prstTxWarp prst="textNoShape">
              <a:avLst/>
            </a:prstTxWarp>
            <a:noAutofit/>
          </a:bodyPr>
          <a:lstStyle>
            <a:lvl1pPr marL="0" indent="0">
              <a:buNone/>
              <a:defRPr kumimoji="0" lang="en-IN" sz="100" b="0" i="0" u="none" strike="noStrike" cap="none" normalizeH="0" dirty="0">
                <a:ln>
                  <a:noFill/>
                </a:ln>
                <a:solidFill>
                  <a:srgbClr val="0066FF"/>
                </a:solidFill>
                <a:effectLst/>
                <a:uLnTx/>
                <a:uFillTx/>
                <a:latin typeface="+mj-lt"/>
                <a:ea typeface="Segoe UI" pitchFamily="34" charset="0"/>
              </a:defRPr>
            </a:lvl1pPr>
          </a:lstStyle>
          <a:p>
            <a:pPr marL="228600" lvl="0" indent="-228600" defTabSz="932472" fontAlgn="base">
              <a:spcBef>
                <a:spcPct val="0"/>
              </a:spcBef>
              <a:spcAft>
                <a:spcPct val="0"/>
              </a:spcAft>
              <a:buSzTx/>
            </a:pPr>
            <a:endParaRPr lang="en-IN"/>
          </a:p>
        </p:txBody>
      </p:sp>
      <p:sp>
        <p:nvSpPr>
          <p:cNvPr id="61" name="Text Placeholder 33">
            <a:extLst>
              <a:ext uri="{FF2B5EF4-FFF2-40B4-BE49-F238E27FC236}">
                <a16:creationId xmlns:a16="http://schemas.microsoft.com/office/drawing/2014/main" id="{3D15336C-F7AF-18CA-6D43-1ACCD249FCF5}"/>
              </a:ext>
            </a:extLst>
          </p:cNvPr>
          <p:cNvSpPr>
            <a:spLocks noGrp="1"/>
          </p:cNvSpPr>
          <p:nvPr>
            <p:ph type="body" sz="quarter" idx="27"/>
          </p:nvPr>
        </p:nvSpPr>
        <p:spPr>
          <a:xfrm>
            <a:off x="9286241" y="2449652"/>
            <a:ext cx="2320289" cy="466433"/>
          </a:xfrm>
          <a:prstGeom prst="roundRect">
            <a:avLst>
              <a:gd name="adj" fmla="val 11562"/>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0" tIns="91440" rIns="91440" bIns="91440" numCol="1" spcCol="0" rtlCol="0" fromWordArt="0" anchor="ctr" anchorCtr="0" forceAA="0" compatLnSpc="1">
            <a:prstTxWarp prst="textNoShape">
              <a:avLst/>
            </a:prstTxWarp>
            <a:noAutofit/>
          </a:bodyPr>
          <a:lstStyle>
            <a:lvl1pPr marL="0" indent="0">
              <a:buNone/>
              <a:defRPr kumimoji="0" lang="en-IN" sz="100" b="0" i="0" u="none" strike="noStrike" cap="none" normalizeH="0" dirty="0">
                <a:ln>
                  <a:noFill/>
                </a:ln>
                <a:solidFill>
                  <a:srgbClr val="0066FF"/>
                </a:solidFill>
                <a:effectLst/>
                <a:uLnTx/>
                <a:uFillTx/>
                <a:latin typeface="+mj-lt"/>
                <a:ea typeface="Segoe UI" pitchFamily="34" charset="0"/>
              </a:defRPr>
            </a:lvl1pPr>
          </a:lstStyle>
          <a:p>
            <a:pPr marL="228600" lvl="0" indent="-228600" defTabSz="932472" fontAlgn="base">
              <a:spcBef>
                <a:spcPct val="0"/>
              </a:spcBef>
              <a:spcAft>
                <a:spcPct val="0"/>
              </a:spcAft>
              <a:buSzTx/>
            </a:pPr>
            <a:endParaRPr lang="en-IN"/>
          </a:p>
        </p:txBody>
      </p:sp>
      <p:sp>
        <p:nvSpPr>
          <p:cNvPr id="25" name="Title 24">
            <a:extLst>
              <a:ext uri="{FF2B5EF4-FFF2-40B4-BE49-F238E27FC236}">
                <a16:creationId xmlns:a16="http://schemas.microsoft.com/office/drawing/2014/main" id="{5EB43C38-7734-B277-27DF-08BE495B57E9}"/>
              </a:ext>
            </a:extLst>
          </p:cNvPr>
          <p:cNvSpPr>
            <a:spLocks noGrp="1"/>
          </p:cNvSpPr>
          <p:nvPr>
            <p:ph type="title"/>
          </p:nvPr>
        </p:nvSpPr>
        <p:spPr/>
        <p:txBody>
          <a:bodyPr/>
          <a:lstStyle/>
          <a:p>
            <a:r>
              <a:rPr lang="en-US"/>
              <a:t>Click to edit Master title style</a:t>
            </a:r>
            <a:endParaRPr lang="en-IN"/>
          </a:p>
        </p:txBody>
      </p:sp>
      <p:sp>
        <p:nvSpPr>
          <p:cNvPr id="8" name="Rectangle 7">
            <a:extLst>
              <a:ext uri="{FF2B5EF4-FFF2-40B4-BE49-F238E27FC236}">
                <a16:creationId xmlns:a16="http://schemas.microsoft.com/office/drawing/2014/main" id="{A36D360D-1D6E-4448-824A-8DF334138444}"/>
              </a:ext>
            </a:extLst>
          </p:cNvPr>
          <p:cNvSpPr/>
          <p:nvPr userDrawn="1"/>
        </p:nvSpPr>
        <p:spPr bwMode="auto">
          <a:xfrm>
            <a:off x="0" y="5079999"/>
            <a:ext cx="12192000" cy="985838"/>
          </a:xfrm>
          <a:prstGeom prst="rect">
            <a:avLst/>
          </a:prstGeom>
          <a:solidFill>
            <a:schemeClr val="bg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82880" rIns="182880" bIns="18288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66FF"/>
              </a:solidFill>
              <a:effectLst/>
              <a:uLnTx/>
              <a:uFillTx/>
              <a:latin typeface="Segoe UI Semibold"/>
              <a:ea typeface="+mn-ea"/>
              <a:cs typeface="Segoe UI" pitchFamily="34" charset="0"/>
            </a:endParaRPr>
          </a:p>
        </p:txBody>
      </p:sp>
      <p:sp>
        <p:nvSpPr>
          <p:cNvPr id="89" name="Text Placeholder 88">
            <a:extLst>
              <a:ext uri="{FF2B5EF4-FFF2-40B4-BE49-F238E27FC236}">
                <a16:creationId xmlns:a16="http://schemas.microsoft.com/office/drawing/2014/main" id="{CB414742-DEBE-863A-87E2-635881F4D1B5}"/>
              </a:ext>
            </a:extLst>
          </p:cNvPr>
          <p:cNvSpPr>
            <a:spLocks noGrp="1"/>
          </p:cNvSpPr>
          <p:nvPr>
            <p:ph type="body" sz="quarter" idx="41"/>
          </p:nvPr>
        </p:nvSpPr>
        <p:spPr>
          <a:xfrm>
            <a:off x="584200" y="3045723"/>
            <a:ext cx="2670809" cy="2281019"/>
          </a:xfrm>
          <a:prstGeom prst="roundRect">
            <a:avLst>
              <a:gd name="adj" fmla="val 2492"/>
            </a:avLst>
          </a:prstGeom>
          <a:solidFill>
            <a:schemeClr val="bg1">
              <a:alpha val="97000"/>
            </a:schemeClr>
          </a:solidFill>
          <a:ln w="15875">
            <a:noFill/>
            <a:headEnd type="none" w="med" len="med"/>
            <a:tailEnd type="none" w="med" len="med"/>
          </a:ln>
          <a:effectLst>
            <a:outerShdw blurRad="279400" algn="ctr"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82880" rIns="182880" bIns="182880" numCol="1" spcCol="0" rtlCol="0" fromWordArt="0" anchor="t" anchorCtr="0" forceAA="0" compatLnSpc="1">
            <a:prstTxWarp prst="textNoShape">
              <a:avLst/>
            </a:prstTxWarp>
            <a:noAutofit/>
          </a:bodyPr>
          <a:lstStyle>
            <a:lvl1pPr>
              <a:defRPr kumimoji="0" lang="en-IN" sz="100" b="0" i="0" u="none" strike="noStrike" cap="none" normalizeH="0" dirty="0">
                <a:ln>
                  <a:noFill/>
                </a:ln>
                <a:solidFill>
                  <a:schemeClr val="bg1"/>
                </a:solidFill>
                <a:effectLst/>
                <a:uLnTx/>
                <a:uFillTx/>
                <a:latin typeface="+mj-lt"/>
              </a:defRPr>
            </a:lvl1pPr>
          </a:lstStyle>
          <a:p>
            <a:pPr marL="0" lvl="0" indent="0" defTabSz="932472" fontAlgn="base">
              <a:spcBef>
                <a:spcPct val="0"/>
              </a:spcBef>
              <a:spcAft>
                <a:spcPct val="0"/>
              </a:spcAft>
              <a:buSzTx/>
              <a:buFontTx/>
              <a:buNone/>
            </a:pPr>
            <a:endParaRPr lang="en-IN"/>
          </a:p>
        </p:txBody>
      </p:sp>
      <p:sp>
        <p:nvSpPr>
          <p:cNvPr id="90" name="Text Placeholder 88">
            <a:extLst>
              <a:ext uri="{FF2B5EF4-FFF2-40B4-BE49-F238E27FC236}">
                <a16:creationId xmlns:a16="http://schemas.microsoft.com/office/drawing/2014/main" id="{9C0B6495-7F86-9712-E11A-4BFAEC5CCBA1}"/>
              </a:ext>
            </a:extLst>
          </p:cNvPr>
          <p:cNvSpPr>
            <a:spLocks noGrp="1"/>
          </p:cNvSpPr>
          <p:nvPr>
            <p:ph type="body" sz="quarter" idx="42"/>
          </p:nvPr>
        </p:nvSpPr>
        <p:spPr>
          <a:xfrm>
            <a:off x="3368040" y="3045723"/>
            <a:ext cx="2670809" cy="2281019"/>
          </a:xfrm>
          <a:prstGeom prst="roundRect">
            <a:avLst>
              <a:gd name="adj" fmla="val 2492"/>
            </a:avLst>
          </a:prstGeom>
          <a:solidFill>
            <a:schemeClr val="bg1">
              <a:alpha val="97000"/>
            </a:schemeClr>
          </a:solidFill>
          <a:ln w="15875">
            <a:noFill/>
            <a:headEnd type="none" w="med" len="med"/>
            <a:tailEnd type="none" w="med" len="med"/>
          </a:ln>
          <a:effectLst>
            <a:outerShdw blurRad="279400" algn="ctr"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82880" rIns="182880" bIns="182880" numCol="1" spcCol="0" rtlCol="0" fromWordArt="0" anchor="t" anchorCtr="0" forceAA="0" compatLnSpc="1">
            <a:prstTxWarp prst="textNoShape">
              <a:avLst/>
            </a:prstTxWarp>
            <a:noAutofit/>
          </a:bodyPr>
          <a:lstStyle>
            <a:lvl1pPr>
              <a:defRPr kumimoji="0" lang="en-IN" sz="100" b="0" i="0" u="none" strike="noStrike" cap="none" normalizeH="0" dirty="0">
                <a:ln>
                  <a:noFill/>
                </a:ln>
                <a:solidFill>
                  <a:schemeClr val="bg1"/>
                </a:solidFill>
                <a:effectLst/>
                <a:uLnTx/>
                <a:uFillTx/>
                <a:latin typeface="+mj-lt"/>
              </a:defRPr>
            </a:lvl1pPr>
          </a:lstStyle>
          <a:p>
            <a:pPr marL="0" lvl="0" indent="0" defTabSz="932472" fontAlgn="base">
              <a:spcBef>
                <a:spcPct val="0"/>
              </a:spcBef>
              <a:spcAft>
                <a:spcPct val="0"/>
              </a:spcAft>
              <a:buSzTx/>
              <a:buFontTx/>
              <a:buNone/>
            </a:pPr>
            <a:endParaRPr lang="en-IN"/>
          </a:p>
        </p:txBody>
      </p:sp>
      <p:sp>
        <p:nvSpPr>
          <p:cNvPr id="91" name="Text Placeholder 88">
            <a:extLst>
              <a:ext uri="{FF2B5EF4-FFF2-40B4-BE49-F238E27FC236}">
                <a16:creationId xmlns:a16="http://schemas.microsoft.com/office/drawing/2014/main" id="{E2CD792B-9536-D820-E3A1-777D86E2ED71}"/>
              </a:ext>
            </a:extLst>
          </p:cNvPr>
          <p:cNvSpPr>
            <a:spLocks noGrp="1"/>
          </p:cNvSpPr>
          <p:nvPr>
            <p:ph type="body" sz="quarter" idx="43"/>
          </p:nvPr>
        </p:nvSpPr>
        <p:spPr>
          <a:xfrm>
            <a:off x="6151880" y="3045723"/>
            <a:ext cx="2670809" cy="2281019"/>
          </a:xfrm>
          <a:prstGeom prst="roundRect">
            <a:avLst>
              <a:gd name="adj" fmla="val 2492"/>
            </a:avLst>
          </a:prstGeom>
          <a:solidFill>
            <a:schemeClr val="bg1">
              <a:alpha val="97000"/>
            </a:schemeClr>
          </a:solidFill>
          <a:ln w="15875">
            <a:noFill/>
            <a:headEnd type="none" w="med" len="med"/>
            <a:tailEnd type="none" w="med" len="med"/>
          </a:ln>
          <a:effectLst>
            <a:outerShdw blurRad="279400" algn="ctr"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82880" rIns="182880" bIns="182880" numCol="1" spcCol="0" rtlCol="0" fromWordArt="0" anchor="t" anchorCtr="0" forceAA="0" compatLnSpc="1">
            <a:prstTxWarp prst="textNoShape">
              <a:avLst/>
            </a:prstTxWarp>
            <a:noAutofit/>
          </a:bodyPr>
          <a:lstStyle>
            <a:lvl1pPr>
              <a:defRPr kumimoji="0" lang="en-IN" sz="100" b="0" i="0" u="none" strike="noStrike" cap="none" normalizeH="0" dirty="0">
                <a:ln>
                  <a:noFill/>
                </a:ln>
                <a:solidFill>
                  <a:schemeClr val="bg1"/>
                </a:solidFill>
                <a:effectLst/>
                <a:uLnTx/>
                <a:uFillTx/>
                <a:latin typeface="+mj-lt"/>
              </a:defRPr>
            </a:lvl1pPr>
          </a:lstStyle>
          <a:p>
            <a:pPr marL="0" lvl="0" indent="0" defTabSz="932472" fontAlgn="base">
              <a:spcBef>
                <a:spcPct val="0"/>
              </a:spcBef>
              <a:spcAft>
                <a:spcPct val="0"/>
              </a:spcAft>
              <a:buSzTx/>
              <a:buFontTx/>
              <a:buNone/>
            </a:pPr>
            <a:endParaRPr lang="en-IN"/>
          </a:p>
        </p:txBody>
      </p:sp>
      <p:sp>
        <p:nvSpPr>
          <p:cNvPr id="92" name="Text Placeholder 88">
            <a:extLst>
              <a:ext uri="{FF2B5EF4-FFF2-40B4-BE49-F238E27FC236}">
                <a16:creationId xmlns:a16="http://schemas.microsoft.com/office/drawing/2014/main" id="{F0211C02-3F8C-5350-38FC-705D0E39CB92}"/>
              </a:ext>
            </a:extLst>
          </p:cNvPr>
          <p:cNvSpPr>
            <a:spLocks noGrp="1"/>
          </p:cNvSpPr>
          <p:nvPr>
            <p:ph type="body" sz="quarter" idx="44"/>
          </p:nvPr>
        </p:nvSpPr>
        <p:spPr>
          <a:xfrm>
            <a:off x="8935721" y="3045723"/>
            <a:ext cx="2670809" cy="2281019"/>
          </a:xfrm>
          <a:prstGeom prst="roundRect">
            <a:avLst>
              <a:gd name="adj" fmla="val 2492"/>
            </a:avLst>
          </a:prstGeom>
          <a:solidFill>
            <a:schemeClr val="bg1">
              <a:alpha val="97000"/>
            </a:schemeClr>
          </a:solidFill>
          <a:ln w="15875">
            <a:noFill/>
            <a:headEnd type="none" w="med" len="med"/>
            <a:tailEnd type="none" w="med" len="med"/>
          </a:ln>
          <a:effectLst>
            <a:outerShdw blurRad="279400" algn="ctr"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82880" rIns="182880" bIns="182880" numCol="1" spcCol="0" rtlCol="0" fromWordArt="0" anchor="t" anchorCtr="0" forceAA="0" compatLnSpc="1">
            <a:prstTxWarp prst="textNoShape">
              <a:avLst/>
            </a:prstTxWarp>
            <a:noAutofit/>
          </a:bodyPr>
          <a:lstStyle>
            <a:lvl1pPr>
              <a:defRPr kumimoji="0" lang="en-IN" sz="400" b="0" i="0" u="none" strike="noStrike" cap="none" normalizeH="0" dirty="0">
                <a:ln>
                  <a:noFill/>
                </a:ln>
                <a:solidFill>
                  <a:schemeClr val="bg1"/>
                </a:solidFill>
                <a:effectLst/>
                <a:uLnTx/>
                <a:uFillTx/>
                <a:latin typeface="+mj-lt"/>
              </a:defRPr>
            </a:lvl1pPr>
          </a:lstStyle>
          <a:p>
            <a:pPr marL="0" lvl="0" indent="0" defTabSz="932472" fontAlgn="base">
              <a:spcBef>
                <a:spcPct val="0"/>
              </a:spcBef>
              <a:spcAft>
                <a:spcPct val="0"/>
              </a:spcAft>
              <a:buSzTx/>
              <a:buFontTx/>
              <a:buNone/>
            </a:pPr>
            <a:endParaRPr lang="en-IN"/>
          </a:p>
        </p:txBody>
      </p:sp>
      <p:sp>
        <p:nvSpPr>
          <p:cNvPr id="30" name="Text Placeholder 29">
            <a:extLst>
              <a:ext uri="{FF2B5EF4-FFF2-40B4-BE49-F238E27FC236}">
                <a16:creationId xmlns:a16="http://schemas.microsoft.com/office/drawing/2014/main" id="{6B61CDCE-FB12-EEE4-66A6-E77EB88C6366}"/>
              </a:ext>
            </a:extLst>
          </p:cNvPr>
          <p:cNvSpPr>
            <a:spLocks noGrp="1"/>
          </p:cNvSpPr>
          <p:nvPr>
            <p:ph type="body" sz="quarter" idx="10"/>
          </p:nvPr>
        </p:nvSpPr>
        <p:spPr>
          <a:xfrm>
            <a:off x="588262" y="1144826"/>
            <a:ext cx="11018268" cy="615553"/>
          </a:xfrm>
        </p:spPr>
        <p:txBody>
          <a:bodyPr/>
          <a:lstStyle>
            <a:lvl1pPr marL="0" indent="0">
              <a:buNone/>
              <a:defRPr kumimoji="0" lang="en-IN" sz="2000" b="0" i="0" u="none" strike="noStrike" kern="0" cap="none" spc="0" normalizeH="0" baseline="0" dirty="0">
                <a:ln>
                  <a:noFill/>
                </a:ln>
                <a:solidFill>
                  <a:srgbClr val="000000"/>
                </a:solidFill>
                <a:effectLst/>
                <a:uLnTx/>
                <a:uFillTx/>
                <a:latin typeface="Segoe UI Semibold"/>
                <a:ea typeface="+mn-ea"/>
                <a:cs typeface="Segoe UI" panose="020B0502040204020203" pitchFamily="34" charset="0"/>
              </a:defRPr>
            </a:lvl1pPr>
          </a:lstStyle>
          <a:p>
            <a:pPr lvl="0"/>
            <a:endParaRPr lang="en-IN"/>
          </a:p>
        </p:txBody>
      </p:sp>
      <p:sp>
        <p:nvSpPr>
          <p:cNvPr id="45" name="Text Placeholder 44">
            <a:extLst>
              <a:ext uri="{FF2B5EF4-FFF2-40B4-BE49-F238E27FC236}">
                <a16:creationId xmlns:a16="http://schemas.microsoft.com/office/drawing/2014/main" id="{0CCFD869-8E3B-4CF2-68E2-4431E58D5B03}"/>
              </a:ext>
            </a:extLst>
          </p:cNvPr>
          <p:cNvSpPr>
            <a:spLocks noGrp="1"/>
          </p:cNvSpPr>
          <p:nvPr>
            <p:ph type="body" sz="quarter" idx="17"/>
          </p:nvPr>
        </p:nvSpPr>
        <p:spPr>
          <a:xfrm>
            <a:off x="664209" y="3116580"/>
            <a:ext cx="2510792" cy="276999"/>
          </a:xfrm>
        </p:spPr>
        <p:txBody>
          <a:bodyPr/>
          <a:lstStyle>
            <a:lvl1pPr marL="0" indent="0">
              <a:buNone/>
              <a:defRPr kumimoji="0" lang="en-IN" sz="1800" b="0" i="0" u="none" strike="noStrike" kern="1200" cap="none" spc="0" normalizeH="0" baseline="0" dirty="0">
                <a:ln>
                  <a:noFill/>
                </a:ln>
                <a:solidFill>
                  <a:schemeClr val="tx1"/>
                </a:solidFill>
                <a:effectLst/>
                <a:uLnTx/>
                <a:uFillTx/>
                <a:latin typeface="+mn-lt"/>
                <a:ea typeface="+mn-ea"/>
                <a:cs typeface="Segoe UI" pitchFamily="34" charset="0"/>
              </a:defRPr>
            </a:lvl1pPr>
          </a:lstStyle>
          <a:p>
            <a:pPr lvl="0"/>
            <a:endParaRPr lang="en-IN"/>
          </a:p>
        </p:txBody>
      </p:sp>
      <p:sp>
        <p:nvSpPr>
          <p:cNvPr id="47" name="Text Placeholder 46">
            <a:extLst>
              <a:ext uri="{FF2B5EF4-FFF2-40B4-BE49-F238E27FC236}">
                <a16:creationId xmlns:a16="http://schemas.microsoft.com/office/drawing/2014/main" id="{FBBA81A1-BAA3-EA5B-AD96-1A0BA33D46EB}"/>
              </a:ext>
            </a:extLst>
          </p:cNvPr>
          <p:cNvSpPr>
            <a:spLocks noGrp="1"/>
          </p:cNvSpPr>
          <p:nvPr>
            <p:ph type="body" sz="quarter" idx="18"/>
          </p:nvPr>
        </p:nvSpPr>
        <p:spPr>
          <a:xfrm>
            <a:off x="3448048" y="3116580"/>
            <a:ext cx="2510792" cy="276999"/>
          </a:xfrm>
        </p:spPr>
        <p:txBody>
          <a:bodyPr/>
          <a:lstStyle>
            <a:lvl1pPr marL="0" indent="0">
              <a:buNone/>
              <a:defRPr kumimoji="0" lang="en-IN" sz="1800" b="0" i="0" u="none" strike="noStrike" kern="1200" cap="none" spc="0" normalizeH="0" baseline="0" dirty="0">
                <a:ln>
                  <a:noFill/>
                </a:ln>
                <a:solidFill>
                  <a:schemeClr val="tx1"/>
                </a:solidFill>
                <a:effectLst/>
                <a:uLnTx/>
                <a:uFillTx/>
                <a:latin typeface="+mn-lt"/>
                <a:ea typeface="+mn-ea"/>
                <a:cs typeface="Segoe UI" pitchFamily="34" charset="0"/>
              </a:defRPr>
            </a:lvl1pPr>
          </a:lstStyle>
          <a:p>
            <a:pPr lvl="0"/>
            <a:endParaRPr lang="en-IN"/>
          </a:p>
        </p:txBody>
      </p:sp>
      <p:sp>
        <p:nvSpPr>
          <p:cNvPr id="49" name="Text Placeholder 48">
            <a:extLst>
              <a:ext uri="{FF2B5EF4-FFF2-40B4-BE49-F238E27FC236}">
                <a16:creationId xmlns:a16="http://schemas.microsoft.com/office/drawing/2014/main" id="{49639813-7613-1FF5-C008-109C8E28AC00}"/>
              </a:ext>
            </a:extLst>
          </p:cNvPr>
          <p:cNvSpPr>
            <a:spLocks noGrp="1"/>
          </p:cNvSpPr>
          <p:nvPr>
            <p:ph type="body" sz="quarter" idx="19"/>
          </p:nvPr>
        </p:nvSpPr>
        <p:spPr>
          <a:xfrm>
            <a:off x="6231888" y="3116580"/>
            <a:ext cx="2510792" cy="276999"/>
          </a:xfrm>
        </p:spPr>
        <p:txBody>
          <a:bodyPr/>
          <a:lstStyle>
            <a:lvl1pPr marL="0" indent="0">
              <a:buNone/>
              <a:defRPr kumimoji="0" lang="en-IN" sz="1800" b="0" i="0" u="none" strike="noStrike" kern="1200" cap="none" spc="0" normalizeH="0" baseline="0" dirty="0">
                <a:ln>
                  <a:noFill/>
                </a:ln>
                <a:solidFill>
                  <a:schemeClr val="tx1"/>
                </a:solidFill>
                <a:effectLst/>
                <a:uLnTx/>
                <a:uFillTx/>
                <a:latin typeface="+mn-lt"/>
                <a:ea typeface="+mn-ea"/>
                <a:cs typeface="Segoe UI" pitchFamily="34" charset="0"/>
              </a:defRPr>
            </a:lvl1pPr>
          </a:lstStyle>
          <a:p>
            <a:pPr lvl="0"/>
            <a:endParaRPr lang="en-IN"/>
          </a:p>
        </p:txBody>
      </p:sp>
      <p:sp>
        <p:nvSpPr>
          <p:cNvPr id="51" name="Text Placeholder 50">
            <a:extLst>
              <a:ext uri="{FF2B5EF4-FFF2-40B4-BE49-F238E27FC236}">
                <a16:creationId xmlns:a16="http://schemas.microsoft.com/office/drawing/2014/main" id="{07D1BB2B-6B1F-0FB2-EC46-8958C3AA6D92}"/>
              </a:ext>
            </a:extLst>
          </p:cNvPr>
          <p:cNvSpPr>
            <a:spLocks noGrp="1"/>
          </p:cNvSpPr>
          <p:nvPr>
            <p:ph type="body" sz="quarter" idx="20"/>
          </p:nvPr>
        </p:nvSpPr>
        <p:spPr>
          <a:xfrm>
            <a:off x="9015729" y="3116580"/>
            <a:ext cx="2510792" cy="276999"/>
          </a:xfrm>
        </p:spPr>
        <p:txBody>
          <a:bodyPr/>
          <a:lstStyle>
            <a:lvl1pPr marL="0" indent="0">
              <a:buNone/>
              <a:defRPr kumimoji="0" lang="en-IN" sz="1800" b="0" i="0" u="none" strike="noStrike" kern="1200" cap="none" spc="0" normalizeH="0" baseline="0" dirty="0">
                <a:ln>
                  <a:noFill/>
                </a:ln>
                <a:solidFill>
                  <a:schemeClr val="tx1"/>
                </a:solidFill>
                <a:effectLst/>
                <a:uLnTx/>
                <a:uFillTx/>
                <a:latin typeface="+mn-lt"/>
                <a:ea typeface="+mn-ea"/>
                <a:cs typeface="Segoe UI" pitchFamily="34" charset="0"/>
              </a:defRPr>
            </a:lvl1pPr>
          </a:lstStyle>
          <a:p>
            <a:pPr lvl="0"/>
            <a:endParaRPr lang="en-IN"/>
          </a:p>
        </p:txBody>
      </p:sp>
      <p:sp>
        <p:nvSpPr>
          <p:cNvPr id="55" name="Text Placeholder 54">
            <a:extLst>
              <a:ext uri="{FF2B5EF4-FFF2-40B4-BE49-F238E27FC236}">
                <a16:creationId xmlns:a16="http://schemas.microsoft.com/office/drawing/2014/main" id="{ECC2AC61-F41B-7C1A-88FD-99A071276943}"/>
              </a:ext>
            </a:extLst>
          </p:cNvPr>
          <p:cNvSpPr>
            <a:spLocks noGrp="1"/>
          </p:cNvSpPr>
          <p:nvPr>
            <p:ph type="body" sz="quarter" idx="22"/>
          </p:nvPr>
        </p:nvSpPr>
        <p:spPr>
          <a:xfrm>
            <a:off x="584200" y="5530600"/>
            <a:ext cx="11023600" cy="369332"/>
          </a:xfrm>
        </p:spPr>
        <p:txBody>
          <a:bodyPr/>
          <a:lstStyle>
            <a:lvl1pPr marL="0" indent="0" algn="ctr">
              <a:buNone/>
              <a:defRPr kumimoji="0" lang="en-IN" sz="2400" b="0" i="0" u="none" strike="noStrike" kern="1200" cap="none" spc="0" normalizeH="0" baseline="0" dirty="0">
                <a:ln>
                  <a:noFill/>
                </a:ln>
                <a:solidFill>
                  <a:schemeClr val="bg2"/>
                </a:solidFill>
                <a:effectLst/>
                <a:uLnTx/>
                <a:uFillTx/>
                <a:latin typeface="+mj-lt"/>
                <a:ea typeface="+mn-ea"/>
                <a:cs typeface="Segoe UI" pitchFamily="34" charset="0"/>
              </a:defRPr>
            </a:lvl1pPr>
          </a:lstStyle>
          <a:p>
            <a:pPr lvl="0"/>
            <a:endParaRPr lang="en-IN"/>
          </a:p>
        </p:txBody>
      </p:sp>
      <p:sp>
        <p:nvSpPr>
          <p:cNvPr id="58" name="Text Placeholder 57">
            <a:extLst>
              <a:ext uri="{FF2B5EF4-FFF2-40B4-BE49-F238E27FC236}">
                <a16:creationId xmlns:a16="http://schemas.microsoft.com/office/drawing/2014/main" id="{EEC8EF74-43BC-B549-D940-1CF55E69109B}"/>
              </a:ext>
            </a:extLst>
          </p:cNvPr>
          <p:cNvSpPr>
            <a:spLocks noGrp="1"/>
          </p:cNvSpPr>
          <p:nvPr>
            <p:ph type="body" sz="quarter" idx="24" hasCustomPrompt="1"/>
          </p:nvPr>
        </p:nvSpPr>
        <p:spPr>
          <a:xfrm>
            <a:off x="1394378" y="2513591"/>
            <a:ext cx="1779352" cy="338554"/>
          </a:xfrm>
        </p:spPr>
        <p:txBody>
          <a:bodyPr/>
          <a:lstStyle>
            <a:lvl1pPr marL="0" indent="0">
              <a:buNone/>
              <a:defRPr sz="2200">
                <a:solidFill>
                  <a:schemeClr val="bg1"/>
                </a:solidFill>
                <a:latin typeface="+mj-lt"/>
              </a:defRPr>
            </a:lvl1pPr>
            <a:lvl2pPr marL="228600" indent="0">
              <a:buNone/>
              <a:defRPr sz="2200"/>
            </a:lvl2pPr>
            <a:lvl3pPr marL="457200" indent="0">
              <a:buNone/>
              <a:defRPr sz="2200"/>
            </a:lvl3pPr>
            <a:lvl4pPr marL="661988" indent="0">
              <a:buNone/>
              <a:defRPr sz="2200"/>
            </a:lvl4pPr>
            <a:lvl5pPr marL="855663" indent="0">
              <a:buNone/>
              <a:defRPr sz="2200"/>
            </a:lvl5pPr>
          </a:lstStyle>
          <a:p>
            <a:pPr lvl="0"/>
            <a:r>
              <a:rPr lang="en-US"/>
              <a:t>Text</a:t>
            </a:r>
          </a:p>
        </p:txBody>
      </p:sp>
      <p:sp>
        <p:nvSpPr>
          <p:cNvPr id="62" name="Text Placeholder 57">
            <a:extLst>
              <a:ext uri="{FF2B5EF4-FFF2-40B4-BE49-F238E27FC236}">
                <a16:creationId xmlns:a16="http://schemas.microsoft.com/office/drawing/2014/main" id="{B21D5880-7A0D-CF88-CD72-E6E4B18C21E8}"/>
              </a:ext>
            </a:extLst>
          </p:cNvPr>
          <p:cNvSpPr>
            <a:spLocks noGrp="1"/>
          </p:cNvSpPr>
          <p:nvPr>
            <p:ph type="body" sz="quarter" idx="28" hasCustomPrompt="1"/>
          </p:nvPr>
        </p:nvSpPr>
        <p:spPr>
          <a:xfrm>
            <a:off x="4178218" y="2513591"/>
            <a:ext cx="1779352" cy="338554"/>
          </a:xfrm>
        </p:spPr>
        <p:txBody>
          <a:bodyPr/>
          <a:lstStyle>
            <a:lvl1pPr marL="0" indent="0">
              <a:buNone/>
              <a:defRPr sz="2200">
                <a:solidFill>
                  <a:schemeClr val="bg1"/>
                </a:solidFill>
                <a:latin typeface="+mj-lt"/>
              </a:defRPr>
            </a:lvl1pPr>
            <a:lvl2pPr marL="228600" indent="0">
              <a:buNone/>
              <a:defRPr sz="2200"/>
            </a:lvl2pPr>
            <a:lvl3pPr marL="457200" indent="0">
              <a:buNone/>
              <a:defRPr sz="2200"/>
            </a:lvl3pPr>
            <a:lvl4pPr marL="661988" indent="0">
              <a:buNone/>
              <a:defRPr sz="2200"/>
            </a:lvl4pPr>
            <a:lvl5pPr marL="855663" indent="0">
              <a:buNone/>
              <a:defRPr sz="2200"/>
            </a:lvl5pPr>
          </a:lstStyle>
          <a:p>
            <a:pPr lvl="0"/>
            <a:r>
              <a:rPr lang="en-US"/>
              <a:t>Text</a:t>
            </a:r>
          </a:p>
        </p:txBody>
      </p:sp>
      <p:sp>
        <p:nvSpPr>
          <p:cNvPr id="64" name="Text Placeholder 57">
            <a:extLst>
              <a:ext uri="{FF2B5EF4-FFF2-40B4-BE49-F238E27FC236}">
                <a16:creationId xmlns:a16="http://schemas.microsoft.com/office/drawing/2014/main" id="{440F6FDA-5D6C-CCD4-1CC3-160EB10018F1}"/>
              </a:ext>
            </a:extLst>
          </p:cNvPr>
          <p:cNvSpPr>
            <a:spLocks noGrp="1"/>
          </p:cNvSpPr>
          <p:nvPr>
            <p:ph type="body" sz="quarter" idx="29" hasCustomPrompt="1"/>
          </p:nvPr>
        </p:nvSpPr>
        <p:spPr>
          <a:xfrm>
            <a:off x="6962058" y="2513591"/>
            <a:ext cx="1779352" cy="338554"/>
          </a:xfrm>
        </p:spPr>
        <p:txBody>
          <a:bodyPr/>
          <a:lstStyle>
            <a:lvl1pPr marL="0" indent="0">
              <a:buNone/>
              <a:defRPr sz="2200">
                <a:solidFill>
                  <a:schemeClr val="bg1"/>
                </a:solidFill>
                <a:latin typeface="+mj-lt"/>
              </a:defRPr>
            </a:lvl1pPr>
            <a:lvl2pPr marL="228600" indent="0">
              <a:buNone/>
              <a:defRPr sz="2200"/>
            </a:lvl2pPr>
            <a:lvl3pPr marL="457200" indent="0">
              <a:buNone/>
              <a:defRPr sz="2200"/>
            </a:lvl3pPr>
            <a:lvl4pPr marL="661988" indent="0">
              <a:buNone/>
              <a:defRPr sz="2200"/>
            </a:lvl4pPr>
            <a:lvl5pPr marL="855663" indent="0">
              <a:buNone/>
              <a:defRPr sz="2200"/>
            </a:lvl5pPr>
          </a:lstStyle>
          <a:p>
            <a:pPr lvl="0"/>
            <a:r>
              <a:rPr lang="en-US"/>
              <a:t>Text</a:t>
            </a:r>
          </a:p>
        </p:txBody>
      </p:sp>
      <p:sp>
        <p:nvSpPr>
          <p:cNvPr id="65" name="Text Placeholder 57">
            <a:extLst>
              <a:ext uri="{FF2B5EF4-FFF2-40B4-BE49-F238E27FC236}">
                <a16:creationId xmlns:a16="http://schemas.microsoft.com/office/drawing/2014/main" id="{E9154C4D-EDBB-9D16-24D4-CC3375CB48A5}"/>
              </a:ext>
            </a:extLst>
          </p:cNvPr>
          <p:cNvSpPr>
            <a:spLocks noGrp="1"/>
          </p:cNvSpPr>
          <p:nvPr>
            <p:ph type="body" sz="quarter" idx="30" hasCustomPrompt="1"/>
          </p:nvPr>
        </p:nvSpPr>
        <p:spPr>
          <a:xfrm>
            <a:off x="9745899" y="2513591"/>
            <a:ext cx="1779352" cy="338554"/>
          </a:xfrm>
        </p:spPr>
        <p:txBody>
          <a:bodyPr/>
          <a:lstStyle>
            <a:lvl1pPr marL="0" indent="0">
              <a:buNone/>
              <a:defRPr sz="2200">
                <a:solidFill>
                  <a:schemeClr val="bg1"/>
                </a:solidFill>
                <a:latin typeface="+mj-lt"/>
              </a:defRPr>
            </a:lvl1pPr>
            <a:lvl2pPr marL="228600" indent="0">
              <a:buNone/>
              <a:defRPr sz="2200"/>
            </a:lvl2pPr>
            <a:lvl3pPr marL="457200" indent="0">
              <a:buNone/>
              <a:defRPr sz="2200"/>
            </a:lvl3pPr>
            <a:lvl4pPr marL="661988" indent="0">
              <a:buNone/>
              <a:defRPr sz="2200"/>
            </a:lvl4pPr>
            <a:lvl5pPr marL="855663" indent="0">
              <a:buNone/>
              <a:defRPr sz="2200"/>
            </a:lvl5pPr>
          </a:lstStyle>
          <a:p>
            <a:pPr lvl="0"/>
            <a:r>
              <a:rPr lang="en-US"/>
              <a:t>Text</a:t>
            </a:r>
          </a:p>
        </p:txBody>
      </p:sp>
      <p:sp>
        <p:nvSpPr>
          <p:cNvPr id="67" name="Text Placeholder 66">
            <a:extLst>
              <a:ext uri="{FF2B5EF4-FFF2-40B4-BE49-F238E27FC236}">
                <a16:creationId xmlns:a16="http://schemas.microsoft.com/office/drawing/2014/main" id="{4BF7CCD8-A92B-33A8-BD3F-515D5A15E804}"/>
              </a:ext>
            </a:extLst>
          </p:cNvPr>
          <p:cNvSpPr>
            <a:spLocks noGrp="1"/>
          </p:cNvSpPr>
          <p:nvPr>
            <p:ph type="body" sz="quarter" idx="31" hasCustomPrompt="1"/>
          </p:nvPr>
        </p:nvSpPr>
        <p:spPr>
          <a:xfrm>
            <a:off x="585216" y="2210527"/>
            <a:ext cx="700112" cy="700112"/>
          </a:xfrm>
          <a:prstGeom prst="ellipse">
            <a:avLst/>
          </a:prstGeom>
          <a:solidFill>
            <a:schemeClr val="bg1"/>
          </a:solidFill>
          <a:ln w="127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lvl1pPr>
              <a:defRPr kumimoji="0" lang="en-IN" b="0" i="0" u="none" strike="noStrike" cap="none" normalizeH="0" dirty="0">
                <a:ln>
                  <a:noFill/>
                </a:ln>
                <a:solidFill>
                  <a:schemeClr val="bg1"/>
                </a:solidFill>
                <a:effectLst/>
                <a:uLnTx/>
                <a:uFillTx/>
                <a:latin typeface="+mj-lt"/>
                <a:ea typeface="Segoe UI" pitchFamily="34" charset="0"/>
              </a:defRPr>
            </a:lvl1pPr>
          </a:lstStyle>
          <a:p>
            <a:pPr marL="0" lvl="0" indent="0" algn="ctr" defTabSz="932472" fontAlgn="base">
              <a:spcBef>
                <a:spcPct val="0"/>
              </a:spcBef>
              <a:spcAft>
                <a:spcPct val="0"/>
              </a:spcAft>
              <a:buSzTx/>
              <a:buFontTx/>
              <a:buNone/>
            </a:pPr>
            <a:r>
              <a:rPr lang="en-IN"/>
              <a:t>1</a:t>
            </a:r>
          </a:p>
        </p:txBody>
      </p:sp>
      <p:sp>
        <p:nvSpPr>
          <p:cNvPr id="71" name="Text Placeholder 70">
            <a:extLst>
              <a:ext uri="{FF2B5EF4-FFF2-40B4-BE49-F238E27FC236}">
                <a16:creationId xmlns:a16="http://schemas.microsoft.com/office/drawing/2014/main" id="{368CC796-F9AE-CEA3-BF85-3C3884FC27A3}"/>
              </a:ext>
            </a:extLst>
          </p:cNvPr>
          <p:cNvSpPr>
            <a:spLocks noGrp="1"/>
          </p:cNvSpPr>
          <p:nvPr>
            <p:ph type="body" sz="quarter" idx="33" hasCustomPrompt="1"/>
          </p:nvPr>
        </p:nvSpPr>
        <p:spPr>
          <a:xfrm>
            <a:off x="610705" y="2345140"/>
            <a:ext cx="649134" cy="430887"/>
          </a:xfrm>
        </p:spPr>
        <p:txBody>
          <a:bodyPr/>
          <a:lstStyle>
            <a:lvl1pPr marL="0" indent="0" algn="ctr">
              <a:buNone/>
              <a:defRPr>
                <a:solidFill>
                  <a:schemeClr val="bg2"/>
                </a:solidFill>
                <a:latin typeface="+mj-lt"/>
              </a:defRPr>
            </a:lvl1pPr>
          </a:lstStyle>
          <a:p>
            <a:pPr lvl="0"/>
            <a:r>
              <a:rPr lang="en-IN"/>
              <a:t>#</a:t>
            </a:r>
          </a:p>
        </p:txBody>
      </p:sp>
      <p:sp>
        <p:nvSpPr>
          <p:cNvPr id="78" name="Text Placeholder 66">
            <a:extLst>
              <a:ext uri="{FF2B5EF4-FFF2-40B4-BE49-F238E27FC236}">
                <a16:creationId xmlns:a16="http://schemas.microsoft.com/office/drawing/2014/main" id="{BFE6B3B7-330E-A776-2528-9B04F1795881}"/>
              </a:ext>
            </a:extLst>
          </p:cNvPr>
          <p:cNvSpPr>
            <a:spLocks noGrp="1"/>
          </p:cNvSpPr>
          <p:nvPr>
            <p:ph type="body" sz="quarter" idx="34" hasCustomPrompt="1"/>
          </p:nvPr>
        </p:nvSpPr>
        <p:spPr>
          <a:xfrm>
            <a:off x="3370009" y="2210527"/>
            <a:ext cx="700112" cy="700112"/>
          </a:xfrm>
          <a:prstGeom prst="ellipse">
            <a:avLst/>
          </a:prstGeom>
          <a:solidFill>
            <a:schemeClr val="bg1"/>
          </a:solidFill>
          <a:ln w="127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lvl1pPr>
              <a:defRPr kumimoji="0" lang="en-IN" b="0" i="0" u="none" strike="noStrike" cap="none" normalizeH="0" dirty="0">
                <a:ln>
                  <a:noFill/>
                </a:ln>
                <a:solidFill>
                  <a:schemeClr val="bg1"/>
                </a:solidFill>
                <a:effectLst/>
                <a:uLnTx/>
                <a:uFillTx/>
                <a:latin typeface="+mj-lt"/>
                <a:ea typeface="Segoe UI" pitchFamily="34" charset="0"/>
              </a:defRPr>
            </a:lvl1pPr>
          </a:lstStyle>
          <a:p>
            <a:pPr marL="0" lvl="0" indent="0" algn="ctr" defTabSz="932472" fontAlgn="base">
              <a:spcBef>
                <a:spcPct val="0"/>
              </a:spcBef>
              <a:spcAft>
                <a:spcPct val="0"/>
              </a:spcAft>
              <a:buSzTx/>
              <a:buFontTx/>
              <a:buNone/>
            </a:pPr>
            <a:r>
              <a:rPr lang="en-IN"/>
              <a:t>1</a:t>
            </a:r>
          </a:p>
        </p:txBody>
      </p:sp>
      <p:sp>
        <p:nvSpPr>
          <p:cNvPr id="79" name="Text Placeholder 70">
            <a:extLst>
              <a:ext uri="{FF2B5EF4-FFF2-40B4-BE49-F238E27FC236}">
                <a16:creationId xmlns:a16="http://schemas.microsoft.com/office/drawing/2014/main" id="{3A721328-720A-6FD8-158C-CFBEEF462EB6}"/>
              </a:ext>
            </a:extLst>
          </p:cNvPr>
          <p:cNvSpPr>
            <a:spLocks noGrp="1"/>
          </p:cNvSpPr>
          <p:nvPr>
            <p:ph type="body" sz="quarter" idx="35" hasCustomPrompt="1"/>
          </p:nvPr>
        </p:nvSpPr>
        <p:spPr>
          <a:xfrm>
            <a:off x="3395498" y="2345140"/>
            <a:ext cx="649134" cy="430887"/>
          </a:xfrm>
        </p:spPr>
        <p:txBody>
          <a:bodyPr/>
          <a:lstStyle>
            <a:lvl1pPr marL="0" indent="0" algn="ctr">
              <a:buNone/>
              <a:defRPr>
                <a:solidFill>
                  <a:schemeClr val="bg2"/>
                </a:solidFill>
                <a:latin typeface="+mj-lt"/>
              </a:defRPr>
            </a:lvl1pPr>
          </a:lstStyle>
          <a:p>
            <a:pPr lvl="0"/>
            <a:r>
              <a:rPr lang="en-IN"/>
              <a:t>#</a:t>
            </a:r>
          </a:p>
        </p:txBody>
      </p:sp>
      <p:sp>
        <p:nvSpPr>
          <p:cNvPr id="81" name="Text Placeholder 66">
            <a:extLst>
              <a:ext uri="{FF2B5EF4-FFF2-40B4-BE49-F238E27FC236}">
                <a16:creationId xmlns:a16="http://schemas.microsoft.com/office/drawing/2014/main" id="{C11A60CC-382F-DF86-1586-E99F2AA5F712}"/>
              </a:ext>
            </a:extLst>
          </p:cNvPr>
          <p:cNvSpPr>
            <a:spLocks noGrp="1"/>
          </p:cNvSpPr>
          <p:nvPr>
            <p:ph type="body" sz="quarter" idx="37" hasCustomPrompt="1"/>
          </p:nvPr>
        </p:nvSpPr>
        <p:spPr>
          <a:xfrm>
            <a:off x="6154802" y="2210527"/>
            <a:ext cx="700112" cy="700112"/>
          </a:xfrm>
          <a:prstGeom prst="ellipse">
            <a:avLst/>
          </a:prstGeom>
          <a:solidFill>
            <a:schemeClr val="bg1"/>
          </a:solidFill>
          <a:ln w="127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lvl1pPr>
              <a:defRPr kumimoji="0" lang="en-IN" b="0" i="0" u="none" strike="noStrike" cap="none" normalizeH="0" dirty="0">
                <a:ln>
                  <a:noFill/>
                </a:ln>
                <a:solidFill>
                  <a:schemeClr val="bg1"/>
                </a:solidFill>
                <a:effectLst/>
                <a:uLnTx/>
                <a:uFillTx/>
                <a:latin typeface="+mj-lt"/>
                <a:ea typeface="Segoe UI" pitchFamily="34" charset="0"/>
              </a:defRPr>
            </a:lvl1pPr>
          </a:lstStyle>
          <a:p>
            <a:pPr marL="0" lvl="0" indent="0" algn="ctr" defTabSz="932472" fontAlgn="base">
              <a:spcBef>
                <a:spcPct val="0"/>
              </a:spcBef>
              <a:spcAft>
                <a:spcPct val="0"/>
              </a:spcAft>
              <a:buSzTx/>
              <a:buFontTx/>
              <a:buNone/>
            </a:pPr>
            <a:r>
              <a:rPr lang="en-IN"/>
              <a:t>1</a:t>
            </a:r>
          </a:p>
        </p:txBody>
      </p:sp>
      <p:sp>
        <p:nvSpPr>
          <p:cNvPr id="82" name="Text Placeholder 70">
            <a:extLst>
              <a:ext uri="{FF2B5EF4-FFF2-40B4-BE49-F238E27FC236}">
                <a16:creationId xmlns:a16="http://schemas.microsoft.com/office/drawing/2014/main" id="{9A68270F-B37B-9967-00E9-BF887DD878A2}"/>
              </a:ext>
            </a:extLst>
          </p:cNvPr>
          <p:cNvSpPr>
            <a:spLocks noGrp="1"/>
          </p:cNvSpPr>
          <p:nvPr>
            <p:ph type="body" sz="quarter" idx="38" hasCustomPrompt="1"/>
          </p:nvPr>
        </p:nvSpPr>
        <p:spPr>
          <a:xfrm>
            <a:off x="6180291" y="2345140"/>
            <a:ext cx="649134" cy="430887"/>
          </a:xfrm>
        </p:spPr>
        <p:txBody>
          <a:bodyPr/>
          <a:lstStyle>
            <a:lvl1pPr marL="0" indent="0" algn="ctr">
              <a:buNone/>
              <a:defRPr>
                <a:solidFill>
                  <a:schemeClr val="bg2"/>
                </a:solidFill>
                <a:latin typeface="+mj-lt"/>
              </a:defRPr>
            </a:lvl1pPr>
          </a:lstStyle>
          <a:p>
            <a:pPr lvl="0"/>
            <a:r>
              <a:rPr lang="en-IN"/>
              <a:t>#</a:t>
            </a:r>
          </a:p>
        </p:txBody>
      </p:sp>
      <p:sp>
        <p:nvSpPr>
          <p:cNvPr id="85" name="Text Placeholder 66">
            <a:extLst>
              <a:ext uri="{FF2B5EF4-FFF2-40B4-BE49-F238E27FC236}">
                <a16:creationId xmlns:a16="http://schemas.microsoft.com/office/drawing/2014/main" id="{4928D8A8-8F0E-189F-A9A9-BA85675CF463}"/>
              </a:ext>
            </a:extLst>
          </p:cNvPr>
          <p:cNvSpPr>
            <a:spLocks noGrp="1"/>
          </p:cNvSpPr>
          <p:nvPr>
            <p:ph type="body" sz="quarter" idx="39" hasCustomPrompt="1"/>
          </p:nvPr>
        </p:nvSpPr>
        <p:spPr>
          <a:xfrm>
            <a:off x="8939596" y="2210527"/>
            <a:ext cx="700112" cy="700112"/>
          </a:xfrm>
          <a:prstGeom prst="ellipse">
            <a:avLst/>
          </a:prstGeom>
          <a:solidFill>
            <a:schemeClr val="bg1"/>
          </a:solidFill>
          <a:ln w="127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lvl1pPr>
              <a:defRPr kumimoji="0" lang="en-IN" b="0" i="0" u="none" strike="noStrike" cap="none" normalizeH="0" dirty="0">
                <a:ln>
                  <a:noFill/>
                </a:ln>
                <a:solidFill>
                  <a:schemeClr val="bg1"/>
                </a:solidFill>
                <a:effectLst/>
                <a:uLnTx/>
                <a:uFillTx/>
                <a:latin typeface="+mj-lt"/>
                <a:ea typeface="Segoe UI" pitchFamily="34" charset="0"/>
              </a:defRPr>
            </a:lvl1pPr>
          </a:lstStyle>
          <a:p>
            <a:pPr marL="0" lvl="0" indent="0" algn="ctr" defTabSz="932472" fontAlgn="base">
              <a:spcBef>
                <a:spcPct val="0"/>
              </a:spcBef>
              <a:spcAft>
                <a:spcPct val="0"/>
              </a:spcAft>
              <a:buSzTx/>
              <a:buFontTx/>
              <a:buNone/>
            </a:pPr>
            <a:r>
              <a:rPr lang="en-IN"/>
              <a:t>1</a:t>
            </a:r>
          </a:p>
        </p:txBody>
      </p:sp>
      <p:sp>
        <p:nvSpPr>
          <p:cNvPr id="86" name="Text Placeholder 70">
            <a:extLst>
              <a:ext uri="{FF2B5EF4-FFF2-40B4-BE49-F238E27FC236}">
                <a16:creationId xmlns:a16="http://schemas.microsoft.com/office/drawing/2014/main" id="{AA30685F-0FF7-958D-CC71-1E5D4390481A}"/>
              </a:ext>
            </a:extLst>
          </p:cNvPr>
          <p:cNvSpPr>
            <a:spLocks noGrp="1"/>
          </p:cNvSpPr>
          <p:nvPr>
            <p:ph type="body" sz="quarter" idx="40" hasCustomPrompt="1"/>
          </p:nvPr>
        </p:nvSpPr>
        <p:spPr>
          <a:xfrm>
            <a:off x="8965085" y="2345140"/>
            <a:ext cx="649134" cy="430887"/>
          </a:xfrm>
        </p:spPr>
        <p:txBody>
          <a:bodyPr/>
          <a:lstStyle>
            <a:lvl1pPr marL="0" indent="0" algn="ctr">
              <a:buNone/>
              <a:defRPr>
                <a:solidFill>
                  <a:schemeClr val="bg2"/>
                </a:solidFill>
                <a:latin typeface="+mj-lt"/>
              </a:defRPr>
            </a:lvl1pPr>
          </a:lstStyle>
          <a:p>
            <a:pPr lvl="0"/>
            <a:r>
              <a:rPr lang="en-IN"/>
              <a:t>#</a:t>
            </a:r>
          </a:p>
        </p:txBody>
      </p:sp>
    </p:spTree>
    <p:extLst>
      <p:ext uri="{BB962C8B-B14F-4D97-AF65-F5344CB8AC3E}">
        <p14:creationId xmlns:p14="http://schemas.microsoft.com/office/powerpoint/2010/main" val="2933982074"/>
      </p:ext>
    </p:extLst>
  </p:cSld>
  <p:clrMapOvr>
    <a:masterClrMapping/>
  </p:clrMapOvr>
  <p:transition>
    <p:fade/>
  </p:transition>
  <p:extLst>
    <p:ext uri="{DCECCB84-F9BA-43D5-87BE-67443E8EF086}">
      <p15:sldGuideLst xmlns:p15="http://schemas.microsoft.com/office/powerpoint/2012/main"/>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Left title with Icon placehol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36B82-2214-8013-AA6A-8C0254EA6A72}"/>
              </a:ext>
            </a:extLst>
          </p:cNvPr>
          <p:cNvSpPr>
            <a:spLocks noGrp="1"/>
          </p:cNvSpPr>
          <p:nvPr>
            <p:ph type="title"/>
          </p:nvPr>
        </p:nvSpPr>
        <p:spPr>
          <a:xfrm>
            <a:off x="588263" y="2596028"/>
            <a:ext cx="3809565" cy="1107996"/>
          </a:xfrm>
        </p:spPr>
        <p:txBody>
          <a:bodyPr>
            <a:spAutoFit/>
          </a:bodyPr>
          <a:lstStyle/>
          <a:p>
            <a:r>
              <a:rPr lang="en-US"/>
              <a:t>Click to edit Master title style</a:t>
            </a:r>
            <a:endParaRPr lang="en-IN"/>
          </a:p>
        </p:txBody>
      </p:sp>
      <p:sp>
        <p:nvSpPr>
          <p:cNvPr id="61" name="Text Placeholder 60">
            <a:extLst>
              <a:ext uri="{FF2B5EF4-FFF2-40B4-BE49-F238E27FC236}">
                <a16:creationId xmlns:a16="http://schemas.microsoft.com/office/drawing/2014/main" id="{D973714E-B985-4C6D-B155-C2E2929D4047}"/>
              </a:ext>
            </a:extLst>
          </p:cNvPr>
          <p:cNvSpPr>
            <a:spLocks noGrp="1"/>
          </p:cNvSpPr>
          <p:nvPr>
            <p:ph type="body" sz="quarter" idx="11"/>
          </p:nvPr>
        </p:nvSpPr>
        <p:spPr>
          <a:xfrm>
            <a:off x="5003800" y="831042"/>
            <a:ext cx="6883400" cy="5195915"/>
          </a:xfrm>
          <a:prstGeom prst="roundRect">
            <a:avLst>
              <a:gd name="adj" fmla="val 2600"/>
            </a:avLst>
          </a:prstGeom>
          <a:solidFill>
            <a:schemeClr val="bg1">
              <a:alpha val="75000"/>
            </a:schemeClr>
          </a:solidFill>
          <a:ln w="15875">
            <a:noFill/>
            <a:headEnd type="none" w="med" len="med"/>
            <a:tailEnd type="none" w="med" len="med"/>
          </a:ln>
          <a:effectLst>
            <a:outerShdw blurRad="279400" algn="ctr"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lvl1pPr>
              <a:defRPr kumimoji="0" lang="en-IN" sz="100" b="0" i="0" u="none" strike="noStrike" cap="none" normalizeH="0" dirty="0">
                <a:ln>
                  <a:noFill/>
                </a:ln>
                <a:solidFill>
                  <a:schemeClr val="bg1"/>
                </a:solidFill>
                <a:effectLst/>
                <a:uLnTx/>
                <a:uFillTx/>
                <a:latin typeface="+mn-lt"/>
              </a:defRPr>
            </a:lvl1pPr>
          </a:lstStyle>
          <a:p>
            <a:pPr marL="0" lvl="0" indent="0" defTabSz="932472" fontAlgn="base">
              <a:lnSpc>
                <a:spcPct val="110000"/>
              </a:lnSpc>
              <a:spcBef>
                <a:spcPct val="0"/>
              </a:spcBef>
              <a:spcAft>
                <a:spcPct val="0"/>
              </a:spcAft>
              <a:buSzTx/>
              <a:buFontTx/>
              <a:buNone/>
            </a:pPr>
            <a:endParaRPr lang="en-IN"/>
          </a:p>
        </p:txBody>
      </p:sp>
      <p:sp>
        <p:nvSpPr>
          <p:cNvPr id="59" name="Text Placeholder 58">
            <a:extLst>
              <a:ext uri="{FF2B5EF4-FFF2-40B4-BE49-F238E27FC236}">
                <a16:creationId xmlns:a16="http://schemas.microsoft.com/office/drawing/2014/main" id="{994F551C-3379-C6D5-C6EA-BF05EA1CA81D}"/>
              </a:ext>
            </a:extLst>
          </p:cNvPr>
          <p:cNvSpPr>
            <a:spLocks noGrp="1"/>
          </p:cNvSpPr>
          <p:nvPr>
            <p:ph type="body" sz="quarter" idx="10"/>
          </p:nvPr>
        </p:nvSpPr>
        <p:spPr>
          <a:xfrm>
            <a:off x="584199" y="4250819"/>
            <a:ext cx="3213101" cy="923330"/>
          </a:xfrm>
        </p:spPr>
        <p:txBody>
          <a:bodyPr/>
          <a:lstStyle>
            <a:lvl1pPr marL="0" indent="0">
              <a:buNone/>
              <a:defRPr kumimoji="0" lang="en-IN" sz="2000" b="0" i="0" u="none" strike="noStrike" kern="1200" cap="none" spc="0" normalizeH="0" baseline="0" dirty="0">
                <a:ln>
                  <a:noFill/>
                </a:ln>
                <a:solidFill>
                  <a:srgbClr val="000000"/>
                </a:solidFill>
                <a:effectLst/>
                <a:uLnTx/>
                <a:uFillTx/>
                <a:latin typeface="Segoe UI Semibold"/>
                <a:ea typeface="+mn-ea"/>
                <a:cs typeface="Segoe UI" panose="020B0502040204020203" pitchFamily="34" charset="0"/>
              </a:defRPr>
            </a:lvl1pPr>
          </a:lstStyle>
          <a:p>
            <a:pPr lvl="0"/>
            <a:endParaRPr lang="en-IN"/>
          </a:p>
        </p:txBody>
      </p:sp>
      <p:sp>
        <p:nvSpPr>
          <p:cNvPr id="63" name="Text Placeholder 62">
            <a:extLst>
              <a:ext uri="{FF2B5EF4-FFF2-40B4-BE49-F238E27FC236}">
                <a16:creationId xmlns:a16="http://schemas.microsoft.com/office/drawing/2014/main" id="{82B59E6A-69E5-9E17-24FF-7829A6A5BF7E}"/>
              </a:ext>
            </a:extLst>
          </p:cNvPr>
          <p:cNvSpPr>
            <a:spLocks noGrp="1"/>
          </p:cNvSpPr>
          <p:nvPr>
            <p:ph type="body" sz="quarter" idx="12"/>
          </p:nvPr>
        </p:nvSpPr>
        <p:spPr>
          <a:xfrm>
            <a:off x="5381805" y="1504891"/>
            <a:ext cx="6127390" cy="272532"/>
          </a:xfrm>
        </p:spPr>
        <p:txBody>
          <a:bodyPr/>
          <a:lstStyle>
            <a:lvl1pPr marL="0" indent="0">
              <a:buFont typeface="Arial" panose="020B0604020202020204" pitchFamily="34" charset="0"/>
              <a:buNone/>
              <a:defRPr sz="1800">
                <a:latin typeface="+mj-lt"/>
              </a:defRPr>
            </a:lvl1pPr>
          </a:lstStyle>
          <a:p>
            <a:pPr lvl="0"/>
            <a:endParaRPr lang="en-IN"/>
          </a:p>
        </p:txBody>
      </p:sp>
      <p:cxnSp>
        <p:nvCxnSpPr>
          <p:cNvPr id="12" name="Straight Connector 11">
            <a:extLst>
              <a:ext uri="{FF2B5EF4-FFF2-40B4-BE49-F238E27FC236}">
                <a16:creationId xmlns:a16="http://schemas.microsoft.com/office/drawing/2014/main" id="{FCA2E3D8-CF19-3B70-BA9C-86F0A315C42E}"/>
              </a:ext>
            </a:extLst>
          </p:cNvPr>
          <p:cNvCxnSpPr>
            <a:cxnSpLocks/>
          </p:cNvCxnSpPr>
          <p:nvPr userDrawn="1"/>
        </p:nvCxnSpPr>
        <p:spPr>
          <a:xfrm>
            <a:off x="5748020" y="2207774"/>
            <a:ext cx="5394960"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4" name="Text Placeholder 62">
            <a:extLst>
              <a:ext uri="{FF2B5EF4-FFF2-40B4-BE49-F238E27FC236}">
                <a16:creationId xmlns:a16="http://schemas.microsoft.com/office/drawing/2014/main" id="{0E83212E-F829-DCF3-7C21-BCFA680109FF}"/>
              </a:ext>
            </a:extLst>
          </p:cNvPr>
          <p:cNvSpPr>
            <a:spLocks noGrp="1"/>
          </p:cNvSpPr>
          <p:nvPr>
            <p:ph type="body" sz="quarter" idx="13"/>
          </p:nvPr>
        </p:nvSpPr>
        <p:spPr>
          <a:xfrm>
            <a:off x="5381805" y="3864195"/>
            <a:ext cx="6127390" cy="272532"/>
          </a:xfrm>
        </p:spPr>
        <p:txBody>
          <a:bodyPr/>
          <a:lstStyle>
            <a:lvl1pPr marL="0" indent="0">
              <a:buFont typeface="Arial" panose="020B0604020202020204" pitchFamily="34" charset="0"/>
              <a:buNone/>
              <a:defRPr sz="1800">
                <a:latin typeface="+mj-lt"/>
              </a:defRPr>
            </a:lvl1pPr>
          </a:lstStyle>
          <a:p>
            <a:pPr lvl="0"/>
            <a:endParaRPr lang="en-IN"/>
          </a:p>
        </p:txBody>
      </p:sp>
      <p:sp>
        <p:nvSpPr>
          <p:cNvPr id="78" name="Text Placeholder 77">
            <a:extLst>
              <a:ext uri="{FF2B5EF4-FFF2-40B4-BE49-F238E27FC236}">
                <a16:creationId xmlns:a16="http://schemas.microsoft.com/office/drawing/2014/main" id="{82B01D30-B9FB-D3B1-6648-F112A59142F3}"/>
              </a:ext>
            </a:extLst>
          </p:cNvPr>
          <p:cNvSpPr>
            <a:spLocks noGrp="1"/>
          </p:cNvSpPr>
          <p:nvPr>
            <p:ph type="body" sz="quarter" idx="24"/>
          </p:nvPr>
        </p:nvSpPr>
        <p:spPr>
          <a:xfrm>
            <a:off x="584200" y="3957484"/>
            <a:ext cx="822960" cy="36576"/>
          </a:xfrm>
          <a:prstGeom prst="roundRect">
            <a:avLst>
              <a:gd name="adj" fmla="val 50000"/>
            </a:avLst>
          </a:prstGeom>
          <a:solidFill>
            <a:srgbClr val="0066FF"/>
          </a:solidFill>
        </p:spPr>
        <p:txBody>
          <a:bodyPr>
            <a:noAutofit/>
          </a:bodyPr>
          <a:lstStyle>
            <a:lvl1pPr marL="0" indent="0">
              <a:buNone/>
              <a:defRPr sz="100"/>
            </a:lvl1pPr>
          </a:lstStyle>
          <a:p>
            <a:pPr lvl="0"/>
            <a:endParaRPr lang="en-IN"/>
          </a:p>
        </p:txBody>
      </p:sp>
      <p:sp>
        <p:nvSpPr>
          <p:cNvPr id="3" name="Text Placeholder 62">
            <a:extLst>
              <a:ext uri="{FF2B5EF4-FFF2-40B4-BE49-F238E27FC236}">
                <a16:creationId xmlns:a16="http://schemas.microsoft.com/office/drawing/2014/main" id="{83A67F05-CCE7-6249-3E93-55172F532BFC}"/>
              </a:ext>
            </a:extLst>
          </p:cNvPr>
          <p:cNvSpPr>
            <a:spLocks noGrp="1"/>
          </p:cNvSpPr>
          <p:nvPr>
            <p:ph type="body" sz="quarter" idx="25"/>
          </p:nvPr>
        </p:nvSpPr>
        <p:spPr>
          <a:xfrm>
            <a:off x="5381805" y="2684543"/>
            <a:ext cx="6127390" cy="272532"/>
          </a:xfrm>
        </p:spPr>
        <p:txBody>
          <a:bodyPr/>
          <a:lstStyle>
            <a:lvl1pPr marL="0" indent="0">
              <a:buFont typeface="Arial" panose="020B0604020202020204" pitchFamily="34" charset="0"/>
              <a:buNone/>
              <a:defRPr sz="1800">
                <a:latin typeface="+mj-lt"/>
              </a:defRPr>
            </a:lvl1pPr>
          </a:lstStyle>
          <a:p>
            <a:pPr lvl="0"/>
            <a:endParaRPr lang="en-IN"/>
          </a:p>
        </p:txBody>
      </p:sp>
      <p:sp>
        <p:nvSpPr>
          <p:cNvPr id="4" name="Text Placeholder 62">
            <a:extLst>
              <a:ext uri="{FF2B5EF4-FFF2-40B4-BE49-F238E27FC236}">
                <a16:creationId xmlns:a16="http://schemas.microsoft.com/office/drawing/2014/main" id="{05B1C9A2-4056-3CF3-6A3C-44CF55CF7C69}"/>
              </a:ext>
            </a:extLst>
          </p:cNvPr>
          <p:cNvSpPr>
            <a:spLocks noGrp="1"/>
          </p:cNvSpPr>
          <p:nvPr>
            <p:ph type="body" sz="quarter" idx="26"/>
          </p:nvPr>
        </p:nvSpPr>
        <p:spPr>
          <a:xfrm>
            <a:off x="5381805" y="5043848"/>
            <a:ext cx="6127390" cy="272532"/>
          </a:xfrm>
        </p:spPr>
        <p:txBody>
          <a:bodyPr/>
          <a:lstStyle>
            <a:lvl1pPr marL="0" indent="0">
              <a:buFont typeface="Arial" panose="020B0604020202020204" pitchFamily="34" charset="0"/>
              <a:buNone/>
              <a:defRPr sz="1800">
                <a:latin typeface="+mj-lt"/>
              </a:defRPr>
            </a:lvl1pPr>
          </a:lstStyle>
          <a:p>
            <a:pPr lvl="0"/>
            <a:endParaRPr lang="en-IN"/>
          </a:p>
        </p:txBody>
      </p:sp>
      <p:cxnSp>
        <p:nvCxnSpPr>
          <p:cNvPr id="5" name="Straight Connector 4">
            <a:extLst>
              <a:ext uri="{FF2B5EF4-FFF2-40B4-BE49-F238E27FC236}">
                <a16:creationId xmlns:a16="http://schemas.microsoft.com/office/drawing/2014/main" id="{75B3A984-573F-904F-C176-80808D81D888}"/>
              </a:ext>
            </a:extLst>
          </p:cNvPr>
          <p:cNvCxnSpPr>
            <a:cxnSpLocks/>
          </p:cNvCxnSpPr>
          <p:nvPr userDrawn="1"/>
        </p:nvCxnSpPr>
        <p:spPr>
          <a:xfrm>
            <a:off x="5748020" y="3383762"/>
            <a:ext cx="5394960"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B624E6B-288C-4717-AB3C-734605A78EC6}"/>
              </a:ext>
            </a:extLst>
          </p:cNvPr>
          <p:cNvCxnSpPr>
            <a:cxnSpLocks/>
          </p:cNvCxnSpPr>
          <p:nvPr userDrawn="1"/>
        </p:nvCxnSpPr>
        <p:spPr>
          <a:xfrm>
            <a:off x="5748020" y="4573390"/>
            <a:ext cx="5394960"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8180085"/>
      </p:ext>
    </p:extLst>
  </p:cSld>
  <p:clrMapOvr>
    <a:masterClrMapping/>
  </p:clrMapOvr>
  <p:transition>
    <p:fade/>
  </p:transition>
  <p:extLst>
    <p:ext uri="{DCECCB84-F9BA-43D5-87BE-67443E8EF086}">
      <p15:sldGuideLst xmlns:p15="http://schemas.microsoft.com/office/powerpoint/2012/main"/>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A7B49CF-8F63-0090-0081-661E4F84E1CA}"/>
              </a:ext>
            </a:extLst>
          </p:cNvPr>
          <p:cNvSpPr/>
          <p:nvPr userDrawn="1"/>
        </p:nvSpPr>
        <p:spPr bwMode="auto">
          <a:xfrm>
            <a:off x="0" y="1517650"/>
            <a:ext cx="12192000" cy="38227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342900" marR="0" lvl="0" indent="-342900" algn="l" defTabSz="932472"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8" name="Rectangle: Rounded Corners 7">
            <a:extLst>
              <a:ext uri="{FF2B5EF4-FFF2-40B4-BE49-F238E27FC236}">
                <a16:creationId xmlns:a16="http://schemas.microsoft.com/office/drawing/2014/main" id="{FC0A2FC1-CAB4-3EFB-4EF5-C05883F0BD71}"/>
              </a:ext>
            </a:extLst>
          </p:cNvPr>
          <p:cNvSpPr/>
          <p:nvPr userDrawn="1"/>
        </p:nvSpPr>
        <p:spPr bwMode="auto">
          <a:xfrm>
            <a:off x="962025" y="425901"/>
            <a:ext cx="10267950" cy="6006198"/>
          </a:xfrm>
          <a:prstGeom prst="roundRect">
            <a:avLst>
              <a:gd name="adj" fmla="val 3038"/>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342900" marR="0" lvl="0" indent="-342900" algn="l" defTabSz="932472"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pic>
        <p:nvPicPr>
          <p:cNvPr id="10" name="Picture 9">
            <a:extLst>
              <a:ext uri="{FF2B5EF4-FFF2-40B4-BE49-F238E27FC236}">
                <a16:creationId xmlns:a16="http://schemas.microsoft.com/office/drawing/2014/main" id="{DAF08E42-5853-7288-7F00-3289F90BCD2D}"/>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rot="5400000">
            <a:off x="-1029874" y="3338512"/>
            <a:ext cx="3822700" cy="180975"/>
          </a:xfrm>
          <a:prstGeom prst="rect">
            <a:avLst/>
          </a:prstGeom>
        </p:spPr>
      </p:pic>
      <p:pic>
        <p:nvPicPr>
          <p:cNvPr id="11" name="Picture 10">
            <a:extLst>
              <a:ext uri="{FF2B5EF4-FFF2-40B4-BE49-F238E27FC236}">
                <a16:creationId xmlns:a16="http://schemas.microsoft.com/office/drawing/2014/main" id="{609FB385-D56E-FCFC-DAE1-C25009C59939}"/>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rot="16200000">
            <a:off x="9409113" y="3338513"/>
            <a:ext cx="3822700" cy="180975"/>
          </a:xfrm>
          <a:prstGeom prst="rect">
            <a:avLst/>
          </a:prstGeom>
        </p:spPr>
      </p:pic>
      <p:sp>
        <p:nvSpPr>
          <p:cNvPr id="5" name="Media Placeholder 3">
            <a:extLst>
              <a:ext uri="{FF2B5EF4-FFF2-40B4-BE49-F238E27FC236}">
                <a16:creationId xmlns:a16="http://schemas.microsoft.com/office/drawing/2014/main" id="{41E19830-760D-5AD8-D9B4-3C82A8246C6A}"/>
              </a:ext>
            </a:extLst>
          </p:cNvPr>
          <p:cNvSpPr>
            <a:spLocks noGrp="1"/>
          </p:cNvSpPr>
          <p:nvPr>
            <p:ph type="media" sz="quarter" idx="19" hasCustomPrompt="1"/>
          </p:nvPr>
        </p:nvSpPr>
        <p:spPr>
          <a:xfrm>
            <a:off x="1194816" y="672084"/>
            <a:ext cx="9802368" cy="5513832"/>
          </a:xfrm>
          <a:solidFill>
            <a:schemeClr val="bg1"/>
          </a:solidFill>
        </p:spPr>
        <p:txBody>
          <a:bodyPr bIns="914400" anchor="ctr">
            <a:noAutofit/>
          </a:bodyPr>
          <a:lstStyle>
            <a:lvl1pPr marL="0" indent="0" algn="ctr">
              <a:buNone/>
              <a:defRPr/>
            </a:lvl1pPr>
          </a:lstStyle>
          <a:p>
            <a:r>
              <a:rPr lang="en-US"/>
              <a:t>Click on the icon to add media</a:t>
            </a:r>
          </a:p>
        </p:txBody>
      </p:sp>
    </p:spTree>
    <p:extLst>
      <p:ext uri="{BB962C8B-B14F-4D97-AF65-F5344CB8AC3E}">
        <p14:creationId xmlns:p14="http://schemas.microsoft.com/office/powerpoint/2010/main" val="2115414550"/>
      </p:ext>
    </p:extLst>
  </p:cSld>
  <p:clrMapOvr>
    <a:masterClrMapping/>
  </p:clrMapOvr>
  <p:transition>
    <p:fade/>
  </p:transition>
  <p:extLst>
    <p:ext uri="{DCECCB84-F9BA-43D5-87BE-67443E8EF086}">
      <p15:sldGuideLst xmlns:p15="http://schemas.microsoft.com/office/powerpoint/2012/main">
        <p15:guide id="28" orient="horz" pos="864">
          <p15:clr>
            <a:srgbClr val="5ACBF0"/>
          </p15:clr>
        </p15:guide>
        <p15:guide id="29" orient="horz" pos="1272">
          <p15:clr>
            <a:srgbClr val="5ACBF0"/>
          </p15:clr>
        </p15:guide>
        <p15:guide id="30" orient="horz" pos="288">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25745645"/>
      </p:ext>
    </p:extLst>
  </p:cSld>
  <p:clrMapOvr>
    <a:masterClrMapping/>
  </p:clrMapOvr>
  <p:transition>
    <p:fade/>
  </p:transition>
  <p:extLst>
    <p:ext uri="{DCECCB84-F9BA-43D5-87BE-67443E8EF086}">
      <p15:sldGuideLst xmlns:p15="http://schemas.microsoft.com/office/powerpoint/2012/main">
        <p15:guide id="28" orient="horz" pos="864">
          <p15:clr>
            <a:srgbClr val="5ACBF0"/>
          </p15:clr>
        </p15:guide>
        <p15:guide id="29" orient="horz" pos="1272">
          <p15:clr>
            <a:srgbClr val="5ACBF0"/>
          </p15:clr>
        </p15:guide>
        <p15:guide id="30" orient="horz" pos="288">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0416519"/>
      </p:ext>
    </p:extLst>
  </p:cSld>
  <p:clrMapOvr>
    <a:masterClrMapping/>
  </p:clrMapOvr>
  <p:transition>
    <p:fade/>
  </p:transition>
  <p:extLst>
    <p:ext uri="{DCECCB84-F9BA-43D5-87BE-67443E8EF086}">
      <p15:sldGuideLst xmlns:p15="http://schemas.microsoft.com/office/powerpoint/2012/main"/>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Black Notes slide Layout">
    <p:bg bwMode="black">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70891511"/>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userDrawn="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923643042"/>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userDrawn="1">
  <p:cSld name="12Column-Texture-BIC">
    <p:bg>
      <p:bgPr>
        <a:solidFill>
          <a:srgbClr val="0C283A"/>
        </a:solidFill>
        <a:effectLst/>
      </p:bgPr>
    </p:bg>
    <p:spTree>
      <p:nvGrpSpPr>
        <p:cNvPr id="1" name=""/>
        <p:cNvGrpSpPr/>
        <p:nvPr/>
      </p:nvGrpSpPr>
      <p:grpSpPr>
        <a:xfrm>
          <a:off x="0" y="0"/>
          <a:ext cx="0" cy="0"/>
          <a:chOff x="0" y="0"/>
          <a:chExt cx="0" cy="0"/>
        </a:xfrm>
      </p:grpSpPr>
      <p:sp>
        <p:nvSpPr>
          <p:cNvPr id="6" name="Text Placeholder 4">
            <a:extLst>
              <a:ext uri="{FF2B5EF4-FFF2-40B4-BE49-F238E27FC236}">
                <a16:creationId xmlns:a16="http://schemas.microsoft.com/office/drawing/2014/main" id="{4A5DDC46-131E-1932-E5FF-2DB33DAECB56}"/>
              </a:ext>
            </a:extLst>
          </p:cNvPr>
          <p:cNvSpPr>
            <a:spLocks noGrp="1"/>
          </p:cNvSpPr>
          <p:nvPr>
            <p:ph type="body" sz="quarter" idx="11" hasCustomPrompt="1"/>
          </p:nvPr>
        </p:nvSpPr>
        <p:spPr>
          <a:xfrm>
            <a:off x="10121900" y="-558800"/>
            <a:ext cx="2070100" cy="330200"/>
          </a:xfrm>
          <a:prstGeom prst="rect">
            <a:avLst/>
          </a:prstGeom>
          <a:solidFill>
            <a:schemeClr val="bg1">
              <a:lumMod val="95000"/>
            </a:schemeClr>
          </a:solidFill>
          <a:ln>
            <a:solidFill>
              <a:schemeClr val="bg1">
                <a:lumMod val="50000"/>
              </a:schemeClr>
            </a:solidFill>
            <a:prstDash val="sysDot"/>
          </a:ln>
        </p:spPr>
        <p:txBody>
          <a:bodyPr anchor="ctr"/>
          <a:lstStyle>
            <a:lvl1pPr marL="0" indent="0" algn="r">
              <a:buNone/>
              <a:defRPr sz="1400" b="0" i="0">
                <a:solidFill>
                  <a:schemeClr val="bg1">
                    <a:lumMod val="50000"/>
                  </a:schemeClr>
                </a:solidFill>
                <a:latin typeface="Segoe UI" panose="020B0502040204020203" pitchFamily="34" charset="0"/>
                <a:cs typeface="Segoe UI" panose="020B0502040204020203" pitchFamily="34" charset="0"/>
              </a:defRPr>
            </a:lvl1pPr>
            <a:lvl2pPr marL="457200" indent="0">
              <a:buNone/>
              <a:defRPr sz="1000" b="0" i="0">
                <a:solidFill>
                  <a:schemeClr val="bg1">
                    <a:lumMod val="50000"/>
                  </a:schemeClr>
                </a:solidFill>
                <a:latin typeface="Segoe UI" panose="020B0502040204020203" pitchFamily="34" charset="0"/>
                <a:cs typeface="Segoe UI" panose="020B0502040204020203" pitchFamily="34" charset="0"/>
              </a:defRPr>
            </a:lvl2pPr>
            <a:lvl3pPr marL="914400" indent="0">
              <a:buNone/>
              <a:defRPr sz="1000" b="0" i="0">
                <a:solidFill>
                  <a:schemeClr val="bg1">
                    <a:lumMod val="50000"/>
                  </a:schemeClr>
                </a:solidFill>
                <a:latin typeface="Segoe UI" panose="020B0502040204020203" pitchFamily="34" charset="0"/>
                <a:cs typeface="Segoe UI" panose="020B0502040204020203" pitchFamily="34" charset="0"/>
              </a:defRPr>
            </a:lvl3pPr>
            <a:lvl4pPr marL="1371600" indent="0">
              <a:buNone/>
              <a:defRPr sz="1000" b="0" i="0">
                <a:solidFill>
                  <a:schemeClr val="bg1">
                    <a:lumMod val="50000"/>
                  </a:schemeClr>
                </a:solidFill>
                <a:latin typeface="Segoe UI" panose="020B0502040204020203" pitchFamily="34" charset="0"/>
                <a:cs typeface="Segoe UI" panose="020B0502040204020203" pitchFamily="34" charset="0"/>
              </a:defRPr>
            </a:lvl4pPr>
            <a:lvl5pPr marL="1828800" indent="0">
              <a:buNone/>
              <a:defRPr sz="1000" b="0" i="0">
                <a:solidFill>
                  <a:schemeClr val="bg1">
                    <a:lumMod val="50000"/>
                  </a:schemeClr>
                </a:solidFill>
                <a:latin typeface="Segoe UI" panose="020B0502040204020203" pitchFamily="34" charset="0"/>
                <a:cs typeface="Segoe UI" panose="020B0502040204020203" pitchFamily="34" charset="0"/>
              </a:defRPr>
            </a:lvl5pPr>
          </a:lstStyle>
          <a:p>
            <a:pPr lvl="0"/>
            <a:r>
              <a:rPr lang="en-US"/>
              <a:t>#</a:t>
            </a:r>
          </a:p>
        </p:txBody>
      </p:sp>
      <p:pic>
        <p:nvPicPr>
          <p:cNvPr id="2" name="Picture 1">
            <a:extLst>
              <a:ext uri="{FF2B5EF4-FFF2-40B4-BE49-F238E27FC236}">
                <a16:creationId xmlns:a16="http://schemas.microsoft.com/office/drawing/2014/main" id="{ECDF3D41-39E1-C908-FC73-089315150FE4}"/>
              </a:ext>
            </a:extLst>
          </p:cNvPr>
          <p:cNvPicPr>
            <a:picLocks noChangeAspect="1"/>
          </p:cNvPicPr>
          <p:nvPr userDrawn="1"/>
        </p:nvPicPr>
        <p:blipFill>
          <a:blip r:embed="rId2"/>
          <a:srcRect r="17014" b="26363"/>
          <a:stretch/>
        </p:blipFill>
        <p:spPr>
          <a:xfrm>
            <a:off x="1" y="1"/>
            <a:ext cx="12192000" cy="6858000"/>
          </a:xfrm>
          <a:prstGeom prst="rect">
            <a:avLst/>
          </a:prstGeom>
        </p:spPr>
      </p:pic>
      <p:pic>
        <p:nvPicPr>
          <p:cNvPr id="3" name="Picture 2">
            <a:extLst>
              <a:ext uri="{FF2B5EF4-FFF2-40B4-BE49-F238E27FC236}">
                <a16:creationId xmlns:a16="http://schemas.microsoft.com/office/drawing/2014/main" id="{FA656A7D-9CB3-CC60-590B-4E2C91716737}"/>
              </a:ext>
            </a:extLst>
          </p:cNvPr>
          <p:cNvPicPr>
            <a:picLocks noChangeAspect="1"/>
          </p:cNvPicPr>
          <p:nvPr userDrawn="1"/>
        </p:nvPicPr>
        <p:blipFill>
          <a:blip r:embed="rId2"/>
          <a:srcRect r="13386" b="23144"/>
          <a:stretch/>
        </p:blipFill>
        <p:spPr>
          <a:xfrm>
            <a:off x="0" y="0"/>
            <a:ext cx="12192000" cy="6858000"/>
          </a:xfrm>
          <a:prstGeom prst="rect">
            <a:avLst/>
          </a:prstGeom>
        </p:spPr>
      </p:pic>
    </p:spTree>
    <p:extLst>
      <p:ext uri="{BB962C8B-B14F-4D97-AF65-F5344CB8AC3E}">
        <p14:creationId xmlns:p14="http://schemas.microsoft.com/office/powerpoint/2010/main" val="1889649249"/>
      </p:ext>
    </p:extLst>
  </p:cSld>
  <p:clrMapOvr>
    <a:masterClrMapping/>
  </p:clrMapOvr>
  <p:extLst>
    <p:ext uri="{DCECCB84-F9BA-43D5-87BE-67443E8EF086}">
      <p15:sldGuideLst xmlns:p15="http://schemas.microsoft.com/office/powerpoint/2012/main">
        <p15:guide id="15" pos="1440">
          <p15:clr>
            <a:srgbClr val="547EBF"/>
          </p15:clr>
        </p15:guide>
        <p15:guide id="17" pos="1632">
          <p15:clr>
            <a:srgbClr val="547EBF"/>
          </p15:clr>
        </p15:guide>
        <p15:guide id="19" pos="2208">
          <p15:clr>
            <a:srgbClr val="A4A3A4"/>
          </p15:clr>
        </p15:guide>
        <p15:guide id="20" pos="2592">
          <p15:clr>
            <a:srgbClr val="547EBF"/>
          </p15:clr>
        </p15:guide>
        <p15:guide id="22" pos="3744">
          <p15:clr>
            <a:srgbClr val="547EBF"/>
          </p15:clr>
        </p15:guide>
        <p15:guide id="23" pos="3168">
          <p15:clr>
            <a:srgbClr val="A4A3A4"/>
          </p15:clr>
        </p15:guide>
        <p15:guide id="24" pos="3360">
          <p15:clr>
            <a:srgbClr val="A4A3A4"/>
          </p15:clr>
        </p15:guide>
        <p15:guide id="25" pos="3936">
          <p15:clr>
            <a:srgbClr val="547EBF"/>
          </p15:clr>
        </p15:guide>
        <p15:guide id="27" pos="4320">
          <p15:clr>
            <a:srgbClr val="A4A3A4"/>
          </p15:clr>
        </p15:guide>
        <p15:guide id="28" pos="4512">
          <p15:clr>
            <a:srgbClr val="A4A3A4"/>
          </p15:clr>
        </p15:guide>
        <p15:guide id="29" pos="4896">
          <p15:clr>
            <a:srgbClr val="547EBF"/>
          </p15:clr>
        </p15:guide>
        <p15:guide id="30" pos="5088">
          <p15:clr>
            <a:srgbClr val="547EBF"/>
          </p15:clr>
        </p15:guide>
        <p15:guide id="32" pos="5472">
          <p15:clr>
            <a:srgbClr val="A4A3A4"/>
          </p15:clr>
        </p15:guide>
        <p15:guide id="33" pos="6048">
          <p15:clr>
            <a:srgbClr val="547EBF"/>
          </p15:clr>
        </p15:guide>
        <p15:guide id="39" pos="5664">
          <p15:clr>
            <a:srgbClr val="A4A3A4"/>
          </p15:clr>
        </p15:guide>
        <p15:guide id="45" pos="1056">
          <p15:clr>
            <a:srgbClr val="A4A3A4"/>
          </p15:clr>
        </p15:guide>
        <p15:guide id="48" pos="864">
          <p15:clr>
            <a:srgbClr val="A4A3A4"/>
          </p15:clr>
        </p15:guide>
        <p15:guide id="49" pos="2016">
          <p15:clr>
            <a:srgbClr val="A4A3A4"/>
          </p15:clr>
        </p15:guide>
        <p15:guide id="50" pos="2784">
          <p15:clr>
            <a:srgbClr val="547EBF"/>
          </p15:clr>
        </p15:guide>
        <p15:guide id="51" pos="6624">
          <p15:clr>
            <a:srgbClr val="A4A3A4"/>
          </p15:clr>
        </p15:guide>
        <p15:guide id="57" pos="6240">
          <p15:clr>
            <a:srgbClr val="547EBF"/>
          </p15:clr>
        </p15:guide>
        <p15:guide id="58" pos="6816">
          <p15:clr>
            <a:srgbClr val="A4A3A4"/>
          </p15:clr>
        </p15:guide>
        <p15:guide id="59" orient="horz" pos="816">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3" name="Text Placeholder 4">
            <a:extLst>
              <a:ext uri="{FF2B5EF4-FFF2-40B4-BE49-F238E27FC236}">
                <a16:creationId xmlns:a16="http://schemas.microsoft.com/office/drawing/2014/main" id="{3134AA3C-2F0D-D667-86A9-3A48F0A2264F}"/>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37795795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_Cover 2">
    <p:bg>
      <p:bgPr>
        <a:solidFill>
          <a:schemeClr val="bg1"/>
        </a:solidFill>
        <a:effectLst/>
      </p:bgPr>
    </p:bg>
    <p:spTree>
      <p:nvGrpSpPr>
        <p:cNvPr id="1" name=""/>
        <p:cNvGrpSpPr/>
        <p:nvPr/>
      </p:nvGrpSpPr>
      <p:grpSpPr>
        <a:xfrm>
          <a:off x="0" y="0"/>
          <a:ext cx="0" cy="0"/>
          <a:chOff x="0" y="0"/>
          <a:chExt cx="0" cy="0"/>
        </a:xfrm>
      </p:grpSpPr>
      <p:sp>
        <p:nvSpPr>
          <p:cNvPr id="35" name="Freeform: Shape 7">
            <a:extLst>
              <a:ext uri="{FF2B5EF4-FFF2-40B4-BE49-F238E27FC236}">
                <a16:creationId xmlns:a16="http://schemas.microsoft.com/office/drawing/2014/main" id="{88D7459A-787E-7208-CE84-4169E8DAAF16}"/>
              </a:ext>
            </a:extLst>
          </p:cNvPr>
          <p:cNvSpPr/>
          <p:nvPr userDrawn="1"/>
        </p:nvSpPr>
        <p:spPr>
          <a:xfrm>
            <a:off x="0" y="-3432"/>
            <a:ext cx="12192000" cy="6864864"/>
          </a:xfrm>
          <a:custGeom>
            <a:avLst/>
            <a:gdLst>
              <a:gd name="connsiteX0" fmla="*/ 0 w 12192000"/>
              <a:gd name="connsiteY0" fmla="*/ 0 h 6864864"/>
              <a:gd name="connsiteX1" fmla="*/ 12192000 w 12192000"/>
              <a:gd name="connsiteY1" fmla="*/ 0 h 6864864"/>
              <a:gd name="connsiteX2" fmla="*/ 12192000 w 12192000"/>
              <a:gd name="connsiteY2" fmla="*/ 6864864 h 6864864"/>
              <a:gd name="connsiteX3" fmla="*/ 0 w 12192000"/>
              <a:gd name="connsiteY3" fmla="*/ 6864864 h 6864864"/>
            </a:gdLst>
            <a:ahLst/>
            <a:cxnLst>
              <a:cxn ang="0">
                <a:pos x="connsiteX0" y="connsiteY0"/>
              </a:cxn>
              <a:cxn ang="0">
                <a:pos x="connsiteX1" y="connsiteY1"/>
              </a:cxn>
              <a:cxn ang="0">
                <a:pos x="connsiteX2" y="connsiteY2"/>
              </a:cxn>
              <a:cxn ang="0">
                <a:pos x="connsiteX3" y="connsiteY3"/>
              </a:cxn>
            </a:cxnLst>
            <a:rect l="l" t="t" r="r" b="b"/>
            <a:pathLst>
              <a:path w="12192000" h="6864864">
                <a:moveTo>
                  <a:pt x="0" y="0"/>
                </a:moveTo>
                <a:lnTo>
                  <a:pt x="12192000" y="0"/>
                </a:lnTo>
                <a:lnTo>
                  <a:pt x="12192000" y="6864864"/>
                </a:lnTo>
                <a:lnTo>
                  <a:pt x="0" y="6864864"/>
                </a:lnTo>
                <a:close/>
              </a:path>
            </a:pathLst>
          </a:custGeom>
          <a:solidFill>
            <a:schemeClr val="bg2">
              <a:lumMod val="50000"/>
            </a:schemeClr>
          </a:solidFill>
          <a:ln w="1373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6" name="Rectangle 5">
            <a:extLst>
              <a:ext uri="{FF2B5EF4-FFF2-40B4-BE49-F238E27FC236}">
                <a16:creationId xmlns:a16="http://schemas.microsoft.com/office/drawing/2014/main" id="{C6EEFF52-3FE4-7FB1-488F-DDEC308643F7}"/>
              </a:ext>
            </a:extLst>
          </p:cNvPr>
          <p:cNvSpPr/>
          <p:nvPr userDrawn="1"/>
        </p:nvSpPr>
        <p:spPr>
          <a:xfrm rot="10800000" flipH="1">
            <a:off x="1" y="1959429"/>
            <a:ext cx="293688" cy="3547068"/>
          </a:xfrm>
          <a:prstGeom prst="rect">
            <a:avLst/>
          </a:prstGeom>
          <a:solidFill>
            <a:schemeClr val="bg2"/>
          </a:solidFill>
          <a:ln w="13730" cap="flat">
            <a:noFill/>
            <a:prstDash val="solid"/>
            <a:miter/>
          </a:ln>
          <a:effectLst>
            <a:outerShdw blurRad="495300" dist="38100" dir="2700000" algn="tl" rotWithShape="0">
              <a:schemeClr val="tx2">
                <a:lumMod val="50000"/>
                <a:alpha val="7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pic>
        <p:nvPicPr>
          <p:cNvPr id="34" name="Graphic 33">
            <a:extLst>
              <a:ext uri="{FF2B5EF4-FFF2-40B4-BE49-F238E27FC236}">
                <a16:creationId xmlns:a16="http://schemas.microsoft.com/office/drawing/2014/main" id="{6621EBC7-D089-A311-51C8-34B5C7C4FF2B}"/>
              </a:ext>
            </a:extLst>
          </p:cNvPr>
          <p:cNvPicPr>
            <a:picLocks noChangeAspect="1"/>
          </p:cNvPicPr>
          <p:nvPr userDrawn="1"/>
        </p:nvPicPr>
        <p:blipFill rotWithShape="1">
          <a:blip r:embed="rId2">
            <a:alphaModFix amt="44000"/>
            <a:extLst>
              <a:ext uri="{96DAC541-7B7A-43D3-8B79-37D633B846F1}">
                <asvg:svgBlip xmlns:asvg="http://schemas.microsoft.com/office/drawing/2016/SVG/main" r:embed="rId3"/>
              </a:ext>
            </a:extLst>
          </a:blip>
          <a:srcRect r="13100"/>
          <a:stretch/>
        </p:blipFill>
        <p:spPr>
          <a:xfrm>
            <a:off x="4044201" y="0"/>
            <a:ext cx="8166849" cy="6864864"/>
          </a:xfrm>
          <a:prstGeom prst="rect">
            <a:avLst/>
          </a:prstGeom>
        </p:spPr>
      </p:pic>
      <p:grpSp>
        <p:nvGrpSpPr>
          <p:cNvPr id="31" name="Group 30">
            <a:extLst>
              <a:ext uri="{FF2B5EF4-FFF2-40B4-BE49-F238E27FC236}">
                <a16:creationId xmlns:a16="http://schemas.microsoft.com/office/drawing/2014/main" id="{72941A31-60B9-B997-30A8-CB6BB4564D02}"/>
              </a:ext>
            </a:extLst>
          </p:cNvPr>
          <p:cNvGrpSpPr/>
          <p:nvPr userDrawn="1"/>
        </p:nvGrpSpPr>
        <p:grpSpPr>
          <a:xfrm>
            <a:off x="604894" y="597820"/>
            <a:ext cx="3084456" cy="292608"/>
            <a:chOff x="604894" y="597820"/>
            <a:chExt cx="3084456" cy="292608"/>
          </a:xfrm>
        </p:grpSpPr>
        <p:pic>
          <p:nvPicPr>
            <p:cNvPr id="32" name="Graphic 31" descr="Microsoft Power Platform logo">
              <a:extLst>
                <a:ext uri="{FF2B5EF4-FFF2-40B4-BE49-F238E27FC236}">
                  <a16:creationId xmlns:a16="http://schemas.microsoft.com/office/drawing/2014/main" id="{C26F65A8-BC3C-8854-C76A-F2F834B9AA70}"/>
                </a:ext>
                <a:ext uri="{C183D7F6-B498-43B3-948B-1728B52AA6E4}">
                  <adec:decorative xmlns:adec="http://schemas.microsoft.com/office/drawing/2017/decorative" val="0"/>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r="89499"/>
            <a:stretch/>
          </p:blipFill>
          <p:spPr>
            <a:xfrm>
              <a:off x="604894" y="597820"/>
              <a:ext cx="322206" cy="292608"/>
            </a:xfrm>
            <a:prstGeom prst="rect">
              <a:avLst/>
            </a:prstGeom>
          </p:spPr>
        </p:pic>
        <p:pic>
          <p:nvPicPr>
            <p:cNvPr id="33" name="Graphic 32" descr="Microsoft Power Platform logo">
              <a:extLst>
                <a:ext uri="{FF2B5EF4-FFF2-40B4-BE49-F238E27FC236}">
                  <a16:creationId xmlns:a16="http://schemas.microsoft.com/office/drawing/2014/main" id="{F8D9193D-3E4B-5CB3-9662-2206A3EE0255}"/>
                </a:ext>
                <a:ext uri="{C183D7F6-B498-43B3-948B-1728B52AA6E4}">
                  <adec:decorative xmlns:adec="http://schemas.microsoft.com/office/drawing/2017/decorative" val="0"/>
                </a:ext>
              </a:extLst>
            </p:cNvPr>
            <p:cNvPicPr>
              <a:picLocks noChangeAspect="1"/>
            </p:cNvPicPr>
            <p:nvPr/>
          </p:nvPicPr>
          <p:blipFill rotWithShape="1">
            <a:blip r:embed="rId4">
              <a:lum bright="100000"/>
              <a:extLst>
                <a:ext uri="{96DAC541-7B7A-43D3-8B79-37D633B846F1}">
                  <asvg:svgBlip xmlns:asvg="http://schemas.microsoft.com/office/drawing/2016/SVG/main" r:embed="rId5"/>
                </a:ext>
              </a:extLst>
            </a:blip>
            <a:srcRect l="11123" r="-527"/>
            <a:stretch/>
          </p:blipFill>
          <p:spPr>
            <a:xfrm>
              <a:off x="946150" y="597820"/>
              <a:ext cx="2743200" cy="292608"/>
            </a:xfrm>
            <a:prstGeom prst="rect">
              <a:avLst/>
            </a:prstGeom>
          </p:spPr>
        </p:pic>
      </p:grpSp>
      <p:sp>
        <p:nvSpPr>
          <p:cNvPr id="9" name="Title 1"/>
          <p:cNvSpPr>
            <a:spLocks noGrp="1"/>
          </p:cNvSpPr>
          <p:nvPr>
            <p:ph type="title" hasCustomPrompt="1"/>
          </p:nvPr>
        </p:nvSpPr>
        <p:spPr>
          <a:xfrm>
            <a:off x="604894" y="1852015"/>
            <a:ext cx="5486400" cy="1231106"/>
          </a:xfrm>
          <a:noFill/>
        </p:spPr>
        <p:txBody>
          <a:bodyPr wrap="square" lIns="0" tIns="0" rIns="0" bIns="0" anchor="b" anchorCtr="0">
            <a:spAutoFit/>
          </a:bodyPr>
          <a:lstStyle>
            <a:lvl1pPr>
              <a:defRPr kumimoji="0" lang="en-US" sz="4000" b="0" i="0" u="none" strike="noStrike" kern="1200" cap="none" spc="0" normalizeH="0" baseline="0" dirty="0">
                <a:ln>
                  <a:noFill/>
                </a:ln>
                <a:solidFill>
                  <a:srgbClr val="FFFFFF"/>
                </a:solidFill>
                <a:effectLst/>
                <a:uLnTx/>
                <a:uFillTx/>
                <a:latin typeface="Segoe UI Semibold"/>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Event name or presentation title </a:t>
            </a:r>
          </a:p>
        </p:txBody>
      </p:sp>
      <p:sp>
        <p:nvSpPr>
          <p:cNvPr id="5" name="Text Placeholder 4"/>
          <p:cNvSpPr>
            <a:spLocks noGrp="1"/>
          </p:cNvSpPr>
          <p:nvPr>
            <p:ph type="body" sz="quarter" idx="12" hasCustomPrompt="1"/>
          </p:nvPr>
        </p:nvSpPr>
        <p:spPr>
          <a:xfrm>
            <a:off x="604894" y="3464888"/>
            <a:ext cx="5486400" cy="492443"/>
          </a:xfrm>
          <a:noFill/>
        </p:spPr>
        <p:txBody>
          <a:bodyPr wrap="square" lIns="0" tIns="0" rIns="0" bIns="0">
            <a:spAutoFit/>
          </a:bodyPr>
          <a:lstStyle>
            <a:lvl1pPr marL="0" indent="0">
              <a:spcBef>
                <a:spcPts val="0"/>
              </a:spcBef>
              <a:buNone/>
              <a:defRPr kumimoji="0" lang="en-US" sz="3200" b="0" i="0" u="none" strike="noStrike" kern="1200" cap="none" spc="0" normalizeH="0" baseline="0" dirty="0">
                <a:ln>
                  <a:noFill/>
                </a:ln>
                <a:solidFill>
                  <a:srgbClr val="FFFFFF"/>
                </a:solidFill>
                <a:effectLst/>
                <a:uLnTx/>
                <a:uFillTx/>
                <a:latin typeface="Segoe UI Semibold"/>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Speaker name</a:t>
            </a:r>
          </a:p>
        </p:txBody>
      </p:sp>
      <p:sp>
        <p:nvSpPr>
          <p:cNvPr id="8" name="Text Placeholder 7">
            <a:extLst>
              <a:ext uri="{FF2B5EF4-FFF2-40B4-BE49-F238E27FC236}">
                <a16:creationId xmlns:a16="http://schemas.microsoft.com/office/drawing/2014/main" id="{72BE9B4C-457B-DAE3-024C-78127F20AD66}"/>
              </a:ext>
            </a:extLst>
          </p:cNvPr>
          <p:cNvSpPr>
            <a:spLocks noGrp="1"/>
          </p:cNvSpPr>
          <p:nvPr>
            <p:ph type="body" sz="quarter" idx="13" hasCustomPrompt="1"/>
          </p:nvPr>
        </p:nvSpPr>
        <p:spPr>
          <a:xfrm>
            <a:off x="604894" y="4298751"/>
            <a:ext cx="5486400" cy="1255728"/>
          </a:xfrm>
        </p:spPr>
        <p:txBody>
          <a:bodyPr/>
          <a:lstStyle>
            <a:lvl1pPr marL="0" indent="0">
              <a:spcBef>
                <a:spcPts val="24"/>
              </a:spcBef>
              <a:buNone/>
              <a:defRPr kumimoji="0" lang="en-US" sz="2400" b="0" i="0" u="none" strike="noStrike" kern="1200" cap="none" spc="0" normalizeH="0" baseline="0" dirty="0">
                <a:ln>
                  <a:noFill/>
                </a:ln>
                <a:solidFill>
                  <a:srgbClr val="FFFFFF"/>
                </a:solidFill>
                <a:effectLst/>
                <a:uLnTx/>
                <a:uFillTx/>
                <a:latin typeface="Segoe UI"/>
                <a:ea typeface="+mn-ea"/>
                <a:cs typeface="Segoe UI" panose="020B0502040204020203" pitchFamily="34" charset="0"/>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Title</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Company</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Other information</a:t>
            </a:r>
          </a:p>
        </p:txBody>
      </p:sp>
    </p:spTree>
    <p:extLst>
      <p:ext uri="{BB962C8B-B14F-4D97-AF65-F5344CB8AC3E}">
        <p14:creationId xmlns:p14="http://schemas.microsoft.com/office/powerpoint/2010/main" val="38216816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3842">
          <p15:clr>
            <a:srgbClr val="5ACBF0"/>
          </p15:clr>
        </p15:guide>
        <p15:guide id="4" orient="horz" pos="2160">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F047E-F0E1-DEAC-4DD1-E5051AC6B4A8}"/>
              </a:ext>
            </a:extLst>
          </p:cNvPr>
          <p:cNvSpPr>
            <a:spLocks noGrp="1"/>
          </p:cNvSpPr>
          <p:nvPr>
            <p:ph type="title"/>
          </p:nvPr>
        </p:nvSpPr>
        <p:spPr>
          <a:xfrm>
            <a:off x="540209" y="353452"/>
            <a:ext cx="10515600" cy="724373"/>
          </a:xfrm>
        </p:spPr>
        <p:txBody>
          <a:bodyPr/>
          <a:lstStyle>
            <a:lvl1pPr>
              <a:defRPr>
                <a:solidFill>
                  <a:srgbClr val="005A9F"/>
                </a:solidFill>
                <a:latin typeface="Segoe UI Semibold" panose="020B0702040204020203" pitchFamily="34" charset="0"/>
                <a:cs typeface="Segoe UI Semibold" panose="020B0702040204020203"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23B99754-85CF-EFC4-13FD-9B867B1D4157}"/>
              </a:ext>
            </a:extLst>
          </p:cNvPr>
          <p:cNvSpPr>
            <a:spLocks noGrp="1"/>
          </p:cNvSpPr>
          <p:nvPr>
            <p:ph idx="1"/>
          </p:nvPr>
        </p:nvSpPr>
        <p:spPr>
          <a:xfrm>
            <a:off x="540209" y="1510449"/>
            <a:ext cx="10515600" cy="4351338"/>
          </a:xfrm>
        </p:spPr>
        <p:txBody>
          <a:bodyPr/>
          <a:lstStyle>
            <a:lvl1pPr>
              <a:defRPr>
                <a:latin typeface="Segoe UI" panose="020B0502040204020203" pitchFamily="34"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27228738"/>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graphicFrame>
        <p:nvGraphicFramePr>
          <p:cNvPr id="7" name="Table 4">
            <a:extLst>
              <a:ext uri="{FF2B5EF4-FFF2-40B4-BE49-F238E27FC236}">
                <a16:creationId xmlns:a16="http://schemas.microsoft.com/office/drawing/2014/main" id="{B97909A9-0FC0-37F2-6376-850FAC681C83}"/>
              </a:ext>
            </a:extLst>
          </p:cNvPr>
          <p:cNvGraphicFramePr>
            <a:graphicFrameLocks noGrp="1"/>
          </p:cNvGraphicFramePr>
          <p:nvPr userDrawn="1"/>
        </p:nvGraphicFramePr>
        <p:xfrm>
          <a:off x="405068" y="1220920"/>
          <a:ext cx="11281874" cy="5160286"/>
        </p:xfrm>
        <a:graphic>
          <a:graphicData uri="http://schemas.openxmlformats.org/drawingml/2006/table">
            <a:tbl>
              <a:tblPr firstRow="1" bandRow="1">
                <a:tableStyleId>{2D5ABB26-0587-4C30-8999-92F81FD0307C}</a:tableStyleId>
              </a:tblPr>
              <a:tblGrid>
                <a:gridCol w="1181133">
                  <a:extLst>
                    <a:ext uri="{9D8B030D-6E8A-4147-A177-3AD203B41FA5}">
                      <a16:colId xmlns:a16="http://schemas.microsoft.com/office/drawing/2014/main" val="139002961"/>
                    </a:ext>
                  </a:extLst>
                </a:gridCol>
                <a:gridCol w="171199">
                  <a:extLst>
                    <a:ext uri="{9D8B030D-6E8A-4147-A177-3AD203B41FA5}">
                      <a16:colId xmlns:a16="http://schemas.microsoft.com/office/drawing/2014/main" val="2595147862"/>
                    </a:ext>
                  </a:extLst>
                </a:gridCol>
                <a:gridCol w="171199">
                  <a:extLst>
                    <a:ext uri="{9D8B030D-6E8A-4147-A177-3AD203B41FA5}">
                      <a16:colId xmlns:a16="http://schemas.microsoft.com/office/drawing/2014/main" val="2401896004"/>
                    </a:ext>
                  </a:extLst>
                </a:gridCol>
                <a:gridCol w="171199">
                  <a:extLst>
                    <a:ext uri="{9D8B030D-6E8A-4147-A177-3AD203B41FA5}">
                      <a16:colId xmlns:a16="http://schemas.microsoft.com/office/drawing/2014/main" val="3133315569"/>
                    </a:ext>
                  </a:extLst>
                </a:gridCol>
                <a:gridCol w="171199">
                  <a:extLst>
                    <a:ext uri="{9D8B030D-6E8A-4147-A177-3AD203B41FA5}">
                      <a16:colId xmlns:a16="http://schemas.microsoft.com/office/drawing/2014/main" val="1963834079"/>
                    </a:ext>
                  </a:extLst>
                </a:gridCol>
                <a:gridCol w="171199">
                  <a:extLst>
                    <a:ext uri="{9D8B030D-6E8A-4147-A177-3AD203B41FA5}">
                      <a16:colId xmlns:a16="http://schemas.microsoft.com/office/drawing/2014/main" val="3296328320"/>
                    </a:ext>
                  </a:extLst>
                </a:gridCol>
                <a:gridCol w="171199">
                  <a:extLst>
                    <a:ext uri="{9D8B030D-6E8A-4147-A177-3AD203B41FA5}">
                      <a16:colId xmlns:a16="http://schemas.microsoft.com/office/drawing/2014/main" val="978405614"/>
                    </a:ext>
                  </a:extLst>
                </a:gridCol>
                <a:gridCol w="171199">
                  <a:extLst>
                    <a:ext uri="{9D8B030D-6E8A-4147-A177-3AD203B41FA5}">
                      <a16:colId xmlns:a16="http://schemas.microsoft.com/office/drawing/2014/main" val="1305120353"/>
                    </a:ext>
                  </a:extLst>
                </a:gridCol>
                <a:gridCol w="171199">
                  <a:extLst>
                    <a:ext uri="{9D8B030D-6E8A-4147-A177-3AD203B41FA5}">
                      <a16:colId xmlns:a16="http://schemas.microsoft.com/office/drawing/2014/main" val="1963733083"/>
                    </a:ext>
                  </a:extLst>
                </a:gridCol>
                <a:gridCol w="171199">
                  <a:extLst>
                    <a:ext uri="{9D8B030D-6E8A-4147-A177-3AD203B41FA5}">
                      <a16:colId xmlns:a16="http://schemas.microsoft.com/office/drawing/2014/main" val="601243044"/>
                    </a:ext>
                  </a:extLst>
                </a:gridCol>
                <a:gridCol w="171199">
                  <a:extLst>
                    <a:ext uri="{9D8B030D-6E8A-4147-A177-3AD203B41FA5}">
                      <a16:colId xmlns:a16="http://schemas.microsoft.com/office/drawing/2014/main" val="3526607817"/>
                    </a:ext>
                  </a:extLst>
                </a:gridCol>
                <a:gridCol w="171199">
                  <a:extLst>
                    <a:ext uri="{9D8B030D-6E8A-4147-A177-3AD203B41FA5}">
                      <a16:colId xmlns:a16="http://schemas.microsoft.com/office/drawing/2014/main" val="2215976785"/>
                    </a:ext>
                  </a:extLst>
                </a:gridCol>
                <a:gridCol w="171199">
                  <a:extLst>
                    <a:ext uri="{9D8B030D-6E8A-4147-A177-3AD203B41FA5}">
                      <a16:colId xmlns:a16="http://schemas.microsoft.com/office/drawing/2014/main" val="1721391407"/>
                    </a:ext>
                  </a:extLst>
                </a:gridCol>
                <a:gridCol w="171199">
                  <a:extLst>
                    <a:ext uri="{9D8B030D-6E8A-4147-A177-3AD203B41FA5}">
                      <a16:colId xmlns:a16="http://schemas.microsoft.com/office/drawing/2014/main" val="1493851506"/>
                    </a:ext>
                  </a:extLst>
                </a:gridCol>
                <a:gridCol w="171199">
                  <a:extLst>
                    <a:ext uri="{9D8B030D-6E8A-4147-A177-3AD203B41FA5}">
                      <a16:colId xmlns:a16="http://schemas.microsoft.com/office/drawing/2014/main" val="1099816242"/>
                    </a:ext>
                  </a:extLst>
                </a:gridCol>
                <a:gridCol w="171199">
                  <a:extLst>
                    <a:ext uri="{9D8B030D-6E8A-4147-A177-3AD203B41FA5}">
                      <a16:colId xmlns:a16="http://schemas.microsoft.com/office/drawing/2014/main" val="1993367128"/>
                    </a:ext>
                  </a:extLst>
                </a:gridCol>
                <a:gridCol w="171199">
                  <a:extLst>
                    <a:ext uri="{9D8B030D-6E8A-4147-A177-3AD203B41FA5}">
                      <a16:colId xmlns:a16="http://schemas.microsoft.com/office/drawing/2014/main" val="1322700314"/>
                    </a:ext>
                  </a:extLst>
                </a:gridCol>
                <a:gridCol w="171199">
                  <a:extLst>
                    <a:ext uri="{9D8B030D-6E8A-4147-A177-3AD203B41FA5}">
                      <a16:colId xmlns:a16="http://schemas.microsoft.com/office/drawing/2014/main" val="3582699855"/>
                    </a:ext>
                  </a:extLst>
                </a:gridCol>
                <a:gridCol w="171199">
                  <a:extLst>
                    <a:ext uri="{9D8B030D-6E8A-4147-A177-3AD203B41FA5}">
                      <a16:colId xmlns:a16="http://schemas.microsoft.com/office/drawing/2014/main" val="4106340395"/>
                    </a:ext>
                  </a:extLst>
                </a:gridCol>
                <a:gridCol w="171199">
                  <a:extLst>
                    <a:ext uri="{9D8B030D-6E8A-4147-A177-3AD203B41FA5}">
                      <a16:colId xmlns:a16="http://schemas.microsoft.com/office/drawing/2014/main" val="3276059429"/>
                    </a:ext>
                  </a:extLst>
                </a:gridCol>
                <a:gridCol w="171199">
                  <a:extLst>
                    <a:ext uri="{9D8B030D-6E8A-4147-A177-3AD203B41FA5}">
                      <a16:colId xmlns:a16="http://schemas.microsoft.com/office/drawing/2014/main" val="2245552482"/>
                    </a:ext>
                  </a:extLst>
                </a:gridCol>
                <a:gridCol w="171199">
                  <a:extLst>
                    <a:ext uri="{9D8B030D-6E8A-4147-A177-3AD203B41FA5}">
                      <a16:colId xmlns:a16="http://schemas.microsoft.com/office/drawing/2014/main" val="1382987798"/>
                    </a:ext>
                  </a:extLst>
                </a:gridCol>
                <a:gridCol w="171199">
                  <a:extLst>
                    <a:ext uri="{9D8B030D-6E8A-4147-A177-3AD203B41FA5}">
                      <a16:colId xmlns:a16="http://schemas.microsoft.com/office/drawing/2014/main" val="4274534227"/>
                    </a:ext>
                  </a:extLst>
                </a:gridCol>
                <a:gridCol w="171199">
                  <a:extLst>
                    <a:ext uri="{9D8B030D-6E8A-4147-A177-3AD203B41FA5}">
                      <a16:colId xmlns:a16="http://schemas.microsoft.com/office/drawing/2014/main" val="3766968145"/>
                    </a:ext>
                  </a:extLst>
                </a:gridCol>
                <a:gridCol w="171199">
                  <a:extLst>
                    <a:ext uri="{9D8B030D-6E8A-4147-A177-3AD203B41FA5}">
                      <a16:colId xmlns:a16="http://schemas.microsoft.com/office/drawing/2014/main" val="3569410570"/>
                    </a:ext>
                  </a:extLst>
                </a:gridCol>
                <a:gridCol w="171199">
                  <a:extLst>
                    <a:ext uri="{9D8B030D-6E8A-4147-A177-3AD203B41FA5}">
                      <a16:colId xmlns:a16="http://schemas.microsoft.com/office/drawing/2014/main" val="2056581450"/>
                    </a:ext>
                  </a:extLst>
                </a:gridCol>
                <a:gridCol w="171199">
                  <a:extLst>
                    <a:ext uri="{9D8B030D-6E8A-4147-A177-3AD203B41FA5}">
                      <a16:colId xmlns:a16="http://schemas.microsoft.com/office/drawing/2014/main" val="316901304"/>
                    </a:ext>
                  </a:extLst>
                </a:gridCol>
                <a:gridCol w="171199">
                  <a:extLst>
                    <a:ext uri="{9D8B030D-6E8A-4147-A177-3AD203B41FA5}">
                      <a16:colId xmlns:a16="http://schemas.microsoft.com/office/drawing/2014/main" val="3037743816"/>
                    </a:ext>
                  </a:extLst>
                </a:gridCol>
                <a:gridCol w="171199">
                  <a:extLst>
                    <a:ext uri="{9D8B030D-6E8A-4147-A177-3AD203B41FA5}">
                      <a16:colId xmlns:a16="http://schemas.microsoft.com/office/drawing/2014/main" val="1524364707"/>
                    </a:ext>
                  </a:extLst>
                </a:gridCol>
                <a:gridCol w="171199">
                  <a:extLst>
                    <a:ext uri="{9D8B030D-6E8A-4147-A177-3AD203B41FA5}">
                      <a16:colId xmlns:a16="http://schemas.microsoft.com/office/drawing/2014/main" val="3746671706"/>
                    </a:ext>
                  </a:extLst>
                </a:gridCol>
                <a:gridCol w="171199">
                  <a:extLst>
                    <a:ext uri="{9D8B030D-6E8A-4147-A177-3AD203B41FA5}">
                      <a16:colId xmlns:a16="http://schemas.microsoft.com/office/drawing/2014/main" val="106425224"/>
                    </a:ext>
                  </a:extLst>
                </a:gridCol>
                <a:gridCol w="171199">
                  <a:extLst>
                    <a:ext uri="{9D8B030D-6E8A-4147-A177-3AD203B41FA5}">
                      <a16:colId xmlns:a16="http://schemas.microsoft.com/office/drawing/2014/main" val="704508852"/>
                    </a:ext>
                  </a:extLst>
                </a:gridCol>
                <a:gridCol w="171199">
                  <a:extLst>
                    <a:ext uri="{9D8B030D-6E8A-4147-A177-3AD203B41FA5}">
                      <a16:colId xmlns:a16="http://schemas.microsoft.com/office/drawing/2014/main" val="1743720722"/>
                    </a:ext>
                  </a:extLst>
                </a:gridCol>
                <a:gridCol w="171199">
                  <a:extLst>
                    <a:ext uri="{9D8B030D-6E8A-4147-A177-3AD203B41FA5}">
                      <a16:colId xmlns:a16="http://schemas.microsoft.com/office/drawing/2014/main" val="4206440371"/>
                    </a:ext>
                  </a:extLst>
                </a:gridCol>
                <a:gridCol w="171199">
                  <a:extLst>
                    <a:ext uri="{9D8B030D-6E8A-4147-A177-3AD203B41FA5}">
                      <a16:colId xmlns:a16="http://schemas.microsoft.com/office/drawing/2014/main" val="3245454163"/>
                    </a:ext>
                  </a:extLst>
                </a:gridCol>
                <a:gridCol w="171199">
                  <a:extLst>
                    <a:ext uri="{9D8B030D-6E8A-4147-A177-3AD203B41FA5}">
                      <a16:colId xmlns:a16="http://schemas.microsoft.com/office/drawing/2014/main" val="172583902"/>
                    </a:ext>
                  </a:extLst>
                </a:gridCol>
                <a:gridCol w="171199">
                  <a:extLst>
                    <a:ext uri="{9D8B030D-6E8A-4147-A177-3AD203B41FA5}">
                      <a16:colId xmlns:a16="http://schemas.microsoft.com/office/drawing/2014/main" val="745361375"/>
                    </a:ext>
                  </a:extLst>
                </a:gridCol>
                <a:gridCol w="171199">
                  <a:extLst>
                    <a:ext uri="{9D8B030D-6E8A-4147-A177-3AD203B41FA5}">
                      <a16:colId xmlns:a16="http://schemas.microsoft.com/office/drawing/2014/main" val="937869156"/>
                    </a:ext>
                  </a:extLst>
                </a:gridCol>
                <a:gridCol w="171199">
                  <a:extLst>
                    <a:ext uri="{9D8B030D-6E8A-4147-A177-3AD203B41FA5}">
                      <a16:colId xmlns:a16="http://schemas.microsoft.com/office/drawing/2014/main" val="3715741561"/>
                    </a:ext>
                  </a:extLst>
                </a:gridCol>
                <a:gridCol w="171199">
                  <a:extLst>
                    <a:ext uri="{9D8B030D-6E8A-4147-A177-3AD203B41FA5}">
                      <a16:colId xmlns:a16="http://schemas.microsoft.com/office/drawing/2014/main" val="1280984595"/>
                    </a:ext>
                  </a:extLst>
                </a:gridCol>
                <a:gridCol w="171199">
                  <a:extLst>
                    <a:ext uri="{9D8B030D-6E8A-4147-A177-3AD203B41FA5}">
                      <a16:colId xmlns:a16="http://schemas.microsoft.com/office/drawing/2014/main" val="1334737629"/>
                    </a:ext>
                  </a:extLst>
                </a:gridCol>
                <a:gridCol w="171199">
                  <a:extLst>
                    <a:ext uri="{9D8B030D-6E8A-4147-A177-3AD203B41FA5}">
                      <a16:colId xmlns:a16="http://schemas.microsoft.com/office/drawing/2014/main" val="1613621912"/>
                    </a:ext>
                  </a:extLst>
                </a:gridCol>
                <a:gridCol w="171199">
                  <a:extLst>
                    <a:ext uri="{9D8B030D-6E8A-4147-A177-3AD203B41FA5}">
                      <a16:colId xmlns:a16="http://schemas.microsoft.com/office/drawing/2014/main" val="3357569998"/>
                    </a:ext>
                  </a:extLst>
                </a:gridCol>
                <a:gridCol w="171199">
                  <a:extLst>
                    <a:ext uri="{9D8B030D-6E8A-4147-A177-3AD203B41FA5}">
                      <a16:colId xmlns:a16="http://schemas.microsoft.com/office/drawing/2014/main" val="656625864"/>
                    </a:ext>
                  </a:extLst>
                </a:gridCol>
                <a:gridCol w="171199">
                  <a:extLst>
                    <a:ext uri="{9D8B030D-6E8A-4147-A177-3AD203B41FA5}">
                      <a16:colId xmlns:a16="http://schemas.microsoft.com/office/drawing/2014/main" val="1412526929"/>
                    </a:ext>
                  </a:extLst>
                </a:gridCol>
                <a:gridCol w="171199">
                  <a:extLst>
                    <a:ext uri="{9D8B030D-6E8A-4147-A177-3AD203B41FA5}">
                      <a16:colId xmlns:a16="http://schemas.microsoft.com/office/drawing/2014/main" val="647377130"/>
                    </a:ext>
                  </a:extLst>
                </a:gridCol>
                <a:gridCol w="171199">
                  <a:extLst>
                    <a:ext uri="{9D8B030D-6E8A-4147-A177-3AD203B41FA5}">
                      <a16:colId xmlns:a16="http://schemas.microsoft.com/office/drawing/2014/main" val="783445939"/>
                    </a:ext>
                  </a:extLst>
                </a:gridCol>
                <a:gridCol w="171199">
                  <a:extLst>
                    <a:ext uri="{9D8B030D-6E8A-4147-A177-3AD203B41FA5}">
                      <a16:colId xmlns:a16="http://schemas.microsoft.com/office/drawing/2014/main" val="1513694250"/>
                    </a:ext>
                  </a:extLst>
                </a:gridCol>
                <a:gridCol w="171199">
                  <a:extLst>
                    <a:ext uri="{9D8B030D-6E8A-4147-A177-3AD203B41FA5}">
                      <a16:colId xmlns:a16="http://schemas.microsoft.com/office/drawing/2014/main" val="1496411637"/>
                    </a:ext>
                  </a:extLst>
                </a:gridCol>
                <a:gridCol w="171199">
                  <a:extLst>
                    <a:ext uri="{9D8B030D-6E8A-4147-A177-3AD203B41FA5}">
                      <a16:colId xmlns:a16="http://schemas.microsoft.com/office/drawing/2014/main" val="1290766309"/>
                    </a:ext>
                  </a:extLst>
                </a:gridCol>
                <a:gridCol w="171199">
                  <a:extLst>
                    <a:ext uri="{9D8B030D-6E8A-4147-A177-3AD203B41FA5}">
                      <a16:colId xmlns:a16="http://schemas.microsoft.com/office/drawing/2014/main" val="1390400275"/>
                    </a:ext>
                  </a:extLst>
                </a:gridCol>
                <a:gridCol w="171199">
                  <a:extLst>
                    <a:ext uri="{9D8B030D-6E8A-4147-A177-3AD203B41FA5}">
                      <a16:colId xmlns:a16="http://schemas.microsoft.com/office/drawing/2014/main" val="2772241488"/>
                    </a:ext>
                  </a:extLst>
                </a:gridCol>
                <a:gridCol w="171199">
                  <a:extLst>
                    <a:ext uri="{9D8B030D-6E8A-4147-A177-3AD203B41FA5}">
                      <a16:colId xmlns:a16="http://schemas.microsoft.com/office/drawing/2014/main" val="575613933"/>
                    </a:ext>
                  </a:extLst>
                </a:gridCol>
                <a:gridCol w="171199">
                  <a:extLst>
                    <a:ext uri="{9D8B030D-6E8A-4147-A177-3AD203B41FA5}">
                      <a16:colId xmlns:a16="http://schemas.microsoft.com/office/drawing/2014/main" val="1857268977"/>
                    </a:ext>
                  </a:extLst>
                </a:gridCol>
                <a:gridCol w="171199">
                  <a:extLst>
                    <a:ext uri="{9D8B030D-6E8A-4147-A177-3AD203B41FA5}">
                      <a16:colId xmlns:a16="http://schemas.microsoft.com/office/drawing/2014/main" val="2665754153"/>
                    </a:ext>
                  </a:extLst>
                </a:gridCol>
                <a:gridCol w="171199">
                  <a:extLst>
                    <a:ext uri="{9D8B030D-6E8A-4147-A177-3AD203B41FA5}">
                      <a16:colId xmlns:a16="http://schemas.microsoft.com/office/drawing/2014/main" val="1709550414"/>
                    </a:ext>
                  </a:extLst>
                </a:gridCol>
                <a:gridCol w="171199">
                  <a:extLst>
                    <a:ext uri="{9D8B030D-6E8A-4147-A177-3AD203B41FA5}">
                      <a16:colId xmlns:a16="http://schemas.microsoft.com/office/drawing/2014/main" val="1051208460"/>
                    </a:ext>
                  </a:extLst>
                </a:gridCol>
                <a:gridCol w="171199">
                  <a:extLst>
                    <a:ext uri="{9D8B030D-6E8A-4147-A177-3AD203B41FA5}">
                      <a16:colId xmlns:a16="http://schemas.microsoft.com/office/drawing/2014/main" val="79008726"/>
                    </a:ext>
                  </a:extLst>
                </a:gridCol>
                <a:gridCol w="171199">
                  <a:extLst>
                    <a:ext uri="{9D8B030D-6E8A-4147-A177-3AD203B41FA5}">
                      <a16:colId xmlns:a16="http://schemas.microsoft.com/office/drawing/2014/main" val="3544677737"/>
                    </a:ext>
                  </a:extLst>
                </a:gridCol>
                <a:gridCol w="171199">
                  <a:extLst>
                    <a:ext uri="{9D8B030D-6E8A-4147-A177-3AD203B41FA5}">
                      <a16:colId xmlns:a16="http://schemas.microsoft.com/office/drawing/2014/main" val="1936430234"/>
                    </a:ext>
                  </a:extLst>
                </a:gridCol>
              </a:tblGrid>
              <a:tr h="260509">
                <a:tc rowSpan="2">
                  <a:txBody>
                    <a:bodyPr/>
                    <a:lstStyle/>
                    <a:p>
                      <a:endParaRPr lang="en-US" sz="1100" b="1">
                        <a:solidFill>
                          <a:schemeClr val="bg1"/>
                        </a:solidFill>
                      </a:endParaRPr>
                    </a:p>
                  </a:txBody>
                  <a:tcPr marL="91427" marR="91427" marT="45713" marB="4571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5A9F"/>
                    </a:solidFill>
                  </a:tcPr>
                </a:tc>
                <a:tc gridSpan="10">
                  <a:txBody>
                    <a:bodyPr/>
                    <a:lstStyle/>
                    <a:p>
                      <a:pPr algn="ctr" fontAlgn="b"/>
                      <a:r>
                        <a:rPr lang="en-US" sz="1100" b="1" i="0" u="none" strike="noStrike" kern="1200">
                          <a:solidFill>
                            <a:schemeClr val="tx1"/>
                          </a:solidFill>
                          <a:effectLst/>
                          <a:latin typeface="Calibri" panose="020F0502020204030204" pitchFamily="34" charset="0"/>
                          <a:ea typeface="+mn-ea"/>
                          <a:cs typeface="+mn-cs"/>
                        </a:rPr>
                        <a:t>July</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hMerge="1">
                  <a:txBody>
                    <a:bodyPr/>
                    <a:lstStyle/>
                    <a:p>
                      <a:pPr algn="ctr" fontAlgn="b"/>
                      <a:r>
                        <a:rPr lang="en-US" sz="800" b="0" i="0" u="none" strike="noStrike">
                          <a:solidFill>
                            <a:srgbClr val="000000"/>
                          </a:solidFill>
                          <a:effectLst/>
                          <a:latin typeface="Calibri" panose="020F0502020204030204" pitchFamily="34" charset="0"/>
                        </a:rPr>
                        <a:t>23</a:t>
                      </a:r>
                    </a:p>
                  </a:txBody>
                  <a:tcPr marL="5443" marR="5443" marT="5443" marB="0" anchor="ctr"/>
                </a:tc>
                <a:tc hMerge="1">
                  <a:txBody>
                    <a:bodyPr/>
                    <a:lstStyle/>
                    <a:p>
                      <a:pPr algn="ctr" fontAlgn="b"/>
                      <a:r>
                        <a:rPr lang="en-US" sz="800" b="0" i="0" u="none" strike="noStrike">
                          <a:solidFill>
                            <a:srgbClr val="000000"/>
                          </a:solidFill>
                          <a:effectLst/>
                          <a:latin typeface="Calibri" panose="020F0502020204030204" pitchFamily="34" charset="0"/>
                        </a:rPr>
                        <a:t>24</a:t>
                      </a:r>
                    </a:p>
                  </a:txBody>
                  <a:tcPr marL="5443" marR="5443" marT="5443" marB="0" anchor="ctr"/>
                </a:tc>
                <a:tc hMerge="1">
                  <a:txBody>
                    <a:bodyPr/>
                    <a:lstStyle/>
                    <a:p>
                      <a:pPr algn="ctr" fontAlgn="b"/>
                      <a:r>
                        <a:rPr lang="en-US" sz="800" b="0" i="0" u="none" strike="noStrike">
                          <a:solidFill>
                            <a:srgbClr val="000000"/>
                          </a:solidFill>
                          <a:effectLst/>
                          <a:latin typeface="Calibri" panose="020F0502020204030204" pitchFamily="34" charset="0"/>
                        </a:rPr>
                        <a:t>25</a:t>
                      </a:r>
                    </a:p>
                  </a:txBody>
                  <a:tcPr marL="5443" marR="5443" marT="5443" marB="0" anchor="ctr"/>
                </a:tc>
                <a:tc hMerge="1">
                  <a:txBody>
                    <a:bodyPr/>
                    <a:lstStyle/>
                    <a:p>
                      <a:pPr algn="ctr" fontAlgn="b"/>
                      <a:r>
                        <a:rPr lang="en-US" sz="800" b="0" i="0" u="none" strike="noStrike">
                          <a:solidFill>
                            <a:srgbClr val="000000"/>
                          </a:solidFill>
                          <a:effectLst/>
                          <a:latin typeface="Calibri" panose="020F0502020204030204" pitchFamily="34" charset="0"/>
                        </a:rPr>
                        <a:t>26</a:t>
                      </a: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hMerge="1">
                  <a:txBody>
                    <a:bodyPr/>
                    <a:lstStyle/>
                    <a:p>
                      <a:pPr algn="ctr" fontAlgn="b"/>
                      <a:r>
                        <a:rPr lang="en-US" sz="800" b="0" i="0" u="none" strike="noStrike">
                          <a:solidFill>
                            <a:srgbClr val="000000"/>
                          </a:solidFill>
                          <a:effectLst/>
                          <a:latin typeface="Calibri" panose="020F0502020204030204" pitchFamily="34" charset="0"/>
                        </a:rPr>
                        <a:t>27</a:t>
                      </a:r>
                    </a:p>
                  </a:txBody>
                  <a:tcPr marL="5443" marR="5443" marT="5443" marB="0" anchor="ctr"/>
                </a:tc>
                <a:tc hMerge="1">
                  <a:txBody>
                    <a:bodyPr/>
                    <a:lstStyle/>
                    <a:p>
                      <a:pPr algn="ctr" fontAlgn="b"/>
                      <a:r>
                        <a:rPr lang="en-US" sz="800" b="0" i="0" u="none" strike="noStrike">
                          <a:solidFill>
                            <a:srgbClr val="000000"/>
                          </a:solidFill>
                          <a:effectLst/>
                          <a:latin typeface="Calibri" panose="020F0502020204030204" pitchFamily="34" charset="0"/>
                        </a:rPr>
                        <a:t>28</a:t>
                      </a:r>
                    </a:p>
                  </a:txBody>
                  <a:tcPr marL="5443" marR="5443" marT="5443" marB="0" anchor="ctr"/>
                </a:tc>
                <a:tc hMerge="1">
                  <a:txBody>
                    <a:bodyPr/>
                    <a:lstStyle/>
                    <a:p>
                      <a:pPr algn="ctr" fontAlgn="b"/>
                      <a:endParaRPr lang="en-US" sz="1100" b="1" i="0" u="none" strike="noStrike">
                        <a:solidFill>
                          <a:schemeClr val="bg1"/>
                        </a:solidFill>
                        <a:effectLst/>
                        <a:latin typeface="Calibri" panose="020F0502020204030204" pitchFamily="34" charset="0"/>
                      </a:endParaRPr>
                    </a:p>
                  </a:txBody>
                  <a:tcPr marL="5443" marR="5443" marT="5443"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pPr algn="ctr" fontAlgn="b"/>
                      <a:endParaRPr lang="en-US" sz="1100" b="1" i="0" u="none" strike="noStrike">
                        <a:solidFill>
                          <a:schemeClr val="bg1"/>
                        </a:solidFill>
                        <a:effectLst/>
                        <a:latin typeface="Calibri" panose="020F0502020204030204" pitchFamily="34" charset="0"/>
                      </a:endParaRPr>
                    </a:p>
                  </a:txBody>
                  <a:tcPr marL="5443" marR="5443" marT="5443"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pPr algn="ctr" fontAlgn="b"/>
                      <a:endParaRPr lang="en-US" sz="800" b="0" i="0" u="none" strike="noStrike">
                        <a:solidFill>
                          <a:srgbClr val="000000"/>
                        </a:solidFill>
                        <a:effectLst/>
                        <a:latin typeface="Calibri" panose="020F0502020204030204" pitchFamily="34" charset="0"/>
                      </a:endParaRP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gridSpan="31">
                  <a:txBody>
                    <a:bodyPr/>
                    <a:lstStyle/>
                    <a:p>
                      <a:pPr algn="ctr" fontAlgn="b"/>
                      <a:r>
                        <a:rPr lang="en-US" sz="1100" b="1" i="0" u="none" strike="noStrike">
                          <a:solidFill>
                            <a:schemeClr val="bg1"/>
                          </a:solidFill>
                          <a:effectLst/>
                          <a:latin typeface="Calibri" panose="020F0502020204030204" pitchFamily="34" charset="0"/>
                        </a:rPr>
                        <a:t>August</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fontAlgn="b"/>
                      <a:endParaRPr lang="en-US" sz="800" b="0" i="0" u="none" strike="noStrike">
                        <a:solidFill>
                          <a:srgbClr val="000000"/>
                        </a:solidFill>
                        <a:effectLst/>
                        <a:latin typeface="Calibri" panose="020F0502020204030204" pitchFamily="34" charset="0"/>
                      </a:endParaRPr>
                    </a:p>
                  </a:txBody>
                  <a:tcPr marL="5443" marR="5443" marT="5443" marB="0" anchor="ctr"/>
                </a:tc>
                <a:tc hMerge="1">
                  <a:txBody>
                    <a:bodyPr/>
                    <a:lstStyle/>
                    <a:p>
                      <a:pPr algn="ctr" fontAlgn="b"/>
                      <a:endParaRPr lang="en-US" sz="800" b="0" i="0" u="none" strike="noStrike">
                        <a:solidFill>
                          <a:srgbClr val="000000"/>
                        </a:solidFill>
                        <a:effectLst/>
                        <a:latin typeface="Calibri" panose="020F0502020204030204" pitchFamily="34" charset="0"/>
                      </a:endParaRPr>
                    </a:p>
                  </a:txBody>
                  <a:tcPr marL="5443" marR="5443" marT="5443" marB="0" anchor="ctr"/>
                </a:tc>
                <a:tc hMerge="1">
                  <a:txBody>
                    <a:bodyPr/>
                    <a:lstStyle/>
                    <a:p>
                      <a:pPr algn="ctr" fontAlgn="b"/>
                      <a:endParaRPr lang="en-US" sz="800" b="0" i="0" u="none" strike="noStrike">
                        <a:solidFill>
                          <a:srgbClr val="000000"/>
                        </a:solidFill>
                        <a:effectLst/>
                        <a:latin typeface="Calibri" panose="020F0502020204030204" pitchFamily="34" charset="0"/>
                      </a:endParaRPr>
                    </a:p>
                  </a:txBody>
                  <a:tcPr marL="5443" marR="5443" marT="5443" marB="0" anchor="ctr"/>
                </a:tc>
                <a:tc hMerge="1">
                  <a:txBody>
                    <a:bodyPr/>
                    <a:lstStyle/>
                    <a:p>
                      <a:pPr algn="ctr" fontAlgn="b"/>
                      <a:endParaRPr lang="en-US" sz="800" b="0" i="0" u="none" strike="noStrike">
                        <a:solidFill>
                          <a:srgbClr val="000000"/>
                        </a:solidFill>
                        <a:effectLst/>
                        <a:latin typeface="Calibri" panose="020F0502020204030204" pitchFamily="34" charset="0"/>
                      </a:endParaRPr>
                    </a:p>
                  </a:txBody>
                  <a:tcPr marL="5443" marR="5443" marT="5443" marB="0" anchor="ctr"/>
                </a:tc>
                <a:tc hMerge="1">
                  <a:txBody>
                    <a:bodyPr/>
                    <a:lstStyle/>
                    <a:p>
                      <a:pPr algn="ctr" fontAlgn="b"/>
                      <a:endParaRPr lang="en-US" sz="800" b="0" i="0" u="none" strike="noStrike">
                        <a:solidFill>
                          <a:srgbClr val="000000"/>
                        </a:solidFill>
                        <a:effectLst/>
                        <a:latin typeface="Calibri" panose="020F050202020403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hMerge="1">
                  <a:txBody>
                    <a:bodyPr/>
                    <a:lstStyle/>
                    <a:p>
                      <a:pPr algn="ctr" fontAlgn="b"/>
                      <a:endParaRPr lang="en-US" sz="800" b="0" i="0" u="none" strike="noStrike">
                        <a:solidFill>
                          <a:srgbClr val="000000"/>
                        </a:solidFill>
                        <a:effectLst/>
                        <a:latin typeface="Calibri" panose="020F050202020403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hMerge="1">
                  <a:txBody>
                    <a:bodyPr/>
                    <a:lstStyle/>
                    <a:p>
                      <a:pPr algn="ctr" fontAlgn="b"/>
                      <a:endParaRPr lang="en-US" sz="800" b="0" i="0" u="none" strike="noStrike">
                        <a:solidFill>
                          <a:srgbClr val="000000"/>
                        </a:solidFill>
                        <a:effectLst/>
                        <a:latin typeface="Calibri" panose="020F050202020403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hMerge="1">
                  <a:txBody>
                    <a:bodyPr/>
                    <a:lstStyle/>
                    <a:p>
                      <a:pPr algn="ctr" fontAlgn="b"/>
                      <a:endParaRPr lang="en-US" sz="800" b="0" i="0" u="none" strike="noStrike">
                        <a:solidFill>
                          <a:srgbClr val="000000"/>
                        </a:solidFill>
                        <a:effectLst/>
                        <a:latin typeface="Calibri" panose="020F050202020403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hMerge="1">
                  <a:txBody>
                    <a:bodyPr/>
                    <a:lstStyle/>
                    <a:p>
                      <a:pPr algn="ctr" fontAlgn="b"/>
                      <a:endParaRPr lang="en-US" sz="800" b="0" i="0" u="none" strike="noStrike">
                        <a:solidFill>
                          <a:srgbClr val="000000"/>
                        </a:solidFill>
                        <a:effectLst/>
                        <a:latin typeface="Calibri" panose="020F050202020403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hMerge="1">
                  <a:txBody>
                    <a:bodyPr/>
                    <a:lstStyle/>
                    <a:p>
                      <a:pPr algn="ctr" fontAlgn="b"/>
                      <a:endParaRPr lang="en-US" sz="800" b="0" i="0" u="none" strike="noStrike">
                        <a:solidFill>
                          <a:srgbClr val="000000"/>
                        </a:solidFill>
                        <a:effectLst/>
                        <a:latin typeface="Calibri" panose="020F0502020204030204" pitchFamily="34" charset="0"/>
                      </a:endParaRPr>
                    </a:p>
                  </a:txBody>
                  <a:tcPr marL="5443" marR="5443" marT="5443"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hMerge="1">
                  <a:txBody>
                    <a:bodyPr/>
                    <a:lstStyle/>
                    <a:p>
                      <a:pPr algn="ctr" fontAlgn="b"/>
                      <a:endParaRPr lang="en-US" sz="800" b="0" i="0" u="none" strike="noStrike">
                        <a:solidFill>
                          <a:srgbClr val="000000"/>
                        </a:solidFill>
                        <a:effectLst/>
                        <a:latin typeface="Calibri" panose="020F050202020403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hMerge="1">
                  <a:txBody>
                    <a:bodyPr/>
                    <a:lstStyle/>
                    <a:p>
                      <a:pPr algn="ctr" fontAlgn="b"/>
                      <a:endParaRPr lang="en-US" sz="800" b="0" i="0" u="none" strike="noStrike">
                        <a:solidFill>
                          <a:srgbClr val="000000"/>
                        </a:solidFill>
                        <a:effectLst/>
                        <a:latin typeface="Calibri" panose="020F050202020403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hMerge="1">
                  <a:txBody>
                    <a:bodyPr/>
                    <a:lstStyle/>
                    <a:p>
                      <a:pPr algn="ctr" fontAlgn="b"/>
                      <a:endParaRPr lang="en-US" sz="800" b="0" i="0" u="none" strike="noStrike">
                        <a:solidFill>
                          <a:srgbClr val="000000"/>
                        </a:solidFill>
                        <a:effectLst/>
                        <a:latin typeface="Calibri" panose="020F050202020403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hMerge="1">
                  <a:txBody>
                    <a:bodyPr/>
                    <a:lstStyle/>
                    <a:p>
                      <a:pPr algn="ctr" fontAlgn="b"/>
                      <a:endParaRPr lang="en-US" sz="800" b="0" i="0" u="none" strike="noStrike">
                        <a:solidFill>
                          <a:srgbClr val="000000"/>
                        </a:solidFill>
                        <a:effectLst/>
                        <a:latin typeface="Calibri" panose="020F050202020403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hMerge="1">
                  <a:txBody>
                    <a:bodyPr/>
                    <a:lstStyle/>
                    <a:p>
                      <a:pPr algn="ctr" fontAlgn="b"/>
                      <a:endParaRPr lang="en-US" sz="800" b="0" i="0" u="none" strike="noStrike">
                        <a:solidFill>
                          <a:srgbClr val="000000"/>
                        </a:solidFill>
                        <a:effectLst/>
                        <a:latin typeface="Calibri" panose="020F050202020403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hMerge="1">
                  <a:txBody>
                    <a:bodyPr/>
                    <a:lstStyle/>
                    <a:p>
                      <a:pPr algn="ctr" fontAlgn="b"/>
                      <a:endParaRPr lang="en-US" sz="800" b="0" i="0" u="none" strike="noStrike">
                        <a:solidFill>
                          <a:srgbClr val="000000"/>
                        </a:solidFill>
                        <a:effectLst/>
                        <a:latin typeface="Calibri" panose="020F050202020403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fontAlgn="b"/>
                      <a:endParaRPr lang="en-US" sz="800" b="0" i="0" u="none" strike="noStrike">
                        <a:solidFill>
                          <a:srgbClr val="000000"/>
                        </a:solidFill>
                        <a:effectLst/>
                        <a:latin typeface="Calibri" panose="020F050202020403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gridSpan="18">
                  <a:txBody>
                    <a:bodyPr/>
                    <a:lstStyle/>
                    <a:p>
                      <a:pPr algn="ctr" fontAlgn="b"/>
                      <a:r>
                        <a:rPr lang="en-US" sz="1100" b="1" i="0" u="none" strike="noStrike" kern="1200">
                          <a:solidFill>
                            <a:schemeClr val="tx1"/>
                          </a:solidFill>
                          <a:effectLst/>
                          <a:latin typeface="Calibri" panose="020F0502020204030204" pitchFamily="34" charset="0"/>
                          <a:ea typeface="+mn-ea"/>
                          <a:cs typeface="+mn-cs"/>
                        </a:rPr>
                        <a:t>September</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pPr algn="ctr" fontAlgn="b"/>
                      <a:endParaRPr lang="en-US" sz="1100" b="1" i="0" u="none" strike="noStrike">
                        <a:solidFill>
                          <a:schemeClr val="bg1"/>
                        </a:solidFill>
                        <a:effectLst/>
                        <a:latin typeface="Calibri" panose="020F050202020403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fontAlgn="b"/>
                      <a:endParaRPr lang="en-US" sz="1100" b="1" i="0" u="none" strike="noStrike">
                        <a:solidFill>
                          <a:schemeClr val="bg1"/>
                        </a:solidFill>
                        <a:effectLst/>
                        <a:latin typeface="Calibri" panose="020F050202020403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2720888717"/>
                  </a:ext>
                </a:extLst>
              </a:tr>
              <a:tr h="132734">
                <a:tc vMerge="1">
                  <a:txBody>
                    <a:bodyPr/>
                    <a:lstStyle/>
                    <a:p>
                      <a:pPr algn="ctr"/>
                      <a:endParaRPr lang="en-US" sz="1100" b="1"/>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700" b="0" i="0" u="none" strike="noStrike">
                          <a:solidFill>
                            <a:srgbClr val="000000"/>
                          </a:solidFill>
                          <a:effectLst/>
                          <a:latin typeface="Calibri" panose="020F0502020204030204" pitchFamily="34" charset="0"/>
                        </a:rPr>
                        <a:t>22</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700" b="0" i="0" u="none" strike="noStrike">
                          <a:solidFill>
                            <a:srgbClr val="000000"/>
                          </a:solidFill>
                          <a:effectLst/>
                          <a:latin typeface="Calibri" panose="020F0502020204030204" pitchFamily="34" charset="0"/>
                        </a:rPr>
                        <a:t>23</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700" b="0" i="0" u="none" strike="noStrike">
                          <a:solidFill>
                            <a:srgbClr val="000000"/>
                          </a:solidFill>
                          <a:effectLst/>
                          <a:latin typeface="Calibri" panose="020F0502020204030204" pitchFamily="34" charset="0"/>
                        </a:rPr>
                        <a:t>24</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700" b="0" i="0" u="none" strike="noStrike">
                          <a:solidFill>
                            <a:srgbClr val="000000"/>
                          </a:solidFill>
                          <a:effectLst/>
                          <a:latin typeface="Calibri" panose="020F0502020204030204" pitchFamily="34" charset="0"/>
                        </a:rPr>
                        <a:t>25</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700" b="0" i="0" u="none" strike="noStrike">
                          <a:solidFill>
                            <a:srgbClr val="000000"/>
                          </a:solidFill>
                          <a:effectLst/>
                          <a:latin typeface="Calibri" panose="020F0502020204030204" pitchFamily="34" charset="0"/>
                        </a:rPr>
                        <a:t>26</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700" b="0" i="0" u="none" strike="noStrike">
                          <a:solidFill>
                            <a:srgbClr val="000000"/>
                          </a:solidFill>
                          <a:effectLst/>
                          <a:latin typeface="Calibri" panose="020F0502020204030204" pitchFamily="34" charset="0"/>
                        </a:rPr>
                        <a:t>27</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b"/>
                      <a:r>
                        <a:rPr lang="en-US" sz="700" b="0" i="0" u="none" strike="noStrike">
                          <a:solidFill>
                            <a:srgbClr val="000000"/>
                          </a:solidFill>
                          <a:effectLst/>
                          <a:latin typeface="Calibri" panose="020F0502020204030204" pitchFamily="34" charset="0"/>
                        </a:rPr>
                        <a:t>28</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b"/>
                      <a:r>
                        <a:rPr lang="en-US" sz="700" b="0" i="0" u="none" strike="noStrike">
                          <a:solidFill>
                            <a:srgbClr val="000000"/>
                          </a:solidFill>
                          <a:effectLst/>
                          <a:latin typeface="Calibri" panose="020F0502020204030204" pitchFamily="34" charset="0"/>
                        </a:rPr>
                        <a:t>29</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700" b="0" i="0" u="none" strike="noStrike">
                          <a:solidFill>
                            <a:srgbClr val="000000"/>
                          </a:solidFill>
                          <a:effectLst/>
                          <a:latin typeface="Calibri" panose="020F0502020204030204" pitchFamily="34" charset="0"/>
                        </a:rPr>
                        <a:t>30</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700" b="0" i="0" u="none" strike="noStrike">
                          <a:solidFill>
                            <a:srgbClr val="000000"/>
                          </a:solidFill>
                          <a:effectLst/>
                          <a:latin typeface="Calibri" panose="020F0502020204030204" pitchFamily="34" charset="0"/>
                        </a:rPr>
                        <a:t>31</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700" b="0" i="0" u="none" strike="noStrike">
                          <a:solidFill>
                            <a:srgbClr val="000000"/>
                          </a:solidFill>
                          <a:effectLst/>
                          <a:latin typeface="Calibri" panose="020F0502020204030204" pitchFamily="34" charset="0"/>
                        </a:rPr>
                        <a:t>1</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700" b="0" i="0" u="none" strike="noStrike">
                          <a:solidFill>
                            <a:srgbClr val="000000"/>
                          </a:solidFill>
                          <a:effectLst/>
                          <a:latin typeface="Calibri" panose="020F0502020204030204" pitchFamily="34" charset="0"/>
                        </a:rPr>
                        <a:t>2</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700" b="0" i="0" u="none" strike="noStrike">
                          <a:solidFill>
                            <a:srgbClr val="000000"/>
                          </a:solidFill>
                          <a:effectLst/>
                          <a:latin typeface="Calibri" panose="020F0502020204030204" pitchFamily="34" charset="0"/>
                        </a:rPr>
                        <a:t>3</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b"/>
                      <a:r>
                        <a:rPr lang="en-US" sz="700" b="0" i="0" u="none" strike="noStrike">
                          <a:solidFill>
                            <a:srgbClr val="000000"/>
                          </a:solidFill>
                          <a:effectLst/>
                          <a:latin typeface="Calibri" panose="020F0502020204030204" pitchFamily="34" charset="0"/>
                        </a:rPr>
                        <a:t>4</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b"/>
                      <a:r>
                        <a:rPr lang="en-US" sz="700" b="0" i="0" u="none" strike="noStrike">
                          <a:solidFill>
                            <a:srgbClr val="000000"/>
                          </a:solidFill>
                          <a:effectLst/>
                          <a:latin typeface="Calibri" panose="020F0502020204030204" pitchFamily="34" charset="0"/>
                        </a:rPr>
                        <a:t>5</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700" b="0" i="0" u="none" strike="noStrike">
                          <a:solidFill>
                            <a:srgbClr val="000000"/>
                          </a:solidFill>
                          <a:effectLst/>
                          <a:latin typeface="Calibri" panose="020F0502020204030204" pitchFamily="34" charset="0"/>
                        </a:rPr>
                        <a:t>6</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700" b="0" i="0" u="none" strike="noStrike">
                          <a:solidFill>
                            <a:srgbClr val="000000"/>
                          </a:solidFill>
                          <a:effectLst/>
                          <a:latin typeface="Calibri" panose="020F0502020204030204" pitchFamily="34" charset="0"/>
                        </a:rPr>
                        <a:t>7</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700" b="0" i="0" u="none" strike="noStrike">
                          <a:solidFill>
                            <a:srgbClr val="000000"/>
                          </a:solidFill>
                          <a:effectLst/>
                          <a:latin typeface="Calibri" panose="020F0502020204030204" pitchFamily="34" charset="0"/>
                        </a:rPr>
                        <a:t>8</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700" b="0" i="0" u="none" strike="noStrike">
                          <a:solidFill>
                            <a:srgbClr val="000000"/>
                          </a:solidFill>
                          <a:effectLst/>
                          <a:latin typeface="Calibri" panose="020F0502020204030204" pitchFamily="34" charset="0"/>
                        </a:rPr>
                        <a:t>9</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700" b="0" i="0" u="none" strike="noStrike">
                          <a:solidFill>
                            <a:srgbClr val="000000"/>
                          </a:solidFill>
                          <a:effectLst/>
                          <a:latin typeface="Calibri" panose="020F0502020204030204" pitchFamily="34" charset="0"/>
                        </a:rPr>
                        <a:t>10</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b"/>
                      <a:r>
                        <a:rPr lang="en-US" sz="700" b="0" i="0" u="none" strike="noStrike">
                          <a:solidFill>
                            <a:srgbClr val="000000"/>
                          </a:solidFill>
                          <a:effectLst/>
                          <a:latin typeface="Calibri" panose="020F0502020204030204" pitchFamily="34" charset="0"/>
                        </a:rPr>
                        <a:t>11</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b"/>
                      <a:r>
                        <a:rPr lang="en-US" sz="700" b="0" i="0" u="none" strike="noStrike">
                          <a:solidFill>
                            <a:srgbClr val="000000"/>
                          </a:solidFill>
                          <a:effectLst/>
                          <a:latin typeface="Calibri" panose="020F0502020204030204" pitchFamily="34" charset="0"/>
                        </a:rPr>
                        <a:t>12</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700" b="0" i="0" u="none" strike="noStrike">
                          <a:solidFill>
                            <a:srgbClr val="000000"/>
                          </a:solidFill>
                          <a:effectLst/>
                          <a:latin typeface="Calibri" panose="020F0502020204030204" pitchFamily="34" charset="0"/>
                        </a:rPr>
                        <a:t>13</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700" b="0" i="0" u="none" strike="noStrike">
                          <a:solidFill>
                            <a:srgbClr val="000000"/>
                          </a:solidFill>
                          <a:effectLst/>
                          <a:latin typeface="Calibri" panose="020F0502020204030204" pitchFamily="34" charset="0"/>
                        </a:rPr>
                        <a:t>14</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700" b="0" i="0" u="none" strike="noStrike">
                          <a:solidFill>
                            <a:srgbClr val="000000"/>
                          </a:solidFill>
                          <a:effectLst/>
                          <a:latin typeface="Calibri" panose="020F0502020204030204" pitchFamily="34" charset="0"/>
                        </a:rPr>
                        <a:t>15</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700" b="0" i="0" u="none" strike="noStrike">
                          <a:solidFill>
                            <a:srgbClr val="000000"/>
                          </a:solidFill>
                          <a:effectLst/>
                          <a:latin typeface="Calibri" panose="020F0502020204030204" pitchFamily="34" charset="0"/>
                        </a:rPr>
                        <a:t>16</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700" b="0" i="0" u="none" strike="noStrike">
                          <a:solidFill>
                            <a:srgbClr val="000000"/>
                          </a:solidFill>
                          <a:effectLst/>
                          <a:latin typeface="Calibri" panose="020F0502020204030204" pitchFamily="34" charset="0"/>
                        </a:rPr>
                        <a:t>17</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b"/>
                      <a:r>
                        <a:rPr lang="en-US" sz="700" b="0" i="0" u="none" strike="noStrike">
                          <a:solidFill>
                            <a:srgbClr val="000000"/>
                          </a:solidFill>
                          <a:effectLst/>
                          <a:latin typeface="Calibri" panose="020F0502020204030204" pitchFamily="34" charset="0"/>
                        </a:rPr>
                        <a:t>18</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b"/>
                      <a:r>
                        <a:rPr lang="en-US" sz="700" b="0" i="0" u="none" strike="noStrike">
                          <a:solidFill>
                            <a:srgbClr val="000000"/>
                          </a:solidFill>
                          <a:effectLst/>
                          <a:latin typeface="Calibri" panose="020F0502020204030204" pitchFamily="34" charset="0"/>
                        </a:rPr>
                        <a:t>19</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700" b="0" i="0" u="none" strike="noStrike">
                          <a:solidFill>
                            <a:srgbClr val="000000"/>
                          </a:solidFill>
                          <a:effectLst/>
                          <a:latin typeface="Calibri" panose="020F0502020204030204" pitchFamily="34" charset="0"/>
                        </a:rPr>
                        <a:t>20</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700" b="0" i="0" u="none" strike="noStrike">
                          <a:solidFill>
                            <a:srgbClr val="000000"/>
                          </a:solidFill>
                          <a:effectLst/>
                          <a:latin typeface="Calibri" panose="020F0502020204030204" pitchFamily="34" charset="0"/>
                        </a:rPr>
                        <a:t>21</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700" b="0" i="0" u="none" strike="noStrike">
                          <a:solidFill>
                            <a:srgbClr val="000000"/>
                          </a:solidFill>
                          <a:effectLst/>
                          <a:latin typeface="Calibri" panose="020F0502020204030204" pitchFamily="34" charset="0"/>
                        </a:rPr>
                        <a:t>22</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700" b="0" i="0" u="none" strike="noStrike">
                          <a:solidFill>
                            <a:srgbClr val="000000"/>
                          </a:solidFill>
                          <a:effectLst/>
                          <a:latin typeface="Calibri" panose="020F0502020204030204" pitchFamily="34" charset="0"/>
                        </a:rPr>
                        <a:t>23</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700" b="0" i="0" u="none" strike="noStrike">
                          <a:solidFill>
                            <a:srgbClr val="000000"/>
                          </a:solidFill>
                          <a:effectLst/>
                          <a:latin typeface="Calibri" panose="020F0502020204030204" pitchFamily="34" charset="0"/>
                        </a:rPr>
                        <a:t>24</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b"/>
                      <a:r>
                        <a:rPr lang="en-US" sz="700" b="0" i="0" u="none" strike="noStrike">
                          <a:solidFill>
                            <a:srgbClr val="000000"/>
                          </a:solidFill>
                          <a:effectLst/>
                          <a:latin typeface="Calibri" panose="020F0502020204030204" pitchFamily="34" charset="0"/>
                        </a:rPr>
                        <a:t>25</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b"/>
                      <a:r>
                        <a:rPr lang="en-US" sz="700" b="0" i="0" u="none" strike="noStrike">
                          <a:solidFill>
                            <a:srgbClr val="000000"/>
                          </a:solidFill>
                          <a:effectLst/>
                          <a:latin typeface="Calibri" panose="020F0502020204030204" pitchFamily="34" charset="0"/>
                        </a:rPr>
                        <a:t>26</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700" b="0" i="0" u="none" strike="noStrike">
                          <a:solidFill>
                            <a:srgbClr val="000000"/>
                          </a:solidFill>
                          <a:effectLst/>
                          <a:latin typeface="Calibri" panose="020F0502020204030204" pitchFamily="34" charset="0"/>
                        </a:rPr>
                        <a:t>27</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700" b="0" i="0" u="none" strike="noStrike">
                          <a:solidFill>
                            <a:srgbClr val="000000"/>
                          </a:solidFill>
                          <a:effectLst/>
                          <a:latin typeface="Calibri" panose="020F0502020204030204" pitchFamily="34" charset="0"/>
                        </a:rPr>
                        <a:t>28</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700" b="0" i="0" u="none" strike="noStrike">
                          <a:solidFill>
                            <a:srgbClr val="000000"/>
                          </a:solidFill>
                          <a:effectLst/>
                          <a:latin typeface="Calibri" panose="020F0502020204030204" pitchFamily="34" charset="0"/>
                        </a:rPr>
                        <a:t>29</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700" b="0" i="0" u="none" strike="noStrike">
                          <a:solidFill>
                            <a:srgbClr val="000000"/>
                          </a:solidFill>
                          <a:effectLst/>
                          <a:latin typeface="Calibri" panose="020F0502020204030204" pitchFamily="34" charset="0"/>
                        </a:rPr>
                        <a:t>30</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700" b="0" i="0" u="none" strike="noStrike">
                          <a:solidFill>
                            <a:srgbClr val="000000"/>
                          </a:solidFill>
                          <a:effectLst/>
                          <a:latin typeface="Calibri" panose="020F0502020204030204" pitchFamily="34" charset="0"/>
                        </a:rPr>
                        <a:t>31</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b"/>
                      <a:r>
                        <a:rPr lang="en-US" sz="700" b="0" i="0" u="none" strike="noStrike">
                          <a:solidFill>
                            <a:srgbClr val="000000"/>
                          </a:solidFill>
                          <a:effectLst/>
                          <a:latin typeface="Calibri" panose="020F0502020204030204" pitchFamily="34" charset="0"/>
                        </a:rPr>
                        <a:t>1</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b"/>
                      <a:r>
                        <a:rPr lang="en-US" sz="700" b="0" i="0" u="none" strike="noStrike">
                          <a:solidFill>
                            <a:srgbClr val="000000"/>
                          </a:solidFill>
                          <a:effectLst/>
                          <a:latin typeface="Calibri" panose="020F0502020204030204" pitchFamily="34" charset="0"/>
                        </a:rPr>
                        <a:t>2</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b"/>
                      <a:r>
                        <a:rPr lang="en-US" sz="700" b="0" i="0" u="none" strike="noStrike">
                          <a:solidFill>
                            <a:srgbClr val="000000"/>
                          </a:solidFill>
                          <a:effectLst/>
                          <a:latin typeface="Calibri" panose="020F0502020204030204" pitchFamily="34" charset="0"/>
                        </a:rPr>
                        <a:t>3</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700" b="0" i="0" u="none" strike="noStrike">
                          <a:solidFill>
                            <a:srgbClr val="000000"/>
                          </a:solidFill>
                          <a:effectLst/>
                          <a:latin typeface="Calibri" panose="020F0502020204030204" pitchFamily="34" charset="0"/>
                        </a:rPr>
                        <a:t>4</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700" b="0" i="0" u="none" strike="noStrike">
                          <a:solidFill>
                            <a:srgbClr val="000000"/>
                          </a:solidFill>
                          <a:effectLst/>
                          <a:latin typeface="Calibri" panose="020F0502020204030204" pitchFamily="34" charset="0"/>
                        </a:rPr>
                        <a:t>5</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700" b="0" i="0" u="none" strike="noStrike">
                          <a:solidFill>
                            <a:srgbClr val="000000"/>
                          </a:solidFill>
                          <a:effectLst/>
                          <a:latin typeface="Calibri" panose="020F0502020204030204" pitchFamily="34" charset="0"/>
                        </a:rPr>
                        <a:t>6</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700" b="0" i="0" u="none" strike="noStrike">
                          <a:solidFill>
                            <a:srgbClr val="000000"/>
                          </a:solidFill>
                          <a:effectLst/>
                          <a:latin typeface="Calibri" panose="020F0502020204030204" pitchFamily="34" charset="0"/>
                        </a:rPr>
                        <a:t>7</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b"/>
                      <a:r>
                        <a:rPr lang="en-US" sz="700" b="0" i="0" u="none" strike="noStrike">
                          <a:solidFill>
                            <a:srgbClr val="000000"/>
                          </a:solidFill>
                          <a:effectLst/>
                          <a:latin typeface="Calibri" panose="020F0502020204030204" pitchFamily="34" charset="0"/>
                        </a:rPr>
                        <a:t>8</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b"/>
                      <a:r>
                        <a:rPr lang="en-US" sz="700" b="0" i="0" u="none" strike="noStrike">
                          <a:solidFill>
                            <a:srgbClr val="000000"/>
                          </a:solidFill>
                          <a:effectLst/>
                          <a:latin typeface="Calibri" panose="020F0502020204030204" pitchFamily="34" charset="0"/>
                        </a:rPr>
                        <a:t>9</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700" b="0" i="0" u="none" strike="noStrike">
                          <a:solidFill>
                            <a:srgbClr val="000000"/>
                          </a:solidFill>
                          <a:effectLst/>
                          <a:latin typeface="Calibri" panose="020F0502020204030204" pitchFamily="34" charset="0"/>
                        </a:rPr>
                        <a:t>10</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700" b="0" i="0" u="none" strike="noStrike">
                          <a:solidFill>
                            <a:srgbClr val="000000"/>
                          </a:solidFill>
                          <a:effectLst/>
                          <a:latin typeface="Calibri" panose="020F0502020204030204" pitchFamily="34" charset="0"/>
                        </a:rPr>
                        <a:t>11</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700" b="0" i="0" u="none" strike="noStrike">
                          <a:solidFill>
                            <a:srgbClr val="000000"/>
                          </a:solidFill>
                          <a:effectLst/>
                          <a:latin typeface="Calibri" panose="020F0502020204030204" pitchFamily="34" charset="0"/>
                        </a:rPr>
                        <a:t>12</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700" b="0" i="0" u="none" strike="noStrike">
                          <a:solidFill>
                            <a:srgbClr val="000000"/>
                          </a:solidFill>
                          <a:effectLst/>
                          <a:latin typeface="Calibri" panose="020F0502020204030204" pitchFamily="34" charset="0"/>
                        </a:rPr>
                        <a:t>13</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700" b="0" i="0" u="none" strike="noStrike">
                          <a:solidFill>
                            <a:srgbClr val="000000"/>
                          </a:solidFill>
                          <a:effectLst/>
                          <a:latin typeface="Calibri" panose="020F0502020204030204" pitchFamily="34" charset="0"/>
                        </a:rPr>
                        <a:t>14</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b"/>
                      <a:r>
                        <a:rPr lang="en-US" sz="700" b="0" i="0" u="none" strike="noStrike">
                          <a:solidFill>
                            <a:srgbClr val="000000"/>
                          </a:solidFill>
                          <a:effectLst/>
                          <a:latin typeface="Calibri" panose="020F0502020204030204" pitchFamily="34" charset="0"/>
                        </a:rPr>
                        <a:t>15</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b"/>
                      <a:r>
                        <a:rPr lang="en-US" sz="700" b="0" i="0" u="none" strike="noStrike">
                          <a:solidFill>
                            <a:srgbClr val="000000"/>
                          </a:solidFill>
                          <a:effectLst/>
                          <a:latin typeface="Calibri" panose="020F0502020204030204" pitchFamily="34" charset="0"/>
                        </a:rPr>
                        <a:t>16</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700" b="0" i="0" u="none" strike="noStrike">
                          <a:solidFill>
                            <a:srgbClr val="000000"/>
                          </a:solidFill>
                          <a:effectLst/>
                          <a:latin typeface="Calibri" panose="020F0502020204030204" pitchFamily="34" charset="0"/>
                        </a:rPr>
                        <a:t>17</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700" b="0" i="0" u="none" strike="noStrike">
                          <a:solidFill>
                            <a:srgbClr val="000000"/>
                          </a:solidFill>
                          <a:effectLst/>
                          <a:latin typeface="Calibri" panose="020F0502020204030204" pitchFamily="34" charset="0"/>
                        </a:rPr>
                        <a:t>18</a:t>
                      </a:r>
                    </a:p>
                  </a:txBody>
                  <a:tcPr marL="5443" marR="5443" marT="544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37604929"/>
                  </a:ext>
                </a:extLst>
              </a:tr>
              <a:tr h="567062">
                <a:tc>
                  <a:txBody>
                    <a:bodyPr/>
                    <a:lstStyle/>
                    <a:p>
                      <a:r>
                        <a:rPr lang="en-US" sz="1050" b="0">
                          <a:latin typeface="+mj-lt"/>
                        </a:rPr>
                        <a:t>Event Milestones</a:t>
                      </a:r>
                    </a:p>
                  </a:txBody>
                  <a:tcPr marL="91427" marR="91427" marT="45713" marB="4571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04070698"/>
                  </a:ext>
                </a:extLst>
              </a:tr>
              <a:tr h="1264104">
                <a:tc>
                  <a:txBody>
                    <a:bodyPr/>
                    <a:lstStyle/>
                    <a:p>
                      <a:r>
                        <a:rPr lang="en-US" sz="1050" b="0">
                          <a:latin typeface="+mj-lt"/>
                        </a:rPr>
                        <a:t>Exec Milestones</a:t>
                      </a:r>
                    </a:p>
                  </a:txBody>
                  <a:tcPr marL="91427" marR="91427" marT="45713" marB="4571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14936363"/>
                  </a:ext>
                </a:extLst>
              </a:tr>
              <a:tr h="563795">
                <a:tc>
                  <a:txBody>
                    <a:bodyPr/>
                    <a:lstStyle/>
                    <a:p>
                      <a:r>
                        <a:rPr lang="en-US" sz="1050" b="0">
                          <a:latin typeface="+mj-lt"/>
                        </a:rPr>
                        <a:t>Design team milestones</a:t>
                      </a:r>
                    </a:p>
                  </a:txBody>
                  <a:tcPr marL="91427" marR="91427" marT="45713" marB="4571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3063349"/>
                  </a:ext>
                </a:extLst>
              </a:tr>
              <a:tr h="1605450">
                <a:tc>
                  <a:txBody>
                    <a:bodyPr/>
                    <a:lstStyle/>
                    <a:p>
                      <a:r>
                        <a:rPr lang="en-US" sz="1050" b="0">
                          <a:latin typeface="+mj-lt"/>
                        </a:rPr>
                        <a:t>Demo team milestones</a:t>
                      </a:r>
                    </a:p>
                  </a:txBody>
                  <a:tcPr marL="91427" marR="91427" marT="45713" marB="4571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4100205"/>
                  </a:ext>
                </a:extLst>
              </a:tr>
              <a:tr h="766632">
                <a:tc>
                  <a:txBody>
                    <a:bodyPr/>
                    <a:lstStyle/>
                    <a:p>
                      <a:r>
                        <a:rPr lang="en-US" sz="1050" b="0">
                          <a:latin typeface="+mj-lt"/>
                        </a:rPr>
                        <a:t>Production milestones</a:t>
                      </a:r>
                    </a:p>
                  </a:txBody>
                  <a:tcPr marL="91427" marR="91427" marT="45713" marB="4571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lang="en-US" sz="1100" b="1"/>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89331350"/>
                  </a:ext>
                </a:extLst>
              </a:tr>
            </a:tbl>
          </a:graphicData>
        </a:graphic>
      </p:graphicFrame>
      <p:sp>
        <p:nvSpPr>
          <p:cNvPr id="9" name="Rectangle 8">
            <a:extLst>
              <a:ext uri="{FF2B5EF4-FFF2-40B4-BE49-F238E27FC236}">
                <a16:creationId xmlns:a16="http://schemas.microsoft.com/office/drawing/2014/main" id="{B3314B20-A0AB-A0A8-C31F-AEC74A658F75}"/>
              </a:ext>
            </a:extLst>
          </p:cNvPr>
          <p:cNvSpPr/>
          <p:nvPr userDrawn="1"/>
        </p:nvSpPr>
        <p:spPr bwMode="auto">
          <a:xfrm>
            <a:off x="11001202" y="147548"/>
            <a:ext cx="137160" cy="163524"/>
          </a:xfrm>
          <a:prstGeom prst="rect">
            <a:avLst/>
          </a:prstGeom>
          <a:solidFill>
            <a:schemeClr val="accent6">
              <a:lumMod val="60000"/>
              <a:lumOff val="40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gradFill>
                <a:gsLst>
                  <a:gs pos="0">
                    <a:srgbClr val="FFFFFF"/>
                  </a:gs>
                  <a:gs pos="100000">
                    <a:srgbClr val="FFFFFF"/>
                  </a:gs>
                </a:gsLst>
                <a:lin ang="5400000" scaled="0"/>
              </a:gradFill>
              <a:latin typeface="Segoe UI"/>
              <a:cs typeface="Segoe UI" pitchFamily="34" charset="0"/>
            </a:endParaRPr>
          </a:p>
        </p:txBody>
      </p:sp>
      <p:sp>
        <p:nvSpPr>
          <p:cNvPr id="10" name="TextBox 9">
            <a:extLst>
              <a:ext uri="{FF2B5EF4-FFF2-40B4-BE49-F238E27FC236}">
                <a16:creationId xmlns:a16="http://schemas.microsoft.com/office/drawing/2014/main" id="{6E316491-BFE6-1AE5-A965-BF490B31D68A}"/>
              </a:ext>
            </a:extLst>
          </p:cNvPr>
          <p:cNvSpPr txBox="1"/>
          <p:nvPr userDrawn="1"/>
        </p:nvSpPr>
        <p:spPr>
          <a:xfrm>
            <a:off x="11240444" y="147548"/>
            <a:ext cx="713016" cy="184666"/>
          </a:xfrm>
          <a:prstGeom prst="rect">
            <a:avLst/>
          </a:prstGeom>
          <a:noFill/>
        </p:spPr>
        <p:txBody>
          <a:bodyPr wrap="none" lIns="0" tIns="0" rIns="0" bIns="0" rtlCol="0">
            <a:spAutoFit/>
          </a:bodyPr>
          <a:lstStyle/>
          <a:p>
            <a:pPr algn="l"/>
            <a:r>
              <a:rPr lang="en-US" sz="1200">
                <a:gradFill>
                  <a:gsLst>
                    <a:gs pos="2917">
                      <a:schemeClr val="tx1"/>
                    </a:gs>
                    <a:gs pos="30000">
                      <a:schemeClr val="tx1"/>
                    </a:gs>
                  </a:gsLst>
                  <a:lin ang="5400000" scaled="0"/>
                </a:gradFill>
              </a:rPr>
              <a:t>Confirmed</a:t>
            </a:r>
          </a:p>
        </p:txBody>
      </p:sp>
      <p:sp>
        <p:nvSpPr>
          <p:cNvPr id="11" name="Rectangle 10">
            <a:extLst>
              <a:ext uri="{FF2B5EF4-FFF2-40B4-BE49-F238E27FC236}">
                <a16:creationId xmlns:a16="http://schemas.microsoft.com/office/drawing/2014/main" id="{50A65B7C-BDED-4516-D95D-CCFC46C51D24}"/>
              </a:ext>
            </a:extLst>
          </p:cNvPr>
          <p:cNvSpPr/>
          <p:nvPr userDrawn="1"/>
        </p:nvSpPr>
        <p:spPr bwMode="auto">
          <a:xfrm>
            <a:off x="11001202" y="442930"/>
            <a:ext cx="137160" cy="163524"/>
          </a:xfrm>
          <a:prstGeom prst="rect">
            <a:avLst/>
          </a:prstGeom>
          <a:solidFill>
            <a:schemeClr val="accent3">
              <a:lumMod val="20000"/>
              <a:lumOff val="80000"/>
            </a:schemeClr>
          </a:solidFill>
          <a:ln w="12700">
            <a:solidFill>
              <a:schemeClr val="tx1"/>
            </a:solidFill>
            <a:prstDash val="sysDot"/>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gradFill>
                <a:gsLst>
                  <a:gs pos="0">
                    <a:srgbClr val="FFFFFF"/>
                  </a:gs>
                  <a:gs pos="100000">
                    <a:srgbClr val="FFFFFF"/>
                  </a:gs>
                </a:gsLst>
                <a:lin ang="5400000" scaled="0"/>
              </a:gradFill>
              <a:latin typeface="Segoe UI"/>
              <a:cs typeface="Segoe UI" pitchFamily="34" charset="0"/>
            </a:endParaRPr>
          </a:p>
        </p:txBody>
      </p:sp>
      <p:sp>
        <p:nvSpPr>
          <p:cNvPr id="12" name="TextBox 11">
            <a:extLst>
              <a:ext uri="{FF2B5EF4-FFF2-40B4-BE49-F238E27FC236}">
                <a16:creationId xmlns:a16="http://schemas.microsoft.com/office/drawing/2014/main" id="{45237FDE-7AD0-C7B4-0860-1DCD30A34A0E}"/>
              </a:ext>
            </a:extLst>
          </p:cNvPr>
          <p:cNvSpPr txBox="1"/>
          <p:nvPr userDrawn="1"/>
        </p:nvSpPr>
        <p:spPr>
          <a:xfrm>
            <a:off x="11240444" y="432359"/>
            <a:ext cx="605230" cy="184666"/>
          </a:xfrm>
          <a:prstGeom prst="rect">
            <a:avLst/>
          </a:prstGeom>
          <a:noFill/>
        </p:spPr>
        <p:txBody>
          <a:bodyPr wrap="none" lIns="0" tIns="0" rIns="0" bIns="0" rtlCol="0">
            <a:spAutoFit/>
          </a:bodyPr>
          <a:lstStyle/>
          <a:p>
            <a:pPr algn="l"/>
            <a:r>
              <a:rPr lang="en-US" sz="1200">
                <a:gradFill>
                  <a:gsLst>
                    <a:gs pos="2917">
                      <a:schemeClr val="tx1"/>
                    </a:gs>
                    <a:gs pos="30000">
                      <a:schemeClr val="tx1"/>
                    </a:gs>
                  </a:gsLst>
                  <a:lin ang="5400000" scaled="0"/>
                </a:gradFill>
              </a:rPr>
              <a:t>Tentative</a:t>
            </a:r>
          </a:p>
        </p:txBody>
      </p:sp>
    </p:spTree>
    <p:extLst>
      <p:ext uri="{BB962C8B-B14F-4D97-AF65-F5344CB8AC3E}">
        <p14:creationId xmlns:p14="http://schemas.microsoft.com/office/powerpoint/2010/main" val="3199454050"/>
      </p:ext>
    </p:extLst>
  </p:cSld>
  <p:clrMapOvr>
    <a:masterClrMapping/>
  </p:clrMapOvr>
  <p:transition>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2759032"/>
      </p:ext>
    </p:extLst>
  </p:cSld>
  <p:clrMapOvr>
    <a:masterClrMapping/>
  </p:clrMapOvr>
  <mc:AlternateContent xmlns:mc="http://schemas.openxmlformats.org/markup-compatibility/2006" xmlns:p14="http://schemas.microsoft.com/office/powerpoint/2010/main">
    <mc:Choice Requires="p14">
      <p:transition spd="slow" p14:dur="10000" advTm="10000"/>
    </mc:Choice>
    <mc:Fallback xmlns="">
      <p:transition spd="slow" advTm="10000"/>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userDrawn="1">
  <p:cSld name="1_Speaker Guidance">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BED924C7-0356-6225-E12D-52F6C07AEA4F}"/>
              </a:ext>
            </a:extLst>
          </p:cNvPr>
          <p:cNvSpPr/>
          <p:nvPr userDrawn="1"/>
        </p:nvSpPr>
        <p:spPr bwMode="auto">
          <a:xfrm flipH="1">
            <a:off x="2524538" y="1152524"/>
            <a:ext cx="9081674" cy="5114309"/>
          </a:xfrm>
          <a:prstGeom prst="rect">
            <a:avLst/>
          </a:prstGeom>
          <a:no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3" name="Rectangle 22">
            <a:extLst>
              <a:ext uri="{FF2B5EF4-FFF2-40B4-BE49-F238E27FC236}">
                <a16:creationId xmlns:a16="http://schemas.microsoft.com/office/drawing/2014/main" id="{82C25624-FD92-7EF6-BDD3-64F1782E1E0B}"/>
              </a:ext>
            </a:extLst>
          </p:cNvPr>
          <p:cNvSpPr/>
          <p:nvPr userDrawn="1"/>
        </p:nvSpPr>
        <p:spPr bwMode="auto">
          <a:xfrm>
            <a:off x="0" y="6266834"/>
            <a:ext cx="12192000" cy="59116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p:txBody>
          <a:bodyPr/>
          <a:lstStyle>
            <a:lvl1pPr>
              <a:defRPr/>
            </a:lvl1pPr>
          </a:lstStyle>
          <a:p>
            <a:r>
              <a:rPr lang="en-US"/>
              <a:t>Add Title here</a:t>
            </a:r>
          </a:p>
        </p:txBody>
      </p:sp>
      <p:sp>
        <p:nvSpPr>
          <p:cNvPr id="15" name="Text Placeholder 5">
            <a:extLst>
              <a:ext uri="{FF2B5EF4-FFF2-40B4-BE49-F238E27FC236}">
                <a16:creationId xmlns:a16="http://schemas.microsoft.com/office/drawing/2014/main" id="{D205E7A8-1881-A585-87DB-A2BD273F9506}"/>
              </a:ext>
            </a:extLst>
          </p:cNvPr>
          <p:cNvSpPr>
            <a:spLocks noGrp="1"/>
          </p:cNvSpPr>
          <p:nvPr>
            <p:ph type="body" sz="quarter" idx="20" hasCustomPrompt="1"/>
          </p:nvPr>
        </p:nvSpPr>
        <p:spPr>
          <a:xfrm>
            <a:off x="2603500" y="1152525"/>
            <a:ext cx="8902700" cy="685800"/>
          </a:xfrm>
          <a:noFill/>
          <a:ln w="6350">
            <a:noFill/>
          </a:ln>
        </p:spPr>
        <p:txBody>
          <a:bodyPr lIns="91440" tIns="91440" rIns="91440" bIns="91440" anchor="ctr">
            <a:noAutofit/>
          </a:bodyPr>
          <a:lstStyle>
            <a:lvl1pPr marL="0" indent="0" algn="l">
              <a:buNone/>
              <a:defRPr sz="1400">
                <a:solidFill>
                  <a:schemeClr val="tx1"/>
                </a:solidFill>
                <a:latin typeface="+mn-lt"/>
              </a:defRPr>
            </a:lvl1pPr>
          </a:lstStyle>
          <a:p>
            <a:pPr lvl="0"/>
            <a:r>
              <a:rPr lang="en-GB"/>
              <a:t>Lorem Ipsum</a:t>
            </a:r>
            <a:endParaRPr lang="en-US"/>
          </a:p>
        </p:txBody>
      </p:sp>
      <p:sp>
        <p:nvSpPr>
          <p:cNvPr id="16" name="Text Placeholder 5">
            <a:extLst>
              <a:ext uri="{FF2B5EF4-FFF2-40B4-BE49-F238E27FC236}">
                <a16:creationId xmlns:a16="http://schemas.microsoft.com/office/drawing/2014/main" id="{AE27D661-5D7F-C05F-4F97-7818CB1C50E0}"/>
              </a:ext>
            </a:extLst>
          </p:cNvPr>
          <p:cNvSpPr>
            <a:spLocks noGrp="1"/>
          </p:cNvSpPr>
          <p:nvPr>
            <p:ph type="body" sz="quarter" idx="21" hasCustomPrompt="1"/>
          </p:nvPr>
        </p:nvSpPr>
        <p:spPr>
          <a:xfrm>
            <a:off x="2603500" y="1890977"/>
            <a:ext cx="8902700" cy="685800"/>
          </a:xfrm>
          <a:noFill/>
          <a:ln w="6350">
            <a:noFill/>
          </a:ln>
        </p:spPr>
        <p:txBody>
          <a:bodyPr lIns="91440" tIns="91440" rIns="91440" bIns="91440" anchor="ctr">
            <a:noAutofit/>
          </a:bodyPr>
          <a:lstStyle>
            <a:lvl1pPr marL="0" indent="0" algn="l">
              <a:buNone/>
              <a:defRPr sz="1400">
                <a:solidFill>
                  <a:schemeClr val="tx1"/>
                </a:solidFill>
                <a:latin typeface="+mn-lt"/>
              </a:defRPr>
            </a:lvl1pPr>
          </a:lstStyle>
          <a:p>
            <a:pPr lvl="0"/>
            <a:r>
              <a:rPr lang="en-GB"/>
              <a:t>Lorem Ipsum</a:t>
            </a:r>
            <a:endParaRPr lang="en-US"/>
          </a:p>
        </p:txBody>
      </p:sp>
      <p:sp>
        <p:nvSpPr>
          <p:cNvPr id="17" name="Text Placeholder 5">
            <a:extLst>
              <a:ext uri="{FF2B5EF4-FFF2-40B4-BE49-F238E27FC236}">
                <a16:creationId xmlns:a16="http://schemas.microsoft.com/office/drawing/2014/main" id="{94DD9AD2-18DF-C76D-C40C-3BC3856BC6F0}"/>
              </a:ext>
            </a:extLst>
          </p:cNvPr>
          <p:cNvSpPr>
            <a:spLocks noGrp="1"/>
          </p:cNvSpPr>
          <p:nvPr>
            <p:ph type="body" sz="quarter" idx="22" hasCustomPrompt="1"/>
          </p:nvPr>
        </p:nvSpPr>
        <p:spPr>
          <a:xfrm>
            <a:off x="2603500" y="2629429"/>
            <a:ext cx="8902700" cy="685800"/>
          </a:xfrm>
          <a:noFill/>
          <a:ln w="6350">
            <a:noFill/>
          </a:ln>
        </p:spPr>
        <p:txBody>
          <a:bodyPr lIns="91440" tIns="91440" rIns="91440" bIns="91440" anchor="ctr">
            <a:noAutofit/>
          </a:bodyPr>
          <a:lstStyle>
            <a:lvl1pPr marL="0" indent="0" algn="l">
              <a:buNone/>
              <a:defRPr sz="1400">
                <a:solidFill>
                  <a:schemeClr val="tx1"/>
                </a:solidFill>
                <a:latin typeface="+mn-lt"/>
              </a:defRPr>
            </a:lvl1pPr>
          </a:lstStyle>
          <a:p>
            <a:pPr lvl="0"/>
            <a:r>
              <a:rPr lang="en-GB"/>
              <a:t>Lorem Ipsum</a:t>
            </a:r>
            <a:endParaRPr lang="en-US"/>
          </a:p>
        </p:txBody>
      </p:sp>
      <p:sp>
        <p:nvSpPr>
          <p:cNvPr id="18" name="Text Placeholder 5">
            <a:extLst>
              <a:ext uri="{FF2B5EF4-FFF2-40B4-BE49-F238E27FC236}">
                <a16:creationId xmlns:a16="http://schemas.microsoft.com/office/drawing/2014/main" id="{B3E59AB2-BBBB-24AE-6D25-42A2F78E7CBA}"/>
              </a:ext>
            </a:extLst>
          </p:cNvPr>
          <p:cNvSpPr>
            <a:spLocks noGrp="1"/>
          </p:cNvSpPr>
          <p:nvPr>
            <p:ph type="body" sz="quarter" idx="23" hasCustomPrompt="1"/>
          </p:nvPr>
        </p:nvSpPr>
        <p:spPr>
          <a:xfrm>
            <a:off x="2603500" y="3367881"/>
            <a:ext cx="8902700" cy="685800"/>
          </a:xfrm>
          <a:noFill/>
          <a:ln w="6350">
            <a:noFill/>
          </a:ln>
        </p:spPr>
        <p:txBody>
          <a:bodyPr lIns="91440" tIns="91440" rIns="91440" bIns="91440" anchor="ctr">
            <a:noAutofit/>
          </a:bodyPr>
          <a:lstStyle>
            <a:lvl1pPr marL="0" indent="0" algn="l">
              <a:buNone/>
              <a:defRPr sz="1400">
                <a:solidFill>
                  <a:schemeClr val="tx1"/>
                </a:solidFill>
                <a:latin typeface="+mn-lt"/>
              </a:defRPr>
            </a:lvl1pPr>
          </a:lstStyle>
          <a:p>
            <a:pPr lvl="0"/>
            <a:r>
              <a:rPr lang="en-GB"/>
              <a:t>Lorem Ipsum</a:t>
            </a:r>
            <a:endParaRPr lang="en-US"/>
          </a:p>
        </p:txBody>
      </p:sp>
      <p:sp>
        <p:nvSpPr>
          <p:cNvPr id="19" name="Text Placeholder 5">
            <a:extLst>
              <a:ext uri="{FF2B5EF4-FFF2-40B4-BE49-F238E27FC236}">
                <a16:creationId xmlns:a16="http://schemas.microsoft.com/office/drawing/2014/main" id="{030D4C9A-59E0-BD9C-F67D-75EB7DD853A3}"/>
              </a:ext>
            </a:extLst>
          </p:cNvPr>
          <p:cNvSpPr>
            <a:spLocks noGrp="1"/>
          </p:cNvSpPr>
          <p:nvPr>
            <p:ph type="body" sz="quarter" idx="24" hasCustomPrompt="1"/>
          </p:nvPr>
        </p:nvSpPr>
        <p:spPr>
          <a:xfrm>
            <a:off x="2603500" y="4106333"/>
            <a:ext cx="8902700" cy="685800"/>
          </a:xfrm>
          <a:noFill/>
          <a:ln w="6350">
            <a:noFill/>
          </a:ln>
        </p:spPr>
        <p:txBody>
          <a:bodyPr lIns="91440" tIns="91440" rIns="91440" bIns="91440" anchor="ctr">
            <a:noAutofit/>
          </a:bodyPr>
          <a:lstStyle>
            <a:lvl1pPr marL="0" indent="0" algn="l">
              <a:buNone/>
              <a:defRPr sz="1400">
                <a:solidFill>
                  <a:schemeClr val="tx1"/>
                </a:solidFill>
                <a:latin typeface="+mn-lt"/>
              </a:defRPr>
            </a:lvl1pPr>
          </a:lstStyle>
          <a:p>
            <a:pPr lvl="0"/>
            <a:r>
              <a:rPr lang="en-GB"/>
              <a:t>Lorem Ipsum</a:t>
            </a:r>
            <a:endParaRPr lang="en-US"/>
          </a:p>
        </p:txBody>
      </p:sp>
      <p:sp>
        <p:nvSpPr>
          <p:cNvPr id="20" name="Text Placeholder 5">
            <a:extLst>
              <a:ext uri="{FF2B5EF4-FFF2-40B4-BE49-F238E27FC236}">
                <a16:creationId xmlns:a16="http://schemas.microsoft.com/office/drawing/2014/main" id="{53FFF5E9-EB90-274A-4F32-79223FFCBE75}"/>
              </a:ext>
            </a:extLst>
          </p:cNvPr>
          <p:cNvSpPr>
            <a:spLocks noGrp="1"/>
          </p:cNvSpPr>
          <p:nvPr>
            <p:ph type="body" sz="quarter" idx="25" hasCustomPrompt="1"/>
          </p:nvPr>
        </p:nvSpPr>
        <p:spPr>
          <a:xfrm>
            <a:off x="2603500" y="4844785"/>
            <a:ext cx="8902700" cy="685800"/>
          </a:xfrm>
          <a:noFill/>
          <a:ln w="6350">
            <a:noFill/>
          </a:ln>
        </p:spPr>
        <p:txBody>
          <a:bodyPr lIns="91440" tIns="91440" rIns="91440" bIns="91440" anchor="ctr">
            <a:noAutofit/>
          </a:bodyPr>
          <a:lstStyle>
            <a:lvl1pPr marL="0" indent="0" algn="l">
              <a:buNone/>
              <a:defRPr sz="1400">
                <a:solidFill>
                  <a:schemeClr val="tx1"/>
                </a:solidFill>
                <a:latin typeface="+mn-lt"/>
              </a:defRPr>
            </a:lvl1pPr>
          </a:lstStyle>
          <a:p>
            <a:pPr lvl="0"/>
            <a:r>
              <a:rPr lang="en-GB"/>
              <a:t>Lorem Ipsum</a:t>
            </a:r>
            <a:endParaRPr lang="en-US"/>
          </a:p>
        </p:txBody>
      </p:sp>
      <p:sp>
        <p:nvSpPr>
          <p:cNvPr id="21" name="Text Placeholder 5">
            <a:extLst>
              <a:ext uri="{FF2B5EF4-FFF2-40B4-BE49-F238E27FC236}">
                <a16:creationId xmlns:a16="http://schemas.microsoft.com/office/drawing/2014/main" id="{092C99D8-DBE4-4260-924F-35D46E0B0A84}"/>
              </a:ext>
            </a:extLst>
          </p:cNvPr>
          <p:cNvSpPr>
            <a:spLocks noGrp="1"/>
          </p:cNvSpPr>
          <p:nvPr>
            <p:ph type="body" sz="quarter" idx="26" hasCustomPrompt="1"/>
          </p:nvPr>
        </p:nvSpPr>
        <p:spPr>
          <a:xfrm>
            <a:off x="2603500" y="5583235"/>
            <a:ext cx="8902700" cy="685800"/>
          </a:xfrm>
          <a:noFill/>
          <a:ln w="6350">
            <a:noFill/>
          </a:ln>
        </p:spPr>
        <p:txBody>
          <a:bodyPr lIns="91440" tIns="91440" rIns="91440" bIns="91440" anchor="ctr">
            <a:noAutofit/>
          </a:bodyPr>
          <a:lstStyle>
            <a:lvl1pPr marL="0" indent="0" algn="l">
              <a:buNone/>
              <a:defRPr sz="1400">
                <a:solidFill>
                  <a:schemeClr val="tx1"/>
                </a:solidFill>
                <a:latin typeface="+mn-lt"/>
              </a:defRPr>
            </a:lvl1pPr>
          </a:lstStyle>
          <a:p>
            <a:pPr lvl="0"/>
            <a:r>
              <a:rPr lang="en-GB"/>
              <a:t>Lorem Ipsum</a:t>
            </a:r>
            <a:endParaRPr lang="en-US"/>
          </a:p>
        </p:txBody>
      </p:sp>
      <p:cxnSp>
        <p:nvCxnSpPr>
          <p:cNvPr id="25" name="Straight Connector 24">
            <a:extLst>
              <a:ext uri="{FF2B5EF4-FFF2-40B4-BE49-F238E27FC236}">
                <a16:creationId xmlns:a16="http://schemas.microsoft.com/office/drawing/2014/main" id="{B7C3725F-901C-C01F-E141-69E4374DC60C}"/>
              </a:ext>
            </a:extLst>
          </p:cNvPr>
          <p:cNvCxnSpPr>
            <a:cxnSpLocks/>
          </p:cNvCxnSpPr>
          <p:nvPr userDrawn="1"/>
        </p:nvCxnSpPr>
        <p:spPr>
          <a:xfrm>
            <a:off x="2603499" y="1864651"/>
            <a:ext cx="8902701" cy="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CCF5029-E2DC-F2CF-6F92-B65540D53548}"/>
              </a:ext>
            </a:extLst>
          </p:cNvPr>
          <p:cNvCxnSpPr>
            <a:cxnSpLocks/>
          </p:cNvCxnSpPr>
          <p:nvPr userDrawn="1"/>
        </p:nvCxnSpPr>
        <p:spPr>
          <a:xfrm>
            <a:off x="2603499" y="2603103"/>
            <a:ext cx="8902701" cy="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9075192-50B7-3FC8-2E43-9002B60CDB09}"/>
              </a:ext>
            </a:extLst>
          </p:cNvPr>
          <p:cNvCxnSpPr>
            <a:cxnSpLocks/>
          </p:cNvCxnSpPr>
          <p:nvPr userDrawn="1"/>
        </p:nvCxnSpPr>
        <p:spPr>
          <a:xfrm>
            <a:off x="2603499" y="3341555"/>
            <a:ext cx="8902701" cy="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253E800-D778-A32C-B978-EBD31A8823CD}"/>
              </a:ext>
            </a:extLst>
          </p:cNvPr>
          <p:cNvCxnSpPr>
            <a:cxnSpLocks/>
          </p:cNvCxnSpPr>
          <p:nvPr userDrawn="1"/>
        </p:nvCxnSpPr>
        <p:spPr>
          <a:xfrm>
            <a:off x="2603499" y="4080007"/>
            <a:ext cx="8902701" cy="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E0AFDF1-6406-00A6-9E52-3B64F6CEAA6B}"/>
              </a:ext>
            </a:extLst>
          </p:cNvPr>
          <p:cNvCxnSpPr>
            <a:cxnSpLocks/>
          </p:cNvCxnSpPr>
          <p:nvPr userDrawn="1"/>
        </p:nvCxnSpPr>
        <p:spPr>
          <a:xfrm>
            <a:off x="2603499" y="4818459"/>
            <a:ext cx="8902701" cy="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62580B5-E917-7977-84AB-B816900A32BA}"/>
              </a:ext>
            </a:extLst>
          </p:cNvPr>
          <p:cNvCxnSpPr>
            <a:cxnSpLocks/>
          </p:cNvCxnSpPr>
          <p:nvPr userDrawn="1"/>
        </p:nvCxnSpPr>
        <p:spPr>
          <a:xfrm>
            <a:off x="2603499" y="5556911"/>
            <a:ext cx="8902701" cy="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204E465-9A88-A57C-E10C-26DBF15524EE}"/>
              </a:ext>
            </a:extLst>
          </p:cNvPr>
          <p:cNvSpPr>
            <a:spLocks noGrp="1"/>
          </p:cNvSpPr>
          <p:nvPr>
            <p:ph type="body" sz="quarter" idx="13" hasCustomPrompt="1"/>
          </p:nvPr>
        </p:nvSpPr>
        <p:spPr>
          <a:xfrm>
            <a:off x="-1" y="1152525"/>
            <a:ext cx="2524539" cy="685800"/>
          </a:xfrm>
          <a:solidFill>
            <a:schemeClr val="bg2"/>
          </a:solidFill>
          <a:ln w="6350">
            <a:solidFill>
              <a:schemeClr val="bg2"/>
            </a:solidFill>
          </a:ln>
        </p:spPr>
        <p:txBody>
          <a:bodyPr lIns="576072" tIns="91440" rIns="91440" bIns="91440" anchor="ctr">
            <a:noAutofit/>
          </a:bodyPr>
          <a:lstStyle>
            <a:lvl1pPr marL="0" indent="0">
              <a:buNone/>
              <a:defRPr sz="1800">
                <a:solidFill>
                  <a:schemeClr val="bg1"/>
                </a:solidFill>
                <a:latin typeface="+mj-lt"/>
              </a:defRPr>
            </a:lvl1pPr>
          </a:lstStyle>
          <a:p>
            <a:pPr lvl="0"/>
            <a:r>
              <a:rPr lang="en-GB"/>
              <a:t>Lorem Ipsum</a:t>
            </a:r>
            <a:endParaRPr lang="en-US"/>
          </a:p>
        </p:txBody>
      </p:sp>
      <p:sp>
        <p:nvSpPr>
          <p:cNvPr id="7" name="Text Placeholder 5">
            <a:extLst>
              <a:ext uri="{FF2B5EF4-FFF2-40B4-BE49-F238E27FC236}">
                <a16:creationId xmlns:a16="http://schemas.microsoft.com/office/drawing/2014/main" id="{CED3A873-AF8D-D678-59D4-767C43AE3572}"/>
              </a:ext>
            </a:extLst>
          </p:cNvPr>
          <p:cNvSpPr>
            <a:spLocks noGrp="1"/>
          </p:cNvSpPr>
          <p:nvPr>
            <p:ph type="body" sz="quarter" idx="14" hasCustomPrompt="1"/>
          </p:nvPr>
        </p:nvSpPr>
        <p:spPr>
          <a:xfrm>
            <a:off x="-1" y="1890977"/>
            <a:ext cx="2524539" cy="685800"/>
          </a:xfrm>
          <a:solidFill>
            <a:schemeClr val="bg2"/>
          </a:solidFill>
          <a:ln w="6350">
            <a:solidFill>
              <a:schemeClr val="bg2"/>
            </a:solidFill>
          </a:ln>
        </p:spPr>
        <p:txBody>
          <a:bodyPr lIns="576072" tIns="91440" rIns="91440" bIns="91440" anchor="ctr">
            <a:noAutofit/>
          </a:bodyPr>
          <a:lstStyle>
            <a:lvl1pPr marL="0" indent="0">
              <a:buNone/>
              <a:defRPr sz="1800">
                <a:solidFill>
                  <a:schemeClr val="bg1"/>
                </a:solidFill>
                <a:latin typeface="+mj-lt"/>
              </a:defRPr>
            </a:lvl1pPr>
          </a:lstStyle>
          <a:p>
            <a:pPr lvl="0"/>
            <a:r>
              <a:rPr lang="en-GB"/>
              <a:t>Lorem Ipsum</a:t>
            </a:r>
          </a:p>
        </p:txBody>
      </p:sp>
      <p:sp>
        <p:nvSpPr>
          <p:cNvPr id="8" name="Text Placeholder 5">
            <a:extLst>
              <a:ext uri="{FF2B5EF4-FFF2-40B4-BE49-F238E27FC236}">
                <a16:creationId xmlns:a16="http://schemas.microsoft.com/office/drawing/2014/main" id="{3C4C1BAE-D67A-56B0-565E-BB8DD62A1F04}"/>
              </a:ext>
            </a:extLst>
          </p:cNvPr>
          <p:cNvSpPr>
            <a:spLocks noGrp="1"/>
          </p:cNvSpPr>
          <p:nvPr>
            <p:ph type="body" sz="quarter" idx="15" hasCustomPrompt="1"/>
          </p:nvPr>
        </p:nvSpPr>
        <p:spPr>
          <a:xfrm>
            <a:off x="-1" y="2629429"/>
            <a:ext cx="2524539" cy="685800"/>
          </a:xfrm>
          <a:solidFill>
            <a:schemeClr val="bg2"/>
          </a:solidFill>
          <a:ln w="6350">
            <a:solidFill>
              <a:schemeClr val="bg2"/>
            </a:solidFill>
          </a:ln>
        </p:spPr>
        <p:txBody>
          <a:bodyPr lIns="576072" tIns="91440" rIns="91440" bIns="91440" anchor="ctr">
            <a:noAutofit/>
          </a:bodyPr>
          <a:lstStyle>
            <a:lvl1pPr marL="0" indent="0">
              <a:buNone/>
              <a:defRPr sz="1800">
                <a:solidFill>
                  <a:schemeClr val="bg1"/>
                </a:solidFill>
                <a:latin typeface="+mj-lt"/>
              </a:defRPr>
            </a:lvl1pPr>
          </a:lstStyle>
          <a:p>
            <a:pPr lvl="0"/>
            <a:r>
              <a:rPr lang="en-GB"/>
              <a:t>Lorem Ipsum</a:t>
            </a:r>
          </a:p>
        </p:txBody>
      </p:sp>
      <p:sp>
        <p:nvSpPr>
          <p:cNvPr id="10" name="Text Placeholder 5">
            <a:extLst>
              <a:ext uri="{FF2B5EF4-FFF2-40B4-BE49-F238E27FC236}">
                <a16:creationId xmlns:a16="http://schemas.microsoft.com/office/drawing/2014/main" id="{EBDC8AD4-C927-CCDC-B645-AAC76C2FD939}"/>
              </a:ext>
            </a:extLst>
          </p:cNvPr>
          <p:cNvSpPr>
            <a:spLocks noGrp="1"/>
          </p:cNvSpPr>
          <p:nvPr>
            <p:ph type="body" sz="quarter" idx="16" hasCustomPrompt="1"/>
          </p:nvPr>
        </p:nvSpPr>
        <p:spPr>
          <a:xfrm>
            <a:off x="-1" y="3367881"/>
            <a:ext cx="2524539" cy="685800"/>
          </a:xfrm>
          <a:solidFill>
            <a:schemeClr val="bg2"/>
          </a:solidFill>
          <a:ln w="6350">
            <a:solidFill>
              <a:schemeClr val="bg2"/>
            </a:solidFill>
          </a:ln>
        </p:spPr>
        <p:txBody>
          <a:bodyPr lIns="576072" tIns="91440" rIns="91440" bIns="91440" anchor="ctr">
            <a:noAutofit/>
          </a:bodyPr>
          <a:lstStyle>
            <a:lvl1pPr marL="0" indent="0">
              <a:buNone/>
              <a:defRPr sz="1800">
                <a:solidFill>
                  <a:schemeClr val="bg1"/>
                </a:solidFill>
                <a:latin typeface="+mj-lt"/>
              </a:defRPr>
            </a:lvl1pPr>
          </a:lstStyle>
          <a:p>
            <a:pPr lvl="0"/>
            <a:r>
              <a:rPr lang="en-GB"/>
              <a:t>Lorem Ipsum</a:t>
            </a:r>
          </a:p>
        </p:txBody>
      </p:sp>
      <p:sp>
        <p:nvSpPr>
          <p:cNvPr id="12" name="Text Placeholder 5">
            <a:extLst>
              <a:ext uri="{FF2B5EF4-FFF2-40B4-BE49-F238E27FC236}">
                <a16:creationId xmlns:a16="http://schemas.microsoft.com/office/drawing/2014/main" id="{79EB4475-9CBB-9290-75FD-627A825D8BBE}"/>
              </a:ext>
            </a:extLst>
          </p:cNvPr>
          <p:cNvSpPr>
            <a:spLocks noGrp="1"/>
          </p:cNvSpPr>
          <p:nvPr>
            <p:ph type="body" sz="quarter" idx="17" hasCustomPrompt="1"/>
          </p:nvPr>
        </p:nvSpPr>
        <p:spPr>
          <a:xfrm>
            <a:off x="-1" y="4106333"/>
            <a:ext cx="2524539" cy="685800"/>
          </a:xfrm>
          <a:solidFill>
            <a:schemeClr val="bg2"/>
          </a:solidFill>
          <a:ln w="6350">
            <a:solidFill>
              <a:schemeClr val="bg2"/>
            </a:solidFill>
          </a:ln>
        </p:spPr>
        <p:txBody>
          <a:bodyPr lIns="576072" tIns="91440" rIns="91440" bIns="91440" anchor="ctr">
            <a:noAutofit/>
          </a:bodyPr>
          <a:lstStyle>
            <a:lvl1pPr marL="0" indent="0">
              <a:buNone/>
              <a:defRPr sz="1800">
                <a:solidFill>
                  <a:schemeClr val="bg1"/>
                </a:solidFill>
                <a:latin typeface="+mj-lt"/>
              </a:defRPr>
            </a:lvl1pPr>
          </a:lstStyle>
          <a:p>
            <a:pPr lvl="0"/>
            <a:r>
              <a:rPr lang="en-GB"/>
              <a:t>Lorem Ipsum</a:t>
            </a:r>
          </a:p>
        </p:txBody>
      </p:sp>
      <p:sp>
        <p:nvSpPr>
          <p:cNvPr id="13" name="Text Placeholder 5">
            <a:extLst>
              <a:ext uri="{FF2B5EF4-FFF2-40B4-BE49-F238E27FC236}">
                <a16:creationId xmlns:a16="http://schemas.microsoft.com/office/drawing/2014/main" id="{026C1969-4182-635E-8417-0C5A9050140D}"/>
              </a:ext>
            </a:extLst>
          </p:cNvPr>
          <p:cNvSpPr>
            <a:spLocks noGrp="1"/>
          </p:cNvSpPr>
          <p:nvPr>
            <p:ph type="body" sz="quarter" idx="18" hasCustomPrompt="1"/>
          </p:nvPr>
        </p:nvSpPr>
        <p:spPr>
          <a:xfrm>
            <a:off x="-1" y="4844785"/>
            <a:ext cx="2524539" cy="685800"/>
          </a:xfrm>
          <a:solidFill>
            <a:schemeClr val="bg2"/>
          </a:solidFill>
          <a:ln w="6350">
            <a:solidFill>
              <a:schemeClr val="bg2"/>
            </a:solidFill>
          </a:ln>
        </p:spPr>
        <p:txBody>
          <a:bodyPr lIns="576072" tIns="91440" rIns="91440" bIns="91440" anchor="ctr">
            <a:noAutofit/>
          </a:bodyPr>
          <a:lstStyle>
            <a:lvl1pPr marL="0" indent="0">
              <a:buNone/>
              <a:defRPr sz="1800">
                <a:solidFill>
                  <a:schemeClr val="bg1"/>
                </a:solidFill>
                <a:latin typeface="+mj-lt"/>
              </a:defRPr>
            </a:lvl1pPr>
          </a:lstStyle>
          <a:p>
            <a:pPr lvl="0"/>
            <a:r>
              <a:rPr lang="en-GB"/>
              <a:t>Lorem Ipsum</a:t>
            </a:r>
          </a:p>
        </p:txBody>
      </p:sp>
      <p:sp>
        <p:nvSpPr>
          <p:cNvPr id="14" name="Text Placeholder 5">
            <a:extLst>
              <a:ext uri="{FF2B5EF4-FFF2-40B4-BE49-F238E27FC236}">
                <a16:creationId xmlns:a16="http://schemas.microsoft.com/office/drawing/2014/main" id="{251F96A7-E684-A125-B0E2-0DEA00C8442A}"/>
              </a:ext>
            </a:extLst>
          </p:cNvPr>
          <p:cNvSpPr>
            <a:spLocks noGrp="1"/>
          </p:cNvSpPr>
          <p:nvPr>
            <p:ph type="body" sz="quarter" idx="19" hasCustomPrompt="1"/>
          </p:nvPr>
        </p:nvSpPr>
        <p:spPr>
          <a:xfrm>
            <a:off x="-1" y="5583235"/>
            <a:ext cx="2524539" cy="685800"/>
          </a:xfrm>
          <a:solidFill>
            <a:schemeClr val="bg2"/>
          </a:solidFill>
          <a:ln w="6350">
            <a:solidFill>
              <a:schemeClr val="bg2"/>
            </a:solidFill>
          </a:ln>
        </p:spPr>
        <p:txBody>
          <a:bodyPr lIns="576072" tIns="91440" rIns="91440" bIns="91440" anchor="ctr">
            <a:noAutofit/>
          </a:bodyPr>
          <a:lstStyle>
            <a:lvl1pPr marL="0" indent="0">
              <a:buNone/>
              <a:defRPr sz="1800">
                <a:solidFill>
                  <a:schemeClr val="bg1"/>
                </a:solidFill>
                <a:latin typeface="+mj-lt"/>
              </a:defRPr>
            </a:lvl1pPr>
          </a:lstStyle>
          <a:p>
            <a:pPr lvl="0"/>
            <a:r>
              <a:rPr lang="en-GB"/>
              <a:t>Lorem Ipsum</a:t>
            </a:r>
          </a:p>
        </p:txBody>
      </p:sp>
      <p:sp>
        <p:nvSpPr>
          <p:cNvPr id="3" name="Rectangle 2">
            <a:extLst>
              <a:ext uri="{FF2B5EF4-FFF2-40B4-BE49-F238E27FC236}">
                <a16:creationId xmlns:a16="http://schemas.microsoft.com/office/drawing/2014/main" id="{FD52D9C0-751B-47BD-F922-CD7E7783C353}"/>
              </a:ext>
            </a:extLst>
          </p:cNvPr>
          <p:cNvSpPr/>
          <p:nvPr userDrawn="1"/>
        </p:nvSpPr>
        <p:spPr bwMode="auto">
          <a:xfrm>
            <a:off x="1" y="0"/>
            <a:ext cx="12192000" cy="381000"/>
          </a:xfrm>
          <a:prstGeom prst="rect">
            <a:avLst/>
          </a:prstGeom>
          <a:solidFill>
            <a:srgbClr val="C00000"/>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FFFFFF"/>
                </a:solidFill>
                <a:effectLst/>
                <a:uLnTx/>
                <a:uFillTx/>
                <a:latin typeface="Segoe UI"/>
                <a:ea typeface="Segoe UI" pitchFamily="34" charset="0"/>
                <a:cs typeface="Segoe UI" pitchFamily="34" charset="0"/>
              </a:rPr>
              <a:t>Presenter Guidance</a:t>
            </a:r>
          </a:p>
        </p:txBody>
      </p:sp>
    </p:spTree>
    <p:extLst>
      <p:ext uri="{BB962C8B-B14F-4D97-AF65-F5344CB8AC3E}">
        <p14:creationId xmlns:p14="http://schemas.microsoft.com/office/powerpoint/2010/main" val="643349348"/>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userDrawn="1">
  <p:cSld name="Left title with 3 placeholde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24E729F-772E-4F2A-BD8E-91B4A3193022}"/>
              </a:ext>
            </a:extLst>
          </p:cNvPr>
          <p:cNvSpPr>
            <a:spLocks noGrp="1"/>
          </p:cNvSpPr>
          <p:nvPr>
            <p:ph type="title"/>
          </p:nvPr>
        </p:nvSpPr>
        <p:spPr>
          <a:xfrm>
            <a:off x="588263" y="2596028"/>
            <a:ext cx="3809565" cy="1107996"/>
          </a:xfrm>
        </p:spPr>
        <p:txBody>
          <a:bodyPr>
            <a:spAutoFit/>
          </a:bodyPr>
          <a:lstStyle/>
          <a:p>
            <a:r>
              <a:rPr lang="en-US"/>
              <a:t>Click to edit Master title style</a:t>
            </a:r>
            <a:endParaRPr lang="en-IN"/>
          </a:p>
        </p:txBody>
      </p:sp>
      <p:sp>
        <p:nvSpPr>
          <p:cNvPr id="4" name="Text Placeholder 60">
            <a:extLst>
              <a:ext uri="{FF2B5EF4-FFF2-40B4-BE49-F238E27FC236}">
                <a16:creationId xmlns:a16="http://schemas.microsoft.com/office/drawing/2014/main" id="{F735A75B-889F-3161-5832-DED669272DD8}"/>
              </a:ext>
            </a:extLst>
          </p:cNvPr>
          <p:cNvSpPr>
            <a:spLocks noGrp="1"/>
          </p:cNvSpPr>
          <p:nvPr>
            <p:ph type="body" sz="quarter" idx="11"/>
          </p:nvPr>
        </p:nvSpPr>
        <p:spPr>
          <a:xfrm>
            <a:off x="5003800" y="292100"/>
            <a:ext cx="6883400" cy="6273800"/>
          </a:xfrm>
          <a:prstGeom prst="roundRect">
            <a:avLst>
              <a:gd name="adj" fmla="val 2600"/>
            </a:avLst>
          </a:prstGeom>
          <a:solidFill>
            <a:schemeClr val="bg1">
              <a:alpha val="75000"/>
            </a:schemeClr>
          </a:solidFill>
          <a:ln w="15875">
            <a:noFill/>
            <a:headEnd type="none" w="med" len="med"/>
            <a:tailEnd type="none" w="med" len="med"/>
          </a:ln>
          <a:effectLst>
            <a:outerShdw blurRad="279400" algn="ctr"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lvl1pPr>
              <a:defRPr kumimoji="0" lang="en-IN" sz="100" b="0" i="0" u="none" strike="noStrike" cap="none" normalizeH="0" dirty="0">
                <a:ln>
                  <a:noFill/>
                </a:ln>
                <a:solidFill>
                  <a:schemeClr val="bg1"/>
                </a:solidFill>
                <a:effectLst/>
                <a:uLnTx/>
                <a:uFillTx/>
                <a:latin typeface="+mn-lt"/>
              </a:defRPr>
            </a:lvl1pPr>
          </a:lstStyle>
          <a:p>
            <a:pPr marL="0" lvl="0" indent="0" defTabSz="932472" fontAlgn="base">
              <a:lnSpc>
                <a:spcPct val="110000"/>
              </a:lnSpc>
              <a:spcBef>
                <a:spcPct val="0"/>
              </a:spcBef>
              <a:spcAft>
                <a:spcPct val="0"/>
              </a:spcAft>
              <a:buSzTx/>
              <a:buFontTx/>
              <a:buNone/>
            </a:pPr>
            <a:endParaRPr lang="en-IN"/>
          </a:p>
        </p:txBody>
      </p:sp>
      <p:sp>
        <p:nvSpPr>
          <p:cNvPr id="6" name="Text Placeholder 62">
            <a:extLst>
              <a:ext uri="{FF2B5EF4-FFF2-40B4-BE49-F238E27FC236}">
                <a16:creationId xmlns:a16="http://schemas.microsoft.com/office/drawing/2014/main" id="{56D9CC5F-9960-7FEA-DCC9-84C4C575C2EE}"/>
              </a:ext>
            </a:extLst>
          </p:cNvPr>
          <p:cNvSpPr>
            <a:spLocks noGrp="1"/>
          </p:cNvSpPr>
          <p:nvPr>
            <p:ph type="body" sz="quarter" idx="15"/>
          </p:nvPr>
        </p:nvSpPr>
        <p:spPr>
          <a:xfrm>
            <a:off x="5276193" y="4757753"/>
            <a:ext cx="6356281" cy="261958"/>
          </a:xfrm>
        </p:spPr>
        <p:txBody>
          <a:bodyPr/>
          <a:lstStyle>
            <a:lvl1pPr marL="0" indent="0">
              <a:buFont typeface="Arial" panose="020B0604020202020204" pitchFamily="34" charset="0"/>
              <a:buNone/>
              <a:defRPr sz="1800">
                <a:latin typeface="+mj-lt"/>
              </a:defRPr>
            </a:lvl1pPr>
          </a:lstStyle>
          <a:p>
            <a:pPr lvl="0"/>
            <a:endParaRPr lang="en-IN"/>
          </a:p>
        </p:txBody>
      </p:sp>
      <p:cxnSp>
        <p:nvCxnSpPr>
          <p:cNvPr id="10" name="Straight Connector 9">
            <a:extLst>
              <a:ext uri="{FF2B5EF4-FFF2-40B4-BE49-F238E27FC236}">
                <a16:creationId xmlns:a16="http://schemas.microsoft.com/office/drawing/2014/main" id="{35DF6063-3B87-5D37-D063-AD7EF00724A0}"/>
              </a:ext>
            </a:extLst>
          </p:cNvPr>
          <p:cNvCxnSpPr>
            <a:cxnSpLocks/>
          </p:cNvCxnSpPr>
          <p:nvPr userDrawn="1"/>
        </p:nvCxnSpPr>
        <p:spPr>
          <a:xfrm>
            <a:off x="5276193" y="2681538"/>
            <a:ext cx="6356281"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6B6EB97-9C60-30F9-7AC1-5689B3649DBA}"/>
              </a:ext>
            </a:extLst>
          </p:cNvPr>
          <p:cNvCxnSpPr>
            <a:cxnSpLocks/>
          </p:cNvCxnSpPr>
          <p:nvPr userDrawn="1"/>
        </p:nvCxnSpPr>
        <p:spPr>
          <a:xfrm>
            <a:off x="5276193" y="4153002"/>
            <a:ext cx="6356281"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4" name="Text Placeholder 62">
            <a:extLst>
              <a:ext uri="{FF2B5EF4-FFF2-40B4-BE49-F238E27FC236}">
                <a16:creationId xmlns:a16="http://schemas.microsoft.com/office/drawing/2014/main" id="{A20783E1-830C-92DF-5707-EC6F05166281}"/>
              </a:ext>
            </a:extLst>
          </p:cNvPr>
          <p:cNvSpPr>
            <a:spLocks noGrp="1"/>
          </p:cNvSpPr>
          <p:nvPr>
            <p:ph type="body" sz="quarter" idx="14"/>
          </p:nvPr>
        </p:nvSpPr>
        <p:spPr>
          <a:xfrm>
            <a:off x="5276193" y="3286291"/>
            <a:ext cx="6356281" cy="261958"/>
          </a:xfrm>
        </p:spPr>
        <p:txBody>
          <a:bodyPr/>
          <a:lstStyle>
            <a:lvl1pPr marL="0" indent="0">
              <a:buFont typeface="Arial" panose="020B0604020202020204" pitchFamily="34" charset="0"/>
              <a:buNone/>
              <a:defRPr sz="1800">
                <a:latin typeface="+mj-lt"/>
              </a:defRPr>
            </a:lvl1pPr>
          </a:lstStyle>
          <a:p>
            <a:pPr lvl="0"/>
            <a:endParaRPr lang="en-IN"/>
          </a:p>
        </p:txBody>
      </p:sp>
      <p:sp>
        <p:nvSpPr>
          <p:cNvPr id="15" name="Text Placeholder 62">
            <a:extLst>
              <a:ext uri="{FF2B5EF4-FFF2-40B4-BE49-F238E27FC236}">
                <a16:creationId xmlns:a16="http://schemas.microsoft.com/office/drawing/2014/main" id="{B7F37C86-CE2D-DF0E-2743-FC8906030881}"/>
              </a:ext>
            </a:extLst>
          </p:cNvPr>
          <p:cNvSpPr>
            <a:spLocks noGrp="1"/>
          </p:cNvSpPr>
          <p:nvPr>
            <p:ph type="body" sz="quarter" idx="13"/>
          </p:nvPr>
        </p:nvSpPr>
        <p:spPr>
          <a:xfrm>
            <a:off x="5276193" y="1814827"/>
            <a:ext cx="6356281" cy="261958"/>
          </a:xfrm>
        </p:spPr>
        <p:txBody>
          <a:bodyPr/>
          <a:lstStyle>
            <a:lvl1pPr marL="0" indent="0">
              <a:buFont typeface="Arial" panose="020B0604020202020204" pitchFamily="34" charset="0"/>
              <a:buNone/>
              <a:defRPr sz="1800">
                <a:latin typeface="+mj-lt"/>
              </a:defRPr>
            </a:lvl1pPr>
          </a:lstStyle>
          <a:p>
            <a:pPr lvl="0"/>
            <a:endParaRPr lang="en-IN"/>
          </a:p>
        </p:txBody>
      </p:sp>
      <p:sp>
        <p:nvSpPr>
          <p:cNvPr id="16" name="Text Placeholder 77">
            <a:extLst>
              <a:ext uri="{FF2B5EF4-FFF2-40B4-BE49-F238E27FC236}">
                <a16:creationId xmlns:a16="http://schemas.microsoft.com/office/drawing/2014/main" id="{C0699646-C696-4911-19E5-9260DD1A1E35}"/>
              </a:ext>
            </a:extLst>
          </p:cNvPr>
          <p:cNvSpPr>
            <a:spLocks noGrp="1"/>
          </p:cNvSpPr>
          <p:nvPr>
            <p:ph type="body" sz="quarter" idx="24"/>
          </p:nvPr>
        </p:nvSpPr>
        <p:spPr>
          <a:xfrm>
            <a:off x="584200" y="3957484"/>
            <a:ext cx="822960" cy="36576"/>
          </a:xfrm>
          <a:prstGeom prst="roundRect">
            <a:avLst>
              <a:gd name="adj" fmla="val 50000"/>
            </a:avLst>
          </a:prstGeom>
          <a:solidFill>
            <a:schemeClr val="bg2"/>
          </a:solidFill>
        </p:spPr>
        <p:txBody>
          <a:bodyPr>
            <a:noAutofit/>
          </a:bodyPr>
          <a:lstStyle>
            <a:lvl1pPr marL="0" indent="0">
              <a:buNone/>
              <a:defRPr sz="100"/>
            </a:lvl1pPr>
          </a:lstStyle>
          <a:p>
            <a:pPr lvl="0"/>
            <a:endParaRPr lang="en-IN"/>
          </a:p>
        </p:txBody>
      </p:sp>
    </p:spTree>
    <p:extLst>
      <p:ext uri="{BB962C8B-B14F-4D97-AF65-F5344CB8AC3E}">
        <p14:creationId xmlns:p14="http://schemas.microsoft.com/office/powerpoint/2010/main" val="2804396662"/>
      </p:ext>
    </p:extLst>
  </p:cSld>
  <p:clrMapOvr>
    <a:masterClrMapping/>
  </p:clrMapOvr>
  <p:transition>
    <p:fade/>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userDrawn="1">
  <p:cSld name="Customer story">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A745FF17-5C1B-1FAC-2B0B-F8AEED707486}"/>
              </a:ext>
            </a:extLst>
          </p:cNvPr>
          <p:cNvSpPr/>
          <p:nvPr userDrawn="1"/>
        </p:nvSpPr>
        <p:spPr bwMode="auto">
          <a:xfrm>
            <a:off x="613811" y="539253"/>
            <a:ext cx="5129764" cy="5642342"/>
          </a:xfrm>
          <a:prstGeom prst="roundRect">
            <a:avLst>
              <a:gd name="adj" fmla="val 2764"/>
            </a:avLst>
          </a:prstGeom>
          <a:solidFill>
            <a:schemeClr val="bg1">
              <a:alpha val="65000"/>
            </a:schemeClr>
          </a:solidFill>
          <a:ln w="15875">
            <a:noFill/>
            <a:headEnd type="none" w="med" len="med"/>
            <a:tailEnd type="none" w="med" len="med"/>
          </a:ln>
          <a:effectLst>
            <a:outerShdw blurRad="279400" algn="ctr"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Calibri" panose="020F0502020204030204"/>
              <a:ea typeface="Segoe UI" pitchFamily="34" charset="0"/>
              <a:cs typeface="Segoe UI" pitchFamily="34" charset="0"/>
            </a:endParaRPr>
          </a:p>
        </p:txBody>
      </p:sp>
      <p:sp>
        <p:nvSpPr>
          <p:cNvPr id="4" name="Picture Placeholder 56">
            <a:extLst>
              <a:ext uri="{FF2B5EF4-FFF2-40B4-BE49-F238E27FC236}">
                <a16:creationId xmlns:a16="http://schemas.microsoft.com/office/drawing/2014/main" id="{E9A60C29-70E4-48A8-1AD6-664797F8A49D}"/>
              </a:ext>
            </a:extLst>
          </p:cNvPr>
          <p:cNvSpPr>
            <a:spLocks noGrp="1"/>
          </p:cNvSpPr>
          <p:nvPr>
            <p:ph type="pic" sz="quarter" idx="16" hasCustomPrompt="1"/>
          </p:nvPr>
        </p:nvSpPr>
        <p:spPr>
          <a:xfrm>
            <a:off x="884739" y="654733"/>
            <a:ext cx="1007561" cy="1007561"/>
          </a:xfrm>
          <a:prstGeom prst="rect">
            <a:avLst/>
          </a:prstGeom>
        </p:spPr>
        <p:txBody>
          <a:bodyPr anchor="ctr">
            <a:noAutofit/>
          </a:bodyPr>
          <a:lstStyle>
            <a:lvl1pPr marL="0" indent="0" algn="ctr">
              <a:buNone/>
              <a:defRPr sz="1200">
                <a:latin typeface="+mj-lt"/>
              </a:defRPr>
            </a:lvl1pPr>
          </a:lstStyle>
          <a:p>
            <a:r>
              <a:rPr lang="en-US"/>
              <a:t>Customer Logo</a:t>
            </a:r>
          </a:p>
        </p:txBody>
      </p:sp>
      <p:sp>
        <p:nvSpPr>
          <p:cNvPr id="5" name="Rectangle: Rounded Corners 4">
            <a:extLst>
              <a:ext uri="{FF2B5EF4-FFF2-40B4-BE49-F238E27FC236}">
                <a16:creationId xmlns:a16="http://schemas.microsoft.com/office/drawing/2014/main" id="{35893444-D178-4644-717D-109F0DD21C94}"/>
              </a:ext>
            </a:extLst>
          </p:cNvPr>
          <p:cNvSpPr/>
          <p:nvPr userDrawn="1"/>
        </p:nvSpPr>
        <p:spPr bwMode="auto">
          <a:xfrm>
            <a:off x="501662" y="425311"/>
            <a:ext cx="11101485" cy="5848489"/>
          </a:xfrm>
          <a:prstGeom prst="roundRect">
            <a:avLst>
              <a:gd name="adj" fmla="val 3187"/>
            </a:avLst>
          </a:prstGeom>
          <a:no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sp>
        <p:nvSpPr>
          <p:cNvPr id="6" name="Text Placeholder 61">
            <a:extLst>
              <a:ext uri="{FF2B5EF4-FFF2-40B4-BE49-F238E27FC236}">
                <a16:creationId xmlns:a16="http://schemas.microsoft.com/office/drawing/2014/main" id="{4172B0E9-6FE9-0DD5-1E51-93E86ED7A90F}"/>
              </a:ext>
            </a:extLst>
          </p:cNvPr>
          <p:cNvSpPr>
            <a:spLocks noGrp="1"/>
          </p:cNvSpPr>
          <p:nvPr>
            <p:ph type="body" sz="quarter" idx="10" hasCustomPrompt="1"/>
          </p:nvPr>
        </p:nvSpPr>
        <p:spPr>
          <a:xfrm>
            <a:off x="6096000" y="620645"/>
            <a:ext cx="5303520" cy="1645398"/>
          </a:xfrm>
        </p:spPr>
        <p:txBody>
          <a:bodyPr anchor="ctr">
            <a:noAutofit/>
          </a:bodyPr>
          <a:lstStyle>
            <a:lvl1pPr marL="0" indent="0">
              <a:spcBef>
                <a:spcPts val="0"/>
              </a:spcBef>
              <a:buNone/>
              <a:defRPr kumimoji="0" lang="en-US" sz="2000" b="0" i="0" u="none" strike="noStrike" kern="1200" cap="none" spc="0" normalizeH="0" baseline="0" dirty="0">
                <a:ln w="3175">
                  <a:noFill/>
                </a:ln>
                <a:solidFill>
                  <a:srgbClr val="000000"/>
                </a:solidFill>
                <a:effectLst/>
                <a:uLnTx/>
                <a:uFillTx/>
                <a:latin typeface="+mn-lt"/>
                <a:ea typeface="+mn-ea"/>
                <a:cs typeface="Segoe UI" pitchFamily="34" charset="0"/>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466236" rtl="0" eaLnBrk="1" fontAlgn="base" latinLnBrk="0" hangingPunct="1">
              <a:lnSpc>
                <a:spcPct val="100000"/>
              </a:lnSpc>
              <a:spcBef>
                <a:spcPts val="0"/>
              </a:spcBef>
              <a:spcAft>
                <a:spcPts val="0"/>
              </a:spcAft>
              <a:buClrTx/>
              <a:buSzTx/>
              <a:buFontTx/>
              <a:buNone/>
              <a:tabLst/>
              <a:defRPr/>
            </a:pPr>
            <a:r>
              <a:rPr lang="en-GB"/>
              <a:t>Add points here</a:t>
            </a:r>
            <a:endParaRPr lang="en-US"/>
          </a:p>
        </p:txBody>
      </p:sp>
      <p:sp>
        <p:nvSpPr>
          <p:cNvPr id="7" name="Text Placeholder 61">
            <a:extLst>
              <a:ext uri="{FF2B5EF4-FFF2-40B4-BE49-F238E27FC236}">
                <a16:creationId xmlns:a16="http://schemas.microsoft.com/office/drawing/2014/main" id="{80FEEA81-F148-6156-7F23-495D80BE68C3}"/>
              </a:ext>
            </a:extLst>
          </p:cNvPr>
          <p:cNvSpPr>
            <a:spLocks noGrp="1"/>
          </p:cNvSpPr>
          <p:nvPr>
            <p:ph type="body" sz="quarter" idx="11" hasCustomPrompt="1"/>
          </p:nvPr>
        </p:nvSpPr>
        <p:spPr>
          <a:xfrm>
            <a:off x="6096000" y="2529273"/>
            <a:ext cx="5303520" cy="1645398"/>
          </a:xfrm>
        </p:spPr>
        <p:txBody>
          <a:bodyPr anchor="ctr">
            <a:noAutofit/>
          </a:bodyPr>
          <a:lstStyle>
            <a:lvl1pPr marL="0" indent="0">
              <a:spcBef>
                <a:spcPts val="0"/>
              </a:spcBef>
              <a:buNone/>
              <a:defRPr kumimoji="0" lang="en-US" sz="2000" b="0" i="0" u="none" strike="noStrike" kern="1200" cap="none" spc="0" normalizeH="0" baseline="0" dirty="0">
                <a:ln w="3175">
                  <a:noFill/>
                </a:ln>
                <a:solidFill>
                  <a:srgbClr val="000000"/>
                </a:solidFill>
                <a:effectLst/>
                <a:uLnTx/>
                <a:uFillTx/>
                <a:latin typeface="+mn-lt"/>
                <a:ea typeface="+mn-ea"/>
                <a:cs typeface="Segoe UI" pitchFamily="34" charset="0"/>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466236" rtl="0" eaLnBrk="1" fontAlgn="base" latinLnBrk="0" hangingPunct="1">
              <a:lnSpc>
                <a:spcPct val="100000"/>
              </a:lnSpc>
              <a:spcBef>
                <a:spcPts val="0"/>
              </a:spcBef>
              <a:spcAft>
                <a:spcPts val="0"/>
              </a:spcAft>
              <a:buClrTx/>
              <a:buSzTx/>
              <a:buFontTx/>
              <a:buNone/>
              <a:tabLst/>
              <a:defRPr/>
            </a:pPr>
            <a:r>
              <a:rPr lang="en-GB"/>
              <a:t>Add points here</a:t>
            </a:r>
            <a:endParaRPr lang="en-US"/>
          </a:p>
        </p:txBody>
      </p:sp>
      <p:sp>
        <p:nvSpPr>
          <p:cNvPr id="8" name="Text Placeholder 61">
            <a:extLst>
              <a:ext uri="{FF2B5EF4-FFF2-40B4-BE49-F238E27FC236}">
                <a16:creationId xmlns:a16="http://schemas.microsoft.com/office/drawing/2014/main" id="{58EE2FA4-084E-E229-BFBD-11AEC5673726}"/>
              </a:ext>
            </a:extLst>
          </p:cNvPr>
          <p:cNvSpPr>
            <a:spLocks noGrp="1"/>
          </p:cNvSpPr>
          <p:nvPr>
            <p:ph type="body" sz="quarter" idx="12" hasCustomPrompt="1"/>
          </p:nvPr>
        </p:nvSpPr>
        <p:spPr>
          <a:xfrm>
            <a:off x="6096000" y="4437903"/>
            <a:ext cx="5303520" cy="1645398"/>
          </a:xfrm>
        </p:spPr>
        <p:txBody>
          <a:bodyPr anchor="ctr">
            <a:noAutofit/>
          </a:bodyPr>
          <a:lstStyle>
            <a:lvl1pPr marL="0" indent="0">
              <a:spcBef>
                <a:spcPts val="0"/>
              </a:spcBef>
              <a:buNone/>
              <a:defRPr kumimoji="0" lang="en-US" sz="2000" b="0" i="0" u="none" strike="noStrike" kern="1200" cap="none" spc="0" normalizeH="0" baseline="0" dirty="0">
                <a:ln w="3175">
                  <a:noFill/>
                </a:ln>
                <a:solidFill>
                  <a:srgbClr val="000000"/>
                </a:solidFill>
                <a:effectLst/>
                <a:uLnTx/>
                <a:uFillTx/>
                <a:latin typeface="+mn-lt"/>
                <a:ea typeface="+mn-ea"/>
                <a:cs typeface="Segoe UI" pitchFamily="34" charset="0"/>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466236" rtl="0" eaLnBrk="1" fontAlgn="base" latinLnBrk="0" hangingPunct="1">
              <a:lnSpc>
                <a:spcPct val="100000"/>
              </a:lnSpc>
              <a:spcBef>
                <a:spcPts val="0"/>
              </a:spcBef>
              <a:spcAft>
                <a:spcPts val="0"/>
              </a:spcAft>
              <a:buClrTx/>
              <a:buSzTx/>
              <a:buFontTx/>
              <a:buNone/>
              <a:tabLst/>
              <a:defRPr/>
            </a:pPr>
            <a:r>
              <a:rPr lang="en-GB"/>
              <a:t>Add points here</a:t>
            </a:r>
            <a:endParaRPr lang="en-US"/>
          </a:p>
        </p:txBody>
      </p:sp>
      <p:sp>
        <p:nvSpPr>
          <p:cNvPr id="9" name="Text Placeholder 61">
            <a:extLst>
              <a:ext uri="{FF2B5EF4-FFF2-40B4-BE49-F238E27FC236}">
                <a16:creationId xmlns:a16="http://schemas.microsoft.com/office/drawing/2014/main" id="{1F924E61-E2BA-0B66-0881-3B025F2F1882}"/>
              </a:ext>
            </a:extLst>
          </p:cNvPr>
          <p:cNvSpPr>
            <a:spLocks noGrp="1"/>
          </p:cNvSpPr>
          <p:nvPr>
            <p:ph type="body" sz="quarter" idx="14" hasCustomPrompt="1"/>
          </p:nvPr>
        </p:nvSpPr>
        <p:spPr>
          <a:xfrm>
            <a:off x="884739" y="1905000"/>
            <a:ext cx="4616175" cy="4013200"/>
          </a:xfrm>
        </p:spPr>
        <p:txBody>
          <a:bodyPr anchor="t">
            <a:noAutofit/>
          </a:bodyPr>
          <a:lstStyle>
            <a:lvl1pPr marL="0" indent="0">
              <a:lnSpc>
                <a:spcPct val="100000"/>
              </a:lnSpc>
              <a:buNone/>
              <a:defRPr kumimoji="0" lang="en-US" sz="2400" b="0" i="0" u="none" strike="noStrike" kern="1200" cap="none" spc="0" normalizeH="0" baseline="0" dirty="0">
                <a:ln>
                  <a:noFill/>
                </a:ln>
                <a:solidFill>
                  <a:schemeClr val="tx1"/>
                </a:solidFill>
                <a:effectLst/>
                <a:uLnTx/>
                <a:uFillTx/>
                <a:latin typeface="Segoe UI Semibold"/>
                <a:ea typeface="+mn-ea"/>
                <a:cs typeface="+mn-cs"/>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14400" rtl="0" eaLnBrk="1" fontAlgn="auto" latinLnBrk="0" hangingPunct="1">
              <a:lnSpc>
                <a:spcPct val="110000"/>
              </a:lnSpc>
              <a:spcBef>
                <a:spcPts val="0"/>
              </a:spcBef>
              <a:spcAft>
                <a:spcPts val="0"/>
              </a:spcAft>
              <a:buClrTx/>
              <a:buSzTx/>
              <a:buFontTx/>
              <a:buNone/>
              <a:tabLst/>
              <a:defRPr/>
            </a:pPr>
            <a:r>
              <a:rPr lang="en-GB"/>
              <a:t>Add description here</a:t>
            </a:r>
            <a:endParaRPr lang="en-US"/>
          </a:p>
        </p:txBody>
      </p:sp>
      <p:sp>
        <p:nvSpPr>
          <p:cNvPr id="10" name="Text Placeholder 23">
            <a:extLst>
              <a:ext uri="{FF2B5EF4-FFF2-40B4-BE49-F238E27FC236}">
                <a16:creationId xmlns:a16="http://schemas.microsoft.com/office/drawing/2014/main" id="{73231D4B-E7DA-ABEC-7C60-D50BEEB10623}"/>
              </a:ext>
            </a:extLst>
          </p:cNvPr>
          <p:cNvSpPr>
            <a:spLocks noGrp="1"/>
          </p:cNvSpPr>
          <p:nvPr>
            <p:ph type="body" sz="quarter" idx="23" hasCustomPrompt="1"/>
          </p:nvPr>
        </p:nvSpPr>
        <p:spPr>
          <a:xfrm>
            <a:off x="528240" y="6460362"/>
            <a:ext cx="8106728" cy="138499"/>
          </a:xfrm>
        </p:spPr>
        <p:txBody>
          <a:bodyPr wrap="square" anchor="b">
            <a:spAutoFit/>
          </a:bodyPr>
          <a:lstStyle>
            <a:lvl1pPr marL="0" indent="0" algn="l">
              <a:buNone/>
              <a:defRPr sz="900">
                <a:solidFill>
                  <a:schemeClr val="bg1">
                    <a:lumMod val="50000"/>
                  </a:schemeClr>
                </a:solidFill>
                <a:latin typeface="+mn-lt"/>
              </a:defRPr>
            </a:lvl1pPr>
          </a:lstStyle>
          <a:p>
            <a:pPr lvl="0"/>
            <a:r>
              <a:rPr lang="en-GB"/>
              <a:t>Add text here</a:t>
            </a:r>
            <a:endParaRPr lang="en-US"/>
          </a:p>
        </p:txBody>
      </p:sp>
      <p:cxnSp>
        <p:nvCxnSpPr>
          <p:cNvPr id="11" name="Straight Connector 10">
            <a:extLst>
              <a:ext uri="{FF2B5EF4-FFF2-40B4-BE49-F238E27FC236}">
                <a16:creationId xmlns:a16="http://schemas.microsoft.com/office/drawing/2014/main" id="{46E5F2EA-15C9-BDAD-92EE-81CE16CA1A5A}"/>
              </a:ext>
            </a:extLst>
          </p:cNvPr>
          <p:cNvCxnSpPr>
            <a:cxnSpLocks/>
          </p:cNvCxnSpPr>
          <p:nvPr userDrawn="1"/>
        </p:nvCxnSpPr>
        <p:spPr>
          <a:xfrm>
            <a:off x="6096000" y="2397658"/>
            <a:ext cx="5303520" cy="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FBC662B-9797-BF45-BD4E-D84EDDB7574C}"/>
              </a:ext>
            </a:extLst>
          </p:cNvPr>
          <p:cNvCxnSpPr>
            <a:cxnSpLocks/>
          </p:cNvCxnSpPr>
          <p:nvPr userDrawn="1"/>
        </p:nvCxnSpPr>
        <p:spPr>
          <a:xfrm>
            <a:off x="6096000" y="4306286"/>
            <a:ext cx="5303520" cy="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4676983"/>
      </p:ext>
    </p:extLst>
  </p:cSld>
  <p:clrMapOvr>
    <a:masterClrMapping/>
  </p:clrMapOvr>
  <p:transition>
    <p:fade/>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userDrawn="1">
  <p:cSld name="Customer story - solution">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EF0480DC-D43B-D9D9-2E0C-F9D364345658}"/>
              </a:ext>
            </a:extLst>
          </p:cNvPr>
          <p:cNvSpPr/>
          <p:nvPr userDrawn="1"/>
        </p:nvSpPr>
        <p:spPr bwMode="auto">
          <a:xfrm>
            <a:off x="-1" y="3984702"/>
            <a:ext cx="3139024" cy="2873298"/>
          </a:xfrm>
          <a:custGeom>
            <a:avLst/>
            <a:gdLst>
              <a:gd name="connsiteX0" fmla="*/ 0 w 3139024"/>
              <a:gd name="connsiteY0" fmla="*/ 0 h 2873298"/>
              <a:gd name="connsiteX1" fmla="*/ 119063 w 3139024"/>
              <a:gd name="connsiteY1" fmla="*/ 0 h 2873298"/>
              <a:gd name="connsiteX2" fmla="*/ 228603 w 3139024"/>
              <a:gd name="connsiteY2" fmla="*/ 109540 h 2873298"/>
              <a:gd name="connsiteX3" fmla="*/ 228603 w 3139024"/>
              <a:gd name="connsiteY3" fmla="*/ 1142892 h 2873298"/>
              <a:gd name="connsiteX4" fmla="*/ 228604 w 3139024"/>
              <a:gd name="connsiteY4" fmla="*/ 1142892 h 2873298"/>
              <a:gd name="connsiteX5" fmla="*/ 228604 w 3139024"/>
              <a:gd name="connsiteY5" fmla="*/ 2296215 h 2873298"/>
              <a:gd name="connsiteX6" fmla="*/ 397337 w 3139024"/>
              <a:gd name="connsiteY6" fmla="*/ 2503243 h 2873298"/>
              <a:gd name="connsiteX7" fmla="*/ 439916 w 3139024"/>
              <a:gd name="connsiteY7" fmla="*/ 2507536 h 2873298"/>
              <a:gd name="connsiteX8" fmla="*/ 2781386 w 3139024"/>
              <a:gd name="connsiteY8" fmla="*/ 2507536 h 2873298"/>
              <a:gd name="connsiteX9" fmla="*/ 2960205 w 3139024"/>
              <a:gd name="connsiteY9" fmla="*/ 2507536 h 2873298"/>
              <a:gd name="connsiteX10" fmla="*/ 3039965 w 3139024"/>
              <a:gd name="connsiteY10" fmla="*/ 2507536 h 2873298"/>
              <a:gd name="connsiteX11" fmla="*/ 3139024 w 3139024"/>
              <a:gd name="connsiteY11" fmla="*/ 2606595 h 2873298"/>
              <a:gd name="connsiteX12" fmla="*/ 3139024 w 3139024"/>
              <a:gd name="connsiteY12" fmla="*/ 2873297 h 2873298"/>
              <a:gd name="connsiteX13" fmla="*/ 3039238 w 3139024"/>
              <a:gd name="connsiteY13" fmla="*/ 2873297 h 2873298"/>
              <a:gd name="connsiteX14" fmla="*/ 3039238 w 3139024"/>
              <a:gd name="connsiteY14" fmla="*/ 2873298 h 2873298"/>
              <a:gd name="connsiteX15" fmla="*/ 2960205 w 3139024"/>
              <a:gd name="connsiteY15" fmla="*/ 2873298 h 2873298"/>
              <a:gd name="connsiteX16" fmla="*/ 2781386 w 3139024"/>
              <a:gd name="connsiteY16" fmla="*/ 2873298 h 2873298"/>
              <a:gd name="connsiteX17" fmla="*/ 1 w 3139024"/>
              <a:gd name="connsiteY17" fmla="*/ 2873298 h 2873298"/>
              <a:gd name="connsiteX18" fmla="*/ 1 w 3139024"/>
              <a:gd name="connsiteY18" fmla="*/ 2285784 h 2873298"/>
              <a:gd name="connsiteX19" fmla="*/ 0 w 3139024"/>
              <a:gd name="connsiteY19" fmla="*/ 2285784 h 2873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139024" h="2873298">
                <a:moveTo>
                  <a:pt x="0" y="0"/>
                </a:moveTo>
                <a:lnTo>
                  <a:pt x="119063" y="0"/>
                </a:lnTo>
                <a:cubicBezTo>
                  <a:pt x="179560" y="0"/>
                  <a:pt x="228603" y="49043"/>
                  <a:pt x="228603" y="109540"/>
                </a:cubicBezTo>
                <a:lnTo>
                  <a:pt x="228603" y="1142892"/>
                </a:lnTo>
                <a:lnTo>
                  <a:pt x="228604" y="1142892"/>
                </a:lnTo>
                <a:lnTo>
                  <a:pt x="228604" y="2296215"/>
                </a:lnTo>
                <a:cubicBezTo>
                  <a:pt x="228604" y="2398336"/>
                  <a:pt x="301041" y="2483538"/>
                  <a:pt x="397337" y="2503243"/>
                </a:cubicBezTo>
                <a:lnTo>
                  <a:pt x="439916" y="2507536"/>
                </a:lnTo>
                <a:lnTo>
                  <a:pt x="2781386" y="2507536"/>
                </a:lnTo>
                <a:lnTo>
                  <a:pt x="2960205" y="2507536"/>
                </a:lnTo>
                <a:lnTo>
                  <a:pt x="3039965" y="2507536"/>
                </a:lnTo>
                <a:cubicBezTo>
                  <a:pt x="3094674" y="2507536"/>
                  <a:pt x="3139024" y="2551886"/>
                  <a:pt x="3139024" y="2606595"/>
                </a:cubicBezTo>
                <a:lnTo>
                  <a:pt x="3139024" y="2873297"/>
                </a:lnTo>
                <a:lnTo>
                  <a:pt x="3039238" y="2873297"/>
                </a:lnTo>
                <a:lnTo>
                  <a:pt x="3039238" y="2873298"/>
                </a:lnTo>
                <a:lnTo>
                  <a:pt x="2960205" y="2873298"/>
                </a:lnTo>
                <a:lnTo>
                  <a:pt x="2781386" y="2873298"/>
                </a:lnTo>
                <a:lnTo>
                  <a:pt x="1" y="2873298"/>
                </a:lnTo>
                <a:lnTo>
                  <a:pt x="1" y="2285784"/>
                </a:lnTo>
                <a:lnTo>
                  <a:pt x="0" y="2285784"/>
                </a:lnTo>
                <a:close/>
              </a:path>
            </a:pathLst>
          </a:cu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err="1">
              <a:solidFill>
                <a:srgbClr val="FFFFFF"/>
              </a:solidFill>
              <a:ea typeface="Segoe UI" pitchFamily="34" charset="0"/>
              <a:cs typeface="Segoe UI" pitchFamily="34" charset="0"/>
            </a:endParaRPr>
          </a:p>
        </p:txBody>
      </p:sp>
      <p:sp>
        <p:nvSpPr>
          <p:cNvPr id="4" name="Rectangle: Rounded Corners 3">
            <a:extLst>
              <a:ext uri="{FF2B5EF4-FFF2-40B4-BE49-F238E27FC236}">
                <a16:creationId xmlns:a16="http://schemas.microsoft.com/office/drawing/2014/main" id="{19BC4FD8-13E6-E36B-0AF0-83D53FC2ADF6}"/>
              </a:ext>
            </a:extLst>
          </p:cNvPr>
          <p:cNvSpPr/>
          <p:nvPr userDrawn="1"/>
        </p:nvSpPr>
        <p:spPr bwMode="auto">
          <a:xfrm>
            <a:off x="293689" y="292101"/>
            <a:ext cx="11604624" cy="6114910"/>
          </a:xfrm>
          <a:prstGeom prst="roundRect">
            <a:avLst>
              <a:gd name="adj" fmla="val 3187"/>
            </a:avLst>
          </a:prstGeom>
          <a:no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sp>
        <p:nvSpPr>
          <p:cNvPr id="5" name="Rectangle: Rounded Corners 4">
            <a:extLst>
              <a:ext uri="{FF2B5EF4-FFF2-40B4-BE49-F238E27FC236}">
                <a16:creationId xmlns:a16="http://schemas.microsoft.com/office/drawing/2014/main" id="{0A2D0EB7-84B4-000E-5F45-03A3545FBD21}"/>
              </a:ext>
            </a:extLst>
          </p:cNvPr>
          <p:cNvSpPr/>
          <p:nvPr userDrawn="1"/>
        </p:nvSpPr>
        <p:spPr bwMode="auto">
          <a:xfrm>
            <a:off x="426720" y="428625"/>
            <a:ext cx="4392929" cy="5841862"/>
          </a:xfrm>
          <a:prstGeom prst="roundRect">
            <a:avLst>
              <a:gd name="adj" fmla="val 2323"/>
            </a:avLst>
          </a:prstGeom>
          <a:solidFill>
            <a:schemeClr val="bg1">
              <a:alpha val="65000"/>
            </a:schemeClr>
          </a:solidFill>
          <a:ln w="15875">
            <a:noFill/>
            <a:headEnd type="none" w="med" len="med"/>
            <a:tailEnd type="none" w="med" len="med"/>
          </a:ln>
          <a:effectLst>
            <a:outerShdw blurRad="279400" algn="ctr"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Calibri" panose="020F0502020204030204"/>
              <a:ea typeface="Segoe UI" pitchFamily="34" charset="0"/>
              <a:cs typeface="Segoe UI" pitchFamily="34" charset="0"/>
            </a:endParaRPr>
          </a:p>
        </p:txBody>
      </p:sp>
      <p:sp>
        <p:nvSpPr>
          <p:cNvPr id="6" name="Rectangle: Rounded Corners 5">
            <a:extLst>
              <a:ext uri="{FF2B5EF4-FFF2-40B4-BE49-F238E27FC236}">
                <a16:creationId xmlns:a16="http://schemas.microsoft.com/office/drawing/2014/main" id="{8B9C755D-AD1A-9CBB-683E-5E945889C890}"/>
              </a:ext>
            </a:extLst>
          </p:cNvPr>
          <p:cNvSpPr/>
          <p:nvPr userDrawn="1"/>
        </p:nvSpPr>
        <p:spPr bwMode="auto">
          <a:xfrm>
            <a:off x="584199" y="4930932"/>
            <a:ext cx="1973431" cy="1188720"/>
          </a:xfrm>
          <a:prstGeom prst="roundRect">
            <a:avLst>
              <a:gd name="adj" fmla="val 5825"/>
            </a:avLst>
          </a:prstGeom>
          <a:solidFill>
            <a:schemeClr val="bg1">
              <a:lumMod val="85000"/>
              <a:alpha val="3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FFFFFF"/>
              </a:solidFill>
              <a:cs typeface="Segoe UI" pitchFamily="34" charset="0"/>
            </a:endParaRPr>
          </a:p>
        </p:txBody>
      </p:sp>
      <p:sp>
        <p:nvSpPr>
          <p:cNvPr id="7" name="Rectangle: Rounded Corners 6">
            <a:extLst>
              <a:ext uri="{FF2B5EF4-FFF2-40B4-BE49-F238E27FC236}">
                <a16:creationId xmlns:a16="http://schemas.microsoft.com/office/drawing/2014/main" id="{372B03D8-1E29-7C15-DF23-EC1F15B85ADF}"/>
              </a:ext>
            </a:extLst>
          </p:cNvPr>
          <p:cNvSpPr/>
          <p:nvPr userDrawn="1"/>
        </p:nvSpPr>
        <p:spPr bwMode="auto">
          <a:xfrm>
            <a:off x="2679531" y="4930933"/>
            <a:ext cx="1973431" cy="1186021"/>
          </a:xfrm>
          <a:prstGeom prst="roundRect">
            <a:avLst>
              <a:gd name="adj" fmla="val 5825"/>
            </a:avLst>
          </a:prstGeom>
          <a:solidFill>
            <a:schemeClr val="bg1">
              <a:lumMod val="85000"/>
              <a:alpha val="3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FFFFFF"/>
              </a:solidFill>
              <a:cs typeface="Segoe UI" pitchFamily="34" charset="0"/>
            </a:endParaRPr>
          </a:p>
        </p:txBody>
      </p:sp>
      <p:sp>
        <p:nvSpPr>
          <p:cNvPr id="8" name="TextBox 7">
            <a:extLst>
              <a:ext uri="{FF2B5EF4-FFF2-40B4-BE49-F238E27FC236}">
                <a16:creationId xmlns:a16="http://schemas.microsoft.com/office/drawing/2014/main" id="{3A0AEB11-7DC2-7852-7AAE-822F0F4F5625}"/>
              </a:ext>
            </a:extLst>
          </p:cNvPr>
          <p:cNvSpPr txBox="1"/>
          <p:nvPr userDrawn="1"/>
        </p:nvSpPr>
        <p:spPr>
          <a:xfrm>
            <a:off x="5644830" y="2247167"/>
            <a:ext cx="2662850"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5" normalizeH="0" baseline="0" noProof="0">
                <a:ln>
                  <a:noFill/>
                </a:ln>
                <a:solidFill>
                  <a:schemeClr val="bg2"/>
                </a:solidFill>
                <a:effectLst/>
                <a:uLnTx/>
                <a:uFillTx/>
                <a:latin typeface="Segoe UI Semibold"/>
                <a:ea typeface="+mn-ea"/>
                <a:cs typeface="Segoe UI Semibold"/>
              </a:rPr>
              <a:t>Current Solution</a:t>
            </a:r>
            <a:endParaRPr kumimoji="0" lang="en-US" sz="2000" b="0" i="0" u="none" strike="noStrike" kern="1200" cap="none" spc="0" normalizeH="0" baseline="0" noProof="0">
              <a:ln>
                <a:noFill/>
              </a:ln>
              <a:solidFill>
                <a:schemeClr val="bg2"/>
              </a:solidFill>
              <a:effectLst/>
              <a:uLnTx/>
              <a:uFillTx/>
              <a:latin typeface="Segoe UI Semibold"/>
              <a:ea typeface="+mn-ea"/>
              <a:cs typeface="+mn-cs"/>
            </a:endParaRPr>
          </a:p>
        </p:txBody>
      </p:sp>
      <p:cxnSp>
        <p:nvCxnSpPr>
          <p:cNvPr id="9" name="Straight Connector 8">
            <a:extLst>
              <a:ext uri="{FF2B5EF4-FFF2-40B4-BE49-F238E27FC236}">
                <a16:creationId xmlns:a16="http://schemas.microsoft.com/office/drawing/2014/main" id="{CAA820C7-3C5F-5462-BFC3-BD6C0EE85ECA}"/>
              </a:ext>
            </a:extLst>
          </p:cNvPr>
          <p:cNvCxnSpPr>
            <a:cxnSpLocks/>
          </p:cNvCxnSpPr>
          <p:nvPr userDrawn="1"/>
        </p:nvCxnSpPr>
        <p:spPr>
          <a:xfrm flipV="1">
            <a:off x="4978399" y="2767452"/>
            <a:ext cx="3329281" cy="0"/>
          </a:xfrm>
          <a:prstGeom prst="line">
            <a:avLst/>
          </a:prstGeom>
          <a:ln w="25400">
            <a:solidFill>
              <a:schemeClr val="bg1">
                <a:lumMod val="85000"/>
              </a:schemeClr>
            </a:solidFill>
            <a:headEnd type="none" w="lg" len="med"/>
            <a:tailEnd type="arrow" w="lg" len="med"/>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822E7B7-A300-3398-92C8-685CE51BE7C0}"/>
              </a:ext>
            </a:extLst>
          </p:cNvPr>
          <p:cNvSpPr txBox="1"/>
          <p:nvPr userDrawn="1"/>
        </p:nvSpPr>
        <p:spPr>
          <a:xfrm>
            <a:off x="9102428" y="2247167"/>
            <a:ext cx="2662850" cy="307777"/>
          </a:xfrm>
          <a:prstGeom prst="rect">
            <a:avLst/>
          </a:prstGeom>
          <a:noFill/>
        </p:spPr>
        <p:txBody>
          <a:bodyPr wrap="square" lIns="0" tIns="0" rIns="0" bIns="0" rtlCol="0">
            <a:spAutoFit/>
          </a:bodyPr>
          <a:lstStyle/>
          <a:p>
            <a:pPr>
              <a:defRPr/>
            </a:pPr>
            <a:r>
              <a:rPr lang="en-US" sz="2000" b="1" spc="-5">
                <a:solidFill>
                  <a:schemeClr val="bg2"/>
                </a:solidFill>
                <a:latin typeface="Segoe UI Semibold"/>
                <a:cs typeface="Segoe UI Semibold"/>
              </a:rPr>
              <a:t>Looking Ahead</a:t>
            </a:r>
          </a:p>
        </p:txBody>
      </p:sp>
      <p:cxnSp>
        <p:nvCxnSpPr>
          <p:cNvPr id="11" name="Straight Connector 10">
            <a:extLst>
              <a:ext uri="{FF2B5EF4-FFF2-40B4-BE49-F238E27FC236}">
                <a16:creationId xmlns:a16="http://schemas.microsoft.com/office/drawing/2014/main" id="{AA4982DC-B8EB-F4C4-1ED0-AC71D8482F9A}"/>
              </a:ext>
            </a:extLst>
          </p:cNvPr>
          <p:cNvCxnSpPr>
            <a:cxnSpLocks/>
          </p:cNvCxnSpPr>
          <p:nvPr userDrawn="1"/>
        </p:nvCxnSpPr>
        <p:spPr>
          <a:xfrm flipV="1">
            <a:off x="8435997" y="2767452"/>
            <a:ext cx="3329281" cy="0"/>
          </a:xfrm>
          <a:prstGeom prst="line">
            <a:avLst/>
          </a:prstGeom>
          <a:ln w="2540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 name="Freeform: Shape 58">
            <a:extLst>
              <a:ext uri="{FF2B5EF4-FFF2-40B4-BE49-F238E27FC236}">
                <a16:creationId xmlns:a16="http://schemas.microsoft.com/office/drawing/2014/main" id="{22790B87-BCA6-D600-1CE2-0E27B1590470}"/>
              </a:ext>
            </a:extLst>
          </p:cNvPr>
          <p:cNvSpPr/>
          <p:nvPr userDrawn="1"/>
        </p:nvSpPr>
        <p:spPr>
          <a:xfrm flipH="1">
            <a:off x="4978399" y="2139884"/>
            <a:ext cx="526688" cy="522344"/>
          </a:xfrm>
          <a:prstGeom prst="ellipse">
            <a:avLst/>
          </a:prstGeom>
          <a:solidFill>
            <a:schemeClr val="bg1">
              <a:lumMod val="95000"/>
            </a:schemeClr>
          </a:solidFill>
          <a:ln w="179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13" name="Freeform: Shape 58">
            <a:extLst>
              <a:ext uri="{FF2B5EF4-FFF2-40B4-BE49-F238E27FC236}">
                <a16:creationId xmlns:a16="http://schemas.microsoft.com/office/drawing/2014/main" id="{4B2D9CA3-DFE3-7309-3E64-5D79D7CEE8B7}"/>
              </a:ext>
            </a:extLst>
          </p:cNvPr>
          <p:cNvSpPr/>
          <p:nvPr userDrawn="1"/>
        </p:nvSpPr>
        <p:spPr>
          <a:xfrm flipH="1">
            <a:off x="8435997" y="2139884"/>
            <a:ext cx="526688" cy="522344"/>
          </a:xfrm>
          <a:prstGeom prst="ellipse">
            <a:avLst/>
          </a:prstGeom>
          <a:solidFill>
            <a:schemeClr val="bg1">
              <a:lumMod val="95000"/>
            </a:schemeClr>
          </a:solidFill>
          <a:ln w="179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14" name="Rectangle: Single Corner Rounded 13">
            <a:extLst>
              <a:ext uri="{FF2B5EF4-FFF2-40B4-BE49-F238E27FC236}">
                <a16:creationId xmlns:a16="http://schemas.microsoft.com/office/drawing/2014/main" id="{5F52895E-A328-6C30-5C06-121960138065}"/>
              </a:ext>
              <a:ext uri="{C183D7F6-B498-43B3-948B-1728B52AA6E4}">
                <adec:decorative xmlns:adec="http://schemas.microsoft.com/office/drawing/2017/decorative" val="1"/>
              </a:ext>
            </a:extLst>
          </p:cNvPr>
          <p:cNvSpPr/>
          <p:nvPr userDrawn="1"/>
        </p:nvSpPr>
        <p:spPr bwMode="auto">
          <a:xfrm flipH="1">
            <a:off x="4958078" y="4876800"/>
            <a:ext cx="7233915" cy="1981200"/>
          </a:xfrm>
          <a:prstGeom prst="round1Rect">
            <a:avLst>
              <a:gd name="adj" fmla="val 3955"/>
            </a:avLst>
          </a:prstGeom>
          <a:solidFill>
            <a:srgbClr val="FFFFFF"/>
          </a:solidFill>
          <a:ln w="9525" cap="flat" cmpd="sng" algn="ctr">
            <a:noFill/>
            <a:prstDash val="solid"/>
            <a:headEnd type="none" w="med" len="med"/>
            <a:tailEnd type="none" w="med" len="med"/>
          </a:ln>
          <a:effectLst>
            <a:outerShdw blurRad="190500" dist="63500" dir="2700000" algn="r" rotWithShape="0">
              <a:schemeClr val="bg1">
                <a:lumMod val="65000"/>
                <a:alpha val="25000"/>
              </a:scheme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000000"/>
              </a:solidFill>
              <a:effectLst>
                <a:outerShdw blurRad="50800" dist="38100" dir="2700000" algn="tl" rotWithShape="0">
                  <a:srgbClr val="000000">
                    <a:alpha val="40000"/>
                  </a:srgbClr>
                </a:outerShdw>
              </a:effectLst>
              <a:uLnTx/>
              <a:uFillTx/>
              <a:cs typeface="Segoe UI" pitchFamily="34" charset="0"/>
            </a:endParaRPr>
          </a:p>
        </p:txBody>
      </p:sp>
      <p:sp>
        <p:nvSpPr>
          <p:cNvPr id="15" name="Freeform: Shape 14">
            <a:extLst>
              <a:ext uri="{FF2B5EF4-FFF2-40B4-BE49-F238E27FC236}">
                <a16:creationId xmlns:a16="http://schemas.microsoft.com/office/drawing/2014/main" id="{AAFAAED7-CC9A-7734-949F-7C0699C7989F}"/>
              </a:ext>
            </a:extLst>
          </p:cNvPr>
          <p:cNvSpPr/>
          <p:nvPr userDrawn="1"/>
        </p:nvSpPr>
        <p:spPr>
          <a:xfrm>
            <a:off x="5032376" y="4947177"/>
            <a:ext cx="258761" cy="205353"/>
          </a:xfrm>
          <a:custGeom>
            <a:avLst/>
            <a:gdLst>
              <a:gd name="connsiteX0" fmla="*/ 434170 w 434170"/>
              <a:gd name="connsiteY0" fmla="*/ 0 h 344558"/>
              <a:gd name="connsiteX1" fmla="*/ 434170 w 434170"/>
              <a:gd name="connsiteY1" fmla="*/ 74504 h 344558"/>
              <a:gd name="connsiteX2" fmla="*/ 335092 w 434170"/>
              <a:gd name="connsiteY2" fmla="*/ 170889 h 344558"/>
              <a:gd name="connsiteX3" fmla="*/ 434170 w 434170"/>
              <a:gd name="connsiteY3" fmla="*/ 170889 h 344558"/>
              <a:gd name="connsiteX4" fmla="*/ 434170 w 434170"/>
              <a:gd name="connsiteY4" fmla="*/ 344558 h 344558"/>
              <a:gd name="connsiteX5" fmla="*/ 260502 w 434170"/>
              <a:gd name="connsiteY5" fmla="*/ 344558 h 344558"/>
              <a:gd name="connsiteX6" fmla="*/ 260502 w 434170"/>
              <a:gd name="connsiteY6" fmla="*/ 170889 h 344558"/>
              <a:gd name="connsiteX7" fmla="*/ 434170 w 434170"/>
              <a:gd name="connsiteY7" fmla="*/ 0 h 344558"/>
              <a:gd name="connsiteX8" fmla="*/ 173668 w 434170"/>
              <a:gd name="connsiteY8" fmla="*/ 0 h 344558"/>
              <a:gd name="connsiteX9" fmla="*/ 173668 w 434170"/>
              <a:gd name="connsiteY9" fmla="*/ 74504 h 344558"/>
              <a:gd name="connsiteX10" fmla="*/ 74590 w 434170"/>
              <a:gd name="connsiteY10" fmla="*/ 170889 h 344558"/>
              <a:gd name="connsiteX11" fmla="*/ 173668 w 434170"/>
              <a:gd name="connsiteY11" fmla="*/ 170889 h 344558"/>
              <a:gd name="connsiteX12" fmla="*/ 173668 w 434170"/>
              <a:gd name="connsiteY12" fmla="*/ 344558 h 344558"/>
              <a:gd name="connsiteX13" fmla="*/ 0 w 434170"/>
              <a:gd name="connsiteY13" fmla="*/ 344558 h 344558"/>
              <a:gd name="connsiteX14" fmla="*/ 0 w 434170"/>
              <a:gd name="connsiteY14" fmla="*/ 170889 h 344558"/>
              <a:gd name="connsiteX15" fmla="*/ 173668 w 434170"/>
              <a:gd name="connsiteY15" fmla="*/ 0 h 34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4170" h="344558">
                <a:moveTo>
                  <a:pt x="434170" y="0"/>
                </a:moveTo>
                <a:lnTo>
                  <a:pt x="434170" y="74504"/>
                </a:lnTo>
                <a:cubicBezTo>
                  <a:pt x="380504" y="74530"/>
                  <a:pt x="336596" y="117244"/>
                  <a:pt x="335092" y="170889"/>
                </a:cubicBezTo>
                <a:lnTo>
                  <a:pt x="434170" y="170889"/>
                </a:lnTo>
                <a:lnTo>
                  <a:pt x="434170" y="344558"/>
                </a:lnTo>
                <a:lnTo>
                  <a:pt x="260502" y="344558"/>
                </a:lnTo>
                <a:lnTo>
                  <a:pt x="260502" y="170889"/>
                </a:lnTo>
                <a:cubicBezTo>
                  <a:pt x="262020" y="76062"/>
                  <a:pt x="339331" y="-12"/>
                  <a:pt x="434170" y="0"/>
                </a:cubicBezTo>
                <a:close/>
                <a:moveTo>
                  <a:pt x="173668" y="0"/>
                </a:moveTo>
                <a:lnTo>
                  <a:pt x="173668" y="74504"/>
                </a:lnTo>
                <a:cubicBezTo>
                  <a:pt x="120002" y="74530"/>
                  <a:pt x="76094" y="117244"/>
                  <a:pt x="74590" y="170889"/>
                </a:cubicBezTo>
                <a:lnTo>
                  <a:pt x="173668" y="170889"/>
                </a:lnTo>
                <a:lnTo>
                  <a:pt x="173668" y="344558"/>
                </a:lnTo>
                <a:lnTo>
                  <a:pt x="0" y="344558"/>
                </a:lnTo>
                <a:lnTo>
                  <a:pt x="0" y="170889"/>
                </a:lnTo>
                <a:cubicBezTo>
                  <a:pt x="1518" y="76062"/>
                  <a:pt x="78829" y="-12"/>
                  <a:pt x="173668" y="0"/>
                </a:cubicBezTo>
                <a:close/>
              </a:path>
            </a:pathLst>
          </a:custGeom>
          <a:solidFill>
            <a:schemeClr val="bg1">
              <a:lumMod val="95000"/>
            </a:schemeClr>
          </a:solidFill>
          <a:ln w="8632" cap="flat">
            <a:noFill/>
            <a:prstDash val="solid"/>
            <a:miter/>
          </a:ln>
        </p:spPr>
        <p:txBody>
          <a:bodyPr rtlCol="0" anchor="ctr"/>
          <a:lstStyle/>
          <a:p>
            <a:endParaRPr lang="en-US"/>
          </a:p>
        </p:txBody>
      </p:sp>
      <p:sp>
        <p:nvSpPr>
          <p:cNvPr id="16" name="Title 1">
            <a:extLst>
              <a:ext uri="{FF2B5EF4-FFF2-40B4-BE49-F238E27FC236}">
                <a16:creationId xmlns:a16="http://schemas.microsoft.com/office/drawing/2014/main" id="{9ACA0609-D155-40F1-2F6B-61B85A5FA457}"/>
              </a:ext>
            </a:extLst>
          </p:cNvPr>
          <p:cNvSpPr>
            <a:spLocks noGrp="1"/>
          </p:cNvSpPr>
          <p:nvPr>
            <p:ph type="title"/>
          </p:nvPr>
        </p:nvSpPr>
        <p:spPr>
          <a:xfrm>
            <a:off x="588263" y="1358431"/>
            <a:ext cx="4064699" cy="430887"/>
          </a:xfrm>
        </p:spPr>
        <p:txBody>
          <a:bodyPr/>
          <a:lstStyle>
            <a:lvl1pPr marL="0" algn="l" defTabSz="932742" rtl="0" eaLnBrk="1" latinLnBrk="0" hangingPunct="1">
              <a:lnSpc>
                <a:spcPct val="100000"/>
              </a:lnSpc>
              <a:spcBef>
                <a:spcPct val="0"/>
              </a:spcBef>
              <a:buNone/>
              <a:defRPr lang="en-US" sz="2800" b="0" kern="1200" cap="none" spc="-50" baseline="0" dirty="0">
                <a:ln w="3175">
                  <a:noFill/>
                </a:ln>
                <a:solidFill>
                  <a:schemeClr val="tx1"/>
                </a:solidFill>
                <a:effectLst/>
                <a:latin typeface="+mj-lt"/>
                <a:ea typeface="+mn-ea"/>
                <a:cs typeface="Segoe UI" pitchFamily="34" charset="0"/>
              </a:defRPr>
            </a:lvl1pPr>
          </a:lstStyle>
          <a:p>
            <a:r>
              <a:rPr lang="en-US"/>
              <a:t>Click to edit Master title</a:t>
            </a:r>
          </a:p>
        </p:txBody>
      </p:sp>
      <p:sp>
        <p:nvSpPr>
          <p:cNvPr id="17" name="Text Placeholder 42">
            <a:extLst>
              <a:ext uri="{FF2B5EF4-FFF2-40B4-BE49-F238E27FC236}">
                <a16:creationId xmlns:a16="http://schemas.microsoft.com/office/drawing/2014/main" id="{EA67E6B9-ED1E-9B21-B421-7D7804FD2217}"/>
              </a:ext>
            </a:extLst>
          </p:cNvPr>
          <p:cNvSpPr>
            <a:spLocks noGrp="1"/>
          </p:cNvSpPr>
          <p:nvPr>
            <p:ph type="body" sz="quarter" idx="18"/>
          </p:nvPr>
        </p:nvSpPr>
        <p:spPr>
          <a:xfrm>
            <a:off x="588263" y="1903420"/>
            <a:ext cx="4064698" cy="246221"/>
          </a:xfrm>
        </p:spPr>
        <p:txBody>
          <a:bodyPr>
            <a:spAutoFit/>
          </a:bodyPr>
          <a:lstStyle>
            <a:lvl1pPr marL="0" indent="0">
              <a:spcBef>
                <a:spcPts val="0"/>
              </a:spcBef>
              <a:buNone/>
              <a:defRPr sz="1600">
                <a:latin typeface="+mn-lt"/>
              </a:defRPr>
            </a:lvl1pPr>
          </a:lstStyle>
          <a:p>
            <a:pPr lvl="0"/>
            <a:r>
              <a:rPr lang="en-US"/>
              <a:t>Click to edit Master text styles</a:t>
            </a:r>
          </a:p>
        </p:txBody>
      </p:sp>
      <p:sp>
        <p:nvSpPr>
          <p:cNvPr id="18" name="Text Placeholder 42">
            <a:extLst>
              <a:ext uri="{FF2B5EF4-FFF2-40B4-BE49-F238E27FC236}">
                <a16:creationId xmlns:a16="http://schemas.microsoft.com/office/drawing/2014/main" id="{517347C2-C6D0-A7A7-C129-F3FA7757E6FD}"/>
              </a:ext>
            </a:extLst>
          </p:cNvPr>
          <p:cNvSpPr>
            <a:spLocks noGrp="1"/>
          </p:cNvSpPr>
          <p:nvPr>
            <p:ph type="body" sz="quarter" idx="19" hasCustomPrompt="1"/>
          </p:nvPr>
        </p:nvSpPr>
        <p:spPr>
          <a:xfrm>
            <a:off x="696978" y="4987142"/>
            <a:ext cx="1747873" cy="492443"/>
          </a:xfrm>
        </p:spPr>
        <p:txBody>
          <a:bodyPr wrap="square">
            <a:spAutoFit/>
          </a:bodyPr>
          <a:lstStyle>
            <a:lvl1pPr marL="0" indent="0">
              <a:buNone/>
              <a:defRPr sz="3200">
                <a:solidFill>
                  <a:schemeClr val="bg2"/>
                </a:solidFill>
                <a:latin typeface="+mj-lt"/>
              </a:defRPr>
            </a:lvl1pPr>
          </a:lstStyle>
          <a:p>
            <a:pPr lvl="0"/>
            <a:r>
              <a:rPr lang="en-US"/>
              <a:t>##</a:t>
            </a:r>
          </a:p>
        </p:txBody>
      </p:sp>
      <p:sp>
        <p:nvSpPr>
          <p:cNvPr id="19" name="Text Placeholder 42">
            <a:extLst>
              <a:ext uri="{FF2B5EF4-FFF2-40B4-BE49-F238E27FC236}">
                <a16:creationId xmlns:a16="http://schemas.microsoft.com/office/drawing/2014/main" id="{FA9F2B3C-8D16-9EEF-89C6-3B00BE12821B}"/>
              </a:ext>
            </a:extLst>
          </p:cNvPr>
          <p:cNvSpPr>
            <a:spLocks noGrp="1"/>
          </p:cNvSpPr>
          <p:nvPr>
            <p:ph type="body" sz="quarter" idx="20"/>
          </p:nvPr>
        </p:nvSpPr>
        <p:spPr>
          <a:xfrm>
            <a:off x="696978" y="5490205"/>
            <a:ext cx="1747873" cy="369332"/>
          </a:xfrm>
        </p:spPr>
        <p:txBody>
          <a:bodyPr wrap="square">
            <a:spAutoFit/>
          </a:bodyPr>
          <a:lstStyle>
            <a:lvl1pPr marL="0" indent="0">
              <a:buNone/>
              <a:defRPr sz="1200">
                <a:solidFill>
                  <a:schemeClr val="tx1"/>
                </a:solidFill>
                <a:latin typeface="+mn-lt"/>
              </a:defRPr>
            </a:lvl1pPr>
          </a:lstStyle>
          <a:p>
            <a:pPr lvl="0"/>
            <a:r>
              <a:rPr lang="en-US"/>
              <a:t>Click to edit Master text styles</a:t>
            </a:r>
          </a:p>
        </p:txBody>
      </p:sp>
      <p:sp>
        <p:nvSpPr>
          <p:cNvPr id="20" name="Text Placeholder 42">
            <a:extLst>
              <a:ext uri="{FF2B5EF4-FFF2-40B4-BE49-F238E27FC236}">
                <a16:creationId xmlns:a16="http://schemas.microsoft.com/office/drawing/2014/main" id="{3098E8C2-9BB1-26AC-2564-C18F5FEFB7A6}"/>
              </a:ext>
            </a:extLst>
          </p:cNvPr>
          <p:cNvSpPr>
            <a:spLocks noGrp="1"/>
          </p:cNvSpPr>
          <p:nvPr>
            <p:ph type="body" sz="quarter" idx="21" hasCustomPrompt="1"/>
          </p:nvPr>
        </p:nvSpPr>
        <p:spPr>
          <a:xfrm>
            <a:off x="2792310" y="4987142"/>
            <a:ext cx="1747873" cy="492443"/>
          </a:xfrm>
        </p:spPr>
        <p:txBody>
          <a:bodyPr wrap="square">
            <a:spAutoFit/>
          </a:bodyPr>
          <a:lstStyle>
            <a:lvl1pPr marL="0" indent="0">
              <a:buNone/>
              <a:defRPr sz="3200">
                <a:solidFill>
                  <a:schemeClr val="bg2"/>
                </a:solidFill>
                <a:latin typeface="+mj-lt"/>
              </a:defRPr>
            </a:lvl1pPr>
          </a:lstStyle>
          <a:p>
            <a:pPr lvl="0"/>
            <a:r>
              <a:rPr lang="en-US"/>
              <a:t>##</a:t>
            </a:r>
          </a:p>
        </p:txBody>
      </p:sp>
      <p:sp>
        <p:nvSpPr>
          <p:cNvPr id="21" name="Text Placeholder 42">
            <a:extLst>
              <a:ext uri="{FF2B5EF4-FFF2-40B4-BE49-F238E27FC236}">
                <a16:creationId xmlns:a16="http://schemas.microsoft.com/office/drawing/2014/main" id="{742416D9-83C6-58D4-B566-3D244E84499D}"/>
              </a:ext>
            </a:extLst>
          </p:cNvPr>
          <p:cNvSpPr>
            <a:spLocks noGrp="1"/>
          </p:cNvSpPr>
          <p:nvPr>
            <p:ph type="body" sz="quarter" idx="22"/>
          </p:nvPr>
        </p:nvSpPr>
        <p:spPr>
          <a:xfrm>
            <a:off x="2792310" y="5490205"/>
            <a:ext cx="1747873" cy="369332"/>
          </a:xfrm>
        </p:spPr>
        <p:txBody>
          <a:bodyPr wrap="square">
            <a:spAutoFit/>
          </a:bodyPr>
          <a:lstStyle>
            <a:lvl1pPr marL="0" indent="0">
              <a:buNone/>
              <a:defRPr sz="1200">
                <a:solidFill>
                  <a:schemeClr val="tx1"/>
                </a:solidFill>
                <a:latin typeface="+mn-lt"/>
              </a:defRPr>
            </a:lvl1pPr>
          </a:lstStyle>
          <a:p>
            <a:pPr lvl="0"/>
            <a:r>
              <a:rPr lang="en-US"/>
              <a:t>Click to edit Master text styles</a:t>
            </a:r>
          </a:p>
        </p:txBody>
      </p:sp>
      <p:sp>
        <p:nvSpPr>
          <p:cNvPr id="22" name="Text Placeholder 42">
            <a:extLst>
              <a:ext uri="{FF2B5EF4-FFF2-40B4-BE49-F238E27FC236}">
                <a16:creationId xmlns:a16="http://schemas.microsoft.com/office/drawing/2014/main" id="{70B6D3BA-5C89-64BF-0757-7FECCF07E6F5}"/>
              </a:ext>
            </a:extLst>
          </p:cNvPr>
          <p:cNvSpPr>
            <a:spLocks noGrp="1"/>
          </p:cNvSpPr>
          <p:nvPr>
            <p:ph type="body" sz="quarter" idx="23"/>
          </p:nvPr>
        </p:nvSpPr>
        <p:spPr>
          <a:xfrm>
            <a:off x="5120640" y="5031849"/>
            <a:ext cx="6777671" cy="215444"/>
          </a:xfrm>
        </p:spPr>
        <p:txBody>
          <a:bodyPr wrap="square">
            <a:spAutoFit/>
          </a:bodyPr>
          <a:lstStyle>
            <a:lvl1pPr marL="0" indent="0">
              <a:buNone/>
              <a:defRPr sz="1400" i="1">
                <a:solidFill>
                  <a:schemeClr val="tx1"/>
                </a:solidFill>
                <a:latin typeface="+mn-lt"/>
              </a:defRPr>
            </a:lvl1pPr>
          </a:lstStyle>
          <a:p>
            <a:pPr lvl="0"/>
            <a:r>
              <a:rPr lang="en-US"/>
              <a:t>Click to edit Master text styles</a:t>
            </a:r>
          </a:p>
        </p:txBody>
      </p:sp>
      <p:sp>
        <p:nvSpPr>
          <p:cNvPr id="23" name="Text Placeholder 42">
            <a:extLst>
              <a:ext uri="{FF2B5EF4-FFF2-40B4-BE49-F238E27FC236}">
                <a16:creationId xmlns:a16="http://schemas.microsoft.com/office/drawing/2014/main" id="{29545424-0147-6335-C6F1-506B67A30519}"/>
              </a:ext>
            </a:extLst>
          </p:cNvPr>
          <p:cNvSpPr>
            <a:spLocks noGrp="1"/>
          </p:cNvSpPr>
          <p:nvPr>
            <p:ph type="body" sz="quarter" idx="24"/>
          </p:nvPr>
        </p:nvSpPr>
        <p:spPr>
          <a:xfrm>
            <a:off x="5120640" y="6222345"/>
            <a:ext cx="6777671" cy="184666"/>
          </a:xfrm>
        </p:spPr>
        <p:txBody>
          <a:bodyPr wrap="square" anchor="b">
            <a:spAutoFit/>
          </a:bodyPr>
          <a:lstStyle>
            <a:lvl1pPr marL="0" indent="0" algn="r">
              <a:spcBef>
                <a:spcPts val="0"/>
              </a:spcBef>
              <a:buNone/>
              <a:defRPr sz="1200">
                <a:solidFill>
                  <a:schemeClr val="tx1"/>
                </a:solidFill>
                <a:latin typeface="+mj-lt"/>
              </a:defRPr>
            </a:lvl1pPr>
          </a:lstStyle>
          <a:p>
            <a:pPr lvl="0"/>
            <a:r>
              <a:rPr lang="en-US"/>
              <a:t>Click to edit Master text styles</a:t>
            </a:r>
          </a:p>
        </p:txBody>
      </p:sp>
      <p:sp>
        <p:nvSpPr>
          <p:cNvPr id="24" name="Text Placeholder 42">
            <a:extLst>
              <a:ext uri="{FF2B5EF4-FFF2-40B4-BE49-F238E27FC236}">
                <a16:creationId xmlns:a16="http://schemas.microsoft.com/office/drawing/2014/main" id="{DD3E1587-6802-84F9-7084-5C86440A34A1}"/>
              </a:ext>
            </a:extLst>
          </p:cNvPr>
          <p:cNvSpPr>
            <a:spLocks noGrp="1"/>
          </p:cNvSpPr>
          <p:nvPr>
            <p:ph type="body" sz="quarter" idx="25"/>
          </p:nvPr>
        </p:nvSpPr>
        <p:spPr>
          <a:xfrm>
            <a:off x="4978399" y="2872677"/>
            <a:ext cx="3329281" cy="246221"/>
          </a:xfrm>
        </p:spPr>
        <p:txBody>
          <a:bodyPr wrap="square">
            <a:spAutoFit/>
          </a:bodyPr>
          <a:lstStyle>
            <a:lvl1pPr marL="0" indent="0">
              <a:buNone/>
              <a:defRPr sz="1600">
                <a:solidFill>
                  <a:schemeClr val="tx1"/>
                </a:solidFill>
                <a:latin typeface="+mn-lt"/>
              </a:defRPr>
            </a:lvl1pPr>
          </a:lstStyle>
          <a:p>
            <a:pPr lvl="0"/>
            <a:r>
              <a:rPr lang="en-US"/>
              <a:t>Click to edit Master text styles</a:t>
            </a:r>
          </a:p>
        </p:txBody>
      </p:sp>
      <p:sp>
        <p:nvSpPr>
          <p:cNvPr id="25" name="Text Placeholder 42">
            <a:extLst>
              <a:ext uri="{FF2B5EF4-FFF2-40B4-BE49-F238E27FC236}">
                <a16:creationId xmlns:a16="http://schemas.microsoft.com/office/drawing/2014/main" id="{CA3BDA25-320D-A6B1-9CE4-99CA3730596D}"/>
              </a:ext>
            </a:extLst>
          </p:cNvPr>
          <p:cNvSpPr>
            <a:spLocks noGrp="1"/>
          </p:cNvSpPr>
          <p:nvPr>
            <p:ph type="body" sz="quarter" idx="26"/>
          </p:nvPr>
        </p:nvSpPr>
        <p:spPr>
          <a:xfrm>
            <a:off x="8435997" y="2872677"/>
            <a:ext cx="3329281" cy="246221"/>
          </a:xfrm>
        </p:spPr>
        <p:txBody>
          <a:bodyPr wrap="square">
            <a:spAutoFit/>
          </a:bodyPr>
          <a:lstStyle>
            <a:lvl1pPr marL="0" indent="0">
              <a:buNone/>
              <a:defRPr sz="1600">
                <a:solidFill>
                  <a:schemeClr val="tx1"/>
                </a:solidFill>
                <a:latin typeface="+mn-lt"/>
              </a:defRPr>
            </a:lvl1pPr>
          </a:lstStyle>
          <a:p>
            <a:pPr lvl="0"/>
            <a:r>
              <a:rPr lang="en-US"/>
              <a:t>Click to edit Master text styles</a:t>
            </a:r>
          </a:p>
        </p:txBody>
      </p:sp>
      <p:sp>
        <p:nvSpPr>
          <p:cNvPr id="26" name="Picture Placeholder 56">
            <a:extLst>
              <a:ext uri="{FF2B5EF4-FFF2-40B4-BE49-F238E27FC236}">
                <a16:creationId xmlns:a16="http://schemas.microsoft.com/office/drawing/2014/main" id="{C278F43F-8A42-019C-441D-4C23A632795B}"/>
              </a:ext>
            </a:extLst>
          </p:cNvPr>
          <p:cNvSpPr>
            <a:spLocks noGrp="1"/>
          </p:cNvSpPr>
          <p:nvPr>
            <p:ph type="pic" sz="quarter" idx="16" hasCustomPrompt="1"/>
          </p:nvPr>
        </p:nvSpPr>
        <p:spPr>
          <a:xfrm>
            <a:off x="584198" y="530398"/>
            <a:ext cx="1492251" cy="750715"/>
          </a:xfrm>
          <a:prstGeom prst="rect">
            <a:avLst/>
          </a:prstGeom>
        </p:spPr>
        <p:txBody>
          <a:bodyPr anchor="ctr">
            <a:noAutofit/>
          </a:bodyPr>
          <a:lstStyle>
            <a:lvl1pPr marL="0" indent="0" algn="ctr">
              <a:buNone/>
              <a:defRPr sz="2000">
                <a:latin typeface="+mj-lt"/>
              </a:defRPr>
            </a:lvl1pPr>
          </a:lstStyle>
          <a:p>
            <a:r>
              <a:rPr lang="en-US"/>
              <a:t>Image</a:t>
            </a:r>
          </a:p>
        </p:txBody>
      </p:sp>
      <p:grpSp>
        <p:nvGrpSpPr>
          <p:cNvPr id="27" name="Picture Placeholder 815">
            <a:extLst>
              <a:ext uri="{FF2B5EF4-FFF2-40B4-BE49-F238E27FC236}">
                <a16:creationId xmlns:a16="http://schemas.microsoft.com/office/drawing/2014/main" id="{09EC962C-AD71-501F-76E0-CB60A7AE11C2}"/>
              </a:ext>
            </a:extLst>
          </p:cNvPr>
          <p:cNvGrpSpPr/>
          <p:nvPr userDrawn="1"/>
        </p:nvGrpSpPr>
        <p:grpSpPr>
          <a:xfrm>
            <a:off x="8526088" y="2231221"/>
            <a:ext cx="297629" cy="297627"/>
            <a:chOff x="5026092" y="2187685"/>
            <a:chExt cx="297629" cy="297627"/>
          </a:xfrm>
        </p:grpSpPr>
        <p:sp>
          <p:nvSpPr>
            <p:cNvPr id="28" name="Freeform: Shape 27">
              <a:extLst>
                <a:ext uri="{FF2B5EF4-FFF2-40B4-BE49-F238E27FC236}">
                  <a16:creationId xmlns:a16="http://schemas.microsoft.com/office/drawing/2014/main" id="{8ADDC726-4200-E8E7-68F2-543A31AA6C18}"/>
                </a:ext>
              </a:extLst>
            </p:cNvPr>
            <p:cNvSpPr/>
            <p:nvPr/>
          </p:nvSpPr>
          <p:spPr>
            <a:xfrm>
              <a:off x="5186783" y="2187685"/>
              <a:ext cx="195964" cy="195968"/>
            </a:xfrm>
            <a:custGeom>
              <a:avLst/>
              <a:gdLst>
                <a:gd name="connsiteX0" fmla="*/ 130622 w 195964"/>
                <a:gd name="connsiteY0" fmla="*/ -1012 h 195968"/>
                <a:gd name="connsiteX1" fmla="*/ 130747 w 195964"/>
                <a:gd name="connsiteY1" fmla="*/ -1012 h 195968"/>
                <a:gd name="connsiteX2" fmla="*/ 136689 w 195964"/>
                <a:gd name="connsiteY2" fmla="*/ 4906 h 195968"/>
                <a:gd name="connsiteX3" fmla="*/ 136689 w 195964"/>
                <a:gd name="connsiteY3" fmla="*/ 32106 h 195968"/>
                <a:gd name="connsiteX4" fmla="*/ 141396 w 195964"/>
                <a:gd name="connsiteY4" fmla="*/ 27403 h 195968"/>
                <a:gd name="connsiteX5" fmla="*/ 154455 w 195964"/>
                <a:gd name="connsiteY5" fmla="*/ 21994 h 195968"/>
                <a:gd name="connsiteX6" fmla="*/ 167534 w 195964"/>
                <a:gd name="connsiteY6" fmla="*/ 27403 h 195968"/>
                <a:gd name="connsiteX7" fmla="*/ 167494 w 195964"/>
                <a:gd name="connsiteY7" fmla="*/ 53466 h 195968"/>
                <a:gd name="connsiteX8" fmla="*/ 162779 w 195964"/>
                <a:gd name="connsiteY8" fmla="*/ 58208 h 195968"/>
                <a:gd name="connsiteX9" fmla="*/ 189948 w 195964"/>
                <a:gd name="connsiteY9" fmla="*/ 58208 h 195968"/>
                <a:gd name="connsiteX10" fmla="*/ 194118 w 195964"/>
                <a:gd name="connsiteY10" fmla="*/ 59933 h 195968"/>
                <a:gd name="connsiteX11" fmla="*/ 194142 w 195964"/>
                <a:gd name="connsiteY11" fmla="*/ 68281 h 195968"/>
                <a:gd name="connsiteX12" fmla="*/ 152723 w 195964"/>
                <a:gd name="connsiteY12" fmla="*/ 109707 h 195968"/>
                <a:gd name="connsiteX13" fmla="*/ 148525 w 195964"/>
                <a:gd name="connsiteY13" fmla="*/ 111432 h 195968"/>
                <a:gd name="connsiteX14" fmla="*/ 109520 w 195964"/>
                <a:gd name="connsiteY14" fmla="*/ 111432 h 195968"/>
                <a:gd name="connsiteX15" fmla="*/ 31374 w 195964"/>
                <a:gd name="connsiteY15" fmla="*/ 189543 h 195968"/>
                <a:gd name="connsiteX16" fmla="*/ 5271 w 195964"/>
                <a:gd name="connsiteY16" fmla="*/ 189582 h 195968"/>
                <a:gd name="connsiteX17" fmla="*/ 5271 w 195964"/>
                <a:gd name="connsiteY17" fmla="*/ 163480 h 195968"/>
                <a:gd name="connsiteX18" fmla="*/ 83430 w 195964"/>
                <a:gd name="connsiteY18" fmla="*/ 85330 h 195968"/>
                <a:gd name="connsiteX19" fmla="*/ 83430 w 195964"/>
                <a:gd name="connsiteY19" fmla="*/ 46372 h 195968"/>
                <a:gd name="connsiteX20" fmla="*/ 85178 w 195964"/>
                <a:gd name="connsiteY20" fmla="*/ 42178 h 195968"/>
                <a:gd name="connsiteX21" fmla="*/ 126597 w 195964"/>
                <a:gd name="connsiteY21" fmla="*/ 752 h 195968"/>
                <a:gd name="connsiteX22" fmla="*/ 130618 w 195964"/>
                <a:gd name="connsiteY22" fmla="*/ -973 h 195968"/>
                <a:gd name="connsiteX23" fmla="*/ 130622 w 195964"/>
                <a:gd name="connsiteY23" fmla="*/ -1012 h 195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964" h="195968">
                  <a:moveTo>
                    <a:pt x="130622" y="-1012"/>
                  </a:moveTo>
                  <a:cubicBezTo>
                    <a:pt x="130665" y="-1012"/>
                    <a:pt x="130708" y="-1012"/>
                    <a:pt x="130747" y="-1012"/>
                  </a:cubicBezTo>
                  <a:cubicBezTo>
                    <a:pt x="134016" y="-1012"/>
                    <a:pt x="136677" y="1653"/>
                    <a:pt x="136689" y="4906"/>
                  </a:cubicBezTo>
                  <a:lnTo>
                    <a:pt x="136689" y="32106"/>
                  </a:lnTo>
                  <a:lnTo>
                    <a:pt x="141396" y="27403"/>
                  </a:lnTo>
                  <a:cubicBezTo>
                    <a:pt x="144974" y="23797"/>
                    <a:pt x="149713" y="21994"/>
                    <a:pt x="154455" y="21994"/>
                  </a:cubicBezTo>
                  <a:cubicBezTo>
                    <a:pt x="159201" y="21994"/>
                    <a:pt x="163951" y="23797"/>
                    <a:pt x="167534" y="27403"/>
                  </a:cubicBezTo>
                  <a:cubicBezTo>
                    <a:pt x="174694" y="34575"/>
                    <a:pt x="174663" y="46333"/>
                    <a:pt x="167494" y="53466"/>
                  </a:cubicBezTo>
                  <a:lnTo>
                    <a:pt x="162779" y="58208"/>
                  </a:lnTo>
                  <a:lnTo>
                    <a:pt x="189948" y="58208"/>
                  </a:lnTo>
                  <a:cubicBezTo>
                    <a:pt x="191508" y="58208"/>
                    <a:pt x="193009" y="58835"/>
                    <a:pt x="194118" y="59933"/>
                  </a:cubicBezTo>
                  <a:cubicBezTo>
                    <a:pt x="196434" y="62206"/>
                    <a:pt x="196446" y="65969"/>
                    <a:pt x="194142" y="68281"/>
                  </a:cubicBezTo>
                  <a:lnTo>
                    <a:pt x="152723" y="109707"/>
                  </a:lnTo>
                  <a:cubicBezTo>
                    <a:pt x="151610" y="110805"/>
                    <a:pt x="150101" y="111432"/>
                    <a:pt x="148525" y="111432"/>
                  </a:cubicBezTo>
                  <a:lnTo>
                    <a:pt x="109520" y="111432"/>
                  </a:lnTo>
                  <a:lnTo>
                    <a:pt x="31374" y="189543"/>
                  </a:lnTo>
                  <a:cubicBezTo>
                    <a:pt x="24209" y="196716"/>
                    <a:pt x="12436" y="196794"/>
                    <a:pt x="5271" y="189582"/>
                  </a:cubicBezTo>
                  <a:cubicBezTo>
                    <a:pt x="-1893" y="182449"/>
                    <a:pt x="-1893" y="170652"/>
                    <a:pt x="5271" y="163480"/>
                  </a:cubicBezTo>
                  <a:lnTo>
                    <a:pt x="83430" y="85330"/>
                  </a:lnTo>
                  <a:lnTo>
                    <a:pt x="83430" y="46372"/>
                  </a:lnTo>
                  <a:cubicBezTo>
                    <a:pt x="83430" y="44805"/>
                    <a:pt x="84061" y="43276"/>
                    <a:pt x="85178" y="42178"/>
                  </a:cubicBezTo>
                  <a:lnTo>
                    <a:pt x="126597" y="752"/>
                  </a:lnTo>
                  <a:cubicBezTo>
                    <a:pt x="127663" y="-306"/>
                    <a:pt x="129105" y="-934"/>
                    <a:pt x="130618" y="-973"/>
                  </a:cubicBezTo>
                  <a:lnTo>
                    <a:pt x="130622" y="-1012"/>
                  </a:lnTo>
                  <a:close/>
                </a:path>
              </a:pathLst>
            </a:custGeom>
            <a:solidFill>
              <a:srgbClr val="222043"/>
            </a:solidFill>
            <a:ln w="4659"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521C93AB-532C-20E4-3436-01C072319E3A}"/>
                </a:ext>
              </a:extLst>
            </p:cNvPr>
            <p:cNvSpPr/>
            <p:nvPr/>
          </p:nvSpPr>
          <p:spPr>
            <a:xfrm>
              <a:off x="5026092" y="2187685"/>
              <a:ext cx="356654" cy="356653"/>
            </a:xfrm>
            <a:custGeom>
              <a:avLst/>
              <a:gdLst>
                <a:gd name="connsiteX0" fmla="*/ 178225 w 356654"/>
                <a:gd name="connsiteY0" fmla="*/ -1012 h 356653"/>
                <a:gd name="connsiteX1" fmla="*/ 254679 w 356654"/>
                <a:gd name="connsiteY1" fmla="*/ 16194 h 356653"/>
                <a:gd name="connsiteX2" fmla="*/ 236983 w 356654"/>
                <a:gd name="connsiteY2" fmla="*/ 33909 h 356653"/>
                <a:gd name="connsiteX3" fmla="*/ 231724 w 356654"/>
                <a:gd name="connsiteY3" fmla="*/ 46568 h 356653"/>
                <a:gd name="connsiteX4" fmla="*/ 231724 w 356654"/>
                <a:gd name="connsiteY4" fmla="*/ 51467 h 356653"/>
                <a:gd name="connsiteX5" fmla="*/ 178225 w 356654"/>
                <a:gd name="connsiteY5" fmla="*/ 40572 h 356653"/>
                <a:gd name="connsiteX6" fmla="*/ 41497 w 356654"/>
                <a:gd name="connsiteY6" fmla="*/ 177315 h 356653"/>
                <a:gd name="connsiteX7" fmla="*/ 178225 w 356654"/>
                <a:gd name="connsiteY7" fmla="*/ 314058 h 356653"/>
                <a:gd name="connsiteX8" fmla="*/ 314953 w 356654"/>
                <a:gd name="connsiteY8" fmla="*/ 177315 h 356653"/>
                <a:gd name="connsiteX9" fmla="*/ 304066 w 356654"/>
                <a:gd name="connsiteY9" fmla="*/ 123856 h 356653"/>
                <a:gd name="connsiteX10" fmla="*/ 308988 w 356654"/>
                <a:gd name="connsiteY10" fmla="*/ 123856 h 356653"/>
                <a:gd name="connsiteX11" fmla="*/ 321628 w 356654"/>
                <a:gd name="connsiteY11" fmla="*/ 118565 h 356653"/>
                <a:gd name="connsiteX12" fmla="*/ 339335 w 356654"/>
                <a:gd name="connsiteY12" fmla="*/ 100850 h 356653"/>
                <a:gd name="connsiteX13" fmla="*/ 356553 w 356654"/>
                <a:gd name="connsiteY13" fmla="*/ 177315 h 356653"/>
                <a:gd name="connsiteX14" fmla="*/ 178225 w 356654"/>
                <a:gd name="connsiteY14" fmla="*/ 355642 h 356653"/>
                <a:gd name="connsiteX15" fmla="*/ -102 w 356654"/>
                <a:gd name="connsiteY15" fmla="*/ 177315 h 356653"/>
                <a:gd name="connsiteX16" fmla="*/ 178225 w 356654"/>
                <a:gd name="connsiteY16" fmla="*/ -1012 h 356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56654" h="356653">
                  <a:moveTo>
                    <a:pt x="178225" y="-1012"/>
                  </a:moveTo>
                  <a:cubicBezTo>
                    <a:pt x="205578" y="-1012"/>
                    <a:pt x="231500" y="5181"/>
                    <a:pt x="254679" y="16194"/>
                  </a:cubicBezTo>
                  <a:lnTo>
                    <a:pt x="236983" y="33909"/>
                  </a:lnTo>
                  <a:cubicBezTo>
                    <a:pt x="233624" y="37240"/>
                    <a:pt x="231728" y="41826"/>
                    <a:pt x="231724" y="46568"/>
                  </a:cubicBezTo>
                  <a:lnTo>
                    <a:pt x="231724" y="51467"/>
                  </a:lnTo>
                  <a:cubicBezTo>
                    <a:pt x="215286" y="44451"/>
                    <a:pt x="197206" y="40572"/>
                    <a:pt x="178225" y="40572"/>
                  </a:cubicBezTo>
                  <a:cubicBezTo>
                    <a:pt x="102791" y="40572"/>
                    <a:pt x="41497" y="101908"/>
                    <a:pt x="41497" y="177315"/>
                  </a:cubicBezTo>
                  <a:cubicBezTo>
                    <a:pt x="41497" y="252761"/>
                    <a:pt x="102791" y="314058"/>
                    <a:pt x="178225" y="314058"/>
                  </a:cubicBezTo>
                  <a:cubicBezTo>
                    <a:pt x="253664" y="314058"/>
                    <a:pt x="314953" y="252761"/>
                    <a:pt x="314953" y="177315"/>
                  </a:cubicBezTo>
                  <a:cubicBezTo>
                    <a:pt x="314953" y="158346"/>
                    <a:pt x="311073" y="140278"/>
                    <a:pt x="304066" y="123856"/>
                  </a:cubicBezTo>
                  <a:lnTo>
                    <a:pt x="308988" y="123856"/>
                  </a:lnTo>
                  <a:cubicBezTo>
                    <a:pt x="313727" y="123856"/>
                    <a:pt x="318289" y="121936"/>
                    <a:pt x="321628" y="118565"/>
                  </a:cubicBezTo>
                  <a:lnTo>
                    <a:pt x="339335" y="100850"/>
                  </a:lnTo>
                  <a:cubicBezTo>
                    <a:pt x="350364" y="124052"/>
                    <a:pt x="356553" y="149958"/>
                    <a:pt x="356553" y="177315"/>
                  </a:cubicBezTo>
                  <a:cubicBezTo>
                    <a:pt x="356553" y="275728"/>
                    <a:pt x="276642" y="355642"/>
                    <a:pt x="178225" y="355642"/>
                  </a:cubicBezTo>
                  <a:cubicBezTo>
                    <a:pt x="79808" y="355642"/>
                    <a:pt x="-102" y="275728"/>
                    <a:pt x="-102" y="177315"/>
                  </a:cubicBezTo>
                  <a:cubicBezTo>
                    <a:pt x="-102" y="78902"/>
                    <a:pt x="79808" y="-1012"/>
                    <a:pt x="178225" y="-1012"/>
                  </a:cubicBezTo>
                  <a:close/>
                </a:path>
              </a:pathLst>
            </a:custGeom>
            <a:solidFill>
              <a:srgbClr val="BABABA"/>
            </a:solidFill>
            <a:ln w="4659"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97C1AD78-3650-8535-12E9-70FE3F0DC1BB}"/>
                </a:ext>
              </a:extLst>
            </p:cNvPr>
            <p:cNvSpPr/>
            <p:nvPr/>
          </p:nvSpPr>
          <p:spPr>
            <a:xfrm>
              <a:off x="5108397" y="2269990"/>
              <a:ext cx="192048" cy="192044"/>
            </a:xfrm>
            <a:custGeom>
              <a:avLst/>
              <a:gdLst>
                <a:gd name="connsiteX0" fmla="*/ 95944 w 192048"/>
                <a:gd name="connsiteY0" fmla="*/ -1012 h 192044"/>
                <a:gd name="connsiteX1" fmla="*/ 138484 w 192048"/>
                <a:gd name="connsiteY1" fmla="*/ 9061 h 192044"/>
                <a:gd name="connsiteX2" fmla="*/ 105593 w 192048"/>
                <a:gd name="connsiteY2" fmla="*/ 41944 h 192044"/>
                <a:gd name="connsiteX3" fmla="*/ 95944 w 192048"/>
                <a:gd name="connsiteY3" fmla="*/ 41042 h 192044"/>
                <a:gd name="connsiteX4" fmla="*/ 41944 w 192048"/>
                <a:gd name="connsiteY4" fmla="*/ 95049 h 192044"/>
                <a:gd name="connsiteX5" fmla="*/ 95944 w 192048"/>
                <a:gd name="connsiteY5" fmla="*/ 149018 h 192044"/>
                <a:gd name="connsiteX6" fmla="*/ 149948 w 192048"/>
                <a:gd name="connsiteY6" fmla="*/ 95049 h 192044"/>
                <a:gd name="connsiteX7" fmla="*/ 149031 w 192048"/>
                <a:gd name="connsiteY7" fmla="*/ 85408 h 192044"/>
                <a:gd name="connsiteX8" fmla="*/ 181909 w 192048"/>
                <a:gd name="connsiteY8" fmla="*/ 52486 h 192044"/>
                <a:gd name="connsiteX9" fmla="*/ 191947 w 192048"/>
                <a:gd name="connsiteY9" fmla="*/ 95049 h 192044"/>
                <a:gd name="connsiteX10" fmla="*/ 95944 w 192048"/>
                <a:gd name="connsiteY10" fmla="*/ 191032 h 192044"/>
                <a:gd name="connsiteX11" fmla="*/ -102 w 192048"/>
                <a:gd name="connsiteY11" fmla="*/ 95049 h 192044"/>
                <a:gd name="connsiteX12" fmla="*/ 95944 w 192048"/>
                <a:gd name="connsiteY12" fmla="*/ -1012 h 192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2048" h="192044">
                  <a:moveTo>
                    <a:pt x="95944" y="-1012"/>
                  </a:moveTo>
                  <a:cubicBezTo>
                    <a:pt x="111233" y="-1012"/>
                    <a:pt x="125644" y="2672"/>
                    <a:pt x="138484" y="9061"/>
                  </a:cubicBezTo>
                  <a:lnTo>
                    <a:pt x="105593" y="41944"/>
                  </a:lnTo>
                  <a:cubicBezTo>
                    <a:pt x="102458" y="41395"/>
                    <a:pt x="99244" y="41042"/>
                    <a:pt x="95944" y="41042"/>
                  </a:cubicBezTo>
                  <a:cubicBezTo>
                    <a:pt x="66185" y="41042"/>
                    <a:pt x="41944" y="65263"/>
                    <a:pt x="41944" y="95049"/>
                  </a:cubicBezTo>
                  <a:cubicBezTo>
                    <a:pt x="41944" y="124797"/>
                    <a:pt x="66185" y="149018"/>
                    <a:pt x="95944" y="149018"/>
                  </a:cubicBezTo>
                  <a:cubicBezTo>
                    <a:pt x="125703" y="149018"/>
                    <a:pt x="149948" y="124797"/>
                    <a:pt x="149948" y="95049"/>
                  </a:cubicBezTo>
                  <a:cubicBezTo>
                    <a:pt x="149948" y="91757"/>
                    <a:pt x="149603" y="88505"/>
                    <a:pt x="149031" y="85408"/>
                  </a:cubicBezTo>
                  <a:lnTo>
                    <a:pt x="181909" y="52486"/>
                  </a:lnTo>
                  <a:cubicBezTo>
                    <a:pt x="188278" y="65342"/>
                    <a:pt x="191947" y="79764"/>
                    <a:pt x="191947" y="95049"/>
                  </a:cubicBezTo>
                  <a:cubicBezTo>
                    <a:pt x="191947" y="147999"/>
                    <a:pt x="148905" y="191032"/>
                    <a:pt x="95944" y="191032"/>
                  </a:cubicBezTo>
                  <a:cubicBezTo>
                    <a:pt x="42987" y="191032"/>
                    <a:pt x="-102" y="147999"/>
                    <a:pt x="-102" y="95049"/>
                  </a:cubicBezTo>
                  <a:cubicBezTo>
                    <a:pt x="-102" y="42061"/>
                    <a:pt x="42987" y="-1012"/>
                    <a:pt x="95944" y="-1012"/>
                  </a:cubicBezTo>
                  <a:close/>
                </a:path>
              </a:pathLst>
            </a:custGeom>
            <a:solidFill>
              <a:srgbClr val="BABABA"/>
            </a:solidFill>
            <a:ln w="4659" cap="flat">
              <a:noFill/>
              <a:prstDash val="solid"/>
              <a:miter/>
            </a:ln>
          </p:spPr>
          <p:txBody>
            <a:bodyPr rtlCol="0" anchor="ctr"/>
            <a:lstStyle/>
            <a:p>
              <a:endParaRPr lang="en-US"/>
            </a:p>
          </p:txBody>
        </p:sp>
      </p:grpSp>
      <p:sp>
        <p:nvSpPr>
          <p:cNvPr id="31" name="Freeform: Shape 30">
            <a:extLst>
              <a:ext uri="{FF2B5EF4-FFF2-40B4-BE49-F238E27FC236}">
                <a16:creationId xmlns:a16="http://schemas.microsoft.com/office/drawing/2014/main" id="{C865DA46-0E05-6520-33B2-0352CBD48635}"/>
              </a:ext>
            </a:extLst>
          </p:cNvPr>
          <p:cNvSpPr/>
          <p:nvPr userDrawn="1"/>
        </p:nvSpPr>
        <p:spPr>
          <a:xfrm>
            <a:off x="5191218" y="2482907"/>
            <a:ext cx="109033" cy="18172"/>
          </a:xfrm>
          <a:custGeom>
            <a:avLst/>
            <a:gdLst>
              <a:gd name="connsiteX0" fmla="*/ 0 w 1402079"/>
              <a:gd name="connsiteY0" fmla="*/ 0 h 233679"/>
              <a:gd name="connsiteX1" fmla="*/ 20320 w 1402079"/>
              <a:gd name="connsiteY1" fmla="*/ 233680 h 233679"/>
              <a:gd name="connsiteX2" fmla="*/ 1381760 w 1402079"/>
              <a:gd name="connsiteY2" fmla="*/ 233680 h 233679"/>
              <a:gd name="connsiteX3" fmla="*/ 1402080 w 1402079"/>
              <a:gd name="connsiteY3" fmla="*/ 0 h 233679"/>
            </a:gdLst>
            <a:ahLst/>
            <a:cxnLst>
              <a:cxn ang="0">
                <a:pos x="connsiteX0" y="connsiteY0"/>
              </a:cxn>
              <a:cxn ang="0">
                <a:pos x="connsiteX1" y="connsiteY1"/>
              </a:cxn>
              <a:cxn ang="0">
                <a:pos x="connsiteX2" y="connsiteY2"/>
              </a:cxn>
              <a:cxn ang="0">
                <a:pos x="connsiteX3" y="connsiteY3"/>
              </a:cxn>
            </a:cxnLst>
            <a:rect l="l" t="t" r="r" b="b"/>
            <a:pathLst>
              <a:path w="1402079" h="233679">
                <a:moveTo>
                  <a:pt x="0" y="0"/>
                </a:moveTo>
                <a:cubicBezTo>
                  <a:pt x="10160" y="81280"/>
                  <a:pt x="20320" y="152400"/>
                  <a:pt x="20320" y="233680"/>
                </a:cubicBezTo>
                <a:lnTo>
                  <a:pt x="1381760" y="233680"/>
                </a:lnTo>
                <a:cubicBezTo>
                  <a:pt x="1381760" y="152400"/>
                  <a:pt x="1391920" y="71120"/>
                  <a:pt x="1402080" y="0"/>
                </a:cubicBezTo>
                <a:close/>
              </a:path>
            </a:pathLst>
          </a:custGeom>
          <a:solidFill>
            <a:schemeClr val="bg1">
              <a:lumMod val="65000"/>
            </a:schemeClr>
          </a:solidFill>
          <a:ln w="10160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1BF56CAE-AC56-0171-8943-02E4354E3388}"/>
              </a:ext>
            </a:extLst>
          </p:cNvPr>
          <p:cNvSpPr/>
          <p:nvPr userDrawn="1"/>
        </p:nvSpPr>
        <p:spPr>
          <a:xfrm>
            <a:off x="5192799" y="2516880"/>
            <a:ext cx="105872" cy="71109"/>
          </a:xfrm>
          <a:custGeom>
            <a:avLst/>
            <a:gdLst>
              <a:gd name="connsiteX0" fmla="*/ 0 w 1361440"/>
              <a:gd name="connsiteY0" fmla="*/ 0 h 914400"/>
              <a:gd name="connsiteX1" fmla="*/ 0 w 1361440"/>
              <a:gd name="connsiteY1" fmla="*/ 355600 h 914400"/>
              <a:gd name="connsiteX2" fmla="*/ 101600 w 1361440"/>
              <a:gd name="connsiteY2" fmla="*/ 457200 h 914400"/>
              <a:gd name="connsiteX3" fmla="*/ 132080 w 1361440"/>
              <a:gd name="connsiteY3" fmla="*/ 457200 h 914400"/>
              <a:gd name="connsiteX4" fmla="*/ 680720 w 1361440"/>
              <a:gd name="connsiteY4" fmla="*/ 914400 h 914400"/>
              <a:gd name="connsiteX5" fmla="*/ 1229360 w 1361440"/>
              <a:gd name="connsiteY5" fmla="*/ 457200 h 914400"/>
              <a:gd name="connsiteX6" fmla="*/ 1259840 w 1361440"/>
              <a:gd name="connsiteY6" fmla="*/ 457200 h 914400"/>
              <a:gd name="connsiteX7" fmla="*/ 1361440 w 1361440"/>
              <a:gd name="connsiteY7" fmla="*/ 355600 h 914400"/>
              <a:gd name="connsiteX8" fmla="*/ 1361440 w 1361440"/>
              <a:gd name="connsiteY8"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1440" h="914400">
                <a:moveTo>
                  <a:pt x="0" y="0"/>
                </a:moveTo>
                <a:lnTo>
                  <a:pt x="0" y="355600"/>
                </a:lnTo>
                <a:cubicBezTo>
                  <a:pt x="0" y="416560"/>
                  <a:pt x="40640" y="457200"/>
                  <a:pt x="101600" y="457200"/>
                </a:cubicBezTo>
                <a:lnTo>
                  <a:pt x="132080" y="457200"/>
                </a:lnTo>
                <a:cubicBezTo>
                  <a:pt x="182880" y="711200"/>
                  <a:pt x="416560" y="914400"/>
                  <a:pt x="680720" y="914400"/>
                </a:cubicBezTo>
                <a:cubicBezTo>
                  <a:pt x="955040" y="914400"/>
                  <a:pt x="1178560" y="721360"/>
                  <a:pt x="1229360" y="457200"/>
                </a:cubicBezTo>
                <a:lnTo>
                  <a:pt x="1259840" y="457200"/>
                </a:lnTo>
                <a:cubicBezTo>
                  <a:pt x="1320800" y="457200"/>
                  <a:pt x="1361440" y="416560"/>
                  <a:pt x="1361440" y="355600"/>
                </a:cubicBezTo>
                <a:lnTo>
                  <a:pt x="1361440" y="0"/>
                </a:lnTo>
                <a:close/>
              </a:path>
            </a:pathLst>
          </a:custGeom>
          <a:solidFill>
            <a:schemeClr val="bg1">
              <a:lumMod val="65000"/>
            </a:schemeClr>
          </a:solidFill>
          <a:ln w="10160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689CCC58-1485-6002-4C19-A251C37F512D}"/>
              </a:ext>
            </a:extLst>
          </p:cNvPr>
          <p:cNvSpPr/>
          <p:nvPr userDrawn="1"/>
        </p:nvSpPr>
        <p:spPr>
          <a:xfrm>
            <a:off x="5129784" y="2216511"/>
            <a:ext cx="232094" cy="249804"/>
          </a:xfrm>
          <a:custGeom>
            <a:avLst/>
            <a:gdLst>
              <a:gd name="connsiteX0" fmla="*/ 1409761 w 2984560"/>
              <a:gd name="connsiteY0" fmla="*/ 1730 h 3212289"/>
              <a:gd name="connsiteX1" fmla="*/ 7681 w 2984560"/>
              <a:gd name="connsiteY1" fmla="*/ 1332690 h 3212289"/>
              <a:gd name="connsiteX2" fmla="*/ 342961 w 2984560"/>
              <a:gd name="connsiteY2" fmla="*/ 2440130 h 3212289"/>
              <a:gd name="connsiteX3" fmla="*/ 749361 w 2984560"/>
              <a:gd name="connsiteY3" fmla="*/ 3212290 h 3212289"/>
              <a:gd name="connsiteX4" fmla="*/ 2232721 w 2984560"/>
              <a:gd name="connsiteY4" fmla="*/ 3212290 h 3212289"/>
              <a:gd name="connsiteX5" fmla="*/ 2639121 w 2984560"/>
              <a:gd name="connsiteY5" fmla="*/ 2429970 h 3212289"/>
              <a:gd name="connsiteX6" fmla="*/ 2984561 w 2984560"/>
              <a:gd name="connsiteY6" fmla="*/ 1485090 h 3212289"/>
              <a:gd name="connsiteX7" fmla="*/ 1409761 w 2984560"/>
              <a:gd name="connsiteY7" fmla="*/ 1730 h 3212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84560" h="3212289">
                <a:moveTo>
                  <a:pt x="1409761" y="1730"/>
                </a:moveTo>
                <a:cubicBezTo>
                  <a:pt x="688401" y="42370"/>
                  <a:pt x="88961" y="611330"/>
                  <a:pt x="7681" y="1332690"/>
                </a:cubicBezTo>
                <a:cubicBezTo>
                  <a:pt x="-32959" y="1739090"/>
                  <a:pt x="88961" y="2135330"/>
                  <a:pt x="342961" y="2440130"/>
                </a:cubicBezTo>
                <a:cubicBezTo>
                  <a:pt x="536001" y="2673810"/>
                  <a:pt x="678241" y="2937970"/>
                  <a:pt x="749361" y="3212290"/>
                </a:cubicBezTo>
                <a:lnTo>
                  <a:pt x="2232721" y="3212290"/>
                </a:lnTo>
                <a:cubicBezTo>
                  <a:pt x="2303841" y="2937970"/>
                  <a:pt x="2446081" y="2663650"/>
                  <a:pt x="2639121" y="2429970"/>
                </a:cubicBezTo>
                <a:cubicBezTo>
                  <a:pt x="2862641" y="2165810"/>
                  <a:pt x="2984561" y="1830530"/>
                  <a:pt x="2984561" y="1485090"/>
                </a:cubicBezTo>
                <a:cubicBezTo>
                  <a:pt x="2984561" y="641810"/>
                  <a:pt x="2263201" y="-38910"/>
                  <a:pt x="1409761" y="1730"/>
                </a:cubicBezTo>
                <a:close/>
              </a:path>
            </a:pathLst>
          </a:custGeom>
          <a:solidFill>
            <a:srgbClr val="222043"/>
          </a:solidFill>
          <a:ln w="101600" cap="flat">
            <a:noFill/>
            <a:prstDash val="solid"/>
            <a:miter/>
          </a:ln>
        </p:spPr>
        <p:txBody>
          <a:bodyPr rtlCol="0" anchor="ctr"/>
          <a:lstStyle/>
          <a:p>
            <a:endParaRPr lang="en-US"/>
          </a:p>
        </p:txBody>
      </p:sp>
      <p:sp>
        <p:nvSpPr>
          <p:cNvPr id="34" name="Picture Placeholder 71">
            <a:extLst>
              <a:ext uri="{FF2B5EF4-FFF2-40B4-BE49-F238E27FC236}">
                <a16:creationId xmlns:a16="http://schemas.microsoft.com/office/drawing/2014/main" id="{8E8E9E01-1C51-882B-9946-59A8D8C398B8}"/>
              </a:ext>
            </a:extLst>
          </p:cNvPr>
          <p:cNvSpPr>
            <a:spLocks noGrp="1"/>
          </p:cNvSpPr>
          <p:nvPr>
            <p:ph type="pic" sz="quarter" idx="29" hasCustomPrompt="1"/>
          </p:nvPr>
        </p:nvSpPr>
        <p:spPr>
          <a:xfrm>
            <a:off x="4978397" y="428624"/>
            <a:ext cx="6786880" cy="1609132"/>
          </a:xfrm>
          <a:custGeom>
            <a:avLst/>
            <a:gdLst>
              <a:gd name="connsiteX0" fmla="*/ 0 w 6786880"/>
              <a:gd name="connsiteY0" fmla="*/ 0 h 1609132"/>
              <a:gd name="connsiteX1" fmla="*/ 6664681 w 6786880"/>
              <a:gd name="connsiteY1" fmla="*/ 0 h 1609132"/>
              <a:gd name="connsiteX2" fmla="*/ 6786880 w 6786880"/>
              <a:gd name="connsiteY2" fmla="*/ 122199 h 1609132"/>
              <a:gd name="connsiteX3" fmla="*/ 6786880 w 6786880"/>
              <a:gd name="connsiteY3" fmla="*/ 312388 h 1609132"/>
              <a:gd name="connsiteX4" fmla="*/ 6786880 w 6786880"/>
              <a:gd name="connsiteY4" fmla="*/ 1418943 h 1609132"/>
              <a:gd name="connsiteX5" fmla="*/ 6786880 w 6786880"/>
              <a:gd name="connsiteY5" fmla="*/ 1609132 h 1609132"/>
              <a:gd name="connsiteX6" fmla="*/ 0 w 6786880"/>
              <a:gd name="connsiteY6" fmla="*/ 1609132 h 1609132"/>
              <a:gd name="connsiteX7" fmla="*/ 0 w 6786880"/>
              <a:gd name="connsiteY7" fmla="*/ 1418943 h 1609132"/>
              <a:gd name="connsiteX8" fmla="*/ 0 w 6786880"/>
              <a:gd name="connsiteY8" fmla="*/ 190189 h 1609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86880" h="1609132">
                <a:moveTo>
                  <a:pt x="0" y="0"/>
                </a:moveTo>
                <a:lnTo>
                  <a:pt x="6664681" y="0"/>
                </a:lnTo>
                <a:cubicBezTo>
                  <a:pt x="6732170" y="0"/>
                  <a:pt x="6786880" y="54710"/>
                  <a:pt x="6786880" y="122199"/>
                </a:cubicBezTo>
                <a:lnTo>
                  <a:pt x="6786880" y="312388"/>
                </a:lnTo>
                <a:lnTo>
                  <a:pt x="6786880" y="1418943"/>
                </a:lnTo>
                <a:lnTo>
                  <a:pt x="6786880" y="1609132"/>
                </a:lnTo>
                <a:lnTo>
                  <a:pt x="0" y="1609132"/>
                </a:lnTo>
                <a:lnTo>
                  <a:pt x="0" y="1418943"/>
                </a:lnTo>
                <a:lnTo>
                  <a:pt x="0" y="190189"/>
                </a:lnTo>
                <a:close/>
              </a:path>
            </a:pathLst>
          </a:custGeom>
          <a:solidFill>
            <a:schemeClr val="bg1">
              <a:lumMod val="95000"/>
            </a:schemeClr>
          </a:solidFill>
        </p:spPr>
        <p:txBody>
          <a:bodyPr wrap="square" anchor="ctr">
            <a:noAutofit/>
          </a:bodyPr>
          <a:lstStyle>
            <a:lvl1pPr marL="0" indent="0" algn="ctr">
              <a:buNone/>
              <a:defRPr>
                <a:solidFill>
                  <a:schemeClr val="tx1"/>
                </a:solidFill>
                <a:latin typeface="+mj-lt"/>
              </a:defRPr>
            </a:lvl1pPr>
          </a:lstStyle>
          <a:p>
            <a:r>
              <a:rPr lang="en-US"/>
              <a:t>Image</a:t>
            </a:r>
          </a:p>
        </p:txBody>
      </p:sp>
    </p:spTree>
    <p:extLst>
      <p:ext uri="{BB962C8B-B14F-4D97-AF65-F5344CB8AC3E}">
        <p14:creationId xmlns:p14="http://schemas.microsoft.com/office/powerpoint/2010/main" val="2244279487"/>
      </p:ext>
    </p:extLst>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rgbClr val="50E6FF"/>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pic>
        <p:nvPicPr>
          <p:cNvPr id="4" name="Picture 3" descr="Woman wearing HoloLens working on an engine.">
            <a:extLst>
              <a:ext uri="{FF2B5EF4-FFF2-40B4-BE49-F238E27FC236}">
                <a16:creationId xmlns:a16="http://schemas.microsoft.com/office/drawing/2014/main" id="{9328BFE4-4EFD-455E-8429-C61EDBB3FDDC}"/>
              </a:ext>
            </a:extLst>
          </p:cNvPr>
          <p:cNvPicPr>
            <a:picLocks noChangeAspect="1"/>
          </p:cNvPicPr>
          <p:nvPr userDrawn="1"/>
        </p:nvPicPr>
        <p:blipFill rotWithShape="1">
          <a:blip r:embed="rId3"/>
          <a:srcRect l="19754" r="13597"/>
          <a:stretch/>
        </p:blipFill>
        <p:spPr bwMode="ltGray">
          <a:xfrm>
            <a:off x="5334000" y="0"/>
            <a:ext cx="6858000" cy="6858000"/>
          </a:xfrm>
          <a:prstGeom prst="rect">
            <a:avLst/>
          </a:prstGeom>
        </p:spPr>
      </p:pic>
    </p:spTree>
    <p:extLst>
      <p:ext uri="{BB962C8B-B14F-4D97-AF65-F5344CB8AC3E}">
        <p14:creationId xmlns:p14="http://schemas.microsoft.com/office/powerpoint/2010/main" val="6341782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squar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pic>
        <p:nvPicPr>
          <p:cNvPr id="11" name="Picture 10" descr="Woman wearing HoloLens working on an engine.">
            <a:extLst>
              <a:ext uri="{FF2B5EF4-FFF2-40B4-BE49-F238E27FC236}">
                <a16:creationId xmlns:a16="http://schemas.microsoft.com/office/drawing/2014/main" id="{8BD67588-54F8-4ADE-8D95-53A363F9C259}"/>
              </a:ext>
            </a:extLst>
          </p:cNvPr>
          <p:cNvPicPr>
            <a:picLocks noChangeAspect="1"/>
          </p:cNvPicPr>
          <p:nvPr userDrawn="1"/>
        </p:nvPicPr>
        <p:blipFill rotWithShape="1">
          <a:blip r:embed="rId3"/>
          <a:srcRect l="19754" r="13597"/>
          <a:stretch/>
        </p:blipFill>
        <p:spPr bwMode="ltGray">
          <a:xfrm>
            <a:off x="5334000" y="0"/>
            <a:ext cx="6858000" cy="6858000"/>
          </a:xfrm>
          <a:prstGeom prst="rect">
            <a:avLst/>
          </a:prstGeom>
        </p:spPr>
      </p:pic>
    </p:spTree>
    <p:extLst>
      <p:ext uri="{BB962C8B-B14F-4D97-AF65-F5344CB8AC3E}">
        <p14:creationId xmlns:p14="http://schemas.microsoft.com/office/powerpoint/2010/main" val="40384700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50E6FF"/>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4534001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408886107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20369606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2399328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3719327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608061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5428224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243903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79177352"/>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4705623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10723994"/>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5965646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270310340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80443902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90219570"/>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793105580"/>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02784959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73434723"/>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20483049"/>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562313795"/>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061887612"/>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35099865"/>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40544243"/>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93656430"/>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938240159"/>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8CE10F07-B8D9-4B69-A567-8BEDE6973D9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43881162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142398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58651508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4828416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1048161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6909099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86654855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62936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177636076"/>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Developer Code Layout full page">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0"/>
            <a:ext cx="12192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0"/>
            <a:ext cx="3788358" cy="493776"/>
          </a:xfrm>
          <a:gradFill flip="none" rotWithShape="1">
            <a:gsLst>
              <a:gs pos="0">
                <a:srgbClr val="000000"/>
              </a:gs>
              <a:gs pos="99000">
                <a:srgbClr val="000000"/>
              </a:gs>
              <a:gs pos="99000">
                <a:schemeClr val="accent1"/>
              </a:gs>
            </a:gsLst>
            <a:lin ang="10800000" scaled="1"/>
            <a:tileRect/>
          </a:gradFill>
        </p:spPr>
        <p:txBody>
          <a:bodyPr vert="horz" wrap="square" lIns="585216" tIns="91440" rIns="0" bIns="91440" rtlCol="0">
            <a:spAutoFit/>
          </a:bodyPr>
          <a:lstStyle>
            <a:lvl1pPr marL="0" indent="0">
              <a:buNone/>
              <a:defRPr lang="en-US" sz="1999" dirty="0">
                <a:solidFill>
                  <a:srgbClr val="FFFFFF"/>
                </a:solidFill>
                <a:latin typeface="+mj-lt"/>
              </a:defRPr>
            </a:lvl1pPr>
          </a:lstStyle>
          <a:p>
            <a:pPr marL="0" lvl="0" indent="0">
              <a:buNone/>
            </a:pPr>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91438" y="710247"/>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193604427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Developer Code Layou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341410769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Code Bottom">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9612808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Code Top">
    <p:bg>
      <p:bgRef idx="1001">
        <a:schemeClr val="bg2"/>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110049190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Code Right s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56655813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Code Left sd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150753585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23536821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Demo slid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41719104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63948848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Section Titl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14603921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568163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004113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63207474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385686911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image" Target="../media/image2.svg"/><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71" Type="http://schemas.openxmlformats.org/officeDocument/2006/relationships/slideLayout" Target="../slideLayouts/slideLayout7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84.xml"/><Relationship Id="rId18" Type="http://schemas.openxmlformats.org/officeDocument/2006/relationships/slideLayout" Target="../slideLayouts/slideLayout89.xml"/><Relationship Id="rId26" Type="http://schemas.openxmlformats.org/officeDocument/2006/relationships/slideLayout" Target="../slideLayouts/slideLayout97.xml"/><Relationship Id="rId3" Type="http://schemas.openxmlformats.org/officeDocument/2006/relationships/slideLayout" Target="../slideLayouts/slideLayout74.xml"/><Relationship Id="rId21" Type="http://schemas.openxmlformats.org/officeDocument/2006/relationships/slideLayout" Target="../slideLayouts/slideLayout92.xml"/><Relationship Id="rId34" Type="http://schemas.openxmlformats.org/officeDocument/2006/relationships/slideLayout" Target="../slideLayouts/slideLayout105.xml"/><Relationship Id="rId7" Type="http://schemas.openxmlformats.org/officeDocument/2006/relationships/slideLayout" Target="../slideLayouts/slideLayout78.xml"/><Relationship Id="rId12" Type="http://schemas.openxmlformats.org/officeDocument/2006/relationships/slideLayout" Target="../slideLayouts/slideLayout83.xml"/><Relationship Id="rId17" Type="http://schemas.openxmlformats.org/officeDocument/2006/relationships/slideLayout" Target="../slideLayouts/slideLayout88.xml"/><Relationship Id="rId25" Type="http://schemas.openxmlformats.org/officeDocument/2006/relationships/slideLayout" Target="../slideLayouts/slideLayout96.xml"/><Relationship Id="rId33" Type="http://schemas.openxmlformats.org/officeDocument/2006/relationships/slideLayout" Target="../slideLayouts/slideLayout104.xml"/><Relationship Id="rId2" Type="http://schemas.openxmlformats.org/officeDocument/2006/relationships/slideLayout" Target="../slideLayouts/slideLayout73.xml"/><Relationship Id="rId16" Type="http://schemas.openxmlformats.org/officeDocument/2006/relationships/slideLayout" Target="../slideLayouts/slideLayout87.xml"/><Relationship Id="rId20" Type="http://schemas.openxmlformats.org/officeDocument/2006/relationships/slideLayout" Target="../slideLayouts/slideLayout91.xml"/><Relationship Id="rId29" Type="http://schemas.openxmlformats.org/officeDocument/2006/relationships/slideLayout" Target="../slideLayouts/slideLayout100.xml"/><Relationship Id="rId1" Type="http://schemas.openxmlformats.org/officeDocument/2006/relationships/slideLayout" Target="../slideLayouts/slideLayout72.xml"/><Relationship Id="rId6" Type="http://schemas.openxmlformats.org/officeDocument/2006/relationships/slideLayout" Target="../slideLayouts/slideLayout77.xml"/><Relationship Id="rId11" Type="http://schemas.openxmlformats.org/officeDocument/2006/relationships/slideLayout" Target="../slideLayouts/slideLayout82.xml"/><Relationship Id="rId24" Type="http://schemas.openxmlformats.org/officeDocument/2006/relationships/slideLayout" Target="../slideLayouts/slideLayout95.xml"/><Relationship Id="rId32" Type="http://schemas.openxmlformats.org/officeDocument/2006/relationships/slideLayout" Target="../slideLayouts/slideLayout103.xml"/><Relationship Id="rId5" Type="http://schemas.openxmlformats.org/officeDocument/2006/relationships/slideLayout" Target="../slideLayouts/slideLayout76.xml"/><Relationship Id="rId15" Type="http://schemas.openxmlformats.org/officeDocument/2006/relationships/slideLayout" Target="../slideLayouts/slideLayout86.xml"/><Relationship Id="rId23" Type="http://schemas.openxmlformats.org/officeDocument/2006/relationships/slideLayout" Target="../slideLayouts/slideLayout94.xml"/><Relationship Id="rId28" Type="http://schemas.openxmlformats.org/officeDocument/2006/relationships/slideLayout" Target="../slideLayouts/slideLayout99.xml"/><Relationship Id="rId10" Type="http://schemas.openxmlformats.org/officeDocument/2006/relationships/slideLayout" Target="../slideLayouts/slideLayout81.xml"/><Relationship Id="rId19" Type="http://schemas.openxmlformats.org/officeDocument/2006/relationships/slideLayout" Target="../slideLayouts/slideLayout90.xml"/><Relationship Id="rId31" Type="http://schemas.openxmlformats.org/officeDocument/2006/relationships/slideLayout" Target="../slideLayouts/slideLayout102.xml"/><Relationship Id="rId4" Type="http://schemas.openxmlformats.org/officeDocument/2006/relationships/slideLayout" Target="../slideLayouts/slideLayout75.xml"/><Relationship Id="rId9" Type="http://schemas.openxmlformats.org/officeDocument/2006/relationships/slideLayout" Target="../slideLayouts/slideLayout80.xml"/><Relationship Id="rId14" Type="http://schemas.openxmlformats.org/officeDocument/2006/relationships/slideLayout" Target="../slideLayouts/slideLayout85.xml"/><Relationship Id="rId22" Type="http://schemas.openxmlformats.org/officeDocument/2006/relationships/slideLayout" Target="../slideLayouts/slideLayout93.xml"/><Relationship Id="rId27" Type="http://schemas.openxmlformats.org/officeDocument/2006/relationships/slideLayout" Target="../slideLayouts/slideLayout98.xml"/><Relationship Id="rId30" Type="http://schemas.openxmlformats.org/officeDocument/2006/relationships/slideLayout" Target="../slideLayouts/slideLayout101.xml"/><Relationship Id="rId35" Type="http://schemas.openxmlformats.org/officeDocument/2006/relationships/theme" Target="../theme/theme2.xml"/><Relationship Id="rId8" Type="http://schemas.openxmlformats.org/officeDocument/2006/relationships/slideLayout" Target="../slideLayouts/slideLayout79.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118.xml"/><Relationship Id="rId18" Type="http://schemas.openxmlformats.org/officeDocument/2006/relationships/slideLayout" Target="../slideLayouts/slideLayout123.xml"/><Relationship Id="rId26" Type="http://schemas.openxmlformats.org/officeDocument/2006/relationships/slideLayout" Target="../slideLayouts/slideLayout131.xml"/><Relationship Id="rId39" Type="http://schemas.openxmlformats.org/officeDocument/2006/relationships/slideLayout" Target="../slideLayouts/slideLayout144.xml"/><Relationship Id="rId21" Type="http://schemas.openxmlformats.org/officeDocument/2006/relationships/slideLayout" Target="../slideLayouts/slideLayout126.xml"/><Relationship Id="rId34" Type="http://schemas.openxmlformats.org/officeDocument/2006/relationships/slideLayout" Target="../slideLayouts/slideLayout139.xml"/><Relationship Id="rId42" Type="http://schemas.openxmlformats.org/officeDocument/2006/relationships/slideLayout" Target="../slideLayouts/slideLayout147.xml"/><Relationship Id="rId47" Type="http://schemas.openxmlformats.org/officeDocument/2006/relationships/slideLayout" Target="../slideLayouts/slideLayout152.xml"/><Relationship Id="rId50" Type="http://schemas.openxmlformats.org/officeDocument/2006/relationships/slideLayout" Target="../slideLayouts/slideLayout155.xml"/><Relationship Id="rId7" Type="http://schemas.openxmlformats.org/officeDocument/2006/relationships/slideLayout" Target="../slideLayouts/slideLayout112.xml"/><Relationship Id="rId2" Type="http://schemas.openxmlformats.org/officeDocument/2006/relationships/slideLayout" Target="../slideLayouts/slideLayout107.xml"/><Relationship Id="rId16" Type="http://schemas.openxmlformats.org/officeDocument/2006/relationships/slideLayout" Target="../slideLayouts/slideLayout121.xml"/><Relationship Id="rId29" Type="http://schemas.openxmlformats.org/officeDocument/2006/relationships/slideLayout" Target="../slideLayouts/slideLayout134.xml"/><Relationship Id="rId11" Type="http://schemas.openxmlformats.org/officeDocument/2006/relationships/slideLayout" Target="../slideLayouts/slideLayout116.xml"/><Relationship Id="rId24" Type="http://schemas.openxmlformats.org/officeDocument/2006/relationships/slideLayout" Target="../slideLayouts/slideLayout129.xml"/><Relationship Id="rId32" Type="http://schemas.openxmlformats.org/officeDocument/2006/relationships/slideLayout" Target="../slideLayouts/slideLayout137.xml"/><Relationship Id="rId37" Type="http://schemas.openxmlformats.org/officeDocument/2006/relationships/slideLayout" Target="../slideLayouts/slideLayout142.xml"/><Relationship Id="rId40" Type="http://schemas.openxmlformats.org/officeDocument/2006/relationships/slideLayout" Target="../slideLayouts/slideLayout145.xml"/><Relationship Id="rId45" Type="http://schemas.openxmlformats.org/officeDocument/2006/relationships/slideLayout" Target="../slideLayouts/slideLayout150.xml"/><Relationship Id="rId5" Type="http://schemas.openxmlformats.org/officeDocument/2006/relationships/slideLayout" Target="../slideLayouts/slideLayout110.xml"/><Relationship Id="rId15" Type="http://schemas.openxmlformats.org/officeDocument/2006/relationships/slideLayout" Target="../slideLayouts/slideLayout120.xml"/><Relationship Id="rId23" Type="http://schemas.openxmlformats.org/officeDocument/2006/relationships/slideLayout" Target="../slideLayouts/slideLayout128.xml"/><Relationship Id="rId28" Type="http://schemas.openxmlformats.org/officeDocument/2006/relationships/slideLayout" Target="../slideLayouts/slideLayout133.xml"/><Relationship Id="rId36" Type="http://schemas.openxmlformats.org/officeDocument/2006/relationships/slideLayout" Target="../slideLayouts/slideLayout141.xml"/><Relationship Id="rId49" Type="http://schemas.openxmlformats.org/officeDocument/2006/relationships/slideLayout" Target="../slideLayouts/slideLayout154.xml"/><Relationship Id="rId10" Type="http://schemas.openxmlformats.org/officeDocument/2006/relationships/slideLayout" Target="../slideLayouts/slideLayout115.xml"/><Relationship Id="rId19" Type="http://schemas.openxmlformats.org/officeDocument/2006/relationships/slideLayout" Target="../slideLayouts/slideLayout124.xml"/><Relationship Id="rId31" Type="http://schemas.openxmlformats.org/officeDocument/2006/relationships/slideLayout" Target="../slideLayouts/slideLayout136.xml"/><Relationship Id="rId44" Type="http://schemas.openxmlformats.org/officeDocument/2006/relationships/slideLayout" Target="../slideLayouts/slideLayout149.xml"/><Relationship Id="rId52" Type="http://schemas.openxmlformats.org/officeDocument/2006/relationships/image" Target="../media/image93.emf"/><Relationship Id="rId4" Type="http://schemas.openxmlformats.org/officeDocument/2006/relationships/slideLayout" Target="../slideLayouts/slideLayout109.xml"/><Relationship Id="rId9" Type="http://schemas.openxmlformats.org/officeDocument/2006/relationships/slideLayout" Target="../slideLayouts/slideLayout114.xml"/><Relationship Id="rId14" Type="http://schemas.openxmlformats.org/officeDocument/2006/relationships/slideLayout" Target="../slideLayouts/slideLayout119.xml"/><Relationship Id="rId22" Type="http://schemas.openxmlformats.org/officeDocument/2006/relationships/slideLayout" Target="../slideLayouts/slideLayout127.xml"/><Relationship Id="rId27" Type="http://schemas.openxmlformats.org/officeDocument/2006/relationships/slideLayout" Target="../slideLayouts/slideLayout132.xml"/><Relationship Id="rId30" Type="http://schemas.openxmlformats.org/officeDocument/2006/relationships/slideLayout" Target="../slideLayouts/slideLayout135.xml"/><Relationship Id="rId35" Type="http://schemas.openxmlformats.org/officeDocument/2006/relationships/slideLayout" Target="../slideLayouts/slideLayout140.xml"/><Relationship Id="rId43" Type="http://schemas.openxmlformats.org/officeDocument/2006/relationships/slideLayout" Target="../slideLayouts/slideLayout148.xml"/><Relationship Id="rId48" Type="http://schemas.openxmlformats.org/officeDocument/2006/relationships/slideLayout" Target="../slideLayouts/slideLayout153.xml"/><Relationship Id="rId8" Type="http://schemas.openxmlformats.org/officeDocument/2006/relationships/slideLayout" Target="../slideLayouts/slideLayout113.xml"/><Relationship Id="rId51" Type="http://schemas.openxmlformats.org/officeDocument/2006/relationships/theme" Target="../theme/theme3.xml"/><Relationship Id="rId3" Type="http://schemas.openxmlformats.org/officeDocument/2006/relationships/slideLayout" Target="../slideLayouts/slideLayout108.xml"/><Relationship Id="rId12" Type="http://schemas.openxmlformats.org/officeDocument/2006/relationships/slideLayout" Target="../slideLayouts/slideLayout117.xml"/><Relationship Id="rId17" Type="http://schemas.openxmlformats.org/officeDocument/2006/relationships/slideLayout" Target="../slideLayouts/slideLayout122.xml"/><Relationship Id="rId25" Type="http://schemas.openxmlformats.org/officeDocument/2006/relationships/slideLayout" Target="../slideLayouts/slideLayout130.xml"/><Relationship Id="rId33" Type="http://schemas.openxmlformats.org/officeDocument/2006/relationships/slideLayout" Target="../slideLayouts/slideLayout138.xml"/><Relationship Id="rId38" Type="http://schemas.openxmlformats.org/officeDocument/2006/relationships/slideLayout" Target="../slideLayouts/slideLayout143.xml"/><Relationship Id="rId46" Type="http://schemas.openxmlformats.org/officeDocument/2006/relationships/slideLayout" Target="../slideLayouts/slideLayout151.xml"/><Relationship Id="rId20" Type="http://schemas.openxmlformats.org/officeDocument/2006/relationships/slideLayout" Target="../slideLayouts/slideLayout125.xml"/><Relationship Id="rId41" Type="http://schemas.openxmlformats.org/officeDocument/2006/relationships/slideLayout" Target="../slideLayouts/slideLayout146.xml"/><Relationship Id="rId1" Type="http://schemas.openxmlformats.org/officeDocument/2006/relationships/slideLayout" Target="../slideLayouts/slideLayout106.xml"/><Relationship Id="rId6" Type="http://schemas.openxmlformats.org/officeDocument/2006/relationships/slideLayout" Target="../slideLayouts/slideLayout1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r:embed="rId73">
            <a:extLst>
              <a:ext uri="{96DAC541-7B7A-43D3-8B79-37D633B846F1}">
                <asvg:svgBlip xmlns:asvg="http://schemas.microsoft.com/office/drawing/2016/SVG/main" r:embed="rId74"/>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3418689686"/>
      </p:ext>
    </p:extLst>
  </p:cSld>
  <p:clrMap bg1="lt1" tx1="dk1" bg2="lt2" tx2="dk2" accent1="accent1" accent2="accent2" accent3="accent3" accent4="accent4" accent5="accent5" accent6="accent6" hlink="hlink" folHlink="folHlink"/>
  <p:sldLayoutIdLst>
    <p:sldLayoutId id="2147485451" r:id="rId1"/>
    <p:sldLayoutId id="2147485533" r:id="rId2"/>
    <p:sldLayoutId id="2147485534" r:id="rId3"/>
    <p:sldLayoutId id="2147485452" r:id="rId4"/>
    <p:sldLayoutId id="2147485453" r:id="rId5"/>
    <p:sldLayoutId id="2147485454" r:id="rId6"/>
    <p:sldLayoutId id="2147485455" r:id="rId7"/>
    <p:sldLayoutId id="2147485456" r:id="rId8"/>
    <p:sldLayoutId id="2147485457" r:id="rId9"/>
    <p:sldLayoutId id="2147485458" r:id="rId10"/>
    <p:sldLayoutId id="2147485459" r:id="rId11"/>
    <p:sldLayoutId id="2147485460" r:id="rId12"/>
    <p:sldLayoutId id="2147485461" r:id="rId13"/>
    <p:sldLayoutId id="2147485462" r:id="rId14"/>
    <p:sldLayoutId id="2147485463" r:id="rId15"/>
    <p:sldLayoutId id="2147485530" r:id="rId16"/>
    <p:sldLayoutId id="2147485531" r:id="rId17"/>
    <p:sldLayoutId id="2147485516" r:id="rId18"/>
    <p:sldLayoutId id="2147485517" r:id="rId19"/>
    <p:sldLayoutId id="2147485514" r:id="rId20"/>
    <p:sldLayoutId id="2147485515" r:id="rId21"/>
    <p:sldLayoutId id="2147485511" r:id="rId22"/>
    <p:sldLayoutId id="2147485512" r:id="rId23"/>
    <p:sldLayoutId id="2147485464" r:id="rId24"/>
    <p:sldLayoutId id="2147485465" r:id="rId25"/>
    <p:sldLayoutId id="2147485466" r:id="rId26"/>
    <p:sldLayoutId id="2147485470" r:id="rId27"/>
    <p:sldLayoutId id="2147485471" r:id="rId28"/>
    <p:sldLayoutId id="2147485472" r:id="rId29"/>
    <p:sldLayoutId id="2147485473" r:id="rId30"/>
    <p:sldLayoutId id="2147485474" r:id="rId31"/>
    <p:sldLayoutId id="2147485475" r:id="rId32"/>
    <p:sldLayoutId id="2147485476" r:id="rId33"/>
    <p:sldLayoutId id="2147485477" r:id="rId34"/>
    <p:sldLayoutId id="2147485478" r:id="rId35"/>
    <p:sldLayoutId id="2147485479" r:id="rId36"/>
    <p:sldLayoutId id="2147485480" r:id="rId37"/>
    <p:sldLayoutId id="2147485481" r:id="rId38"/>
    <p:sldLayoutId id="2147485482" r:id="rId39"/>
    <p:sldLayoutId id="2147485483" r:id="rId40"/>
    <p:sldLayoutId id="2147485484" r:id="rId41"/>
    <p:sldLayoutId id="2147485485" r:id="rId42"/>
    <p:sldLayoutId id="2147485486" r:id="rId43"/>
    <p:sldLayoutId id="2147485487" r:id="rId44"/>
    <p:sldLayoutId id="2147485488" r:id="rId45"/>
    <p:sldLayoutId id="2147485490" r:id="rId46"/>
    <p:sldLayoutId id="2147485499" r:id="rId47"/>
    <p:sldLayoutId id="2147485501" r:id="rId48"/>
    <p:sldLayoutId id="2147485503" r:id="rId49"/>
    <p:sldLayoutId id="2147485492" r:id="rId50"/>
    <p:sldLayoutId id="2147485500" r:id="rId51"/>
    <p:sldLayoutId id="2147485502" r:id="rId52"/>
    <p:sldLayoutId id="2147485504" r:id="rId53"/>
    <p:sldLayoutId id="2147485524" r:id="rId54"/>
    <p:sldLayoutId id="2147485525" r:id="rId55"/>
    <p:sldLayoutId id="2147485526" r:id="rId56"/>
    <p:sldLayoutId id="2147485493" r:id="rId57"/>
    <p:sldLayoutId id="2147485505" r:id="rId58"/>
    <p:sldLayoutId id="2147485506" r:id="rId59"/>
    <p:sldLayoutId id="2147485507" r:id="rId60"/>
    <p:sldLayoutId id="2147485519" r:id="rId61"/>
    <p:sldLayoutId id="2147485520" r:id="rId62"/>
    <p:sldLayoutId id="2147485521" r:id="rId63"/>
    <p:sldLayoutId id="2147485508" r:id="rId64"/>
    <p:sldLayoutId id="2147485509" r:id="rId65"/>
    <p:sldLayoutId id="2147485510" r:id="rId66"/>
    <p:sldLayoutId id="2147485522" r:id="rId67"/>
    <p:sldLayoutId id="2147485527" r:id="rId68"/>
    <p:sldLayoutId id="2147485523" r:id="rId69"/>
    <p:sldLayoutId id="2147485495" r:id="rId70"/>
    <p:sldLayoutId id="2147485496" r:id="rId71"/>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Sans Display" pitchFamily="2"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userDrawn="1">
          <p15:clr>
            <a:srgbClr val="C35EA4"/>
          </p15:clr>
        </p15:guide>
        <p15:guide id="17" pos="7320" userDrawn="1">
          <p15:clr>
            <a:srgbClr val="C35EA4"/>
          </p15:clr>
        </p15:guide>
        <p15:guide id="25" orient="horz" pos="369">
          <p15:clr>
            <a:srgbClr val="C35EA4"/>
          </p15:clr>
        </p15:guide>
        <p15:guide id="26" orient="horz" pos="3949">
          <p15:clr>
            <a:srgbClr val="C35EA4"/>
          </p15:clr>
        </p15:guide>
        <p15:guide id="28" pos="192" userDrawn="1">
          <p15:clr>
            <a:srgbClr val="A4A3A4"/>
          </p15:clr>
        </p15:guide>
        <p15:guide id="29" orient="horz" pos="4135">
          <p15:clr>
            <a:srgbClr val="A4A3A4"/>
          </p15:clr>
        </p15:guide>
        <p15:guide id="30" pos="7488" userDrawn="1">
          <p15:clr>
            <a:srgbClr val="A4A3A4"/>
          </p15:clr>
        </p15:guide>
        <p15:guide id="31" orient="horz" pos="400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8" name="Rectangle 37">
            <a:extLst>
              <a:ext uri="{FF2B5EF4-FFF2-40B4-BE49-F238E27FC236}">
                <a16:creationId xmlns:a16="http://schemas.microsoft.com/office/drawing/2014/main" id="{63E1FEEE-112B-02EA-2A33-B4B71AD51CD0}"/>
              </a:ext>
            </a:extLst>
          </p:cNvPr>
          <p:cNvSpPr/>
          <p:nvPr userDrawn="1"/>
        </p:nvSpPr>
        <p:spPr bwMode="auto">
          <a:xfrm>
            <a:off x="12410482" y="2"/>
            <a:ext cx="530159" cy="722860"/>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800">
              <a:solidFill>
                <a:srgbClr val="FFFFFF"/>
              </a:solidFill>
              <a:ea typeface="Segoe UI" pitchFamily="34" charset="0"/>
              <a:cs typeface="Segoe UI" pitchFamily="34" charset="0"/>
            </a:endParaRPr>
          </a:p>
        </p:txBody>
      </p:sp>
      <p:sp>
        <p:nvSpPr>
          <p:cNvPr id="50" name="Rectangle: Single Corner Snipped 49">
            <a:extLst>
              <a:ext uri="{FF2B5EF4-FFF2-40B4-BE49-F238E27FC236}">
                <a16:creationId xmlns:a16="http://schemas.microsoft.com/office/drawing/2014/main" id="{E60A3D03-6048-C4DE-5E7A-26BA8E566B48}"/>
              </a:ext>
            </a:extLst>
          </p:cNvPr>
          <p:cNvSpPr/>
          <p:nvPr userDrawn="1"/>
        </p:nvSpPr>
        <p:spPr bwMode="auto">
          <a:xfrm flipV="1">
            <a:off x="12994851" y="2"/>
            <a:ext cx="530160" cy="722860"/>
          </a:xfrm>
          <a:prstGeom prst="snip1Rect">
            <a:avLst>
              <a:gd name="adj" fmla="val 41626"/>
            </a:avLst>
          </a:prstGeom>
          <a:solidFill>
            <a:schemeClr val="bg2">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US" sz="800" err="1">
              <a:solidFill>
                <a:srgbClr val="FFFFFF"/>
              </a:solidFill>
              <a:ea typeface="Segoe UI" pitchFamily="34" charset="0"/>
              <a:cs typeface="Segoe UI" pitchFamily="34" charset="0"/>
            </a:endParaRPr>
          </a:p>
        </p:txBody>
      </p:sp>
      <p:sp>
        <p:nvSpPr>
          <p:cNvPr id="51" name="Rectangle 50">
            <a:extLst>
              <a:ext uri="{FF2B5EF4-FFF2-40B4-BE49-F238E27FC236}">
                <a16:creationId xmlns:a16="http://schemas.microsoft.com/office/drawing/2014/main" id="{58673699-9081-FA96-B0BB-C69FAC84C74F}"/>
              </a:ext>
            </a:extLst>
          </p:cNvPr>
          <p:cNvSpPr/>
          <p:nvPr userDrawn="1"/>
        </p:nvSpPr>
        <p:spPr bwMode="auto">
          <a:xfrm>
            <a:off x="12410482" y="1537243"/>
            <a:ext cx="530159" cy="722860"/>
          </a:xfrm>
          <a:prstGeom prst="rect">
            <a:avLst/>
          </a:prstGeom>
          <a:solidFill>
            <a:srgbClr val="37464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US" sz="800" err="1">
              <a:solidFill>
                <a:srgbClr val="FFFFFF"/>
              </a:solidFill>
              <a:ea typeface="Segoe UI" pitchFamily="34" charset="0"/>
              <a:cs typeface="Segoe UI" pitchFamily="34" charset="0"/>
            </a:endParaRPr>
          </a:p>
        </p:txBody>
      </p:sp>
      <p:sp>
        <p:nvSpPr>
          <p:cNvPr id="52" name="Rectangle: Single Corner Snipped 51">
            <a:extLst>
              <a:ext uri="{FF2B5EF4-FFF2-40B4-BE49-F238E27FC236}">
                <a16:creationId xmlns:a16="http://schemas.microsoft.com/office/drawing/2014/main" id="{E7D36249-54DA-4D92-3FAE-CADB419C311E}"/>
              </a:ext>
            </a:extLst>
          </p:cNvPr>
          <p:cNvSpPr/>
          <p:nvPr userDrawn="1"/>
        </p:nvSpPr>
        <p:spPr bwMode="auto">
          <a:xfrm flipV="1">
            <a:off x="12994851" y="1537242"/>
            <a:ext cx="530160" cy="722860"/>
          </a:xfrm>
          <a:prstGeom prst="snip1Rect">
            <a:avLst>
              <a:gd name="adj" fmla="val 39234"/>
            </a:avLst>
          </a:prstGeom>
          <a:solidFill>
            <a:srgbClr val="A7B9BD"/>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US" sz="800" err="1">
              <a:solidFill>
                <a:srgbClr val="FFFFFF"/>
              </a:solidFill>
              <a:ea typeface="Segoe UI" pitchFamily="34" charset="0"/>
              <a:cs typeface="Segoe UI" pitchFamily="34" charset="0"/>
            </a:endParaRPr>
          </a:p>
        </p:txBody>
      </p:sp>
      <p:sp>
        <p:nvSpPr>
          <p:cNvPr id="58" name="Rectangle 57">
            <a:extLst>
              <a:ext uri="{FF2B5EF4-FFF2-40B4-BE49-F238E27FC236}">
                <a16:creationId xmlns:a16="http://schemas.microsoft.com/office/drawing/2014/main" id="{C12DE7B7-6D48-157C-B67E-80676A5D1796}"/>
              </a:ext>
            </a:extLst>
          </p:cNvPr>
          <p:cNvSpPr/>
          <p:nvPr userDrawn="1"/>
        </p:nvSpPr>
        <p:spPr bwMode="auto">
          <a:xfrm>
            <a:off x="12410604" y="2305863"/>
            <a:ext cx="530159" cy="720557"/>
          </a:xfrm>
          <a:prstGeom prst="rect">
            <a:avLst/>
          </a:prstGeom>
          <a:solidFill>
            <a:srgbClr val="6A4B1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 wrap="square" lIns="182880" tIns="45720" rIns="182880" bIns="45720" numCol="1" spcCol="0" rtlCol="0" fromWordArt="0" anchor="ctr" anchorCtr="0" forceAA="0" compatLnSpc="1">
            <a:prstTxWarp prst="textNoShape">
              <a:avLst/>
            </a:prstTxWarp>
            <a:noAutofit/>
          </a:bodyPr>
          <a:lstStyle/>
          <a:p>
            <a:pPr lvl="0" algn="ctr"/>
            <a:r>
              <a:rPr lang="en-US" sz="800" b="1">
                <a:solidFill>
                  <a:schemeClr val="bg1"/>
                </a:solidFill>
              </a:rPr>
              <a:t>Power Bi Dark</a:t>
            </a:r>
          </a:p>
        </p:txBody>
      </p:sp>
      <p:sp>
        <p:nvSpPr>
          <p:cNvPr id="59" name="Rectangle: Single Corner Snipped 58">
            <a:extLst>
              <a:ext uri="{FF2B5EF4-FFF2-40B4-BE49-F238E27FC236}">
                <a16:creationId xmlns:a16="http://schemas.microsoft.com/office/drawing/2014/main" id="{04704ADC-5A71-A7AC-08FB-98476ACD606B}"/>
              </a:ext>
            </a:extLst>
          </p:cNvPr>
          <p:cNvSpPr/>
          <p:nvPr userDrawn="1"/>
        </p:nvSpPr>
        <p:spPr bwMode="auto">
          <a:xfrm flipV="1">
            <a:off x="12995340" y="2305862"/>
            <a:ext cx="530160" cy="720557"/>
          </a:xfrm>
          <a:prstGeom prst="snip1Rect">
            <a:avLst>
              <a:gd name="adj" fmla="val 38037"/>
            </a:avLst>
          </a:prstGeom>
          <a:solidFill>
            <a:srgbClr val="F2CE3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45720" tIns="45720" rIns="91440" bIns="45720" numCol="1" spcCol="0" rtlCol="0" fromWordArt="0" anchor="ctr" anchorCtr="0" forceAA="0" compatLnSpc="1">
            <a:prstTxWarp prst="textNoShape">
              <a:avLst/>
            </a:prstTxWarp>
            <a:noAutofit/>
          </a:bodyPr>
          <a:lstStyle/>
          <a:p>
            <a:pPr lvl="0" algn="ctr"/>
            <a:r>
              <a:rPr lang="en-US" sz="800" b="1">
                <a:solidFill>
                  <a:schemeClr val="tx1"/>
                </a:solidFill>
              </a:rPr>
              <a:t>Power Bi Light</a:t>
            </a:r>
          </a:p>
        </p:txBody>
      </p:sp>
      <p:sp>
        <p:nvSpPr>
          <p:cNvPr id="62" name="Rectangle 61">
            <a:extLst>
              <a:ext uri="{FF2B5EF4-FFF2-40B4-BE49-F238E27FC236}">
                <a16:creationId xmlns:a16="http://schemas.microsoft.com/office/drawing/2014/main" id="{56110A8D-D937-33BE-87D5-7E552688D3F2}"/>
              </a:ext>
            </a:extLst>
          </p:cNvPr>
          <p:cNvSpPr/>
          <p:nvPr userDrawn="1"/>
        </p:nvSpPr>
        <p:spPr bwMode="auto">
          <a:xfrm>
            <a:off x="12410727" y="3072180"/>
            <a:ext cx="530159" cy="720557"/>
          </a:xfrm>
          <a:prstGeom prst="rect">
            <a:avLst/>
          </a:prstGeom>
          <a:solidFill>
            <a:srgbClr val="0066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 wrap="square" lIns="182880" tIns="45720" rIns="182880" bIns="45720" numCol="1" spcCol="0" rtlCol="0" fromWordArt="0" anchor="ctr" anchorCtr="0" forceAA="0" compatLnSpc="1">
            <a:prstTxWarp prst="textNoShape">
              <a:avLst/>
            </a:prstTxWarp>
            <a:noAutofit/>
          </a:bodyPr>
          <a:lstStyle/>
          <a:p>
            <a:pPr lvl="0" algn="ctr"/>
            <a:r>
              <a:rPr lang="en-US" sz="800" b="1">
                <a:solidFill>
                  <a:schemeClr val="bg1"/>
                </a:solidFill>
              </a:rPr>
              <a:t>Power</a:t>
            </a:r>
            <a:br>
              <a:rPr lang="en-US" sz="800" b="1">
                <a:solidFill>
                  <a:schemeClr val="bg1"/>
                </a:solidFill>
              </a:rPr>
            </a:br>
            <a:r>
              <a:rPr lang="en-US" sz="800" b="1">
                <a:solidFill>
                  <a:schemeClr val="bg1"/>
                </a:solidFill>
              </a:rPr>
              <a:t>Automate Dark</a:t>
            </a:r>
          </a:p>
        </p:txBody>
      </p:sp>
      <p:sp>
        <p:nvSpPr>
          <p:cNvPr id="63" name="Rectangle: Single Corner Snipped 62">
            <a:extLst>
              <a:ext uri="{FF2B5EF4-FFF2-40B4-BE49-F238E27FC236}">
                <a16:creationId xmlns:a16="http://schemas.microsoft.com/office/drawing/2014/main" id="{4F3699C4-A871-BEAC-0F44-134D67BDA5B2}"/>
              </a:ext>
            </a:extLst>
          </p:cNvPr>
          <p:cNvSpPr/>
          <p:nvPr userDrawn="1"/>
        </p:nvSpPr>
        <p:spPr bwMode="auto">
          <a:xfrm flipV="1">
            <a:off x="12995340" y="3072179"/>
            <a:ext cx="530160" cy="720557"/>
          </a:xfrm>
          <a:prstGeom prst="snip1Rect">
            <a:avLst>
              <a:gd name="adj" fmla="val 38037"/>
            </a:avLst>
          </a:prstGeom>
          <a:solidFill>
            <a:srgbClr val="50E6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45720" tIns="45720" rIns="91440" bIns="45720" numCol="1" spcCol="0" rtlCol="0" fromWordArt="0" anchor="ctr" anchorCtr="0" forceAA="0" compatLnSpc="1">
            <a:prstTxWarp prst="textNoShape">
              <a:avLst/>
            </a:prstTxWarp>
            <a:noAutofit/>
          </a:bodyPr>
          <a:lstStyle/>
          <a:p>
            <a:pPr lvl="0" algn="ctr"/>
            <a:r>
              <a:rPr lang="en-US" sz="800" b="1">
                <a:solidFill>
                  <a:schemeClr val="tx1"/>
                </a:solidFill>
              </a:rPr>
              <a:t>Power</a:t>
            </a:r>
            <a:br>
              <a:rPr lang="en-US" sz="800" b="1">
                <a:solidFill>
                  <a:schemeClr val="tx1"/>
                </a:solidFill>
              </a:rPr>
            </a:br>
            <a:r>
              <a:rPr lang="en-US" sz="800" b="1">
                <a:solidFill>
                  <a:schemeClr val="tx1"/>
                </a:solidFill>
              </a:rPr>
              <a:t>Automate Light</a:t>
            </a:r>
          </a:p>
        </p:txBody>
      </p:sp>
      <p:sp>
        <p:nvSpPr>
          <p:cNvPr id="66" name="Rectangle 65">
            <a:extLst>
              <a:ext uri="{FF2B5EF4-FFF2-40B4-BE49-F238E27FC236}">
                <a16:creationId xmlns:a16="http://schemas.microsoft.com/office/drawing/2014/main" id="{4F6C4DB2-FFDC-E46B-7EB6-A1AD0A18E2AA}"/>
              </a:ext>
            </a:extLst>
          </p:cNvPr>
          <p:cNvSpPr/>
          <p:nvPr userDrawn="1"/>
        </p:nvSpPr>
        <p:spPr bwMode="auto">
          <a:xfrm>
            <a:off x="12410849" y="3838497"/>
            <a:ext cx="530159" cy="720557"/>
          </a:xfrm>
          <a:prstGeom prst="rect">
            <a:avLst/>
          </a:prstGeom>
          <a:solidFill>
            <a:srgbClr val="74277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 wrap="square" lIns="182880" tIns="45720" rIns="182880" bIns="45720" numCol="1" spcCol="0" rtlCol="0" fromWordArt="0" anchor="ctr" anchorCtr="0" forceAA="0" compatLnSpc="1">
            <a:prstTxWarp prst="textNoShape">
              <a:avLst/>
            </a:prstTxWarp>
            <a:noAutofit/>
          </a:bodyPr>
          <a:lstStyle/>
          <a:p>
            <a:pPr lvl="0" algn="ctr"/>
            <a:r>
              <a:rPr lang="en-US" sz="800" b="1"/>
              <a:t>Power</a:t>
            </a:r>
            <a:br>
              <a:rPr lang="en-US" sz="800" b="1"/>
            </a:br>
            <a:r>
              <a:rPr lang="en-US" sz="800" b="1"/>
              <a:t>Apps</a:t>
            </a:r>
            <a:br>
              <a:rPr lang="en-US" sz="800" b="1"/>
            </a:br>
            <a:r>
              <a:rPr lang="en-US" sz="800" b="1"/>
              <a:t>Dark</a:t>
            </a:r>
          </a:p>
        </p:txBody>
      </p:sp>
      <p:sp>
        <p:nvSpPr>
          <p:cNvPr id="67" name="Rectangle: Single Corner Snipped 66">
            <a:extLst>
              <a:ext uri="{FF2B5EF4-FFF2-40B4-BE49-F238E27FC236}">
                <a16:creationId xmlns:a16="http://schemas.microsoft.com/office/drawing/2014/main" id="{05CDE5CD-D913-F954-8055-783E465DF50F}"/>
              </a:ext>
            </a:extLst>
          </p:cNvPr>
          <p:cNvSpPr/>
          <p:nvPr userDrawn="1"/>
        </p:nvSpPr>
        <p:spPr bwMode="auto">
          <a:xfrm flipV="1">
            <a:off x="12995340" y="3838496"/>
            <a:ext cx="530160" cy="720557"/>
          </a:xfrm>
          <a:prstGeom prst="snip1Rect">
            <a:avLst>
              <a:gd name="adj" fmla="val 30859"/>
            </a:avLst>
          </a:prstGeom>
          <a:solidFill>
            <a:srgbClr val="D59D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45720" tIns="45720" rIns="91440" bIns="45720" numCol="1" spcCol="0" rtlCol="0" fromWordArt="0" anchor="ctr" anchorCtr="0" forceAA="0" compatLnSpc="1">
            <a:prstTxWarp prst="textNoShape">
              <a:avLst/>
            </a:prstTxWarp>
            <a:noAutofit/>
          </a:bodyPr>
          <a:lstStyle/>
          <a:p>
            <a:pPr lvl="0" algn="ctr"/>
            <a:r>
              <a:rPr lang="en-US" sz="800" b="1">
                <a:solidFill>
                  <a:schemeClr val="tx1"/>
                </a:solidFill>
              </a:rPr>
              <a:t>Power</a:t>
            </a:r>
            <a:br>
              <a:rPr lang="en-US" sz="800" b="1">
                <a:solidFill>
                  <a:schemeClr val="tx1"/>
                </a:solidFill>
              </a:rPr>
            </a:br>
            <a:r>
              <a:rPr lang="en-US" sz="800" b="1">
                <a:solidFill>
                  <a:schemeClr val="tx1"/>
                </a:solidFill>
              </a:rPr>
              <a:t>Apps</a:t>
            </a:r>
            <a:br>
              <a:rPr lang="en-US" sz="800" b="1">
                <a:solidFill>
                  <a:schemeClr val="tx1"/>
                </a:solidFill>
              </a:rPr>
            </a:br>
            <a:r>
              <a:rPr lang="en-US" sz="800" b="1">
                <a:solidFill>
                  <a:schemeClr val="tx1"/>
                </a:solidFill>
              </a:rPr>
              <a:t>Light</a:t>
            </a:r>
          </a:p>
        </p:txBody>
      </p:sp>
      <p:sp>
        <p:nvSpPr>
          <p:cNvPr id="68" name="Rectangle 67">
            <a:extLst>
              <a:ext uri="{FF2B5EF4-FFF2-40B4-BE49-F238E27FC236}">
                <a16:creationId xmlns:a16="http://schemas.microsoft.com/office/drawing/2014/main" id="{F966EBCE-C013-9EED-E9EB-BA17AA3E5C8F}"/>
              </a:ext>
            </a:extLst>
          </p:cNvPr>
          <p:cNvSpPr/>
          <p:nvPr userDrawn="1"/>
        </p:nvSpPr>
        <p:spPr bwMode="auto">
          <a:xfrm>
            <a:off x="12410970" y="4604814"/>
            <a:ext cx="530159" cy="720557"/>
          </a:xfrm>
          <a:prstGeom prst="rect">
            <a:avLst/>
          </a:prstGeom>
          <a:solidFill>
            <a:srgbClr val="0B556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 wrap="square" lIns="182880" tIns="45720" rIns="182880" bIns="45720" numCol="1" spcCol="0" rtlCol="0" fromWordArt="0" anchor="ctr" anchorCtr="0" forceAA="0" compatLnSpc="1">
            <a:prstTxWarp prst="textNoShape">
              <a:avLst/>
            </a:prstTxWarp>
            <a:noAutofit/>
          </a:bodyPr>
          <a:lstStyle/>
          <a:p>
            <a:pPr lvl="0" algn="ctr"/>
            <a:r>
              <a:rPr lang="en-US" sz="800" b="1"/>
              <a:t>Power Virtual</a:t>
            </a:r>
            <a:br>
              <a:rPr lang="en-US" sz="800" b="1"/>
            </a:br>
            <a:r>
              <a:rPr lang="en-US" sz="800" b="1"/>
              <a:t>Agents Dark</a:t>
            </a:r>
          </a:p>
        </p:txBody>
      </p:sp>
      <p:sp>
        <p:nvSpPr>
          <p:cNvPr id="69" name="Rectangle: Single Corner Snipped 68">
            <a:extLst>
              <a:ext uri="{FF2B5EF4-FFF2-40B4-BE49-F238E27FC236}">
                <a16:creationId xmlns:a16="http://schemas.microsoft.com/office/drawing/2014/main" id="{13187A80-1B29-1AA7-E72E-CC324C7731B3}"/>
              </a:ext>
            </a:extLst>
          </p:cNvPr>
          <p:cNvSpPr/>
          <p:nvPr userDrawn="1"/>
        </p:nvSpPr>
        <p:spPr bwMode="auto">
          <a:xfrm flipV="1">
            <a:off x="12995340" y="4604813"/>
            <a:ext cx="530160" cy="720557"/>
          </a:xfrm>
          <a:prstGeom prst="snip1Rect">
            <a:avLst>
              <a:gd name="adj" fmla="val 21276"/>
            </a:avLst>
          </a:prstGeom>
          <a:solidFill>
            <a:srgbClr val="4CCBED"/>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45720" tIns="27432" rIns="91440" bIns="27432" numCol="1" spcCol="0" rtlCol="0" fromWordArt="0" anchor="ctr" anchorCtr="0" forceAA="0" compatLnSpc="1">
            <a:prstTxWarp prst="textNoShape">
              <a:avLst/>
            </a:prstTxWarp>
            <a:noAutofit/>
          </a:bodyPr>
          <a:lstStyle/>
          <a:p>
            <a:pPr lvl="0" algn="ctr"/>
            <a:r>
              <a:rPr lang="en-US" sz="800" b="1">
                <a:solidFill>
                  <a:schemeClr val="tx1"/>
                </a:solidFill>
              </a:rPr>
              <a:t>Power Virtual</a:t>
            </a:r>
            <a:br>
              <a:rPr lang="en-US" sz="800" b="1">
                <a:solidFill>
                  <a:schemeClr val="tx1"/>
                </a:solidFill>
              </a:rPr>
            </a:br>
            <a:r>
              <a:rPr lang="en-US" sz="800" b="1">
                <a:solidFill>
                  <a:schemeClr val="tx1"/>
                </a:solidFill>
              </a:rPr>
              <a:t>Agents Light</a:t>
            </a:r>
          </a:p>
        </p:txBody>
      </p:sp>
      <p:sp>
        <p:nvSpPr>
          <p:cNvPr id="73" name="Rectangle 72">
            <a:extLst>
              <a:ext uri="{FF2B5EF4-FFF2-40B4-BE49-F238E27FC236}">
                <a16:creationId xmlns:a16="http://schemas.microsoft.com/office/drawing/2014/main" id="{68D432F4-C1DA-83AF-FC96-0CDD7996560C}"/>
              </a:ext>
            </a:extLst>
          </p:cNvPr>
          <p:cNvSpPr/>
          <p:nvPr userDrawn="1"/>
        </p:nvSpPr>
        <p:spPr bwMode="auto">
          <a:xfrm>
            <a:off x="12410849" y="5371131"/>
            <a:ext cx="530159" cy="720557"/>
          </a:xfrm>
          <a:prstGeom prst="rect">
            <a:avLst/>
          </a:prstGeom>
          <a:solidFill>
            <a:srgbClr val="22204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 wrap="square" lIns="182880" tIns="45720" rIns="182880" bIns="45720" numCol="1" spcCol="0" rtlCol="0" fromWordArt="0" anchor="ctr" anchorCtr="0" forceAA="0" compatLnSpc="1">
            <a:prstTxWarp prst="textNoShape">
              <a:avLst/>
            </a:prstTxWarp>
            <a:noAutofit/>
          </a:bodyPr>
          <a:lstStyle/>
          <a:p>
            <a:pPr algn="ctr"/>
            <a:r>
              <a:rPr lang="en-US" sz="800" b="1"/>
              <a:t>Power</a:t>
            </a:r>
            <a:br>
              <a:rPr lang="en-US" sz="800" b="1"/>
            </a:br>
            <a:r>
              <a:rPr lang="en-US" sz="800" b="1"/>
              <a:t>Pages</a:t>
            </a:r>
            <a:r>
              <a:rPr lang="en-US" sz="800" b="1" kern="1200">
                <a:solidFill>
                  <a:schemeClr val="bg1"/>
                </a:solidFill>
                <a:latin typeface="+mn-lt"/>
                <a:ea typeface="+mn-ea"/>
                <a:cs typeface="+mn-cs"/>
              </a:rPr>
              <a:t> Dark</a:t>
            </a:r>
            <a:endParaRPr lang="en-US" sz="800" b="1"/>
          </a:p>
        </p:txBody>
      </p:sp>
      <p:sp>
        <p:nvSpPr>
          <p:cNvPr id="74" name="Rectangle: Single Corner Snipped 73">
            <a:extLst>
              <a:ext uri="{FF2B5EF4-FFF2-40B4-BE49-F238E27FC236}">
                <a16:creationId xmlns:a16="http://schemas.microsoft.com/office/drawing/2014/main" id="{5E28FDC9-01D2-1FE1-7F07-0906701CCACF}"/>
              </a:ext>
            </a:extLst>
          </p:cNvPr>
          <p:cNvSpPr/>
          <p:nvPr userDrawn="1"/>
        </p:nvSpPr>
        <p:spPr bwMode="auto">
          <a:xfrm flipV="1">
            <a:off x="12995340" y="5371130"/>
            <a:ext cx="530160" cy="720557"/>
          </a:xfrm>
          <a:prstGeom prst="snip1Rect">
            <a:avLst>
              <a:gd name="adj" fmla="val 33252"/>
            </a:avLst>
          </a:prstGeom>
          <a:solidFill>
            <a:srgbClr val="4B44C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45720" tIns="45720" rIns="91440" bIns="45720" numCol="1" spcCol="0" rtlCol="0" fromWordArt="0" anchor="ctr" anchorCtr="0" forceAA="0" compatLnSpc="1">
            <a:prstTxWarp prst="textNoShape">
              <a:avLst/>
            </a:prstTxWarp>
            <a:noAutofit/>
          </a:bodyPr>
          <a:lstStyle/>
          <a:p>
            <a:pPr algn="ctr"/>
            <a:r>
              <a:rPr lang="en-US" sz="800" b="1">
                <a:solidFill>
                  <a:schemeClr val="bg1"/>
                </a:solidFill>
              </a:rPr>
              <a:t>Power</a:t>
            </a:r>
            <a:br>
              <a:rPr lang="en-US" sz="800" b="1">
                <a:solidFill>
                  <a:schemeClr val="bg1"/>
                </a:solidFill>
              </a:rPr>
            </a:br>
            <a:r>
              <a:rPr lang="en-US" sz="800" b="1">
                <a:solidFill>
                  <a:schemeClr val="bg1"/>
                </a:solidFill>
              </a:rPr>
              <a:t>Pages</a:t>
            </a:r>
            <a:r>
              <a:rPr lang="en-US" sz="800" b="1" kern="1200">
                <a:solidFill>
                  <a:schemeClr val="bg1"/>
                </a:solidFill>
                <a:latin typeface="+mn-lt"/>
                <a:ea typeface="+mn-ea"/>
                <a:cs typeface="+mn-cs"/>
              </a:rPr>
              <a:t> Light</a:t>
            </a:r>
            <a:endParaRPr lang="en-US" sz="800" b="1">
              <a:solidFill>
                <a:schemeClr val="bg1"/>
              </a:solidFill>
            </a:endParaRPr>
          </a:p>
        </p:txBody>
      </p:sp>
      <p:sp>
        <p:nvSpPr>
          <p:cNvPr id="91" name="Rectangle 90">
            <a:extLst>
              <a:ext uri="{FF2B5EF4-FFF2-40B4-BE49-F238E27FC236}">
                <a16:creationId xmlns:a16="http://schemas.microsoft.com/office/drawing/2014/main" id="{52B15FA5-6C54-48D2-5AF5-5F911096FD9C}"/>
              </a:ext>
            </a:extLst>
          </p:cNvPr>
          <p:cNvSpPr/>
          <p:nvPr userDrawn="1"/>
        </p:nvSpPr>
        <p:spPr bwMode="auto">
          <a:xfrm>
            <a:off x="12410970" y="6137444"/>
            <a:ext cx="530159" cy="720557"/>
          </a:xfrm>
          <a:prstGeom prst="rect">
            <a:avLst/>
          </a:prstGeom>
          <a:solidFill>
            <a:srgbClr val="14938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 wrap="square" lIns="182880" tIns="45720" rIns="182880" bIns="45720" numCol="1" spcCol="0" rtlCol="0" fromWordArt="0" anchor="ctr" anchorCtr="0" forceAA="0" compatLnSpc="1">
            <a:prstTxWarp prst="textNoShape">
              <a:avLst/>
            </a:prstTxWarp>
            <a:noAutofit/>
          </a:bodyPr>
          <a:lstStyle/>
          <a:p>
            <a:pPr algn="ctr"/>
            <a:r>
              <a:rPr lang="en-US" sz="800" b="1"/>
              <a:t>Power</a:t>
            </a:r>
            <a:br>
              <a:rPr lang="en-US" sz="800" b="1"/>
            </a:br>
            <a:r>
              <a:rPr lang="en-US" sz="800" b="1"/>
              <a:t>Platform</a:t>
            </a:r>
            <a:r>
              <a:rPr lang="en-US" sz="800" b="1" kern="1200">
                <a:solidFill>
                  <a:schemeClr val="bg1"/>
                </a:solidFill>
                <a:latin typeface="+mn-lt"/>
                <a:ea typeface="+mn-ea"/>
                <a:cs typeface="+mn-cs"/>
              </a:rPr>
              <a:t> Dark</a:t>
            </a:r>
            <a:endParaRPr lang="en-US" sz="800" b="1"/>
          </a:p>
        </p:txBody>
      </p:sp>
      <p:sp>
        <p:nvSpPr>
          <p:cNvPr id="92" name="Rectangle: Single Corner Snipped 91">
            <a:extLst>
              <a:ext uri="{FF2B5EF4-FFF2-40B4-BE49-F238E27FC236}">
                <a16:creationId xmlns:a16="http://schemas.microsoft.com/office/drawing/2014/main" id="{FECDD228-E02E-C86F-8EE2-87C6C84F8F3E}"/>
              </a:ext>
            </a:extLst>
          </p:cNvPr>
          <p:cNvSpPr/>
          <p:nvPr userDrawn="1"/>
        </p:nvSpPr>
        <p:spPr bwMode="auto">
          <a:xfrm flipV="1">
            <a:off x="12995340" y="6137444"/>
            <a:ext cx="530160" cy="720557"/>
          </a:xfrm>
          <a:prstGeom prst="snip1Rect">
            <a:avLst>
              <a:gd name="adj" fmla="val 24878"/>
            </a:avLst>
          </a:prstGeom>
          <a:solidFill>
            <a:srgbClr val="4BC17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45720" tIns="45720" rIns="91440" bIns="45720" numCol="1" spcCol="0" rtlCol="0" fromWordArt="0" anchor="ctr" anchorCtr="0" forceAA="0" compatLnSpc="1">
            <a:prstTxWarp prst="textNoShape">
              <a:avLst/>
            </a:prstTxWarp>
            <a:noAutofit/>
          </a:bodyPr>
          <a:lstStyle/>
          <a:p>
            <a:pPr algn="ctr"/>
            <a:r>
              <a:rPr lang="en-US" sz="800" b="1">
                <a:solidFill>
                  <a:schemeClr val="bg1"/>
                </a:solidFill>
              </a:rPr>
              <a:t>Power</a:t>
            </a:r>
            <a:br>
              <a:rPr lang="en-US" sz="800" b="1">
                <a:solidFill>
                  <a:schemeClr val="bg1"/>
                </a:solidFill>
              </a:rPr>
            </a:br>
            <a:r>
              <a:rPr lang="en-US" sz="800" b="1">
                <a:solidFill>
                  <a:schemeClr val="bg1"/>
                </a:solidFill>
              </a:rPr>
              <a:t>Platform</a:t>
            </a:r>
            <a:r>
              <a:rPr lang="en-US" sz="800" b="1" kern="1200">
                <a:solidFill>
                  <a:schemeClr val="bg1"/>
                </a:solidFill>
                <a:latin typeface="+mn-lt"/>
                <a:ea typeface="+mn-ea"/>
                <a:cs typeface="+mn-cs"/>
              </a:rPr>
              <a:t> Light</a:t>
            </a:r>
            <a:endParaRPr lang="en-US" sz="800" b="1">
              <a:solidFill>
                <a:schemeClr val="bg1"/>
              </a:solidFill>
            </a:endParaRPr>
          </a:p>
        </p:txBody>
      </p:sp>
      <p:sp>
        <p:nvSpPr>
          <p:cNvPr id="111" name="Rectangle 110">
            <a:extLst>
              <a:ext uri="{FF2B5EF4-FFF2-40B4-BE49-F238E27FC236}">
                <a16:creationId xmlns:a16="http://schemas.microsoft.com/office/drawing/2014/main" id="{BE7E2E2D-C6B1-5EA4-7349-83FF5DE2DBB6}"/>
              </a:ext>
            </a:extLst>
          </p:cNvPr>
          <p:cNvSpPr/>
          <p:nvPr userDrawn="1"/>
        </p:nvSpPr>
        <p:spPr bwMode="auto">
          <a:xfrm>
            <a:off x="12410482" y="768622"/>
            <a:ext cx="530159" cy="722861"/>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800">
              <a:solidFill>
                <a:srgbClr val="FFFFFF"/>
              </a:solidFill>
              <a:ea typeface="Segoe UI" pitchFamily="34" charset="0"/>
              <a:cs typeface="Segoe UI" pitchFamily="34" charset="0"/>
            </a:endParaRPr>
          </a:p>
        </p:txBody>
      </p:sp>
      <p:sp>
        <p:nvSpPr>
          <p:cNvPr id="112" name="Rectangle: Single Corner Snipped 111">
            <a:extLst>
              <a:ext uri="{FF2B5EF4-FFF2-40B4-BE49-F238E27FC236}">
                <a16:creationId xmlns:a16="http://schemas.microsoft.com/office/drawing/2014/main" id="{7109F77D-50EF-7CD4-C093-4F6451C99DB6}"/>
              </a:ext>
            </a:extLst>
          </p:cNvPr>
          <p:cNvSpPr/>
          <p:nvPr userDrawn="1"/>
        </p:nvSpPr>
        <p:spPr bwMode="auto">
          <a:xfrm flipV="1">
            <a:off x="12994851" y="768622"/>
            <a:ext cx="530160" cy="722860"/>
          </a:xfrm>
          <a:prstGeom prst="snip1Rect">
            <a:avLst>
              <a:gd name="adj" fmla="val 41626"/>
            </a:avLst>
          </a:prstGeom>
          <a:solidFill>
            <a:schemeClr val="tx2">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US" sz="800" err="1">
              <a:solidFill>
                <a:srgbClr val="FFFFFF"/>
              </a:solidFill>
              <a:ea typeface="Segoe UI" pitchFamily="34" charset="0"/>
              <a:cs typeface="Segoe UI" pitchFamily="34" charset="0"/>
            </a:endParaRPr>
          </a:p>
        </p:txBody>
      </p:sp>
      <p:sp>
        <p:nvSpPr>
          <p:cNvPr id="115" name="Rectangle 114">
            <a:extLst>
              <a:ext uri="{FF2B5EF4-FFF2-40B4-BE49-F238E27FC236}">
                <a16:creationId xmlns:a16="http://schemas.microsoft.com/office/drawing/2014/main" id="{29425B8F-DEAE-2553-A34D-A142F1FCE2F5}"/>
              </a:ext>
            </a:extLst>
          </p:cNvPr>
          <p:cNvSpPr/>
          <p:nvPr userDrawn="1"/>
        </p:nvSpPr>
        <p:spPr bwMode="auto">
          <a:xfrm>
            <a:off x="13608553" y="0"/>
            <a:ext cx="134938" cy="2203733"/>
          </a:xfrm>
          <a:custGeom>
            <a:avLst/>
            <a:gdLst>
              <a:gd name="connsiteX0" fmla="*/ 0 w 200025"/>
              <a:gd name="connsiteY0" fmla="*/ 0 h 2203733"/>
              <a:gd name="connsiteX1" fmla="*/ 200025 w 200025"/>
              <a:gd name="connsiteY1" fmla="*/ 0 h 2203733"/>
              <a:gd name="connsiteX2" fmla="*/ 200025 w 200025"/>
              <a:gd name="connsiteY2" fmla="*/ 2203733 h 2203733"/>
              <a:gd name="connsiteX3" fmla="*/ 0 w 200025"/>
              <a:gd name="connsiteY3" fmla="*/ 2203733 h 2203733"/>
              <a:gd name="connsiteX4" fmla="*/ 0 w 200025"/>
              <a:gd name="connsiteY4" fmla="*/ 0 h 2203733"/>
              <a:gd name="connsiteX0" fmla="*/ 0 w 200025"/>
              <a:gd name="connsiteY0" fmla="*/ 0 h 2203733"/>
              <a:gd name="connsiteX1" fmla="*/ 200025 w 200025"/>
              <a:gd name="connsiteY1" fmla="*/ 0 h 2203733"/>
              <a:gd name="connsiteX2" fmla="*/ 200025 w 200025"/>
              <a:gd name="connsiteY2" fmla="*/ 2203733 h 2203733"/>
              <a:gd name="connsiteX3" fmla="*/ 0 w 200025"/>
              <a:gd name="connsiteY3" fmla="*/ 2203733 h 2203733"/>
              <a:gd name="connsiteX4" fmla="*/ 91440 w 200025"/>
              <a:gd name="connsiteY4" fmla="*/ 91440 h 2203733"/>
              <a:gd name="connsiteX0" fmla="*/ 0 w 200025"/>
              <a:gd name="connsiteY0" fmla="*/ 0 h 2203733"/>
              <a:gd name="connsiteX1" fmla="*/ 200025 w 200025"/>
              <a:gd name="connsiteY1" fmla="*/ 0 h 2203733"/>
              <a:gd name="connsiteX2" fmla="*/ 200025 w 200025"/>
              <a:gd name="connsiteY2" fmla="*/ 2203733 h 2203733"/>
              <a:gd name="connsiteX3" fmla="*/ 0 w 200025"/>
              <a:gd name="connsiteY3" fmla="*/ 2203733 h 2203733"/>
            </a:gdLst>
            <a:ahLst/>
            <a:cxnLst>
              <a:cxn ang="0">
                <a:pos x="connsiteX0" y="connsiteY0"/>
              </a:cxn>
              <a:cxn ang="0">
                <a:pos x="connsiteX1" y="connsiteY1"/>
              </a:cxn>
              <a:cxn ang="0">
                <a:pos x="connsiteX2" y="connsiteY2"/>
              </a:cxn>
              <a:cxn ang="0">
                <a:pos x="connsiteX3" y="connsiteY3"/>
              </a:cxn>
            </a:cxnLst>
            <a:rect l="l" t="t" r="r" b="b"/>
            <a:pathLst>
              <a:path w="200025" h="2203733">
                <a:moveTo>
                  <a:pt x="0" y="0"/>
                </a:moveTo>
                <a:lnTo>
                  <a:pt x="200025" y="0"/>
                </a:lnTo>
                <a:lnTo>
                  <a:pt x="200025" y="2203733"/>
                </a:lnTo>
                <a:lnTo>
                  <a:pt x="0" y="2203733"/>
                </a:lnTo>
              </a:path>
            </a:pathLst>
          </a:cu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17" name="TextBox 116">
            <a:extLst>
              <a:ext uri="{FF2B5EF4-FFF2-40B4-BE49-F238E27FC236}">
                <a16:creationId xmlns:a16="http://schemas.microsoft.com/office/drawing/2014/main" id="{D0EA6001-AA7F-ADE7-1D3C-E21D2ED694F6}"/>
              </a:ext>
            </a:extLst>
          </p:cNvPr>
          <p:cNvSpPr txBox="1"/>
          <p:nvPr userDrawn="1"/>
        </p:nvSpPr>
        <p:spPr>
          <a:xfrm rot="5400000">
            <a:off x="13119148" y="971060"/>
            <a:ext cx="1263926" cy="261610"/>
          </a:xfrm>
          <a:prstGeom prst="rect">
            <a:avLst/>
          </a:prstGeom>
          <a:solidFill>
            <a:srgbClr val="ECECEC"/>
          </a:solidFill>
        </p:spPr>
        <p:txBody>
          <a:bodyPr wrap="square">
            <a:spAutoFit/>
          </a:bodyPr>
          <a:lstStyle/>
          <a:p>
            <a:pPr marL="0" algn="ctr" defTabSz="914400" rtl="0" eaLnBrk="1" latinLnBrk="0" hangingPunct="1"/>
            <a:r>
              <a:rPr lang="en-US" sz="1100" b="1" kern="1200">
                <a:solidFill>
                  <a:schemeClr val="tx1"/>
                </a:solidFill>
                <a:latin typeface="+mn-lt"/>
                <a:ea typeface="+mn-ea"/>
                <a:cs typeface="+mn-cs"/>
              </a:rPr>
              <a:t>Universal Colors</a:t>
            </a:r>
          </a:p>
        </p:txBody>
      </p:sp>
      <p:sp>
        <p:nvSpPr>
          <p:cNvPr id="118" name="Rectangle 114">
            <a:extLst>
              <a:ext uri="{FF2B5EF4-FFF2-40B4-BE49-F238E27FC236}">
                <a16:creationId xmlns:a16="http://schemas.microsoft.com/office/drawing/2014/main" id="{BDC581B7-C25C-BC19-F5F3-9B5342F25487}"/>
              </a:ext>
            </a:extLst>
          </p:cNvPr>
          <p:cNvSpPr/>
          <p:nvPr userDrawn="1"/>
        </p:nvSpPr>
        <p:spPr bwMode="auto">
          <a:xfrm>
            <a:off x="13609637" y="2303703"/>
            <a:ext cx="134938" cy="4554297"/>
          </a:xfrm>
          <a:custGeom>
            <a:avLst/>
            <a:gdLst>
              <a:gd name="connsiteX0" fmla="*/ 0 w 200025"/>
              <a:gd name="connsiteY0" fmla="*/ 0 h 2203733"/>
              <a:gd name="connsiteX1" fmla="*/ 200025 w 200025"/>
              <a:gd name="connsiteY1" fmla="*/ 0 h 2203733"/>
              <a:gd name="connsiteX2" fmla="*/ 200025 w 200025"/>
              <a:gd name="connsiteY2" fmla="*/ 2203733 h 2203733"/>
              <a:gd name="connsiteX3" fmla="*/ 0 w 200025"/>
              <a:gd name="connsiteY3" fmla="*/ 2203733 h 2203733"/>
              <a:gd name="connsiteX4" fmla="*/ 0 w 200025"/>
              <a:gd name="connsiteY4" fmla="*/ 0 h 2203733"/>
              <a:gd name="connsiteX0" fmla="*/ 0 w 200025"/>
              <a:gd name="connsiteY0" fmla="*/ 0 h 2203733"/>
              <a:gd name="connsiteX1" fmla="*/ 200025 w 200025"/>
              <a:gd name="connsiteY1" fmla="*/ 0 h 2203733"/>
              <a:gd name="connsiteX2" fmla="*/ 200025 w 200025"/>
              <a:gd name="connsiteY2" fmla="*/ 2203733 h 2203733"/>
              <a:gd name="connsiteX3" fmla="*/ 0 w 200025"/>
              <a:gd name="connsiteY3" fmla="*/ 2203733 h 2203733"/>
              <a:gd name="connsiteX4" fmla="*/ 91440 w 200025"/>
              <a:gd name="connsiteY4" fmla="*/ 91440 h 2203733"/>
              <a:gd name="connsiteX0" fmla="*/ 0 w 200025"/>
              <a:gd name="connsiteY0" fmla="*/ 0 h 2203733"/>
              <a:gd name="connsiteX1" fmla="*/ 200025 w 200025"/>
              <a:gd name="connsiteY1" fmla="*/ 0 h 2203733"/>
              <a:gd name="connsiteX2" fmla="*/ 200025 w 200025"/>
              <a:gd name="connsiteY2" fmla="*/ 2203733 h 2203733"/>
              <a:gd name="connsiteX3" fmla="*/ 0 w 200025"/>
              <a:gd name="connsiteY3" fmla="*/ 2203733 h 2203733"/>
            </a:gdLst>
            <a:ahLst/>
            <a:cxnLst>
              <a:cxn ang="0">
                <a:pos x="connsiteX0" y="connsiteY0"/>
              </a:cxn>
              <a:cxn ang="0">
                <a:pos x="connsiteX1" y="connsiteY1"/>
              </a:cxn>
              <a:cxn ang="0">
                <a:pos x="connsiteX2" y="connsiteY2"/>
              </a:cxn>
              <a:cxn ang="0">
                <a:pos x="connsiteX3" y="connsiteY3"/>
              </a:cxn>
            </a:cxnLst>
            <a:rect l="l" t="t" r="r" b="b"/>
            <a:pathLst>
              <a:path w="200025" h="2203733">
                <a:moveTo>
                  <a:pt x="0" y="0"/>
                </a:moveTo>
                <a:lnTo>
                  <a:pt x="200025" y="0"/>
                </a:lnTo>
                <a:lnTo>
                  <a:pt x="200025" y="2203733"/>
                </a:lnTo>
                <a:lnTo>
                  <a:pt x="0" y="2203733"/>
                </a:lnTo>
              </a:path>
            </a:pathLst>
          </a:cu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19" name="TextBox 118">
            <a:extLst>
              <a:ext uri="{FF2B5EF4-FFF2-40B4-BE49-F238E27FC236}">
                <a16:creationId xmlns:a16="http://schemas.microsoft.com/office/drawing/2014/main" id="{26C18FCC-458B-3C39-F881-A647D9187BB2}"/>
              </a:ext>
            </a:extLst>
          </p:cNvPr>
          <p:cNvSpPr txBox="1"/>
          <p:nvPr userDrawn="1"/>
        </p:nvSpPr>
        <p:spPr>
          <a:xfrm rot="5400000">
            <a:off x="13162466" y="4258315"/>
            <a:ext cx="1177290" cy="261610"/>
          </a:xfrm>
          <a:prstGeom prst="rect">
            <a:avLst/>
          </a:prstGeom>
          <a:solidFill>
            <a:srgbClr val="ECECEC"/>
          </a:solidFill>
        </p:spPr>
        <p:txBody>
          <a:bodyPr wrap="square">
            <a:spAutoFit/>
          </a:bodyPr>
          <a:lstStyle/>
          <a:p>
            <a:pPr marL="0" algn="ctr" defTabSz="914400" rtl="0" eaLnBrk="1" latinLnBrk="0" hangingPunct="1"/>
            <a:r>
              <a:rPr lang="en-US" sz="1100" b="1" kern="1200">
                <a:solidFill>
                  <a:schemeClr val="tx1"/>
                </a:solidFill>
                <a:latin typeface="+mn-lt"/>
                <a:ea typeface="+mn-ea"/>
                <a:cs typeface="+mn-cs"/>
              </a:rPr>
              <a:t>Product Colors</a:t>
            </a:r>
          </a:p>
        </p:txBody>
      </p:sp>
      <p:sp>
        <p:nvSpPr>
          <p:cNvPr id="160" name="Rectangle 159">
            <a:extLst>
              <a:ext uri="{FF2B5EF4-FFF2-40B4-BE49-F238E27FC236}">
                <a16:creationId xmlns:a16="http://schemas.microsoft.com/office/drawing/2014/main" id="{0C48B22D-E877-46C2-C93F-2B0A8A391F90}"/>
              </a:ext>
            </a:extLst>
          </p:cNvPr>
          <p:cNvSpPr/>
          <p:nvPr userDrawn="1"/>
        </p:nvSpPr>
        <p:spPr bwMode="auto">
          <a:xfrm>
            <a:off x="13934970" y="0"/>
            <a:ext cx="530159" cy="720557"/>
          </a:xfrm>
          <a:prstGeom prst="rect">
            <a:avLst/>
          </a:prstGeom>
          <a:solidFill>
            <a:schemeClr val="tx1">
              <a:lumMod val="50000"/>
              <a:lumOff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 wrap="square" lIns="182880" tIns="45720" rIns="182880" bIns="45720" numCol="1" spcCol="0" rtlCol="0" fromWordArt="0" anchor="ctr" anchorCtr="0" forceAA="0" compatLnSpc="1">
            <a:prstTxWarp prst="textNoShape">
              <a:avLst/>
            </a:prstTxWarp>
            <a:noAutofit/>
          </a:bodyPr>
          <a:lstStyle/>
          <a:p>
            <a:pPr algn="ctr"/>
            <a:endParaRPr lang="en-US" sz="800" b="1"/>
          </a:p>
        </p:txBody>
      </p:sp>
      <p:sp>
        <p:nvSpPr>
          <p:cNvPr id="161" name="Rectangle: Single Corner Snipped 160">
            <a:extLst>
              <a:ext uri="{FF2B5EF4-FFF2-40B4-BE49-F238E27FC236}">
                <a16:creationId xmlns:a16="http://schemas.microsoft.com/office/drawing/2014/main" id="{13452B28-68E8-CE7E-FA9D-BD52B5D77B52}"/>
              </a:ext>
            </a:extLst>
          </p:cNvPr>
          <p:cNvSpPr/>
          <p:nvPr userDrawn="1"/>
        </p:nvSpPr>
        <p:spPr bwMode="auto">
          <a:xfrm flipV="1">
            <a:off x="14519340" y="0"/>
            <a:ext cx="530160" cy="720557"/>
          </a:xfrm>
          <a:prstGeom prst="snip1Rect">
            <a:avLst>
              <a:gd name="adj" fmla="val 24878"/>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45720" tIns="45720" rIns="91440" bIns="45720" numCol="1" spcCol="0" rtlCol="0" fromWordArt="0" anchor="ctr" anchorCtr="0" forceAA="0" compatLnSpc="1">
            <a:prstTxWarp prst="textNoShape">
              <a:avLst/>
            </a:prstTxWarp>
            <a:noAutofit/>
          </a:bodyPr>
          <a:lstStyle/>
          <a:p>
            <a:pPr algn="ctr"/>
            <a:endParaRPr lang="en-US" sz="800" b="1">
              <a:solidFill>
                <a:schemeClr val="bg1"/>
              </a:solidFill>
            </a:endParaRPr>
          </a:p>
        </p:txBody>
      </p:sp>
    </p:spTree>
    <p:extLst>
      <p:ext uri="{BB962C8B-B14F-4D97-AF65-F5344CB8AC3E}">
        <p14:creationId xmlns:p14="http://schemas.microsoft.com/office/powerpoint/2010/main" val="494594597"/>
      </p:ext>
    </p:extLst>
  </p:cSld>
  <p:clrMap bg1="lt1" tx1="dk1" bg2="lt2" tx2="dk2" accent1="accent1" accent2="accent2" accent3="accent3" accent4="accent4" accent5="accent5" accent6="accent6" hlink="hlink" folHlink="folHlink"/>
  <p:sldLayoutIdLst>
    <p:sldLayoutId id="2147485550" r:id="rId1"/>
    <p:sldLayoutId id="2147485551" r:id="rId2"/>
    <p:sldLayoutId id="2147485552" r:id="rId3"/>
    <p:sldLayoutId id="2147485553" r:id="rId4"/>
    <p:sldLayoutId id="2147485554" r:id="rId5"/>
    <p:sldLayoutId id="2147485555" r:id="rId6"/>
    <p:sldLayoutId id="2147485556" r:id="rId7"/>
    <p:sldLayoutId id="2147485557" r:id="rId8"/>
    <p:sldLayoutId id="2147485558" r:id="rId9"/>
    <p:sldLayoutId id="2147485559" r:id="rId10"/>
    <p:sldLayoutId id="2147485560" r:id="rId11"/>
    <p:sldLayoutId id="2147485561" r:id="rId12"/>
    <p:sldLayoutId id="2147485562" r:id="rId13"/>
    <p:sldLayoutId id="2147485563" r:id="rId14"/>
    <p:sldLayoutId id="2147485564" r:id="rId15"/>
    <p:sldLayoutId id="2147485565" r:id="rId16"/>
    <p:sldLayoutId id="2147485566" r:id="rId17"/>
    <p:sldLayoutId id="2147485567" r:id="rId18"/>
    <p:sldLayoutId id="2147485568" r:id="rId19"/>
    <p:sldLayoutId id="2147485569" r:id="rId20"/>
    <p:sldLayoutId id="2147485570" r:id="rId21"/>
    <p:sldLayoutId id="2147485571" r:id="rId22"/>
    <p:sldLayoutId id="2147485572" r:id="rId23"/>
    <p:sldLayoutId id="2147485573" r:id="rId24"/>
    <p:sldLayoutId id="2147485574" r:id="rId25"/>
    <p:sldLayoutId id="2147485575" r:id="rId26"/>
    <p:sldLayoutId id="2147485576" r:id="rId27"/>
    <p:sldLayoutId id="2147485577" r:id="rId28"/>
    <p:sldLayoutId id="2147485578" r:id="rId29"/>
    <p:sldLayoutId id="2147485579" r:id="rId30"/>
    <p:sldLayoutId id="2147485580" r:id="rId31"/>
    <p:sldLayoutId id="2147485581" r:id="rId32"/>
    <p:sldLayoutId id="2147485582" r:id="rId33"/>
    <p:sldLayoutId id="2147485583" r:id="rId34"/>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52">
          <p15:clr>
            <a:srgbClr val="A4A3A4"/>
          </p15:clr>
        </p15:guide>
        <p15:guide id="30" pos="7488">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492443"/>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52"/>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2831936083"/>
      </p:ext>
    </p:extLst>
  </p:cSld>
  <p:clrMap bg1="lt1" tx1="dk1" bg2="lt2" tx2="dk2" accent1="accent1" accent2="accent2" accent3="accent3" accent4="accent4" accent5="accent5" accent6="accent6" hlink="hlink" folHlink="folHlink"/>
  <p:sldLayoutIdLst>
    <p:sldLayoutId id="2147485585" r:id="rId1"/>
    <p:sldLayoutId id="2147485586" r:id="rId2"/>
    <p:sldLayoutId id="2147485587" r:id="rId3"/>
    <p:sldLayoutId id="2147485588" r:id="rId4"/>
    <p:sldLayoutId id="2147485589" r:id="rId5"/>
    <p:sldLayoutId id="2147485590" r:id="rId6"/>
    <p:sldLayoutId id="2147485591" r:id="rId7"/>
    <p:sldLayoutId id="2147485592" r:id="rId8"/>
    <p:sldLayoutId id="2147485593" r:id="rId9"/>
    <p:sldLayoutId id="2147485594" r:id="rId10"/>
    <p:sldLayoutId id="2147485595" r:id="rId11"/>
    <p:sldLayoutId id="2147485596" r:id="rId12"/>
    <p:sldLayoutId id="2147485597" r:id="rId13"/>
    <p:sldLayoutId id="2147485598" r:id="rId14"/>
    <p:sldLayoutId id="2147485599" r:id="rId15"/>
    <p:sldLayoutId id="2147485600" r:id="rId16"/>
    <p:sldLayoutId id="2147485601" r:id="rId17"/>
    <p:sldLayoutId id="2147485602" r:id="rId18"/>
    <p:sldLayoutId id="2147485603" r:id="rId19"/>
    <p:sldLayoutId id="2147485604" r:id="rId20"/>
    <p:sldLayoutId id="2147485605" r:id="rId21"/>
    <p:sldLayoutId id="2147485606" r:id="rId22"/>
    <p:sldLayoutId id="2147485607" r:id="rId23"/>
    <p:sldLayoutId id="2147485608" r:id="rId24"/>
    <p:sldLayoutId id="2147485609" r:id="rId25"/>
    <p:sldLayoutId id="2147485610" r:id="rId26"/>
    <p:sldLayoutId id="2147485611" r:id="rId27"/>
    <p:sldLayoutId id="2147485612" r:id="rId28"/>
    <p:sldLayoutId id="2147485613" r:id="rId29"/>
    <p:sldLayoutId id="2147485614" r:id="rId30"/>
    <p:sldLayoutId id="2147485615" r:id="rId31"/>
    <p:sldLayoutId id="2147485616" r:id="rId32"/>
    <p:sldLayoutId id="2147485617" r:id="rId33"/>
    <p:sldLayoutId id="2147485618" r:id="rId34"/>
    <p:sldLayoutId id="2147485619" r:id="rId35"/>
    <p:sldLayoutId id="2147485620" r:id="rId36"/>
    <p:sldLayoutId id="2147485621" r:id="rId37"/>
    <p:sldLayoutId id="2147485622" r:id="rId38"/>
    <p:sldLayoutId id="2147485623" r:id="rId39"/>
    <p:sldLayoutId id="2147485624" r:id="rId40"/>
    <p:sldLayoutId id="2147485625" r:id="rId41"/>
    <p:sldLayoutId id="2147485626" r:id="rId42"/>
    <p:sldLayoutId id="2147485627" r:id="rId43"/>
    <p:sldLayoutId id="2147485628" r:id="rId44"/>
    <p:sldLayoutId id="2147485629" r:id="rId45"/>
    <p:sldLayoutId id="2147485630" r:id="rId46"/>
    <p:sldLayoutId id="2147485631" r:id="rId47"/>
    <p:sldLayoutId id="2147485632" r:id="rId48"/>
    <p:sldLayoutId id="2147485633" r:id="rId49"/>
    <p:sldLayoutId id="2147485634" r:id="rId50"/>
  </p:sldLayoutIdLst>
  <p:transition>
    <p:fade/>
  </p:transition>
  <p:hf sldNum="0" hdr="0" ftr="0" dt="0"/>
  <p:txStyles>
    <p:titleStyle>
      <a:lvl1pPr algn="l" defTabSz="932742" rtl="0" eaLnBrk="1" latinLnBrk="0" hangingPunct="1">
        <a:lnSpc>
          <a:spcPct val="100000"/>
        </a:lnSpc>
        <a:spcBef>
          <a:spcPct val="0"/>
        </a:spcBef>
        <a:buNone/>
        <a:defRPr lang="en-US" sz="32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8" Type="http://schemas.openxmlformats.org/officeDocument/2006/relationships/image" Target="../media/image117.jpeg"/><Relationship Id="rId13" Type="http://schemas.openxmlformats.org/officeDocument/2006/relationships/image" Target="../media/image122.jpeg"/><Relationship Id="rId3" Type="http://schemas.openxmlformats.org/officeDocument/2006/relationships/image" Target="../media/image5.jpeg"/><Relationship Id="rId7" Type="http://schemas.openxmlformats.org/officeDocument/2006/relationships/image" Target="../media/image116.jpeg"/><Relationship Id="rId12" Type="http://schemas.openxmlformats.org/officeDocument/2006/relationships/image" Target="../media/image121.jpe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115.jpeg"/><Relationship Id="rId11" Type="http://schemas.openxmlformats.org/officeDocument/2006/relationships/image" Target="../media/image120.jpeg"/><Relationship Id="rId5" Type="http://schemas.openxmlformats.org/officeDocument/2006/relationships/image" Target="../media/image114.png"/><Relationship Id="rId10" Type="http://schemas.openxmlformats.org/officeDocument/2006/relationships/image" Target="../media/image119.jpeg"/><Relationship Id="rId4" Type="http://schemas.openxmlformats.org/officeDocument/2006/relationships/image" Target="../media/image8.jpeg"/><Relationship Id="rId9" Type="http://schemas.openxmlformats.org/officeDocument/2006/relationships/image" Target="../media/image118.jpeg"/></Relationships>
</file>

<file path=ppt/slides/_rels/slide3.xml.rels><?xml version="1.0" encoding="UTF-8" standalone="yes"?>
<Relationships xmlns="http://schemas.openxmlformats.org/package/2006/relationships"><Relationship Id="rId8" Type="http://schemas.openxmlformats.org/officeDocument/2006/relationships/image" Target="../media/image118.jpeg"/><Relationship Id="rId3" Type="http://schemas.openxmlformats.org/officeDocument/2006/relationships/image" Target="../media/image5.jpeg"/><Relationship Id="rId7" Type="http://schemas.openxmlformats.org/officeDocument/2006/relationships/image" Target="../media/image117.jpeg"/><Relationship Id="rId12" Type="http://schemas.openxmlformats.org/officeDocument/2006/relationships/image" Target="../media/image122.jpe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116.jpeg"/><Relationship Id="rId11" Type="http://schemas.openxmlformats.org/officeDocument/2006/relationships/image" Target="../media/image121.jpeg"/><Relationship Id="rId5" Type="http://schemas.openxmlformats.org/officeDocument/2006/relationships/image" Target="../media/image115.jpeg"/><Relationship Id="rId10" Type="http://schemas.openxmlformats.org/officeDocument/2006/relationships/image" Target="../media/image120.jpeg"/><Relationship Id="rId4" Type="http://schemas.openxmlformats.org/officeDocument/2006/relationships/image" Target="../media/image114.png"/><Relationship Id="rId9" Type="http://schemas.openxmlformats.org/officeDocument/2006/relationships/image" Target="../media/image119.jpeg"/></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17.xml"/><Relationship Id="rId4" Type="http://schemas.openxmlformats.org/officeDocument/2006/relationships/image" Target="../media/image123.png"/></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16.xml"/><Relationship Id="rId4" Type="http://schemas.openxmlformats.org/officeDocument/2006/relationships/image" Target="../media/image124.jpeg"/></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17.xml"/><Relationship Id="rId4" Type="http://schemas.openxmlformats.org/officeDocument/2006/relationships/image" Target="../media/image125.jpeg"/></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16.xml"/><Relationship Id="rId4" Type="http://schemas.openxmlformats.org/officeDocument/2006/relationships/image" Target="../media/image126.jpeg"/></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17.xml"/><Relationship Id="rId4" Type="http://schemas.openxmlformats.org/officeDocument/2006/relationships/image" Target="../media/image127.jpeg"/></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16.xml"/><Relationship Id="rId4" Type="http://schemas.openxmlformats.org/officeDocument/2006/relationships/image" Target="../media/image128.jpeg"/></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17.xml"/><Relationship Id="rId4" Type="http://schemas.openxmlformats.org/officeDocument/2006/relationships/image" Target="../media/image129.jpeg"/></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16.xml"/><Relationship Id="rId4" Type="http://schemas.openxmlformats.org/officeDocument/2006/relationships/image" Target="../media/image130.jpeg"/></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2.xml"/><Relationship Id="rId1" Type="http://schemas.openxmlformats.org/officeDocument/2006/relationships/slideLayout" Target="../slideLayouts/slideLayout17.xml"/><Relationship Id="rId4" Type="http://schemas.openxmlformats.org/officeDocument/2006/relationships/image" Target="../media/image131.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4AF0B-C6FA-FBB9-1C43-C942F7B0AED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34E4021-B18F-1E9E-5087-34B4164F013F}"/>
              </a:ext>
            </a:extLst>
          </p:cNvPr>
          <p:cNvSpPr>
            <a:spLocks noGrp="1"/>
          </p:cNvSpPr>
          <p:nvPr>
            <p:ph type="title"/>
          </p:nvPr>
        </p:nvSpPr>
        <p:spPr>
          <a:xfrm>
            <a:off x="584199" y="2197894"/>
            <a:ext cx="6973957" cy="1846659"/>
          </a:xfrm>
        </p:spPr>
        <p:txBody>
          <a:bodyPr/>
          <a:lstStyle/>
          <a:p>
            <a:r>
              <a:rPr lang="en-US"/>
              <a:t>Copilot and agents at Microsoft </a:t>
            </a:r>
            <a:br>
              <a:rPr lang="en-US"/>
            </a:br>
            <a:r>
              <a:rPr lang="en-US">
                <a:gradFill flip="none" rotWithShape="1">
                  <a:gsLst>
                    <a:gs pos="0">
                      <a:srgbClr val="FF5C39"/>
                    </a:gs>
                    <a:gs pos="35000">
                      <a:srgbClr val="C03BC4"/>
                    </a:gs>
                    <a:gs pos="100000">
                      <a:srgbClr val="0078D4"/>
                    </a:gs>
                  </a:gsLst>
                  <a:path path="circle">
                    <a:fillToRect r="100000" b="100000"/>
                  </a:path>
                  <a:tileRect l="-100000" t="-100000"/>
                </a:gradFill>
                <a:cs typeface="+mn-cs"/>
              </a:rPr>
              <a:t>Agent use cases and learnings</a:t>
            </a:r>
          </a:p>
        </p:txBody>
      </p:sp>
    </p:spTree>
    <p:extLst>
      <p:ext uri="{BB962C8B-B14F-4D97-AF65-F5344CB8AC3E}">
        <p14:creationId xmlns:p14="http://schemas.microsoft.com/office/powerpoint/2010/main" val="1422274063"/>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7590C-163A-9B5A-7635-A4CC1D241F2F}"/>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5E8CE7FE-D020-4C80-7D0A-F178F683B60B}"/>
              </a:ext>
              <a:ext uri="{C183D7F6-B498-43B3-948B-1728B52AA6E4}">
                <adec:decorative xmlns:adec="http://schemas.microsoft.com/office/drawing/2017/decorative" val="1"/>
              </a:ext>
            </a:extLst>
          </p:cNvPr>
          <p:cNvGrpSpPr/>
          <p:nvPr/>
        </p:nvGrpSpPr>
        <p:grpSpPr>
          <a:xfrm>
            <a:off x="582614" y="1608463"/>
            <a:ext cx="11026774" cy="4832350"/>
            <a:chOff x="582614" y="1436688"/>
            <a:chExt cx="11026774" cy="4832350"/>
          </a:xfrm>
        </p:grpSpPr>
        <p:sp>
          <p:nvSpPr>
            <p:cNvPr id="10" name="Rectangle: Rounded Corners 9">
              <a:extLst>
                <a:ext uri="{FF2B5EF4-FFF2-40B4-BE49-F238E27FC236}">
                  <a16:creationId xmlns:a16="http://schemas.microsoft.com/office/drawing/2014/main" id="{370C9B01-F2AB-583C-3DCB-76B3A1F8D581}"/>
                </a:ext>
                <a:ext uri="{C183D7F6-B498-43B3-948B-1728B52AA6E4}">
                  <adec:decorative xmlns:adec="http://schemas.microsoft.com/office/drawing/2017/decorative" val="1"/>
                </a:ext>
              </a:extLst>
            </p:cNvPr>
            <p:cNvSpPr/>
            <p:nvPr/>
          </p:nvSpPr>
          <p:spPr bwMode="auto">
            <a:xfrm>
              <a:off x="582614" y="1436688"/>
              <a:ext cx="2121335" cy="2369024"/>
            </a:xfrm>
            <a:prstGeom prst="roundRect">
              <a:avLst>
                <a:gd name="adj" fmla="val 3473"/>
              </a:avLst>
            </a:prstGeom>
            <a:gradFill flip="none" rotWithShape="1">
              <a:gsLst>
                <a:gs pos="0">
                  <a:schemeClr val="bg1"/>
                </a:gs>
                <a:gs pos="100000">
                  <a:schemeClr val="bg1">
                    <a:alpha val="0"/>
                  </a:schemeClr>
                </a:gs>
              </a:gsLst>
              <a:lin ang="54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Display"/>
                <a:ea typeface="+mn-ea"/>
                <a:cs typeface="Segoe UI" pitchFamily="34" charset="0"/>
              </a:endParaRPr>
            </a:p>
          </p:txBody>
        </p:sp>
        <p:sp>
          <p:nvSpPr>
            <p:cNvPr id="11" name="Rectangle: Rounded Corners 10">
              <a:extLst>
                <a:ext uri="{FF2B5EF4-FFF2-40B4-BE49-F238E27FC236}">
                  <a16:creationId xmlns:a16="http://schemas.microsoft.com/office/drawing/2014/main" id="{58FFFED9-6017-4B2F-3C6A-C4D616372BD3}"/>
                </a:ext>
                <a:ext uri="{C183D7F6-B498-43B3-948B-1728B52AA6E4}">
                  <adec:decorative xmlns:adec="http://schemas.microsoft.com/office/drawing/2017/decorative" val="1"/>
                </a:ext>
              </a:extLst>
            </p:cNvPr>
            <p:cNvSpPr/>
            <p:nvPr/>
          </p:nvSpPr>
          <p:spPr bwMode="auto">
            <a:xfrm>
              <a:off x="9488053" y="1436688"/>
              <a:ext cx="2121335" cy="2369024"/>
            </a:xfrm>
            <a:prstGeom prst="roundRect">
              <a:avLst>
                <a:gd name="adj" fmla="val 3473"/>
              </a:avLst>
            </a:prstGeom>
            <a:gradFill flip="none" rotWithShape="1">
              <a:gsLst>
                <a:gs pos="0">
                  <a:schemeClr val="bg1"/>
                </a:gs>
                <a:gs pos="100000">
                  <a:schemeClr val="bg1">
                    <a:alpha val="0"/>
                  </a:schemeClr>
                </a:gs>
              </a:gsLst>
              <a:lin ang="54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Display"/>
                <a:ea typeface="+mn-ea"/>
                <a:cs typeface="Segoe UI" pitchFamily="34" charset="0"/>
              </a:endParaRPr>
            </a:p>
          </p:txBody>
        </p:sp>
        <p:sp>
          <p:nvSpPr>
            <p:cNvPr id="12" name="Rectangle: Rounded Corners 11">
              <a:extLst>
                <a:ext uri="{FF2B5EF4-FFF2-40B4-BE49-F238E27FC236}">
                  <a16:creationId xmlns:a16="http://schemas.microsoft.com/office/drawing/2014/main" id="{97B8F441-768A-DD99-41B6-4D9AA2D41693}"/>
                </a:ext>
                <a:ext uri="{C183D7F6-B498-43B3-948B-1728B52AA6E4}">
                  <adec:decorative xmlns:adec="http://schemas.microsoft.com/office/drawing/2017/decorative" val="1"/>
                </a:ext>
              </a:extLst>
            </p:cNvPr>
            <p:cNvSpPr/>
            <p:nvPr/>
          </p:nvSpPr>
          <p:spPr bwMode="auto">
            <a:xfrm>
              <a:off x="5035332" y="1436688"/>
              <a:ext cx="2121335" cy="2369024"/>
            </a:xfrm>
            <a:prstGeom prst="roundRect">
              <a:avLst>
                <a:gd name="adj" fmla="val 3473"/>
              </a:avLst>
            </a:prstGeom>
            <a:gradFill flip="none" rotWithShape="1">
              <a:gsLst>
                <a:gs pos="0">
                  <a:schemeClr val="bg1"/>
                </a:gs>
                <a:gs pos="100000">
                  <a:schemeClr val="bg1">
                    <a:alpha val="0"/>
                  </a:schemeClr>
                </a:gs>
              </a:gsLst>
              <a:lin ang="54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Display"/>
                <a:ea typeface="+mn-ea"/>
                <a:cs typeface="Segoe UI" pitchFamily="34" charset="0"/>
              </a:endParaRPr>
            </a:p>
          </p:txBody>
        </p:sp>
        <p:sp>
          <p:nvSpPr>
            <p:cNvPr id="13" name="Rectangle: Rounded Corners 12">
              <a:extLst>
                <a:ext uri="{FF2B5EF4-FFF2-40B4-BE49-F238E27FC236}">
                  <a16:creationId xmlns:a16="http://schemas.microsoft.com/office/drawing/2014/main" id="{62014955-3DB6-1E4F-4B08-B511703A7ACD}"/>
                </a:ext>
                <a:ext uri="{C183D7F6-B498-43B3-948B-1728B52AA6E4}">
                  <adec:decorative xmlns:adec="http://schemas.microsoft.com/office/drawing/2017/decorative" val="1"/>
                </a:ext>
              </a:extLst>
            </p:cNvPr>
            <p:cNvSpPr/>
            <p:nvPr/>
          </p:nvSpPr>
          <p:spPr bwMode="auto">
            <a:xfrm>
              <a:off x="6148511" y="3900014"/>
              <a:ext cx="2121335" cy="2369024"/>
            </a:xfrm>
            <a:prstGeom prst="roundRect">
              <a:avLst>
                <a:gd name="adj" fmla="val 3473"/>
              </a:avLst>
            </a:prstGeom>
            <a:gradFill flip="none" rotWithShape="1">
              <a:gsLst>
                <a:gs pos="0">
                  <a:schemeClr val="bg1"/>
                </a:gs>
                <a:gs pos="100000">
                  <a:schemeClr val="bg1">
                    <a:alpha val="0"/>
                  </a:schemeClr>
                </a:gs>
              </a:gsLst>
              <a:lin ang="54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Display"/>
                <a:ea typeface="+mn-ea"/>
                <a:cs typeface="Segoe UI" pitchFamily="34" charset="0"/>
              </a:endParaRPr>
            </a:p>
          </p:txBody>
        </p:sp>
        <p:sp>
          <p:nvSpPr>
            <p:cNvPr id="14" name="Rectangle: Rounded Corners 13">
              <a:extLst>
                <a:ext uri="{FF2B5EF4-FFF2-40B4-BE49-F238E27FC236}">
                  <a16:creationId xmlns:a16="http://schemas.microsoft.com/office/drawing/2014/main" id="{8808C801-2E61-677E-8887-023E397F97E7}"/>
                </a:ext>
                <a:ext uri="{C183D7F6-B498-43B3-948B-1728B52AA6E4}">
                  <adec:decorative xmlns:adec="http://schemas.microsoft.com/office/drawing/2017/decorative" val="1"/>
                </a:ext>
              </a:extLst>
            </p:cNvPr>
            <p:cNvSpPr/>
            <p:nvPr/>
          </p:nvSpPr>
          <p:spPr bwMode="auto">
            <a:xfrm>
              <a:off x="1695793" y="3900014"/>
              <a:ext cx="2121335" cy="2369024"/>
            </a:xfrm>
            <a:prstGeom prst="roundRect">
              <a:avLst>
                <a:gd name="adj" fmla="val 3473"/>
              </a:avLst>
            </a:prstGeom>
            <a:gradFill flip="none" rotWithShape="1">
              <a:gsLst>
                <a:gs pos="0">
                  <a:schemeClr val="bg1"/>
                </a:gs>
                <a:gs pos="100000">
                  <a:schemeClr val="bg1">
                    <a:alpha val="0"/>
                  </a:schemeClr>
                </a:gs>
              </a:gsLst>
              <a:lin ang="54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Display"/>
                <a:ea typeface="+mn-ea"/>
                <a:cs typeface="Segoe UI" pitchFamily="34" charset="0"/>
              </a:endParaRPr>
            </a:p>
          </p:txBody>
        </p:sp>
        <p:sp>
          <p:nvSpPr>
            <p:cNvPr id="16" name="Rectangle: Rounded Corners 15">
              <a:extLst>
                <a:ext uri="{FF2B5EF4-FFF2-40B4-BE49-F238E27FC236}">
                  <a16:creationId xmlns:a16="http://schemas.microsoft.com/office/drawing/2014/main" id="{2A1C5B1B-F0DF-63E6-1C8A-D26D28BBA77C}"/>
                </a:ext>
                <a:ext uri="{C183D7F6-B498-43B3-948B-1728B52AA6E4}">
                  <adec:decorative xmlns:adec="http://schemas.microsoft.com/office/drawing/2017/decorative" val="1"/>
                </a:ext>
              </a:extLst>
            </p:cNvPr>
            <p:cNvSpPr/>
            <p:nvPr/>
          </p:nvSpPr>
          <p:spPr bwMode="auto">
            <a:xfrm>
              <a:off x="2808973" y="1436688"/>
              <a:ext cx="2121335" cy="2369024"/>
            </a:xfrm>
            <a:prstGeom prst="roundRect">
              <a:avLst>
                <a:gd name="adj" fmla="val 3473"/>
              </a:avLst>
            </a:prstGeom>
            <a:gradFill flip="none" rotWithShape="1">
              <a:gsLst>
                <a:gs pos="0">
                  <a:schemeClr val="bg1"/>
                </a:gs>
                <a:gs pos="100000">
                  <a:schemeClr val="bg1">
                    <a:alpha val="0"/>
                  </a:schemeClr>
                </a:gs>
              </a:gsLst>
              <a:lin ang="54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Display"/>
                <a:ea typeface="+mn-ea"/>
                <a:cs typeface="Segoe UI" pitchFamily="34" charset="0"/>
              </a:endParaRPr>
            </a:p>
          </p:txBody>
        </p:sp>
        <p:sp>
          <p:nvSpPr>
            <p:cNvPr id="17" name="Rectangle: Rounded Corners 16">
              <a:extLst>
                <a:ext uri="{FF2B5EF4-FFF2-40B4-BE49-F238E27FC236}">
                  <a16:creationId xmlns:a16="http://schemas.microsoft.com/office/drawing/2014/main" id="{8D9D13CB-4DF1-6E8B-3766-3853A3E2A40C}"/>
                </a:ext>
                <a:ext uri="{C183D7F6-B498-43B3-948B-1728B52AA6E4}">
                  <adec:decorative xmlns:adec="http://schemas.microsoft.com/office/drawing/2017/decorative" val="1"/>
                </a:ext>
              </a:extLst>
            </p:cNvPr>
            <p:cNvSpPr/>
            <p:nvPr/>
          </p:nvSpPr>
          <p:spPr bwMode="auto">
            <a:xfrm>
              <a:off x="7261692" y="1436688"/>
              <a:ext cx="2121335" cy="2369024"/>
            </a:xfrm>
            <a:prstGeom prst="roundRect">
              <a:avLst>
                <a:gd name="adj" fmla="val 3473"/>
              </a:avLst>
            </a:prstGeom>
            <a:gradFill flip="none" rotWithShape="1">
              <a:gsLst>
                <a:gs pos="0">
                  <a:schemeClr val="bg1"/>
                </a:gs>
                <a:gs pos="100000">
                  <a:schemeClr val="bg1">
                    <a:alpha val="0"/>
                  </a:schemeClr>
                </a:gs>
              </a:gsLst>
              <a:lin ang="54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Display"/>
                <a:ea typeface="+mn-ea"/>
                <a:cs typeface="Segoe UI" pitchFamily="34" charset="0"/>
              </a:endParaRPr>
            </a:p>
          </p:txBody>
        </p:sp>
        <p:sp>
          <p:nvSpPr>
            <p:cNvPr id="18" name="Rectangle: Rounded Corners 17">
              <a:extLst>
                <a:ext uri="{FF2B5EF4-FFF2-40B4-BE49-F238E27FC236}">
                  <a16:creationId xmlns:a16="http://schemas.microsoft.com/office/drawing/2014/main" id="{AC872A54-7EFF-BDA4-0197-A6658C10B198}"/>
                </a:ext>
                <a:ext uri="{C183D7F6-B498-43B3-948B-1728B52AA6E4}">
                  <adec:decorative xmlns:adec="http://schemas.microsoft.com/office/drawing/2017/decorative" val="1"/>
                </a:ext>
              </a:extLst>
            </p:cNvPr>
            <p:cNvSpPr/>
            <p:nvPr/>
          </p:nvSpPr>
          <p:spPr bwMode="auto">
            <a:xfrm>
              <a:off x="8374871" y="3900014"/>
              <a:ext cx="2121335" cy="2369024"/>
            </a:xfrm>
            <a:prstGeom prst="roundRect">
              <a:avLst>
                <a:gd name="adj" fmla="val 3473"/>
              </a:avLst>
            </a:prstGeom>
            <a:gradFill flip="none" rotWithShape="1">
              <a:gsLst>
                <a:gs pos="0">
                  <a:schemeClr val="bg1"/>
                </a:gs>
                <a:gs pos="100000">
                  <a:schemeClr val="bg1">
                    <a:alpha val="0"/>
                  </a:schemeClr>
                </a:gs>
              </a:gsLst>
              <a:lin ang="54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Display"/>
                <a:ea typeface="+mn-ea"/>
                <a:cs typeface="Segoe UI" pitchFamily="34" charset="0"/>
              </a:endParaRPr>
            </a:p>
          </p:txBody>
        </p:sp>
        <p:sp>
          <p:nvSpPr>
            <p:cNvPr id="19" name="Rectangle: Rounded Corners 18">
              <a:extLst>
                <a:ext uri="{FF2B5EF4-FFF2-40B4-BE49-F238E27FC236}">
                  <a16:creationId xmlns:a16="http://schemas.microsoft.com/office/drawing/2014/main" id="{4C637437-84DA-6856-AF59-5E3D3EA8F2D3}"/>
                </a:ext>
                <a:ext uri="{C183D7F6-B498-43B3-948B-1728B52AA6E4}">
                  <adec:decorative xmlns:adec="http://schemas.microsoft.com/office/drawing/2017/decorative" val="1"/>
                </a:ext>
              </a:extLst>
            </p:cNvPr>
            <p:cNvSpPr/>
            <p:nvPr/>
          </p:nvSpPr>
          <p:spPr bwMode="auto">
            <a:xfrm>
              <a:off x="3922152" y="3900014"/>
              <a:ext cx="2121335" cy="2369024"/>
            </a:xfrm>
            <a:prstGeom prst="roundRect">
              <a:avLst>
                <a:gd name="adj" fmla="val 3473"/>
              </a:avLst>
            </a:prstGeom>
            <a:gradFill flip="none" rotWithShape="1">
              <a:gsLst>
                <a:gs pos="0">
                  <a:schemeClr val="bg1"/>
                </a:gs>
                <a:gs pos="100000">
                  <a:schemeClr val="bg1">
                    <a:alpha val="0"/>
                  </a:schemeClr>
                </a:gs>
              </a:gsLst>
              <a:lin ang="54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Display"/>
                <a:ea typeface="+mn-ea"/>
                <a:cs typeface="Segoe UI" pitchFamily="34" charset="0"/>
              </a:endParaRPr>
            </a:p>
          </p:txBody>
        </p:sp>
      </p:grpSp>
      <p:pic>
        <p:nvPicPr>
          <p:cNvPr id="7" name="Picture 6">
            <a:extLst>
              <a:ext uri="{FF2B5EF4-FFF2-40B4-BE49-F238E27FC236}">
                <a16:creationId xmlns:a16="http://schemas.microsoft.com/office/drawing/2014/main" id="{9C3BBCBE-7FE5-46ED-2625-E9C47BD5C8D4}"/>
              </a:ext>
              <a:ext uri="{C183D7F6-B498-43B3-948B-1728B52AA6E4}">
                <adec:decorative xmlns:adec="http://schemas.microsoft.com/office/drawing/2017/decorative" val="1"/>
              </a:ext>
            </a:extLst>
          </p:cNvPr>
          <p:cNvPicPr>
            <a:picLocks noChangeAspect="1"/>
          </p:cNvPicPr>
          <p:nvPr/>
        </p:nvPicPr>
        <p:blipFill>
          <a:blip r:embed="rId3">
            <a:alphaModFix amt="70000"/>
          </a:blip>
          <a:stretch>
            <a:fillRect/>
          </a:stretch>
        </p:blipFill>
        <p:spPr>
          <a:xfrm>
            <a:off x="0" y="0"/>
            <a:ext cx="12192000" cy="6858000"/>
          </a:xfrm>
          <a:prstGeom prst="rect">
            <a:avLst/>
          </a:prstGeom>
        </p:spPr>
      </p:pic>
      <p:sp>
        <p:nvSpPr>
          <p:cNvPr id="5" name="Rectangle: Rounded Corners 4">
            <a:extLst>
              <a:ext uri="{FF2B5EF4-FFF2-40B4-BE49-F238E27FC236}">
                <a16:creationId xmlns:a16="http://schemas.microsoft.com/office/drawing/2014/main" id="{709FCD05-9E4F-4C33-6290-718FB946952B}"/>
              </a:ext>
              <a:ext uri="{C183D7F6-B498-43B3-948B-1728B52AA6E4}">
                <adec:decorative xmlns:adec="http://schemas.microsoft.com/office/drawing/2017/decorative" val="1"/>
              </a:ext>
            </a:extLst>
          </p:cNvPr>
          <p:cNvSpPr/>
          <p:nvPr/>
        </p:nvSpPr>
        <p:spPr bwMode="auto">
          <a:xfrm>
            <a:off x="304800" y="1608463"/>
            <a:ext cx="11582400" cy="5067759"/>
          </a:xfrm>
          <a:prstGeom prst="roundRect">
            <a:avLst>
              <a:gd name="adj" fmla="val 3473"/>
            </a:avLst>
          </a:prstGeom>
          <a:gradFill flip="none" rotWithShape="1">
            <a:gsLst>
              <a:gs pos="0">
                <a:schemeClr val="bg1"/>
              </a:gs>
              <a:gs pos="100000">
                <a:schemeClr val="bg1">
                  <a:alpha val="0"/>
                </a:schemeClr>
              </a:gs>
            </a:gsLst>
            <a:lin ang="54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Display"/>
              <a:ea typeface="+mn-ea"/>
              <a:cs typeface="Segoe UI" pitchFamily="34" charset="0"/>
            </a:endParaRPr>
          </a:p>
        </p:txBody>
      </p:sp>
      <p:pic>
        <p:nvPicPr>
          <p:cNvPr id="103" name="Picture 102">
            <a:extLst>
              <a:ext uri="{FF2B5EF4-FFF2-40B4-BE49-F238E27FC236}">
                <a16:creationId xmlns:a16="http://schemas.microsoft.com/office/drawing/2014/main" id="{39389891-C8A2-647D-070D-A534A449C17A}"/>
              </a:ext>
              <a:ext uri="{C183D7F6-B498-43B3-948B-1728B52AA6E4}">
                <adec:decorative xmlns:adec="http://schemas.microsoft.com/office/drawing/2017/decorative" val="1"/>
              </a:ext>
            </a:extLst>
          </p:cNvPr>
          <p:cNvPicPr>
            <a:picLocks noChangeAspect="1"/>
          </p:cNvPicPr>
          <p:nvPr/>
        </p:nvPicPr>
        <p:blipFill>
          <a:blip r:embed="rId4" cstate="email">
            <a:extLst>
              <a:ext uri="{28A0092B-C50C-407E-A947-70E740481C1C}">
                <a14:useLocalDpi xmlns:a14="http://schemas.microsoft.com/office/drawing/2010/main"/>
              </a:ext>
            </a:extLst>
          </a:blip>
          <a:srcRect l="39693" t="1" b="39692"/>
          <a:stretch/>
        </p:blipFill>
        <p:spPr>
          <a:xfrm>
            <a:off x="5661342" y="1568124"/>
            <a:ext cx="869316" cy="82276"/>
          </a:xfrm>
          <a:prstGeom prst="roundRect">
            <a:avLst>
              <a:gd name="adj" fmla="val 50000"/>
            </a:avLst>
          </a:prstGeom>
        </p:spPr>
      </p:pic>
      <p:sp>
        <p:nvSpPr>
          <p:cNvPr id="2" name="Title 1">
            <a:extLst>
              <a:ext uri="{FF2B5EF4-FFF2-40B4-BE49-F238E27FC236}">
                <a16:creationId xmlns:a16="http://schemas.microsoft.com/office/drawing/2014/main" id="{9ABCD9EE-8F15-1926-10F1-E54B44F0EEE2}"/>
              </a:ext>
            </a:extLst>
          </p:cNvPr>
          <p:cNvSpPr>
            <a:spLocks noGrp="1"/>
          </p:cNvSpPr>
          <p:nvPr>
            <p:ph type="title"/>
          </p:nvPr>
        </p:nvSpPr>
        <p:spPr>
          <a:xfrm>
            <a:off x="588263" y="457200"/>
            <a:ext cx="11018520" cy="553998"/>
          </a:xfrm>
        </p:spPr>
        <p:txBody>
          <a:bodyPr/>
          <a:lstStyle/>
          <a:p>
            <a:pPr algn="ctr"/>
            <a:r>
              <a:rPr lang="en-US"/>
              <a:t>Agents across Microsoft</a:t>
            </a:r>
          </a:p>
        </p:txBody>
      </p:sp>
      <p:sp>
        <p:nvSpPr>
          <p:cNvPr id="6" name="TextBox 5">
            <a:extLst>
              <a:ext uri="{FF2B5EF4-FFF2-40B4-BE49-F238E27FC236}">
                <a16:creationId xmlns:a16="http://schemas.microsoft.com/office/drawing/2014/main" id="{4DF7DB49-EB79-740F-0CD5-402A91290F3E}"/>
              </a:ext>
            </a:extLst>
          </p:cNvPr>
          <p:cNvSpPr txBox="1"/>
          <p:nvPr/>
        </p:nvSpPr>
        <p:spPr>
          <a:xfrm>
            <a:off x="1527175" y="3816755"/>
            <a:ext cx="1497810" cy="281941"/>
          </a:xfrm>
          <a:prstGeom prst="roundRect">
            <a:avLst/>
          </a:prstGeom>
          <a:no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defPPr>
              <a:defRPr lang="en-US"/>
            </a:defPPr>
            <a:lvl1pPr fontAlgn="base">
              <a:spcBef>
                <a:spcPct val="0"/>
              </a:spcBef>
              <a:spcAft>
                <a:spcPct val="0"/>
              </a:spcAft>
              <a:defRPr sz="1600">
                <a:gradFill flip="none" rotWithShape="1">
                  <a:gsLst>
                    <a:gs pos="0">
                      <a:srgbClr val="FF5C39"/>
                    </a:gs>
                    <a:gs pos="35000">
                      <a:srgbClr val="C03BC4"/>
                    </a:gs>
                    <a:gs pos="100000">
                      <a:srgbClr val="0078D4"/>
                    </a:gs>
                  </a:gsLst>
                  <a:path path="circle">
                    <a:fillToRect r="100000" b="100000"/>
                  </a:path>
                  <a:tileRect l="-100000" t="-10000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91F2C"/>
                </a:solidFill>
                <a:effectLst/>
                <a:uLnTx/>
                <a:uFillTx/>
                <a:latin typeface="Segoe Sans Display Semibold"/>
                <a:ea typeface="+mn-ea"/>
                <a:cs typeface="+mn-cs"/>
              </a:rPr>
              <a:t>Customer Service</a:t>
            </a:r>
          </a:p>
        </p:txBody>
      </p:sp>
      <p:sp>
        <p:nvSpPr>
          <p:cNvPr id="3" name="TextBox 2">
            <a:extLst>
              <a:ext uri="{FF2B5EF4-FFF2-40B4-BE49-F238E27FC236}">
                <a16:creationId xmlns:a16="http://schemas.microsoft.com/office/drawing/2014/main" id="{F821E1A2-DA35-AE85-FF95-A7B0BDAB7357}"/>
              </a:ext>
            </a:extLst>
          </p:cNvPr>
          <p:cNvSpPr txBox="1"/>
          <p:nvPr/>
        </p:nvSpPr>
        <p:spPr>
          <a:xfrm>
            <a:off x="3437135" y="3816755"/>
            <a:ext cx="1497810" cy="281941"/>
          </a:xfrm>
          <a:prstGeom prst="roundRect">
            <a:avLst/>
          </a:prstGeom>
          <a:no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defPPr>
              <a:defRPr lang="en-US"/>
            </a:defPPr>
            <a:lvl1pPr fontAlgn="base">
              <a:spcBef>
                <a:spcPct val="0"/>
              </a:spcBef>
              <a:spcAft>
                <a:spcPct val="0"/>
              </a:spcAft>
              <a:defRPr sz="1600">
                <a:gradFill flip="none" rotWithShape="1">
                  <a:gsLst>
                    <a:gs pos="0">
                      <a:srgbClr val="FF5C39"/>
                    </a:gs>
                    <a:gs pos="35000">
                      <a:srgbClr val="C03BC4"/>
                    </a:gs>
                    <a:gs pos="100000">
                      <a:srgbClr val="0078D4"/>
                    </a:gs>
                  </a:gsLst>
                  <a:path path="circle">
                    <a:fillToRect r="100000" b="100000"/>
                  </a:path>
                  <a:tileRect l="-100000" t="-10000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91F2C"/>
                </a:solidFill>
                <a:effectLst/>
                <a:uLnTx/>
                <a:uFillTx/>
                <a:latin typeface="Segoe Sans Display Semibold"/>
                <a:ea typeface="+mn-ea"/>
                <a:cs typeface="+mn-cs"/>
              </a:rPr>
              <a:t>Finance</a:t>
            </a:r>
          </a:p>
        </p:txBody>
      </p:sp>
      <p:sp>
        <p:nvSpPr>
          <p:cNvPr id="70" name="TextBox 69">
            <a:extLst>
              <a:ext uri="{FF2B5EF4-FFF2-40B4-BE49-F238E27FC236}">
                <a16:creationId xmlns:a16="http://schemas.microsoft.com/office/drawing/2014/main" id="{675DF0A1-3C97-BC33-8C26-EBE38DC11B69}"/>
              </a:ext>
            </a:extLst>
          </p:cNvPr>
          <p:cNvSpPr txBox="1"/>
          <p:nvPr/>
        </p:nvSpPr>
        <p:spPr>
          <a:xfrm>
            <a:off x="5347095" y="3816755"/>
            <a:ext cx="1497810" cy="281941"/>
          </a:xfrm>
          <a:prstGeom prst="roundRect">
            <a:avLst/>
          </a:prstGeom>
          <a:no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defPPr>
              <a:defRPr lang="en-US"/>
            </a:defPPr>
            <a:lvl1pPr fontAlgn="base">
              <a:spcBef>
                <a:spcPct val="0"/>
              </a:spcBef>
              <a:spcAft>
                <a:spcPct val="0"/>
              </a:spcAft>
              <a:defRPr sz="1600">
                <a:gradFill flip="none" rotWithShape="1">
                  <a:gsLst>
                    <a:gs pos="0">
                      <a:srgbClr val="FF5C39"/>
                    </a:gs>
                    <a:gs pos="35000">
                      <a:srgbClr val="C03BC4"/>
                    </a:gs>
                    <a:gs pos="100000">
                      <a:srgbClr val="0078D4"/>
                    </a:gs>
                  </a:gsLst>
                  <a:path path="circle">
                    <a:fillToRect r="100000" b="100000"/>
                  </a:path>
                  <a:tileRect l="-100000" t="-10000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91F2C"/>
                </a:solidFill>
                <a:effectLst/>
                <a:uLnTx/>
                <a:uFillTx/>
                <a:latin typeface="Segoe Sans Display Semibold"/>
                <a:ea typeface="+mn-ea"/>
                <a:cs typeface="+mn-cs"/>
              </a:rPr>
              <a:t>HR</a:t>
            </a:r>
          </a:p>
        </p:txBody>
      </p:sp>
      <p:sp>
        <p:nvSpPr>
          <p:cNvPr id="62" name="TextBox 61">
            <a:extLst>
              <a:ext uri="{FF2B5EF4-FFF2-40B4-BE49-F238E27FC236}">
                <a16:creationId xmlns:a16="http://schemas.microsoft.com/office/drawing/2014/main" id="{3EDFE386-DDEA-6B16-2119-A0D618CD4C21}"/>
              </a:ext>
            </a:extLst>
          </p:cNvPr>
          <p:cNvSpPr txBox="1"/>
          <p:nvPr/>
        </p:nvSpPr>
        <p:spPr>
          <a:xfrm>
            <a:off x="7257055" y="3816755"/>
            <a:ext cx="1497810" cy="281941"/>
          </a:xfrm>
          <a:prstGeom prst="roundRect">
            <a:avLst/>
          </a:prstGeom>
          <a:no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defPPr>
              <a:defRPr lang="en-US"/>
            </a:defPPr>
            <a:lvl1pPr fontAlgn="base">
              <a:spcBef>
                <a:spcPct val="0"/>
              </a:spcBef>
              <a:spcAft>
                <a:spcPct val="0"/>
              </a:spcAft>
              <a:defRPr sz="1600">
                <a:gradFill flip="none" rotWithShape="1">
                  <a:gsLst>
                    <a:gs pos="0">
                      <a:srgbClr val="FF5C39"/>
                    </a:gs>
                    <a:gs pos="35000">
                      <a:srgbClr val="C03BC4"/>
                    </a:gs>
                    <a:gs pos="100000">
                      <a:srgbClr val="0078D4"/>
                    </a:gs>
                  </a:gsLst>
                  <a:path path="circle">
                    <a:fillToRect r="100000" b="100000"/>
                  </a:path>
                  <a:tileRect l="-100000" t="-10000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91F2C"/>
                </a:solidFill>
                <a:effectLst/>
                <a:uLnTx/>
                <a:uFillTx/>
                <a:latin typeface="Segoe Sans Display Semibold"/>
                <a:ea typeface="+mn-ea"/>
                <a:cs typeface="+mn-cs"/>
              </a:rPr>
              <a:t>IT</a:t>
            </a:r>
          </a:p>
        </p:txBody>
      </p:sp>
      <p:sp>
        <p:nvSpPr>
          <p:cNvPr id="15" name="TextBox 14">
            <a:extLst>
              <a:ext uri="{FF2B5EF4-FFF2-40B4-BE49-F238E27FC236}">
                <a16:creationId xmlns:a16="http://schemas.microsoft.com/office/drawing/2014/main" id="{10C56654-BC46-0841-C0B6-D34808FC3ADB}"/>
              </a:ext>
            </a:extLst>
          </p:cNvPr>
          <p:cNvSpPr txBox="1"/>
          <p:nvPr/>
        </p:nvSpPr>
        <p:spPr>
          <a:xfrm>
            <a:off x="9167015" y="3816755"/>
            <a:ext cx="1497810" cy="281941"/>
          </a:xfrm>
          <a:prstGeom prst="roundRect">
            <a:avLst/>
          </a:prstGeom>
          <a:no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defPPr>
              <a:defRPr lang="en-US"/>
            </a:defPPr>
            <a:lvl1pPr fontAlgn="base">
              <a:spcBef>
                <a:spcPct val="0"/>
              </a:spcBef>
              <a:spcAft>
                <a:spcPct val="0"/>
              </a:spcAft>
              <a:defRPr sz="1600">
                <a:gradFill flip="none" rotWithShape="1">
                  <a:gsLst>
                    <a:gs pos="0">
                      <a:srgbClr val="FF5C39"/>
                    </a:gs>
                    <a:gs pos="35000">
                      <a:srgbClr val="C03BC4"/>
                    </a:gs>
                    <a:gs pos="100000">
                      <a:srgbClr val="0078D4"/>
                    </a:gs>
                  </a:gsLst>
                  <a:path path="circle">
                    <a:fillToRect r="100000" b="100000"/>
                  </a:path>
                  <a:tileRect l="-100000" t="-10000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91F2C"/>
                </a:solidFill>
                <a:effectLst/>
                <a:uLnTx/>
                <a:uFillTx/>
                <a:latin typeface="Segoe Sans Display Semibold"/>
                <a:ea typeface="+mn-ea"/>
                <a:cs typeface="+mn-cs"/>
              </a:rPr>
              <a:t>Legal</a:t>
            </a:r>
          </a:p>
        </p:txBody>
      </p:sp>
      <p:sp>
        <p:nvSpPr>
          <p:cNvPr id="92" name="TextBox 91">
            <a:extLst>
              <a:ext uri="{FF2B5EF4-FFF2-40B4-BE49-F238E27FC236}">
                <a16:creationId xmlns:a16="http://schemas.microsoft.com/office/drawing/2014/main" id="{D3523DAC-19B8-3633-8AA6-67ABDC8E4D26}"/>
              </a:ext>
            </a:extLst>
          </p:cNvPr>
          <p:cNvSpPr txBox="1"/>
          <p:nvPr/>
        </p:nvSpPr>
        <p:spPr>
          <a:xfrm>
            <a:off x="2482155" y="5930795"/>
            <a:ext cx="1497810" cy="281941"/>
          </a:xfrm>
          <a:prstGeom prst="roundRect">
            <a:avLst/>
          </a:prstGeom>
          <a:no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defPPr>
              <a:defRPr lang="en-US"/>
            </a:defPPr>
            <a:lvl1pPr fontAlgn="base">
              <a:spcBef>
                <a:spcPct val="0"/>
              </a:spcBef>
              <a:spcAft>
                <a:spcPct val="0"/>
              </a:spcAft>
              <a:defRPr sz="1600">
                <a:gradFill flip="none" rotWithShape="1">
                  <a:gsLst>
                    <a:gs pos="0">
                      <a:srgbClr val="FF5C39"/>
                    </a:gs>
                    <a:gs pos="35000">
                      <a:srgbClr val="C03BC4"/>
                    </a:gs>
                    <a:gs pos="100000">
                      <a:srgbClr val="0078D4"/>
                    </a:gs>
                  </a:gsLst>
                  <a:path path="circle">
                    <a:fillToRect r="100000" b="100000"/>
                  </a:path>
                  <a:tileRect l="-100000" t="-10000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91F2C"/>
                </a:solidFill>
                <a:effectLst/>
                <a:uLnTx/>
                <a:uFillTx/>
                <a:latin typeface="Segoe Sans Display Semibold"/>
                <a:ea typeface="+mn-ea"/>
                <a:cs typeface="+mn-cs"/>
              </a:rPr>
              <a:t>Marketing</a:t>
            </a:r>
          </a:p>
        </p:txBody>
      </p:sp>
      <p:sp>
        <p:nvSpPr>
          <p:cNvPr id="89" name="TextBox 88">
            <a:extLst>
              <a:ext uri="{FF2B5EF4-FFF2-40B4-BE49-F238E27FC236}">
                <a16:creationId xmlns:a16="http://schemas.microsoft.com/office/drawing/2014/main" id="{2E4635BD-186B-224A-1932-D105ABA3C9E7}"/>
              </a:ext>
            </a:extLst>
          </p:cNvPr>
          <p:cNvSpPr txBox="1"/>
          <p:nvPr/>
        </p:nvSpPr>
        <p:spPr>
          <a:xfrm>
            <a:off x="4392115" y="5930795"/>
            <a:ext cx="1497810" cy="281941"/>
          </a:xfrm>
          <a:prstGeom prst="roundRect">
            <a:avLst/>
          </a:prstGeom>
          <a:no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defPPr>
              <a:defRPr lang="en-US"/>
            </a:defPPr>
            <a:lvl1pPr fontAlgn="base">
              <a:spcBef>
                <a:spcPct val="0"/>
              </a:spcBef>
              <a:spcAft>
                <a:spcPct val="0"/>
              </a:spcAft>
              <a:defRPr sz="1600">
                <a:gradFill flip="none" rotWithShape="1">
                  <a:gsLst>
                    <a:gs pos="0">
                      <a:srgbClr val="FF5C39"/>
                    </a:gs>
                    <a:gs pos="35000">
                      <a:srgbClr val="C03BC4"/>
                    </a:gs>
                    <a:gs pos="100000">
                      <a:srgbClr val="0078D4"/>
                    </a:gs>
                  </a:gsLst>
                  <a:path path="circle">
                    <a:fillToRect r="100000" b="100000"/>
                  </a:path>
                  <a:tileRect l="-100000" t="-10000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91F2C"/>
                </a:solidFill>
                <a:effectLst/>
                <a:uLnTx/>
                <a:uFillTx/>
                <a:latin typeface="Segoe Sans Display Semibold"/>
                <a:ea typeface="+mn-ea"/>
                <a:cs typeface="+mn-cs"/>
              </a:rPr>
              <a:t>Operations</a:t>
            </a:r>
          </a:p>
        </p:txBody>
      </p:sp>
      <p:sp>
        <p:nvSpPr>
          <p:cNvPr id="86" name="TextBox 85">
            <a:extLst>
              <a:ext uri="{FF2B5EF4-FFF2-40B4-BE49-F238E27FC236}">
                <a16:creationId xmlns:a16="http://schemas.microsoft.com/office/drawing/2014/main" id="{424E986D-1EC9-1C22-E349-496CC0769186}"/>
              </a:ext>
            </a:extLst>
          </p:cNvPr>
          <p:cNvSpPr txBox="1"/>
          <p:nvPr/>
        </p:nvSpPr>
        <p:spPr>
          <a:xfrm>
            <a:off x="6302075" y="5930795"/>
            <a:ext cx="1497810" cy="281941"/>
          </a:xfrm>
          <a:prstGeom prst="roundRect">
            <a:avLst/>
          </a:prstGeom>
          <a:no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defPPr>
              <a:defRPr lang="en-US"/>
            </a:defPPr>
            <a:lvl1pPr fontAlgn="base">
              <a:spcBef>
                <a:spcPct val="0"/>
              </a:spcBef>
              <a:spcAft>
                <a:spcPct val="0"/>
              </a:spcAft>
              <a:defRPr sz="1600">
                <a:gradFill flip="none" rotWithShape="1">
                  <a:gsLst>
                    <a:gs pos="0">
                      <a:srgbClr val="FF5C39"/>
                    </a:gs>
                    <a:gs pos="35000">
                      <a:srgbClr val="C03BC4"/>
                    </a:gs>
                    <a:gs pos="100000">
                      <a:srgbClr val="0078D4"/>
                    </a:gs>
                  </a:gsLst>
                  <a:path path="circle">
                    <a:fillToRect r="100000" b="100000"/>
                  </a:path>
                  <a:tileRect l="-100000" t="-10000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91F2C"/>
                </a:solidFill>
                <a:effectLst/>
                <a:uLnTx/>
                <a:uFillTx/>
                <a:latin typeface="Segoe Sans Display Semibold"/>
                <a:ea typeface="+mn-ea"/>
                <a:cs typeface="+mn-cs"/>
              </a:rPr>
              <a:t>Sales</a:t>
            </a:r>
          </a:p>
        </p:txBody>
      </p:sp>
      <p:sp>
        <p:nvSpPr>
          <p:cNvPr id="83" name="TextBox 82">
            <a:extLst>
              <a:ext uri="{FF2B5EF4-FFF2-40B4-BE49-F238E27FC236}">
                <a16:creationId xmlns:a16="http://schemas.microsoft.com/office/drawing/2014/main" id="{B9CEE860-089D-500E-AEF3-945264EED553}"/>
              </a:ext>
            </a:extLst>
          </p:cNvPr>
          <p:cNvSpPr txBox="1"/>
          <p:nvPr/>
        </p:nvSpPr>
        <p:spPr>
          <a:xfrm>
            <a:off x="8212035" y="5930795"/>
            <a:ext cx="1497810" cy="281941"/>
          </a:xfrm>
          <a:prstGeom prst="roundRect">
            <a:avLst/>
          </a:prstGeom>
          <a:no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defPPr>
              <a:defRPr lang="en-US"/>
            </a:defPPr>
            <a:lvl1pPr fontAlgn="base">
              <a:spcBef>
                <a:spcPct val="0"/>
              </a:spcBef>
              <a:spcAft>
                <a:spcPct val="0"/>
              </a:spcAft>
              <a:defRPr sz="1600">
                <a:gradFill flip="none" rotWithShape="1">
                  <a:gsLst>
                    <a:gs pos="0">
                      <a:srgbClr val="FF5C39"/>
                    </a:gs>
                    <a:gs pos="35000">
                      <a:srgbClr val="C03BC4"/>
                    </a:gs>
                    <a:gs pos="100000">
                      <a:srgbClr val="0078D4"/>
                    </a:gs>
                  </a:gsLst>
                  <a:path path="circle">
                    <a:fillToRect r="100000" b="100000"/>
                  </a:path>
                  <a:tileRect l="-100000" t="-10000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91F2C"/>
                </a:solidFill>
                <a:effectLst/>
                <a:uLnTx/>
                <a:uFillTx/>
                <a:latin typeface="Segoe Sans Display Semibold"/>
                <a:ea typeface="+mn-ea"/>
                <a:cs typeface="+mn-cs"/>
              </a:rPr>
              <a:t>Supply Chain</a:t>
            </a:r>
          </a:p>
        </p:txBody>
      </p:sp>
      <p:pic>
        <p:nvPicPr>
          <p:cNvPr id="8" name="Picture 7">
            <a:extLst>
              <a:ext uri="{FF2B5EF4-FFF2-40B4-BE49-F238E27FC236}">
                <a16:creationId xmlns:a16="http://schemas.microsoft.com/office/drawing/2014/main" id="{618DCDC5-7E22-C70A-1BF0-E360875E0B60}"/>
              </a:ext>
              <a:ext uri="{C183D7F6-B498-43B3-948B-1728B52AA6E4}">
                <adec:decorative xmlns:adec="http://schemas.microsoft.com/office/drawing/2017/decorative" val="1"/>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a:xfrm>
            <a:off x="1640538" y="2376007"/>
            <a:ext cx="1271084" cy="1271084"/>
          </a:xfrm>
          <a:prstGeom prst="roundRect">
            <a:avLst>
              <a:gd name="adj" fmla="val 50000"/>
            </a:avLst>
          </a:prstGeom>
          <a:ln>
            <a:noFill/>
          </a:ln>
          <a:effectLst/>
        </p:spPr>
      </p:pic>
      <p:pic>
        <p:nvPicPr>
          <p:cNvPr id="4" name="Picture 3">
            <a:extLst>
              <a:ext uri="{FF2B5EF4-FFF2-40B4-BE49-F238E27FC236}">
                <a16:creationId xmlns:a16="http://schemas.microsoft.com/office/drawing/2014/main" id="{3152C2A1-3A2A-4622-99EC-43416CDB6085}"/>
              </a:ext>
              <a:ext uri="{C183D7F6-B498-43B3-948B-1728B52AA6E4}">
                <adec:decorative xmlns:adec="http://schemas.microsoft.com/office/drawing/2017/decorative" val="1"/>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3550498" y="2376008"/>
            <a:ext cx="1271084" cy="1271082"/>
          </a:xfrm>
          <a:prstGeom prst="roundRect">
            <a:avLst>
              <a:gd name="adj" fmla="val 50000"/>
            </a:avLst>
          </a:prstGeom>
          <a:ln>
            <a:noFill/>
          </a:ln>
          <a:effectLst/>
        </p:spPr>
      </p:pic>
      <p:pic>
        <p:nvPicPr>
          <p:cNvPr id="37" name="Picture 36">
            <a:extLst>
              <a:ext uri="{FF2B5EF4-FFF2-40B4-BE49-F238E27FC236}">
                <a16:creationId xmlns:a16="http://schemas.microsoft.com/office/drawing/2014/main" id="{B0C36A3E-D6F0-A75F-F569-5C7164CE8448}"/>
              </a:ext>
              <a:ext uri="{C183D7F6-B498-43B3-948B-1728B52AA6E4}">
                <adec:decorative xmlns:adec="http://schemas.microsoft.com/office/drawing/2017/decorative" val="1"/>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a:xfrm>
            <a:off x="5460458" y="2376008"/>
            <a:ext cx="1271084" cy="1271082"/>
          </a:xfrm>
          <a:prstGeom prst="roundRect">
            <a:avLst>
              <a:gd name="adj" fmla="val 50000"/>
            </a:avLst>
          </a:prstGeom>
          <a:ln>
            <a:noFill/>
          </a:ln>
          <a:effectLst/>
        </p:spPr>
      </p:pic>
      <p:pic>
        <p:nvPicPr>
          <p:cNvPr id="35" name="Picture 34">
            <a:extLst>
              <a:ext uri="{FF2B5EF4-FFF2-40B4-BE49-F238E27FC236}">
                <a16:creationId xmlns:a16="http://schemas.microsoft.com/office/drawing/2014/main" id="{DBF170E7-3C9D-4B20-8D6E-38E52262170D}"/>
              </a:ext>
              <a:ext uri="{C183D7F6-B498-43B3-948B-1728B52AA6E4}">
                <adec:decorative xmlns:adec="http://schemas.microsoft.com/office/drawing/2017/decorative" val="1"/>
              </a:ext>
            </a:extLst>
          </p:cNvPr>
          <p:cNvPicPr>
            <a:picLocks noChangeAspect="1"/>
          </p:cNvPicPr>
          <p:nvPr/>
        </p:nvPicPr>
        <p:blipFill rotWithShape="1">
          <a:blip r:embed="rId8" cstate="print">
            <a:extLst>
              <a:ext uri="{28A0092B-C50C-407E-A947-70E740481C1C}">
                <a14:useLocalDpi xmlns:a14="http://schemas.microsoft.com/office/drawing/2010/main"/>
              </a:ext>
            </a:extLst>
          </a:blip>
          <a:srcRect/>
          <a:stretch/>
        </p:blipFill>
        <p:spPr>
          <a:xfrm>
            <a:off x="7370418" y="2376008"/>
            <a:ext cx="1271084" cy="1271082"/>
          </a:xfrm>
          <a:prstGeom prst="roundRect">
            <a:avLst>
              <a:gd name="adj" fmla="val 50000"/>
            </a:avLst>
          </a:prstGeom>
          <a:ln>
            <a:noFill/>
          </a:ln>
          <a:effectLst/>
        </p:spPr>
      </p:pic>
      <p:pic>
        <p:nvPicPr>
          <p:cNvPr id="34" name="Picture 33">
            <a:extLst>
              <a:ext uri="{FF2B5EF4-FFF2-40B4-BE49-F238E27FC236}">
                <a16:creationId xmlns:a16="http://schemas.microsoft.com/office/drawing/2014/main" id="{2385A461-CAF1-FB1F-CE36-F6A1A91BCEE8}"/>
              </a:ext>
              <a:ext uri="{C183D7F6-B498-43B3-948B-1728B52AA6E4}">
                <adec:decorative xmlns:adec="http://schemas.microsoft.com/office/drawing/2017/decorative" val="1"/>
              </a:ext>
            </a:extLst>
          </p:cNvPr>
          <p:cNvPicPr>
            <a:picLocks noChangeAspect="1"/>
          </p:cNvPicPr>
          <p:nvPr/>
        </p:nvPicPr>
        <p:blipFill rotWithShape="1">
          <a:blip r:embed="rId9" cstate="print">
            <a:extLst>
              <a:ext uri="{28A0092B-C50C-407E-A947-70E740481C1C}">
                <a14:useLocalDpi xmlns:a14="http://schemas.microsoft.com/office/drawing/2010/main"/>
              </a:ext>
            </a:extLst>
          </a:blip>
          <a:srcRect/>
          <a:stretch/>
        </p:blipFill>
        <p:spPr>
          <a:xfrm>
            <a:off x="9280378" y="2376008"/>
            <a:ext cx="1271084" cy="1271082"/>
          </a:xfrm>
          <a:prstGeom prst="roundRect">
            <a:avLst>
              <a:gd name="adj" fmla="val 50000"/>
            </a:avLst>
          </a:prstGeom>
          <a:ln>
            <a:noFill/>
          </a:ln>
          <a:effectLst/>
        </p:spPr>
      </p:pic>
      <p:pic>
        <p:nvPicPr>
          <p:cNvPr id="33" name="Picture 32">
            <a:extLst>
              <a:ext uri="{FF2B5EF4-FFF2-40B4-BE49-F238E27FC236}">
                <a16:creationId xmlns:a16="http://schemas.microsoft.com/office/drawing/2014/main" id="{C04DBEF0-E0C0-1223-3BC0-5641343C031E}"/>
              </a:ext>
              <a:ext uri="{C183D7F6-B498-43B3-948B-1728B52AA6E4}">
                <adec:decorative xmlns:adec="http://schemas.microsoft.com/office/drawing/2017/decorative" val="1"/>
              </a:ext>
            </a:extLst>
          </p:cNvPr>
          <p:cNvPicPr>
            <a:picLocks noChangeAspect="1"/>
          </p:cNvPicPr>
          <p:nvPr/>
        </p:nvPicPr>
        <p:blipFill rotWithShape="1">
          <a:blip r:embed="rId10" cstate="print">
            <a:extLst>
              <a:ext uri="{28A0092B-C50C-407E-A947-70E740481C1C}">
                <a14:useLocalDpi xmlns:a14="http://schemas.microsoft.com/office/drawing/2010/main"/>
              </a:ext>
            </a:extLst>
          </a:blip>
          <a:srcRect/>
          <a:stretch/>
        </p:blipFill>
        <p:spPr>
          <a:xfrm>
            <a:off x="2595518" y="4490047"/>
            <a:ext cx="1271084" cy="1271082"/>
          </a:xfrm>
          <a:prstGeom prst="roundRect">
            <a:avLst>
              <a:gd name="adj" fmla="val 50000"/>
            </a:avLst>
          </a:prstGeom>
          <a:ln>
            <a:noFill/>
          </a:ln>
          <a:effectLst/>
        </p:spPr>
      </p:pic>
      <p:pic>
        <p:nvPicPr>
          <p:cNvPr id="38" name="Picture 37">
            <a:extLst>
              <a:ext uri="{FF2B5EF4-FFF2-40B4-BE49-F238E27FC236}">
                <a16:creationId xmlns:a16="http://schemas.microsoft.com/office/drawing/2014/main" id="{DB50B06C-E639-78E5-9664-F3F7C5902A8C}"/>
              </a:ext>
              <a:ext uri="{C183D7F6-B498-43B3-948B-1728B52AA6E4}">
                <adec:decorative xmlns:adec="http://schemas.microsoft.com/office/drawing/2017/decorative" val="1"/>
              </a:ext>
            </a:extLst>
          </p:cNvPr>
          <p:cNvPicPr preferRelativeResize="0">
            <a:picLocks/>
          </p:cNvPicPr>
          <p:nvPr/>
        </p:nvPicPr>
        <p:blipFill rotWithShape="1">
          <a:blip r:embed="rId11" cstate="screen">
            <a:extLst>
              <a:ext uri="{28A0092B-C50C-407E-A947-70E740481C1C}">
                <a14:useLocalDpi xmlns:a14="http://schemas.microsoft.com/office/drawing/2010/main"/>
              </a:ext>
            </a:extLst>
          </a:blip>
          <a:srcRect/>
          <a:stretch/>
        </p:blipFill>
        <p:spPr>
          <a:xfrm>
            <a:off x="4505479" y="4490048"/>
            <a:ext cx="1271084" cy="1271082"/>
          </a:xfrm>
          <a:prstGeom prst="roundRect">
            <a:avLst>
              <a:gd name="adj" fmla="val 50000"/>
            </a:avLst>
          </a:prstGeom>
          <a:ln>
            <a:noFill/>
          </a:ln>
          <a:effectLst/>
        </p:spPr>
      </p:pic>
      <p:pic>
        <p:nvPicPr>
          <p:cNvPr id="32" name="Picture 31">
            <a:extLst>
              <a:ext uri="{FF2B5EF4-FFF2-40B4-BE49-F238E27FC236}">
                <a16:creationId xmlns:a16="http://schemas.microsoft.com/office/drawing/2014/main" id="{B34574AF-E144-1A40-7625-1FD67CD35BC8}"/>
              </a:ext>
              <a:ext uri="{C183D7F6-B498-43B3-948B-1728B52AA6E4}">
                <adec:decorative xmlns:adec="http://schemas.microsoft.com/office/drawing/2017/decorative" val="1"/>
              </a:ext>
            </a:extLst>
          </p:cNvPr>
          <p:cNvPicPr>
            <a:picLocks noChangeAspect="1"/>
          </p:cNvPicPr>
          <p:nvPr/>
        </p:nvPicPr>
        <p:blipFill rotWithShape="1">
          <a:blip r:embed="rId12" cstate="print">
            <a:extLst>
              <a:ext uri="{28A0092B-C50C-407E-A947-70E740481C1C}">
                <a14:useLocalDpi xmlns:a14="http://schemas.microsoft.com/office/drawing/2010/main"/>
              </a:ext>
            </a:extLst>
          </a:blip>
          <a:srcRect/>
          <a:stretch/>
        </p:blipFill>
        <p:spPr>
          <a:xfrm>
            <a:off x="6415438" y="4490047"/>
            <a:ext cx="1271084" cy="1271082"/>
          </a:xfrm>
          <a:prstGeom prst="roundRect">
            <a:avLst>
              <a:gd name="adj" fmla="val 50000"/>
            </a:avLst>
          </a:prstGeom>
          <a:ln>
            <a:noFill/>
          </a:ln>
          <a:effectLst/>
        </p:spPr>
      </p:pic>
      <p:pic>
        <p:nvPicPr>
          <p:cNvPr id="42" name="Picture 41">
            <a:extLst>
              <a:ext uri="{FF2B5EF4-FFF2-40B4-BE49-F238E27FC236}">
                <a16:creationId xmlns:a16="http://schemas.microsoft.com/office/drawing/2014/main" id="{A4C2EF7F-15A7-D144-7888-3CD829D54080}"/>
              </a:ext>
              <a:ext uri="{C183D7F6-B498-43B3-948B-1728B52AA6E4}">
                <adec:decorative xmlns:adec="http://schemas.microsoft.com/office/drawing/2017/decorative" val="1"/>
              </a:ext>
            </a:extLst>
          </p:cNvPr>
          <p:cNvPicPr>
            <a:picLocks noChangeAspect="1"/>
          </p:cNvPicPr>
          <p:nvPr/>
        </p:nvPicPr>
        <p:blipFill rotWithShape="1">
          <a:blip r:embed="rId13" cstate="print">
            <a:extLst>
              <a:ext uri="{28A0092B-C50C-407E-A947-70E740481C1C}">
                <a14:useLocalDpi xmlns:a14="http://schemas.microsoft.com/office/drawing/2010/main"/>
              </a:ext>
            </a:extLst>
          </a:blip>
          <a:srcRect/>
          <a:stretch/>
        </p:blipFill>
        <p:spPr>
          <a:xfrm>
            <a:off x="8325398" y="4490047"/>
            <a:ext cx="1271084" cy="1271082"/>
          </a:xfrm>
          <a:prstGeom prst="roundRect">
            <a:avLst>
              <a:gd name="adj" fmla="val 50000"/>
            </a:avLst>
          </a:prstGeom>
          <a:ln>
            <a:noFill/>
          </a:ln>
          <a:effectLst/>
        </p:spPr>
      </p:pic>
    </p:spTree>
    <p:extLst>
      <p:ext uri="{BB962C8B-B14F-4D97-AF65-F5344CB8AC3E}">
        <p14:creationId xmlns:p14="http://schemas.microsoft.com/office/powerpoint/2010/main" val="663895106"/>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C9CC5-A12D-29E4-DED2-8C2D3D758BD6}"/>
            </a:ext>
          </a:extLst>
        </p:cNvPr>
        <p:cNvGrpSpPr/>
        <p:nvPr/>
      </p:nvGrpSpPr>
      <p:grpSpPr>
        <a:xfrm>
          <a:off x="0" y="0"/>
          <a:ext cx="0" cy="0"/>
          <a:chOff x="0" y="0"/>
          <a:chExt cx="0" cy="0"/>
        </a:xfrm>
      </p:grpSpPr>
      <p:pic>
        <p:nvPicPr>
          <p:cNvPr id="23" name="Picture 22">
            <a:extLst>
              <a:ext uri="{FF2B5EF4-FFF2-40B4-BE49-F238E27FC236}">
                <a16:creationId xmlns:a16="http://schemas.microsoft.com/office/drawing/2014/main" id="{B9848404-3D4E-F158-C8F3-43976CD1F38B}"/>
              </a:ext>
              <a:ext uri="{C183D7F6-B498-43B3-948B-1728B52AA6E4}">
                <adec:decorative xmlns:adec="http://schemas.microsoft.com/office/drawing/2017/decorative" val="1"/>
              </a:ext>
            </a:extLst>
          </p:cNvPr>
          <p:cNvPicPr>
            <a:picLocks noChangeAspect="1"/>
          </p:cNvPicPr>
          <p:nvPr/>
        </p:nvPicPr>
        <p:blipFill>
          <a:blip r:embed="rId3">
            <a:alphaModFix amt="70000"/>
          </a:blip>
          <a:stretch>
            <a:fillRect/>
          </a:stretch>
        </p:blipFill>
        <p:spPr>
          <a:xfrm>
            <a:off x="0" y="0"/>
            <a:ext cx="12192000" cy="6858000"/>
          </a:xfrm>
          <a:prstGeom prst="rect">
            <a:avLst/>
          </a:prstGeom>
        </p:spPr>
      </p:pic>
      <p:grpSp>
        <p:nvGrpSpPr>
          <p:cNvPr id="80" name="Group 79">
            <a:extLst>
              <a:ext uri="{FF2B5EF4-FFF2-40B4-BE49-F238E27FC236}">
                <a16:creationId xmlns:a16="http://schemas.microsoft.com/office/drawing/2014/main" id="{07A81672-F365-39C7-EB45-12B01AB78182}"/>
              </a:ext>
              <a:ext uri="{C183D7F6-B498-43B3-948B-1728B52AA6E4}">
                <adec:decorative xmlns:adec="http://schemas.microsoft.com/office/drawing/2017/decorative" val="1"/>
              </a:ext>
            </a:extLst>
          </p:cNvPr>
          <p:cNvGrpSpPr/>
          <p:nvPr/>
        </p:nvGrpSpPr>
        <p:grpSpPr>
          <a:xfrm>
            <a:off x="582614" y="1436688"/>
            <a:ext cx="11026774" cy="4832350"/>
            <a:chOff x="582614" y="1436688"/>
            <a:chExt cx="11026774" cy="4832350"/>
          </a:xfrm>
        </p:grpSpPr>
        <p:sp>
          <p:nvSpPr>
            <p:cNvPr id="3" name="Rectangle: Rounded Corners 2">
              <a:extLst>
                <a:ext uri="{FF2B5EF4-FFF2-40B4-BE49-F238E27FC236}">
                  <a16:creationId xmlns:a16="http://schemas.microsoft.com/office/drawing/2014/main" id="{025DB335-0B92-3C8A-50C1-74024B3A5D3C}"/>
                </a:ext>
                <a:ext uri="{C183D7F6-B498-43B3-948B-1728B52AA6E4}">
                  <adec:decorative xmlns:adec="http://schemas.microsoft.com/office/drawing/2017/decorative" val="1"/>
                </a:ext>
              </a:extLst>
            </p:cNvPr>
            <p:cNvSpPr/>
            <p:nvPr/>
          </p:nvSpPr>
          <p:spPr bwMode="auto">
            <a:xfrm>
              <a:off x="582614" y="1436688"/>
              <a:ext cx="2121335" cy="2369024"/>
            </a:xfrm>
            <a:prstGeom prst="roundRect">
              <a:avLst>
                <a:gd name="adj" fmla="val 3473"/>
              </a:avLst>
            </a:prstGeom>
            <a:gradFill flip="none" rotWithShape="1">
              <a:gsLst>
                <a:gs pos="0">
                  <a:schemeClr val="bg1"/>
                </a:gs>
                <a:gs pos="100000">
                  <a:schemeClr val="bg1">
                    <a:alpha val="0"/>
                  </a:schemeClr>
                </a:gs>
              </a:gsLst>
              <a:lin ang="54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Display"/>
                <a:ea typeface="+mn-ea"/>
                <a:cs typeface="Segoe UI" pitchFamily="34" charset="0"/>
              </a:endParaRPr>
            </a:p>
          </p:txBody>
        </p:sp>
        <p:sp>
          <p:nvSpPr>
            <p:cNvPr id="5" name="Rectangle: Rounded Corners 4">
              <a:extLst>
                <a:ext uri="{FF2B5EF4-FFF2-40B4-BE49-F238E27FC236}">
                  <a16:creationId xmlns:a16="http://schemas.microsoft.com/office/drawing/2014/main" id="{2BD7618A-7C96-EB38-86C9-673E190C4132}"/>
                </a:ext>
                <a:ext uri="{C183D7F6-B498-43B3-948B-1728B52AA6E4}">
                  <adec:decorative xmlns:adec="http://schemas.microsoft.com/office/drawing/2017/decorative" val="1"/>
                </a:ext>
              </a:extLst>
            </p:cNvPr>
            <p:cNvSpPr/>
            <p:nvPr/>
          </p:nvSpPr>
          <p:spPr bwMode="auto">
            <a:xfrm>
              <a:off x="9488053" y="1436688"/>
              <a:ext cx="2121335" cy="2369024"/>
            </a:xfrm>
            <a:prstGeom prst="roundRect">
              <a:avLst>
                <a:gd name="adj" fmla="val 3473"/>
              </a:avLst>
            </a:prstGeom>
            <a:gradFill flip="none" rotWithShape="1">
              <a:gsLst>
                <a:gs pos="0">
                  <a:schemeClr val="bg1"/>
                </a:gs>
                <a:gs pos="100000">
                  <a:schemeClr val="bg1">
                    <a:alpha val="0"/>
                  </a:schemeClr>
                </a:gs>
              </a:gsLst>
              <a:lin ang="54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Display"/>
                <a:ea typeface="+mn-ea"/>
                <a:cs typeface="Segoe UI" pitchFamily="34" charset="0"/>
              </a:endParaRPr>
            </a:p>
          </p:txBody>
        </p:sp>
        <p:sp>
          <p:nvSpPr>
            <p:cNvPr id="6" name="Rectangle: Rounded Corners 5">
              <a:extLst>
                <a:ext uri="{FF2B5EF4-FFF2-40B4-BE49-F238E27FC236}">
                  <a16:creationId xmlns:a16="http://schemas.microsoft.com/office/drawing/2014/main" id="{7B8FC48F-E8FB-021A-1D7E-373C173A9B5C}"/>
                </a:ext>
                <a:ext uri="{C183D7F6-B498-43B3-948B-1728B52AA6E4}">
                  <adec:decorative xmlns:adec="http://schemas.microsoft.com/office/drawing/2017/decorative" val="1"/>
                </a:ext>
              </a:extLst>
            </p:cNvPr>
            <p:cNvSpPr/>
            <p:nvPr/>
          </p:nvSpPr>
          <p:spPr bwMode="auto">
            <a:xfrm>
              <a:off x="5035332" y="1436688"/>
              <a:ext cx="2121335" cy="2369024"/>
            </a:xfrm>
            <a:prstGeom prst="roundRect">
              <a:avLst>
                <a:gd name="adj" fmla="val 3473"/>
              </a:avLst>
            </a:prstGeom>
            <a:gradFill flip="none" rotWithShape="1">
              <a:gsLst>
                <a:gs pos="0">
                  <a:schemeClr val="bg1"/>
                </a:gs>
                <a:gs pos="100000">
                  <a:schemeClr val="bg1">
                    <a:alpha val="0"/>
                  </a:schemeClr>
                </a:gs>
              </a:gsLst>
              <a:lin ang="54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Display"/>
                <a:ea typeface="+mn-ea"/>
                <a:cs typeface="Segoe UI" pitchFamily="34" charset="0"/>
              </a:endParaRPr>
            </a:p>
          </p:txBody>
        </p:sp>
        <p:sp>
          <p:nvSpPr>
            <p:cNvPr id="7" name="Rectangle: Rounded Corners 6">
              <a:extLst>
                <a:ext uri="{FF2B5EF4-FFF2-40B4-BE49-F238E27FC236}">
                  <a16:creationId xmlns:a16="http://schemas.microsoft.com/office/drawing/2014/main" id="{35DB559D-9A18-2AE2-54DE-DDB510BD531A}"/>
                </a:ext>
                <a:ext uri="{C183D7F6-B498-43B3-948B-1728B52AA6E4}">
                  <adec:decorative xmlns:adec="http://schemas.microsoft.com/office/drawing/2017/decorative" val="1"/>
                </a:ext>
              </a:extLst>
            </p:cNvPr>
            <p:cNvSpPr/>
            <p:nvPr/>
          </p:nvSpPr>
          <p:spPr bwMode="auto">
            <a:xfrm>
              <a:off x="6148511" y="3900014"/>
              <a:ext cx="2121335" cy="2369024"/>
            </a:xfrm>
            <a:prstGeom prst="roundRect">
              <a:avLst>
                <a:gd name="adj" fmla="val 3473"/>
              </a:avLst>
            </a:prstGeom>
            <a:gradFill flip="none" rotWithShape="1">
              <a:gsLst>
                <a:gs pos="0">
                  <a:schemeClr val="bg1"/>
                </a:gs>
                <a:gs pos="100000">
                  <a:schemeClr val="bg1">
                    <a:alpha val="0"/>
                  </a:schemeClr>
                </a:gs>
              </a:gsLst>
              <a:lin ang="54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Display"/>
                <a:ea typeface="+mn-ea"/>
                <a:cs typeface="Segoe UI" pitchFamily="34" charset="0"/>
              </a:endParaRPr>
            </a:p>
          </p:txBody>
        </p:sp>
        <p:sp>
          <p:nvSpPr>
            <p:cNvPr id="8" name="Rectangle: Rounded Corners 7">
              <a:extLst>
                <a:ext uri="{FF2B5EF4-FFF2-40B4-BE49-F238E27FC236}">
                  <a16:creationId xmlns:a16="http://schemas.microsoft.com/office/drawing/2014/main" id="{D9FEF1B9-D666-B7E1-F121-9A42D29DFFEF}"/>
                </a:ext>
                <a:ext uri="{C183D7F6-B498-43B3-948B-1728B52AA6E4}">
                  <adec:decorative xmlns:adec="http://schemas.microsoft.com/office/drawing/2017/decorative" val="1"/>
                </a:ext>
              </a:extLst>
            </p:cNvPr>
            <p:cNvSpPr/>
            <p:nvPr/>
          </p:nvSpPr>
          <p:spPr bwMode="auto">
            <a:xfrm>
              <a:off x="1695793" y="3900014"/>
              <a:ext cx="2121335" cy="2369024"/>
            </a:xfrm>
            <a:prstGeom prst="roundRect">
              <a:avLst>
                <a:gd name="adj" fmla="val 3473"/>
              </a:avLst>
            </a:prstGeom>
            <a:gradFill flip="none" rotWithShape="1">
              <a:gsLst>
                <a:gs pos="0">
                  <a:schemeClr val="bg1"/>
                </a:gs>
                <a:gs pos="100000">
                  <a:schemeClr val="bg1">
                    <a:alpha val="0"/>
                  </a:schemeClr>
                </a:gs>
              </a:gsLst>
              <a:lin ang="54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Display"/>
                <a:ea typeface="+mn-ea"/>
                <a:cs typeface="Segoe UI" pitchFamily="34" charset="0"/>
              </a:endParaRPr>
            </a:p>
          </p:txBody>
        </p:sp>
        <p:sp>
          <p:nvSpPr>
            <p:cNvPr id="13" name="Rectangle: Rounded Corners 12">
              <a:extLst>
                <a:ext uri="{FF2B5EF4-FFF2-40B4-BE49-F238E27FC236}">
                  <a16:creationId xmlns:a16="http://schemas.microsoft.com/office/drawing/2014/main" id="{233ADB54-23E9-5427-5C6F-81A9E1211D5B}"/>
                </a:ext>
                <a:ext uri="{C183D7F6-B498-43B3-948B-1728B52AA6E4}">
                  <adec:decorative xmlns:adec="http://schemas.microsoft.com/office/drawing/2017/decorative" val="1"/>
                </a:ext>
              </a:extLst>
            </p:cNvPr>
            <p:cNvSpPr/>
            <p:nvPr/>
          </p:nvSpPr>
          <p:spPr bwMode="auto">
            <a:xfrm>
              <a:off x="2808973" y="1436688"/>
              <a:ext cx="2121335" cy="2369024"/>
            </a:xfrm>
            <a:prstGeom prst="roundRect">
              <a:avLst>
                <a:gd name="adj" fmla="val 3473"/>
              </a:avLst>
            </a:prstGeom>
            <a:gradFill flip="none" rotWithShape="1">
              <a:gsLst>
                <a:gs pos="0">
                  <a:schemeClr val="bg1"/>
                </a:gs>
                <a:gs pos="100000">
                  <a:schemeClr val="bg1">
                    <a:alpha val="0"/>
                  </a:schemeClr>
                </a:gs>
              </a:gsLst>
              <a:lin ang="54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Display"/>
                <a:ea typeface="+mn-ea"/>
                <a:cs typeface="Segoe UI" pitchFamily="34" charset="0"/>
              </a:endParaRPr>
            </a:p>
          </p:txBody>
        </p:sp>
        <p:sp>
          <p:nvSpPr>
            <p:cNvPr id="14" name="Rectangle: Rounded Corners 13">
              <a:extLst>
                <a:ext uri="{FF2B5EF4-FFF2-40B4-BE49-F238E27FC236}">
                  <a16:creationId xmlns:a16="http://schemas.microsoft.com/office/drawing/2014/main" id="{4754F3B6-0E5C-5AB2-8E24-B9032DFE86A8}"/>
                </a:ext>
                <a:ext uri="{C183D7F6-B498-43B3-948B-1728B52AA6E4}">
                  <adec:decorative xmlns:adec="http://schemas.microsoft.com/office/drawing/2017/decorative" val="1"/>
                </a:ext>
              </a:extLst>
            </p:cNvPr>
            <p:cNvSpPr/>
            <p:nvPr/>
          </p:nvSpPr>
          <p:spPr bwMode="auto">
            <a:xfrm>
              <a:off x="7261692" y="1436688"/>
              <a:ext cx="2121335" cy="2369024"/>
            </a:xfrm>
            <a:prstGeom prst="roundRect">
              <a:avLst>
                <a:gd name="adj" fmla="val 3473"/>
              </a:avLst>
            </a:prstGeom>
            <a:gradFill flip="none" rotWithShape="1">
              <a:gsLst>
                <a:gs pos="0">
                  <a:schemeClr val="bg1"/>
                </a:gs>
                <a:gs pos="100000">
                  <a:schemeClr val="bg1">
                    <a:alpha val="0"/>
                  </a:schemeClr>
                </a:gs>
              </a:gsLst>
              <a:lin ang="54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Display"/>
                <a:ea typeface="+mn-ea"/>
                <a:cs typeface="Segoe UI" pitchFamily="34" charset="0"/>
              </a:endParaRPr>
            </a:p>
          </p:txBody>
        </p:sp>
        <p:sp>
          <p:nvSpPr>
            <p:cNvPr id="15" name="Rectangle: Rounded Corners 14">
              <a:extLst>
                <a:ext uri="{FF2B5EF4-FFF2-40B4-BE49-F238E27FC236}">
                  <a16:creationId xmlns:a16="http://schemas.microsoft.com/office/drawing/2014/main" id="{A28E4E7F-67D5-09B5-9703-B189E18363E4}"/>
                </a:ext>
                <a:ext uri="{C183D7F6-B498-43B3-948B-1728B52AA6E4}">
                  <adec:decorative xmlns:adec="http://schemas.microsoft.com/office/drawing/2017/decorative" val="1"/>
                </a:ext>
              </a:extLst>
            </p:cNvPr>
            <p:cNvSpPr/>
            <p:nvPr/>
          </p:nvSpPr>
          <p:spPr bwMode="auto">
            <a:xfrm>
              <a:off x="8374871" y="3900014"/>
              <a:ext cx="2121335" cy="2369024"/>
            </a:xfrm>
            <a:prstGeom prst="roundRect">
              <a:avLst>
                <a:gd name="adj" fmla="val 3473"/>
              </a:avLst>
            </a:prstGeom>
            <a:gradFill flip="none" rotWithShape="1">
              <a:gsLst>
                <a:gs pos="0">
                  <a:schemeClr val="bg1"/>
                </a:gs>
                <a:gs pos="100000">
                  <a:schemeClr val="bg1">
                    <a:alpha val="0"/>
                  </a:schemeClr>
                </a:gs>
              </a:gsLst>
              <a:lin ang="54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Display"/>
                <a:ea typeface="+mn-ea"/>
                <a:cs typeface="Segoe UI" pitchFamily="34" charset="0"/>
              </a:endParaRPr>
            </a:p>
          </p:txBody>
        </p:sp>
        <p:sp>
          <p:nvSpPr>
            <p:cNvPr id="16" name="Rectangle: Rounded Corners 15">
              <a:extLst>
                <a:ext uri="{FF2B5EF4-FFF2-40B4-BE49-F238E27FC236}">
                  <a16:creationId xmlns:a16="http://schemas.microsoft.com/office/drawing/2014/main" id="{6FB358EB-EE89-0164-4712-822D3E2EF080}"/>
                </a:ext>
                <a:ext uri="{C183D7F6-B498-43B3-948B-1728B52AA6E4}">
                  <adec:decorative xmlns:adec="http://schemas.microsoft.com/office/drawing/2017/decorative" val="1"/>
                </a:ext>
              </a:extLst>
            </p:cNvPr>
            <p:cNvSpPr/>
            <p:nvPr/>
          </p:nvSpPr>
          <p:spPr bwMode="auto">
            <a:xfrm>
              <a:off x="3922152" y="3900014"/>
              <a:ext cx="2121335" cy="2369024"/>
            </a:xfrm>
            <a:prstGeom prst="roundRect">
              <a:avLst>
                <a:gd name="adj" fmla="val 3473"/>
              </a:avLst>
            </a:prstGeom>
            <a:gradFill flip="none" rotWithShape="1">
              <a:gsLst>
                <a:gs pos="0">
                  <a:schemeClr val="bg1"/>
                </a:gs>
                <a:gs pos="100000">
                  <a:schemeClr val="bg1">
                    <a:alpha val="0"/>
                  </a:schemeClr>
                </a:gs>
              </a:gsLst>
              <a:lin ang="54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Display"/>
                <a:ea typeface="+mn-ea"/>
                <a:cs typeface="Segoe UI" pitchFamily="34" charset="0"/>
              </a:endParaRPr>
            </a:p>
          </p:txBody>
        </p:sp>
      </p:grpSp>
      <p:sp>
        <p:nvSpPr>
          <p:cNvPr id="2" name="Title 1">
            <a:extLst>
              <a:ext uri="{FF2B5EF4-FFF2-40B4-BE49-F238E27FC236}">
                <a16:creationId xmlns:a16="http://schemas.microsoft.com/office/drawing/2014/main" id="{234FB6FA-FF41-D88E-DED9-59C1A2E92846}"/>
              </a:ext>
            </a:extLst>
          </p:cNvPr>
          <p:cNvSpPr>
            <a:spLocks noGrp="1"/>
          </p:cNvSpPr>
          <p:nvPr>
            <p:ph type="title"/>
          </p:nvPr>
        </p:nvSpPr>
        <p:spPr>
          <a:xfrm>
            <a:off x="588263" y="457200"/>
            <a:ext cx="11018520" cy="553998"/>
          </a:xfrm>
        </p:spPr>
        <p:txBody>
          <a:bodyPr/>
          <a:lstStyle/>
          <a:p>
            <a:pPr algn="ctr"/>
            <a:r>
              <a:rPr lang="en-US"/>
              <a:t>Agent use cases across Microsoft</a:t>
            </a:r>
          </a:p>
        </p:txBody>
      </p:sp>
      <p:sp>
        <p:nvSpPr>
          <p:cNvPr id="20" name="TextBox 19">
            <a:extLst>
              <a:ext uri="{FF2B5EF4-FFF2-40B4-BE49-F238E27FC236}">
                <a16:creationId xmlns:a16="http://schemas.microsoft.com/office/drawing/2014/main" id="{0E6563E9-F7BC-3356-F0E9-71F8A30E3014}"/>
              </a:ext>
            </a:extLst>
          </p:cNvPr>
          <p:cNvSpPr txBox="1"/>
          <p:nvPr/>
        </p:nvSpPr>
        <p:spPr>
          <a:xfrm>
            <a:off x="653537" y="1511040"/>
            <a:ext cx="1979484" cy="372609"/>
          </a:xfrm>
          <a:prstGeom prst="roundRect">
            <a:avLst>
              <a:gd name="adj" fmla="val 50000"/>
            </a:avLst>
          </a:prstGeom>
          <a:solidFill>
            <a:srgbClr val="D9D9D6"/>
          </a:soli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84048" tIns="0" rIns="91440" bIns="0" numCol="1" spcCol="0" rtlCol="0" fromWordArt="0" anchor="ctr" anchorCtr="0" forceAA="0" compatLnSpc="1">
            <a:prstTxWarp prst="textNoShape">
              <a:avLst/>
            </a:prstTxWarp>
            <a:noAutofit/>
          </a:bodyPr>
          <a:lstStyle>
            <a:defPPr>
              <a:defRPr lang="en-US"/>
            </a:defPPr>
            <a:lvl1pPr defTabSz="932472" fontAlgn="base">
              <a:spcBef>
                <a:spcPct val="0"/>
              </a:spcBef>
              <a:spcAft>
                <a:spcPct val="0"/>
              </a:spcAft>
              <a:defRPr sz="2000">
                <a:solidFill>
                  <a:schemeClr val="bg1"/>
                </a:solidFill>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30" normalizeH="0" baseline="0" noProof="0">
                <a:ln>
                  <a:noFill/>
                </a:ln>
                <a:solidFill>
                  <a:srgbClr val="091F2C"/>
                </a:solidFill>
                <a:effectLst/>
                <a:uLnTx/>
                <a:uFillTx/>
                <a:latin typeface="Segoe UI Semibold"/>
                <a:ea typeface="+mn-ea"/>
                <a:cs typeface="Segoe UI" pitchFamily="34" charset="0"/>
              </a:rPr>
              <a:t>Customer Service</a:t>
            </a:r>
          </a:p>
        </p:txBody>
      </p:sp>
      <p:sp>
        <p:nvSpPr>
          <p:cNvPr id="21" name="TextBox 20">
            <a:extLst>
              <a:ext uri="{FF2B5EF4-FFF2-40B4-BE49-F238E27FC236}">
                <a16:creationId xmlns:a16="http://schemas.microsoft.com/office/drawing/2014/main" id="{0C54F043-13D1-0833-324F-FB705EBFA2BF}"/>
              </a:ext>
            </a:extLst>
          </p:cNvPr>
          <p:cNvSpPr txBox="1"/>
          <p:nvPr/>
        </p:nvSpPr>
        <p:spPr>
          <a:xfrm>
            <a:off x="582613" y="2048602"/>
            <a:ext cx="2121336" cy="835032"/>
          </a:xfrm>
          <a:prstGeom prst="rect">
            <a:avLst/>
          </a:prstGeom>
          <a:noFill/>
        </p:spPr>
        <p:txBody>
          <a:bodyPr wrap="square" lIns="137160" tIns="0" rIns="91440" bIns="0" rtlCol="0">
            <a:noAutofit/>
          </a:bodyPr>
          <a:lstStyle/>
          <a:p>
            <a:pPr marL="137160" marR="0" lvl="0" indent="-137160"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91F2C"/>
                </a:solidFill>
                <a:effectLst/>
                <a:uLnTx/>
                <a:uFillTx/>
                <a:latin typeface="Segoe Sans Display Semibold"/>
                <a:ea typeface="+mn-ea"/>
              </a:rPr>
              <a:t>Case management </a:t>
            </a:r>
          </a:p>
          <a:p>
            <a:pPr marL="137160" marR="0" lvl="0" indent="-137160"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91F2C"/>
                </a:solidFill>
                <a:effectLst/>
                <a:uLnTx/>
                <a:uFillTx/>
                <a:latin typeface="Segoe Sans Display Semibold"/>
                <a:ea typeface="+mn-ea"/>
              </a:rPr>
              <a:t>Knowledge management </a:t>
            </a:r>
          </a:p>
          <a:p>
            <a:pPr marL="137160" marR="0" lvl="0" indent="-137160"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91F2C"/>
                </a:solidFill>
                <a:effectLst/>
                <a:uLnTx/>
                <a:uFillTx/>
                <a:latin typeface="Segoe Sans Display Semibold"/>
                <a:ea typeface="+mn-ea"/>
              </a:rPr>
              <a:t>Customer intent </a:t>
            </a:r>
            <a:endParaRPr kumimoji="0" lang="en-US" sz="1050" b="0" i="0" u="none" strike="sngStrike" kern="1200" cap="none" spc="0" normalizeH="0" baseline="0" noProof="0">
              <a:ln>
                <a:noFill/>
              </a:ln>
              <a:solidFill>
                <a:srgbClr val="091F2C"/>
              </a:solidFill>
              <a:effectLst/>
              <a:uLnTx/>
              <a:uFillTx/>
              <a:latin typeface="Segoe Sans Display Semibold"/>
              <a:ea typeface="+mn-ea"/>
              <a:cs typeface="Segoe Sans Display" pitchFamily="2" charset="0"/>
            </a:endParaRPr>
          </a:p>
        </p:txBody>
      </p:sp>
      <p:sp>
        <p:nvSpPr>
          <p:cNvPr id="31" name="TextBox 30">
            <a:extLst>
              <a:ext uri="{FF2B5EF4-FFF2-40B4-BE49-F238E27FC236}">
                <a16:creationId xmlns:a16="http://schemas.microsoft.com/office/drawing/2014/main" id="{3C3C13D2-29C6-7351-890F-FF25DB264807}"/>
              </a:ext>
            </a:extLst>
          </p:cNvPr>
          <p:cNvSpPr txBox="1"/>
          <p:nvPr/>
        </p:nvSpPr>
        <p:spPr>
          <a:xfrm>
            <a:off x="2879899" y="1511040"/>
            <a:ext cx="1979484" cy="372609"/>
          </a:xfrm>
          <a:prstGeom prst="roundRect">
            <a:avLst>
              <a:gd name="adj" fmla="val 50000"/>
            </a:avLst>
          </a:prstGeom>
          <a:solidFill>
            <a:srgbClr val="D9D9D6"/>
          </a:soli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84048" tIns="0" rIns="91440" bIns="0" numCol="1" spcCol="0" rtlCol="0" fromWordArt="0" anchor="ctr" anchorCtr="0" forceAA="0" compatLnSpc="1">
            <a:prstTxWarp prst="textNoShape">
              <a:avLst/>
            </a:prstTxWarp>
            <a:noAutofit/>
          </a:bodyPr>
          <a:lstStyle>
            <a:defPPr>
              <a:defRPr lang="en-US"/>
            </a:defPPr>
            <a:lvl1pPr defTabSz="914400" fontAlgn="auto">
              <a:spcBef>
                <a:spcPts val="0"/>
              </a:spcBef>
              <a:spcAft>
                <a:spcPts val="0"/>
              </a:spcAft>
              <a:defRPr sz="1400" spc="-30">
                <a:solidFill>
                  <a:schemeClr val="tx1"/>
                </a:solidFill>
                <a:latin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30" normalizeH="0" baseline="0" noProof="0">
                <a:ln>
                  <a:noFill/>
                </a:ln>
                <a:solidFill>
                  <a:srgbClr val="091F2C"/>
                </a:solidFill>
                <a:effectLst/>
                <a:uLnTx/>
                <a:uFillTx/>
                <a:latin typeface="Segoe UI Semibold"/>
                <a:ea typeface="+mn-ea"/>
                <a:cs typeface="+mn-cs"/>
              </a:rPr>
              <a:t>Finance</a:t>
            </a:r>
          </a:p>
        </p:txBody>
      </p:sp>
      <p:sp>
        <p:nvSpPr>
          <p:cNvPr id="44" name="TextBox 43">
            <a:extLst>
              <a:ext uri="{FF2B5EF4-FFF2-40B4-BE49-F238E27FC236}">
                <a16:creationId xmlns:a16="http://schemas.microsoft.com/office/drawing/2014/main" id="{9DD3EDD1-91A1-993F-D398-566A53FB4879}"/>
              </a:ext>
            </a:extLst>
          </p:cNvPr>
          <p:cNvSpPr txBox="1"/>
          <p:nvPr/>
        </p:nvSpPr>
        <p:spPr>
          <a:xfrm>
            <a:off x="2808972" y="2048600"/>
            <a:ext cx="2121335" cy="835032"/>
          </a:xfrm>
          <a:prstGeom prst="rect">
            <a:avLst/>
          </a:prstGeom>
          <a:noFill/>
        </p:spPr>
        <p:txBody>
          <a:bodyPr wrap="square" lIns="137160" tIns="0" rIns="91440" bIns="0" rtlCol="0">
            <a:noAutofit/>
          </a:bodyPr>
          <a:lstStyle/>
          <a:p>
            <a:pPr marL="137160" marR="0" lvl="0" indent="-137160"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91F2C"/>
                </a:solidFill>
                <a:effectLst/>
                <a:uLnTx/>
                <a:uFillTx/>
                <a:latin typeface="Segoe Sans Display Semibold"/>
                <a:ea typeface="+mn-ea"/>
                <a:cs typeface="+mn-cs"/>
              </a:rPr>
              <a:t>Financial insights </a:t>
            </a:r>
          </a:p>
          <a:p>
            <a:pPr marL="137160" marR="0" lvl="0" indent="-137160"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91F2C"/>
                </a:solidFill>
                <a:effectLst/>
                <a:uLnTx/>
                <a:uFillTx/>
                <a:latin typeface="Segoe Sans Display Semibold"/>
                <a:ea typeface="+mn-ea"/>
                <a:cs typeface="+mn-cs"/>
              </a:rPr>
              <a:t>Earnings analysis </a:t>
            </a:r>
          </a:p>
          <a:p>
            <a:pPr marL="137160" marR="0" lvl="0" indent="-137160"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91F2C"/>
                </a:solidFill>
                <a:effectLst/>
                <a:uLnTx/>
                <a:uFillTx/>
                <a:latin typeface="Segoe Sans Display Semibold"/>
                <a:ea typeface="+mn-ea"/>
                <a:cs typeface="+mn-cs"/>
              </a:rPr>
              <a:t>Policy answers and guidance</a:t>
            </a:r>
          </a:p>
          <a:p>
            <a:pPr marL="137160" marR="0" lvl="0" indent="-137160"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91F2C"/>
                </a:solidFill>
                <a:effectLst/>
                <a:uLnTx/>
                <a:uFillTx/>
                <a:latin typeface="Segoe Sans Display Semibold"/>
                <a:ea typeface="+mn-ea"/>
                <a:cs typeface="+mn-cs"/>
              </a:rPr>
              <a:t>Deal document </a:t>
            </a:r>
            <a:r>
              <a:rPr lang="en-US" sz="1050">
                <a:solidFill>
                  <a:srgbClr val="091F2C"/>
                </a:solidFill>
                <a:latin typeface="Segoe Sans Display Semibold"/>
              </a:rPr>
              <a:t>i</a:t>
            </a:r>
            <a:r>
              <a:rPr kumimoji="0" lang="en-US" sz="1050" b="0" i="0" u="none" strike="noStrike" kern="1200" cap="none" spc="0" normalizeH="0" baseline="0" noProof="0" err="1">
                <a:ln>
                  <a:noFill/>
                </a:ln>
                <a:solidFill>
                  <a:srgbClr val="091F2C"/>
                </a:solidFill>
                <a:effectLst/>
                <a:uLnTx/>
                <a:uFillTx/>
                <a:latin typeface="Segoe Sans Display Semibold"/>
                <a:ea typeface="+mn-ea"/>
                <a:cs typeface="+mn-cs"/>
              </a:rPr>
              <a:t>nspection</a:t>
            </a:r>
            <a:r>
              <a:rPr kumimoji="0" lang="en-US" sz="1050" b="0" i="0" u="none" strike="noStrike" kern="1200" cap="none" spc="0" normalizeH="0" baseline="0" noProof="0">
                <a:ln>
                  <a:noFill/>
                </a:ln>
                <a:solidFill>
                  <a:srgbClr val="091F2C"/>
                </a:solidFill>
                <a:effectLst/>
                <a:uLnTx/>
                <a:uFillTx/>
                <a:latin typeface="Segoe Sans Display Semibold"/>
                <a:ea typeface="+mn-ea"/>
                <a:cs typeface="+mn-cs"/>
              </a:rPr>
              <a:t> </a:t>
            </a:r>
          </a:p>
        </p:txBody>
      </p:sp>
      <p:sp>
        <p:nvSpPr>
          <p:cNvPr id="25" name="TextBox 24">
            <a:extLst>
              <a:ext uri="{FF2B5EF4-FFF2-40B4-BE49-F238E27FC236}">
                <a16:creationId xmlns:a16="http://schemas.microsoft.com/office/drawing/2014/main" id="{6EC2867F-B784-496E-D922-937C8580A287}"/>
              </a:ext>
            </a:extLst>
          </p:cNvPr>
          <p:cNvSpPr txBox="1"/>
          <p:nvPr/>
        </p:nvSpPr>
        <p:spPr>
          <a:xfrm>
            <a:off x="5106256" y="1511040"/>
            <a:ext cx="1979484" cy="372609"/>
          </a:xfrm>
          <a:prstGeom prst="roundRect">
            <a:avLst>
              <a:gd name="adj" fmla="val 50000"/>
            </a:avLst>
          </a:prstGeom>
          <a:solidFill>
            <a:srgbClr val="D9D9D6"/>
          </a:soli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84048" tIns="0" rIns="91440" bIns="0" numCol="1" spcCol="0" rtlCol="0" fromWordArt="0" anchor="ctr" anchorCtr="0" forceAA="0" compatLnSpc="1">
            <a:prstTxWarp prst="textNoShape">
              <a:avLst/>
            </a:prstTxWarp>
            <a:noAutofit/>
          </a:bodyPr>
          <a:lstStyle>
            <a:defPPr>
              <a:defRPr lang="en-US"/>
            </a:defPPr>
            <a:lvl1pPr defTabSz="914400" fontAlgn="auto">
              <a:spcBef>
                <a:spcPts val="0"/>
              </a:spcBef>
              <a:spcAft>
                <a:spcPts val="0"/>
              </a:spcAft>
              <a:defRPr sz="1400" spc="-30">
                <a:solidFill>
                  <a:schemeClr val="tx1"/>
                </a:solidFill>
                <a:latin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30" normalizeH="0" baseline="0" noProof="0">
                <a:ln>
                  <a:noFill/>
                </a:ln>
                <a:solidFill>
                  <a:srgbClr val="091F2C"/>
                </a:solidFill>
                <a:effectLst/>
                <a:uLnTx/>
                <a:uFillTx/>
                <a:latin typeface="Segoe UI Semibold"/>
                <a:ea typeface="+mn-ea"/>
                <a:cs typeface="+mn-cs"/>
              </a:rPr>
              <a:t>HR</a:t>
            </a:r>
          </a:p>
        </p:txBody>
      </p:sp>
      <p:sp>
        <p:nvSpPr>
          <p:cNvPr id="41" name="TextBox 40">
            <a:extLst>
              <a:ext uri="{FF2B5EF4-FFF2-40B4-BE49-F238E27FC236}">
                <a16:creationId xmlns:a16="http://schemas.microsoft.com/office/drawing/2014/main" id="{A4DAA67E-011F-455E-FEB3-A325E58D8467}"/>
              </a:ext>
            </a:extLst>
          </p:cNvPr>
          <p:cNvSpPr txBox="1"/>
          <p:nvPr/>
        </p:nvSpPr>
        <p:spPr>
          <a:xfrm>
            <a:off x="5035332" y="2069338"/>
            <a:ext cx="2121335" cy="759865"/>
          </a:xfrm>
          <a:prstGeom prst="rect">
            <a:avLst/>
          </a:prstGeom>
          <a:noFill/>
        </p:spPr>
        <p:txBody>
          <a:bodyPr wrap="square" lIns="137160" tIns="0" rIns="91440" bIns="0" rtlCol="0">
            <a:noAutofit/>
          </a:bodyPr>
          <a:lstStyle/>
          <a:p>
            <a:pPr marL="137160" marR="0" lvl="0" indent="-137160"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91F2C"/>
                </a:solidFill>
                <a:effectLst/>
                <a:uLnTx/>
                <a:uFillTx/>
                <a:latin typeface="Segoe Sans Display Semibold"/>
                <a:ea typeface="+mn-ea"/>
                <a:cs typeface="+mn-cs"/>
              </a:rPr>
              <a:t>Employee Self-Service </a:t>
            </a:r>
          </a:p>
          <a:p>
            <a:pPr marL="137160" marR="0" lvl="0" indent="-137160"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91F2C"/>
                </a:solidFill>
                <a:effectLst/>
                <a:uLnTx/>
                <a:uFillTx/>
                <a:latin typeface="Segoe Sans Display Semibold"/>
                <a:ea typeface="+mn-ea"/>
                <a:cs typeface="+mn-cs"/>
              </a:rPr>
              <a:t>HR Professional Support </a:t>
            </a:r>
          </a:p>
          <a:p>
            <a:pPr marL="137160" marR="0" lvl="0" indent="-137160"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91F2C"/>
                </a:solidFill>
                <a:effectLst/>
                <a:uLnTx/>
                <a:uFillTx/>
                <a:latin typeface="Segoe Sans Display Semibold"/>
                <a:ea typeface="+mn-ea"/>
                <a:cs typeface="+mn-cs"/>
              </a:rPr>
              <a:t>Hiring &amp; Onboarding</a:t>
            </a:r>
          </a:p>
          <a:p>
            <a:pPr marL="137160" marR="0" lvl="0" indent="-137160"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91F2C"/>
                </a:solidFill>
                <a:effectLst/>
                <a:uLnTx/>
                <a:uFillTx/>
                <a:latin typeface="Segoe Sans Display Semibold"/>
                <a:ea typeface="+mn-ea"/>
                <a:cs typeface="+mn-cs"/>
              </a:rPr>
              <a:t>Policy &amp; Content Management  </a:t>
            </a:r>
          </a:p>
          <a:p>
            <a:pPr marL="137160" marR="0" lvl="0" indent="-137160"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rgbClr val="091F2C"/>
              </a:solidFill>
              <a:effectLst/>
              <a:uLnTx/>
              <a:uFillTx/>
              <a:latin typeface="Segoe Sans Display Semibold"/>
              <a:ea typeface="+mn-ea"/>
              <a:cs typeface="+mn-cs"/>
            </a:endParaRPr>
          </a:p>
        </p:txBody>
      </p:sp>
      <p:sp>
        <p:nvSpPr>
          <p:cNvPr id="32" name="TextBox 31">
            <a:extLst>
              <a:ext uri="{FF2B5EF4-FFF2-40B4-BE49-F238E27FC236}">
                <a16:creationId xmlns:a16="http://schemas.microsoft.com/office/drawing/2014/main" id="{D31EB71D-D7B5-DBAB-441A-3A0DA44D6A70}"/>
              </a:ext>
            </a:extLst>
          </p:cNvPr>
          <p:cNvSpPr txBox="1"/>
          <p:nvPr/>
        </p:nvSpPr>
        <p:spPr>
          <a:xfrm>
            <a:off x="7332616" y="1511040"/>
            <a:ext cx="1979484" cy="372609"/>
          </a:xfrm>
          <a:prstGeom prst="roundRect">
            <a:avLst>
              <a:gd name="adj" fmla="val 50000"/>
            </a:avLst>
          </a:prstGeom>
          <a:solidFill>
            <a:srgbClr val="D9D9D6"/>
          </a:soli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84048" tIns="0" rIns="91440" bIns="0" numCol="1" spcCol="0" rtlCol="0" fromWordArt="0" anchor="ctr" anchorCtr="0" forceAA="0" compatLnSpc="1">
            <a:prstTxWarp prst="textNoShape">
              <a:avLst/>
            </a:prstTxWarp>
            <a:noAutofit/>
          </a:bodyPr>
          <a:lstStyle>
            <a:defPPr>
              <a:defRPr lang="en-US"/>
            </a:defPPr>
            <a:lvl1pPr defTabSz="914400" fontAlgn="auto">
              <a:spcBef>
                <a:spcPts val="0"/>
              </a:spcBef>
              <a:spcAft>
                <a:spcPts val="0"/>
              </a:spcAft>
              <a:defRPr sz="1400" spc="-30">
                <a:solidFill>
                  <a:schemeClr val="tx1"/>
                </a:solidFill>
                <a:latin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30" normalizeH="0" baseline="0" noProof="0">
                <a:ln>
                  <a:noFill/>
                </a:ln>
                <a:solidFill>
                  <a:srgbClr val="091F2C"/>
                </a:solidFill>
                <a:effectLst/>
                <a:uLnTx/>
                <a:uFillTx/>
                <a:latin typeface="Segoe UI Semibold"/>
                <a:ea typeface="+mn-ea"/>
                <a:cs typeface="+mn-cs"/>
              </a:rPr>
              <a:t>IT</a:t>
            </a:r>
          </a:p>
        </p:txBody>
      </p:sp>
      <p:sp>
        <p:nvSpPr>
          <p:cNvPr id="45" name="TextBox 44">
            <a:extLst>
              <a:ext uri="{FF2B5EF4-FFF2-40B4-BE49-F238E27FC236}">
                <a16:creationId xmlns:a16="http://schemas.microsoft.com/office/drawing/2014/main" id="{BBC4D92B-1E98-035B-5C86-005CDA2B7626}"/>
              </a:ext>
            </a:extLst>
          </p:cNvPr>
          <p:cNvSpPr txBox="1"/>
          <p:nvPr/>
        </p:nvSpPr>
        <p:spPr>
          <a:xfrm>
            <a:off x="7261691" y="2048600"/>
            <a:ext cx="2121335" cy="835032"/>
          </a:xfrm>
          <a:prstGeom prst="rect">
            <a:avLst/>
          </a:prstGeom>
          <a:noFill/>
        </p:spPr>
        <p:txBody>
          <a:bodyPr wrap="square" lIns="137160" tIns="0" rIns="91440" bIns="0" rtlCol="0">
            <a:noAutofit/>
          </a:bodyPr>
          <a:lstStyle/>
          <a:p>
            <a:pPr marL="137160" marR="0" lvl="0" indent="-137160"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91F2C"/>
                </a:solidFill>
                <a:effectLst/>
                <a:uLnTx/>
                <a:uFillTx/>
                <a:latin typeface="Segoe Sans Display Semibold"/>
                <a:ea typeface="+mn-ea"/>
                <a:cs typeface="+mn-cs"/>
              </a:rPr>
              <a:t>Employee Self-Service</a:t>
            </a:r>
          </a:p>
          <a:p>
            <a:pPr marL="137160" marR="0" lvl="0" indent="-137160"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91F2C"/>
                </a:solidFill>
                <a:effectLst/>
                <a:uLnTx/>
                <a:uFillTx/>
                <a:latin typeface="Segoe Sans Display Semibold"/>
                <a:ea typeface="+mn-ea"/>
                <a:cs typeface="+mn-cs"/>
              </a:rPr>
              <a:t>Device Care </a:t>
            </a:r>
          </a:p>
          <a:p>
            <a:pPr marL="137160" marR="0" lvl="0" indent="-137160"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91F2C"/>
                </a:solidFill>
                <a:effectLst/>
                <a:uLnTx/>
                <a:uFillTx/>
                <a:latin typeface="Segoe Sans Display Semibold"/>
                <a:ea typeface="+mn-ea"/>
                <a:cs typeface="+mn-cs"/>
              </a:rPr>
              <a:t>Network Infrastructure</a:t>
            </a:r>
          </a:p>
          <a:p>
            <a:pPr marL="137160" marR="0" lvl="0" indent="-137160"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rgbClr val="091F2C"/>
              </a:solidFill>
              <a:effectLst/>
              <a:uLnTx/>
              <a:uFillTx/>
              <a:latin typeface="Segoe Sans Display Semibold"/>
              <a:ea typeface="+mn-ea"/>
              <a:cs typeface="+mn-cs"/>
            </a:endParaRPr>
          </a:p>
        </p:txBody>
      </p:sp>
      <p:sp>
        <p:nvSpPr>
          <p:cNvPr id="24" name="TextBox 23">
            <a:extLst>
              <a:ext uri="{FF2B5EF4-FFF2-40B4-BE49-F238E27FC236}">
                <a16:creationId xmlns:a16="http://schemas.microsoft.com/office/drawing/2014/main" id="{AB6142A1-69E9-87CC-89E6-6F5505EA4E6E}"/>
              </a:ext>
            </a:extLst>
          </p:cNvPr>
          <p:cNvSpPr txBox="1"/>
          <p:nvPr/>
        </p:nvSpPr>
        <p:spPr>
          <a:xfrm>
            <a:off x="9558975" y="1511040"/>
            <a:ext cx="1979484" cy="372609"/>
          </a:xfrm>
          <a:prstGeom prst="roundRect">
            <a:avLst>
              <a:gd name="adj" fmla="val 50000"/>
            </a:avLst>
          </a:prstGeom>
          <a:solidFill>
            <a:srgbClr val="D9D9D6"/>
          </a:soli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84048" tIns="0" rIns="91440" bIns="0" numCol="1" spcCol="0" rtlCol="0" fromWordArt="0" anchor="ctr" anchorCtr="0" forceAA="0" compatLnSpc="1">
            <a:prstTxWarp prst="textNoShape">
              <a:avLst/>
            </a:prstTxWarp>
            <a:noAutofit/>
          </a:bodyPr>
          <a:lstStyle>
            <a:defPPr>
              <a:defRPr lang="en-US"/>
            </a:defPPr>
            <a:lvl1pPr defTabSz="914400" fontAlgn="auto">
              <a:spcBef>
                <a:spcPts val="0"/>
              </a:spcBef>
              <a:spcAft>
                <a:spcPts val="0"/>
              </a:spcAft>
              <a:defRPr sz="1400" spc="-30">
                <a:solidFill>
                  <a:schemeClr val="tx1"/>
                </a:solidFill>
                <a:latin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30" normalizeH="0" baseline="0" noProof="0">
                <a:ln>
                  <a:noFill/>
                </a:ln>
                <a:solidFill>
                  <a:srgbClr val="091F2C"/>
                </a:solidFill>
                <a:effectLst/>
                <a:uLnTx/>
                <a:uFillTx/>
                <a:latin typeface="Segoe UI Semibold"/>
                <a:ea typeface="+mn-ea"/>
                <a:cs typeface="+mn-cs"/>
              </a:rPr>
              <a:t>Legal</a:t>
            </a:r>
          </a:p>
        </p:txBody>
      </p:sp>
      <p:sp>
        <p:nvSpPr>
          <p:cNvPr id="40" name="TextBox 39">
            <a:extLst>
              <a:ext uri="{FF2B5EF4-FFF2-40B4-BE49-F238E27FC236}">
                <a16:creationId xmlns:a16="http://schemas.microsoft.com/office/drawing/2014/main" id="{9DCD44DE-3CCF-56FB-A091-70984DF09DFA}"/>
              </a:ext>
            </a:extLst>
          </p:cNvPr>
          <p:cNvSpPr txBox="1"/>
          <p:nvPr/>
        </p:nvSpPr>
        <p:spPr>
          <a:xfrm>
            <a:off x="9488051" y="2048602"/>
            <a:ext cx="2121335" cy="835032"/>
          </a:xfrm>
          <a:prstGeom prst="rect">
            <a:avLst/>
          </a:prstGeom>
          <a:noFill/>
        </p:spPr>
        <p:txBody>
          <a:bodyPr wrap="square" lIns="137160" tIns="0" rIns="91440" bIns="0" rtlCol="0">
            <a:noAutofit/>
          </a:bodyPr>
          <a:lstStyle/>
          <a:p>
            <a:pPr marL="137160" marR="0" lvl="0" indent="-137160"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91F2C"/>
                </a:solidFill>
                <a:effectLst/>
                <a:uLnTx/>
                <a:uFillTx/>
                <a:latin typeface="Segoe Sans Display Semibold"/>
                <a:ea typeface="+mn-ea"/>
                <a:cs typeface="+mn-cs"/>
              </a:rPr>
              <a:t>Legal for Marketing self-service </a:t>
            </a:r>
          </a:p>
          <a:p>
            <a:pPr marL="137160" marR="0" lvl="0" indent="-137160"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91F2C"/>
                </a:solidFill>
                <a:effectLst/>
                <a:uLnTx/>
                <a:uFillTx/>
                <a:latin typeface="Segoe Sans Display Semibold"/>
                <a:ea typeface="+mn-ea"/>
                <a:cs typeface="+mn-cs"/>
              </a:rPr>
              <a:t>Legal for Engineering self-service </a:t>
            </a:r>
          </a:p>
          <a:p>
            <a:pPr marL="137160" marR="0" lvl="0" indent="-137160"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91F2C"/>
                </a:solidFill>
                <a:effectLst/>
                <a:uLnTx/>
                <a:uFillTx/>
                <a:latin typeface="Segoe Sans Display Semibold"/>
                <a:ea typeface="+mn-ea"/>
                <a:cs typeface="+mn-cs"/>
              </a:rPr>
              <a:t>Government Affairs and regulation</a:t>
            </a:r>
          </a:p>
          <a:p>
            <a:pPr marL="137160" marR="0" lvl="0" indent="-137160"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91F2C"/>
                </a:solidFill>
                <a:effectLst/>
                <a:uLnTx/>
                <a:uFillTx/>
                <a:latin typeface="Segoe Sans Display Semibold"/>
                <a:ea typeface="+mn-ea"/>
                <a:cs typeface="+mn-cs"/>
              </a:rPr>
              <a:t>External Advocacy</a:t>
            </a:r>
          </a:p>
          <a:p>
            <a:pPr marL="137160" marR="0" lvl="0" indent="-137160"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91F2C"/>
                </a:solidFill>
                <a:effectLst/>
                <a:uLnTx/>
                <a:uFillTx/>
                <a:latin typeface="Segoe Sans Display Semibold"/>
                <a:ea typeface="+mn-ea"/>
                <a:cs typeface="+mn-cs"/>
              </a:rPr>
              <a:t>DACA  </a:t>
            </a:r>
            <a:r>
              <a:rPr lang="en-US" sz="1050">
                <a:solidFill>
                  <a:srgbClr val="091F2C"/>
                </a:solidFill>
                <a:latin typeface="Segoe Sans Display Semibold"/>
              </a:rPr>
              <a:t>R</a:t>
            </a:r>
            <a:r>
              <a:rPr kumimoji="0" lang="en-US" sz="1050" b="0" i="0" u="none" strike="noStrike" kern="1200" cap="none" spc="0" normalizeH="0" baseline="0" noProof="0" err="1">
                <a:ln>
                  <a:noFill/>
                </a:ln>
                <a:solidFill>
                  <a:srgbClr val="091F2C"/>
                </a:solidFill>
                <a:effectLst/>
                <a:uLnTx/>
                <a:uFillTx/>
                <a:latin typeface="Segoe Sans Display Semibold"/>
                <a:ea typeface="+mn-ea"/>
                <a:cs typeface="+mn-cs"/>
              </a:rPr>
              <a:t>enewals</a:t>
            </a:r>
            <a:r>
              <a:rPr kumimoji="0" lang="en-US" sz="1050" b="0" i="0" u="none" strike="noStrike" kern="1200" cap="none" spc="0" normalizeH="0" baseline="0" noProof="0">
                <a:ln>
                  <a:noFill/>
                </a:ln>
                <a:solidFill>
                  <a:srgbClr val="091F2C"/>
                </a:solidFill>
                <a:effectLst/>
                <a:uLnTx/>
                <a:uFillTx/>
                <a:latin typeface="Segoe Sans Display Semibold"/>
                <a:ea typeface="+mn-ea"/>
                <a:cs typeface="+mn-cs"/>
              </a:rPr>
              <a:t> </a:t>
            </a:r>
          </a:p>
        </p:txBody>
      </p:sp>
      <p:sp>
        <p:nvSpPr>
          <p:cNvPr id="27" name="TextBox 26">
            <a:extLst>
              <a:ext uri="{FF2B5EF4-FFF2-40B4-BE49-F238E27FC236}">
                <a16:creationId xmlns:a16="http://schemas.microsoft.com/office/drawing/2014/main" id="{6A70DE42-4A98-F920-FA29-5E5192B9851C}"/>
              </a:ext>
            </a:extLst>
          </p:cNvPr>
          <p:cNvSpPr txBox="1"/>
          <p:nvPr/>
        </p:nvSpPr>
        <p:spPr>
          <a:xfrm>
            <a:off x="1766718" y="3974366"/>
            <a:ext cx="1979484" cy="372609"/>
          </a:xfrm>
          <a:prstGeom prst="roundRect">
            <a:avLst>
              <a:gd name="adj" fmla="val 50000"/>
            </a:avLst>
          </a:prstGeom>
          <a:solidFill>
            <a:srgbClr val="D9D9D6"/>
          </a:soli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84048" tIns="0" rIns="91440" bIns="0" numCol="1" spcCol="0" rtlCol="0" fromWordArt="0" anchor="ctr" anchorCtr="0" forceAA="0" compatLnSpc="1">
            <a:prstTxWarp prst="textNoShape">
              <a:avLst/>
            </a:prstTxWarp>
            <a:noAutofit/>
          </a:bodyPr>
          <a:lstStyle>
            <a:defPPr>
              <a:defRPr lang="en-US"/>
            </a:defPPr>
            <a:lvl1pPr defTabSz="914400" fontAlgn="auto">
              <a:spcBef>
                <a:spcPts val="0"/>
              </a:spcBef>
              <a:spcAft>
                <a:spcPts val="0"/>
              </a:spcAft>
              <a:defRPr sz="1400" spc="-30">
                <a:solidFill>
                  <a:schemeClr val="tx1"/>
                </a:solidFill>
                <a:latin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30" normalizeH="0" baseline="0" noProof="0">
                <a:ln>
                  <a:noFill/>
                </a:ln>
                <a:solidFill>
                  <a:srgbClr val="091F2C"/>
                </a:solidFill>
                <a:effectLst/>
                <a:uLnTx/>
                <a:uFillTx/>
                <a:latin typeface="Segoe UI Semibold"/>
                <a:ea typeface="+mn-ea"/>
                <a:cs typeface="+mn-cs"/>
              </a:rPr>
              <a:t>Marketing</a:t>
            </a:r>
          </a:p>
        </p:txBody>
      </p:sp>
      <p:sp>
        <p:nvSpPr>
          <p:cNvPr id="43" name="TextBox 42">
            <a:extLst>
              <a:ext uri="{FF2B5EF4-FFF2-40B4-BE49-F238E27FC236}">
                <a16:creationId xmlns:a16="http://schemas.microsoft.com/office/drawing/2014/main" id="{78C75D62-E983-1BAC-9E5A-A2A1D295A7D3}"/>
              </a:ext>
            </a:extLst>
          </p:cNvPr>
          <p:cNvSpPr txBox="1"/>
          <p:nvPr/>
        </p:nvSpPr>
        <p:spPr>
          <a:xfrm>
            <a:off x="1695793" y="4511928"/>
            <a:ext cx="2118730" cy="835032"/>
          </a:xfrm>
          <a:prstGeom prst="rect">
            <a:avLst/>
          </a:prstGeom>
          <a:noFill/>
        </p:spPr>
        <p:txBody>
          <a:bodyPr wrap="square" lIns="137160" tIns="0" rIns="91440" bIns="0" rtlCol="0">
            <a:noAutofit/>
          </a:bodyPr>
          <a:lstStyle/>
          <a:p>
            <a:pPr marL="137160" marR="0" lvl="0" indent="-137160"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91F2C"/>
                </a:solidFill>
                <a:effectLst/>
                <a:uLnTx/>
                <a:uFillTx/>
                <a:latin typeface="Segoe Sans Display Semibold"/>
                <a:ea typeface="+mn-ea"/>
                <a:cs typeface="+mn-cs"/>
              </a:rPr>
              <a:t>Web AI Assistants</a:t>
            </a:r>
          </a:p>
          <a:p>
            <a:pPr marL="137160" marR="0" lvl="0" indent="-137160"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91F2C"/>
                </a:solidFill>
                <a:effectLst/>
                <a:uLnTx/>
                <a:uFillTx/>
                <a:latin typeface="Segoe Sans Display Semibold"/>
                <a:ea typeface="+mn-ea"/>
                <a:cs typeface="+mn-cs"/>
              </a:rPr>
              <a:t>Events</a:t>
            </a:r>
          </a:p>
          <a:p>
            <a:pPr marL="137160" marR="0" lvl="0" indent="-137160"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91F2C"/>
                </a:solidFill>
                <a:effectLst/>
                <a:uLnTx/>
                <a:uFillTx/>
                <a:latin typeface="Segoe Sans Display Semibold"/>
                <a:ea typeface="+mn-ea"/>
                <a:cs typeface="+mn-cs"/>
              </a:rPr>
              <a:t>Content Creation </a:t>
            </a:r>
          </a:p>
          <a:p>
            <a:pPr marL="137160" marR="0" lvl="0" indent="-137160"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91F2C"/>
                </a:solidFill>
                <a:effectLst/>
                <a:uLnTx/>
                <a:uFillTx/>
                <a:latin typeface="Segoe Sans Display Semibold"/>
                <a:ea typeface="+mn-ea"/>
                <a:cs typeface="+mn-cs"/>
              </a:rPr>
              <a:t>Marketing Operations</a:t>
            </a:r>
          </a:p>
          <a:p>
            <a:pPr marL="137160" marR="0" lvl="0" indent="-137160"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91F2C"/>
                </a:solidFill>
                <a:effectLst/>
                <a:uLnTx/>
                <a:uFillTx/>
                <a:latin typeface="Segoe Sans Display Semibold"/>
                <a:ea typeface="+mn-ea"/>
                <a:cs typeface="+mn-cs"/>
              </a:rPr>
              <a:t>Analytics &amp; Insights  </a:t>
            </a:r>
          </a:p>
          <a:p>
            <a:pPr marL="137160" marR="0" lvl="0" indent="-137160"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rgbClr val="091F2C"/>
              </a:solidFill>
              <a:effectLst/>
              <a:uLnTx/>
              <a:uFillTx/>
              <a:latin typeface="Segoe Sans Display Semibold"/>
              <a:ea typeface="+mn-ea"/>
              <a:cs typeface="+mn-cs"/>
            </a:endParaRPr>
          </a:p>
        </p:txBody>
      </p:sp>
      <p:sp>
        <p:nvSpPr>
          <p:cNvPr id="34" name="TextBox 33">
            <a:extLst>
              <a:ext uri="{FF2B5EF4-FFF2-40B4-BE49-F238E27FC236}">
                <a16:creationId xmlns:a16="http://schemas.microsoft.com/office/drawing/2014/main" id="{8422B578-039E-0048-D597-3ED74200952E}"/>
              </a:ext>
            </a:extLst>
          </p:cNvPr>
          <p:cNvSpPr txBox="1"/>
          <p:nvPr/>
        </p:nvSpPr>
        <p:spPr>
          <a:xfrm>
            <a:off x="3993077" y="3974366"/>
            <a:ext cx="1979484" cy="372609"/>
          </a:xfrm>
          <a:prstGeom prst="roundRect">
            <a:avLst>
              <a:gd name="adj" fmla="val 50000"/>
            </a:avLst>
          </a:prstGeom>
          <a:solidFill>
            <a:srgbClr val="D9D9D6"/>
          </a:soli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84048" tIns="0" rIns="91440" bIns="0" numCol="1" spcCol="0" rtlCol="0" fromWordArt="0" anchor="ctr" anchorCtr="0" forceAA="0" compatLnSpc="1">
            <a:prstTxWarp prst="textNoShape">
              <a:avLst/>
            </a:prstTxWarp>
            <a:noAutofit/>
          </a:bodyPr>
          <a:lstStyle>
            <a:defPPr>
              <a:defRPr lang="en-US"/>
            </a:defPPr>
            <a:lvl1pPr defTabSz="914400" fontAlgn="auto">
              <a:spcBef>
                <a:spcPts val="0"/>
              </a:spcBef>
              <a:spcAft>
                <a:spcPts val="0"/>
              </a:spcAft>
              <a:defRPr sz="1400" spc="-30">
                <a:solidFill>
                  <a:schemeClr val="tx1"/>
                </a:solidFill>
                <a:latin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30" normalizeH="0" baseline="0" noProof="0">
                <a:ln>
                  <a:noFill/>
                </a:ln>
                <a:solidFill>
                  <a:srgbClr val="091F2C"/>
                </a:solidFill>
                <a:effectLst/>
                <a:uLnTx/>
                <a:uFillTx/>
                <a:latin typeface="Segoe UI Semibold"/>
                <a:ea typeface="+mn-ea"/>
                <a:cs typeface="+mn-cs"/>
              </a:rPr>
              <a:t>Operations</a:t>
            </a:r>
          </a:p>
        </p:txBody>
      </p:sp>
      <p:sp>
        <p:nvSpPr>
          <p:cNvPr id="47" name="TextBox 46">
            <a:extLst>
              <a:ext uri="{FF2B5EF4-FFF2-40B4-BE49-F238E27FC236}">
                <a16:creationId xmlns:a16="http://schemas.microsoft.com/office/drawing/2014/main" id="{782EB49A-9B11-7CDE-A43B-206DBCFA60E2}"/>
              </a:ext>
            </a:extLst>
          </p:cNvPr>
          <p:cNvSpPr txBox="1"/>
          <p:nvPr/>
        </p:nvSpPr>
        <p:spPr>
          <a:xfrm>
            <a:off x="3922153" y="4511926"/>
            <a:ext cx="2121335" cy="835032"/>
          </a:xfrm>
          <a:prstGeom prst="rect">
            <a:avLst/>
          </a:prstGeom>
          <a:noFill/>
        </p:spPr>
        <p:txBody>
          <a:bodyPr wrap="square" lIns="137160" tIns="0" rIns="91440" bIns="0" rtlCol="0">
            <a:noAutofit/>
          </a:bodyPr>
          <a:lstStyle/>
          <a:p>
            <a:pPr marL="137160" lvl="0" indent="-137160" defTabSz="914400">
              <a:lnSpc>
                <a:spcPct val="110000"/>
              </a:lnSpc>
              <a:spcAft>
                <a:spcPts val="600"/>
              </a:spcAft>
              <a:buFont typeface="Arial" panose="020B0604020202020204" pitchFamily="34" charset="0"/>
              <a:buChar char="•"/>
              <a:defRPr/>
            </a:pPr>
            <a:r>
              <a:rPr lang="en-US" sz="1050">
                <a:solidFill>
                  <a:srgbClr val="091F2C"/>
                </a:solidFill>
                <a:latin typeface="Segoe Sans Display Semibold"/>
              </a:rPr>
              <a:t>Deal quality</a:t>
            </a:r>
          </a:p>
          <a:p>
            <a:pPr marL="137160" lvl="0" indent="-137160" defTabSz="914400">
              <a:lnSpc>
                <a:spcPct val="110000"/>
              </a:lnSpc>
              <a:spcAft>
                <a:spcPts val="600"/>
              </a:spcAft>
              <a:buFont typeface="Arial" panose="020B0604020202020204" pitchFamily="34" charset="0"/>
              <a:buChar char="•"/>
              <a:defRPr/>
            </a:pPr>
            <a:r>
              <a:rPr lang="en-US" sz="1050">
                <a:solidFill>
                  <a:srgbClr val="091F2C"/>
                </a:solidFill>
                <a:latin typeface="Segoe Sans Display Semibold"/>
              </a:rPr>
              <a:t>Custom Amendment process</a:t>
            </a:r>
          </a:p>
          <a:p>
            <a:pPr marL="137160" lvl="0" indent="-137160" defTabSz="914400">
              <a:lnSpc>
                <a:spcPct val="110000"/>
              </a:lnSpc>
              <a:spcAft>
                <a:spcPts val="600"/>
              </a:spcAft>
              <a:buFont typeface="Arial" panose="020B0604020202020204" pitchFamily="34" charset="0"/>
              <a:buChar char="•"/>
              <a:defRPr/>
            </a:pPr>
            <a:r>
              <a:rPr lang="en-US" sz="1050">
                <a:solidFill>
                  <a:srgbClr val="091F2C"/>
                </a:solidFill>
                <a:latin typeface="Segoe Sans Display Semibold"/>
              </a:rPr>
              <a:t>Customer support processing</a:t>
            </a:r>
            <a:br>
              <a:rPr lang="en-US" sz="1050">
                <a:solidFill>
                  <a:srgbClr val="091F2C"/>
                </a:solidFill>
                <a:latin typeface="Segoe Sans Display Semibold"/>
              </a:rPr>
            </a:br>
            <a:endParaRPr lang="en-US" sz="1050">
              <a:solidFill>
                <a:srgbClr val="091F2C"/>
              </a:solidFill>
              <a:latin typeface="Segoe Sans Display Semibold"/>
            </a:endParaRPr>
          </a:p>
        </p:txBody>
      </p:sp>
      <p:sp>
        <p:nvSpPr>
          <p:cNvPr id="26" name="TextBox 25">
            <a:extLst>
              <a:ext uri="{FF2B5EF4-FFF2-40B4-BE49-F238E27FC236}">
                <a16:creationId xmlns:a16="http://schemas.microsoft.com/office/drawing/2014/main" id="{EBFB88B6-D747-2CD8-88F6-0F68373C4B07}"/>
              </a:ext>
            </a:extLst>
          </p:cNvPr>
          <p:cNvSpPr txBox="1"/>
          <p:nvPr/>
        </p:nvSpPr>
        <p:spPr>
          <a:xfrm>
            <a:off x="6219437" y="3974366"/>
            <a:ext cx="1979484" cy="372609"/>
          </a:xfrm>
          <a:prstGeom prst="roundRect">
            <a:avLst>
              <a:gd name="adj" fmla="val 50000"/>
            </a:avLst>
          </a:prstGeom>
          <a:solidFill>
            <a:srgbClr val="D9D9D6"/>
          </a:soli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84048" tIns="0" rIns="91440" bIns="0" numCol="1" spcCol="0" rtlCol="0" fromWordArt="0" anchor="ctr" anchorCtr="0" forceAA="0" compatLnSpc="1">
            <a:prstTxWarp prst="textNoShape">
              <a:avLst/>
            </a:prstTxWarp>
            <a:noAutofit/>
          </a:bodyPr>
          <a:lstStyle>
            <a:defPPr>
              <a:defRPr lang="en-US"/>
            </a:defPPr>
            <a:lvl1pPr defTabSz="914400" fontAlgn="auto">
              <a:spcBef>
                <a:spcPts val="0"/>
              </a:spcBef>
              <a:spcAft>
                <a:spcPts val="0"/>
              </a:spcAft>
              <a:defRPr sz="1400" spc="-30">
                <a:solidFill>
                  <a:schemeClr val="tx1"/>
                </a:solidFill>
                <a:latin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30" normalizeH="0" baseline="0" noProof="0">
                <a:ln>
                  <a:noFill/>
                </a:ln>
                <a:solidFill>
                  <a:srgbClr val="091F2C"/>
                </a:solidFill>
                <a:effectLst/>
                <a:uLnTx/>
                <a:uFillTx/>
                <a:latin typeface="Segoe UI Semibold"/>
                <a:ea typeface="+mn-ea"/>
                <a:cs typeface="+mn-cs"/>
              </a:rPr>
              <a:t>Sales</a:t>
            </a:r>
          </a:p>
        </p:txBody>
      </p:sp>
      <p:sp>
        <p:nvSpPr>
          <p:cNvPr id="42" name="TextBox 41">
            <a:extLst>
              <a:ext uri="{FF2B5EF4-FFF2-40B4-BE49-F238E27FC236}">
                <a16:creationId xmlns:a16="http://schemas.microsoft.com/office/drawing/2014/main" id="{96B19596-AAFE-99B6-2C22-3576D1B8DF91}"/>
              </a:ext>
            </a:extLst>
          </p:cNvPr>
          <p:cNvSpPr txBox="1"/>
          <p:nvPr/>
        </p:nvSpPr>
        <p:spPr>
          <a:xfrm>
            <a:off x="6148512" y="4511928"/>
            <a:ext cx="2121335" cy="835032"/>
          </a:xfrm>
          <a:prstGeom prst="rect">
            <a:avLst/>
          </a:prstGeom>
          <a:noFill/>
        </p:spPr>
        <p:txBody>
          <a:bodyPr wrap="square" lIns="137160" tIns="0" rIns="91440" bIns="0" rtlCol="0">
            <a:noAutofit/>
          </a:bodyPr>
          <a:lstStyle/>
          <a:p>
            <a:pPr marL="137160" marR="0" lvl="0" indent="-137160"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91F2C"/>
                </a:solidFill>
                <a:effectLst/>
                <a:uLnTx/>
                <a:uFillTx/>
                <a:latin typeface="Segoe Sans Display Semibold"/>
                <a:ea typeface="+mn-ea"/>
                <a:cs typeface="+mn-cs"/>
              </a:rPr>
              <a:t>Customer insights and research</a:t>
            </a:r>
          </a:p>
          <a:p>
            <a:pPr marL="137160" marR="0" lvl="0" indent="-137160"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91F2C"/>
                </a:solidFill>
                <a:effectLst/>
                <a:uLnTx/>
                <a:uFillTx/>
                <a:latin typeface="Segoe Sans Display Semibold"/>
                <a:ea typeface="+mn-ea"/>
                <a:cs typeface="+mn-cs"/>
              </a:rPr>
              <a:t>Lead generation and qualification</a:t>
            </a:r>
          </a:p>
          <a:p>
            <a:pPr marL="137160" marR="0" lvl="0" indent="-137160"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rgbClr val="091F2C"/>
              </a:solidFill>
              <a:effectLst/>
              <a:uLnTx/>
              <a:uFillTx/>
              <a:latin typeface="Segoe Sans Display Semibold"/>
              <a:ea typeface="+mn-ea"/>
              <a:cs typeface="+mn-cs"/>
            </a:endParaRPr>
          </a:p>
        </p:txBody>
      </p:sp>
      <p:sp>
        <p:nvSpPr>
          <p:cNvPr id="33" name="TextBox 32">
            <a:extLst>
              <a:ext uri="{FF2B5EF4-FFF2-40B4-BE49-F238E27FC236}">
                <a16:creationId xmlns:a16="http://schemas.microsoft.com/office/drawing/2014/main" id="{8DDAC048-7500-EE85-D3ED-14996E4EB245}"/>
              </a:ext>
            </a:extLst>
          </p:cNvPr>
          <p:cNvSpPr txBox="1"/>
          <p:nvPr/>
        </p:nvSpPr>
        <p:spPr>
          <a:xfrm>
            <a:off x="8445796" y="3974366"/>
            <a:ext cx="1979484" cy="372609"/>
          </a:xfrm>
          <a:prstGeom prst="roundRect">
            <a:avLst>
              <a:gd name="adj" fmla="val 50000"/>
            </a:avLst>
          </a:prstGeom>
          <a:solidFill>
            <a:srgbClr val="D9D9D6"/>
          </a:soli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84048" tIns="0" rIns="91440" bIns="0" numCol="1" spcCol="0" rtlCol="0" fromWordArt="0" anchor="ctr" anchorCtr="0" forceAA="0" compatLnSpc="1">
            <a:prstTxWarp prst="textNoShape">
              <a:avLst/>
            </a:prstTxWarp>
            <a:noAutofit/>
          </a:bodyPr>
          <a:lstStyle>
            <a:defPPr>
              <a:defRPr lang="en-US"/>
            </a:defPPr>
            <a:lvl1pPr defTabSz="914400" fontAlgn="auto">
              <a:spcBef>
                <a:spcPts val="0"/>
              </a:spcBef>
              <a:spcAft>
                <a:spcPts val="0"/>
              </a:spcAft>
              <a:defRPr sz="1400" spc="-30">
                <a:solidFill>
                  <a:schemeClr val="tx1"/>
                </a:solidFill>
                <a:latin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30" normalizeH="0" baseline="0" noProof="0">
                <a:ln>
                  <a:noFill/>
                </a:ln>
                <a:solidFill>
                  <a:srgbClr val="091F2C"/>
                </a:solidFill>
                <a:effectLst/>
                <a:uLnTx/>
                <a:uFillTx/>
                <a:latin typeface="Segoe UI Semibold"/>
                <a:ea typeface="+mn-ea"/>
                <a:cs typeface="+mn-cs"/>
              </a:rPr>
              <a:t>Supply Chain</a:t>
            </a:r>
          </a:p>
        </p:txBody>
      </p:sp>
      <p:sp>
        <p:nvSpPr>
          <p:cNvPr id="46" name="TextBox 45">
            <a:extLst>
              <a:ext uri="{FF2B5EF4-FFF2-40B4-BE49-F238E27FC236}">
                <a16:creationId xmlns:a16="http://schemas.microsoft.com/office/drawing/2014/main" id="{4C8D2D6B-48AB-C485-AA02-9996BBFD49EC}"/>
              </a:ext>
            </a:extLst>
          </p:cNvPr>
          <p:cNvSpPr txBox="1"/>
          <p:nvPr/>
        </p:nvSpPr>
        <p:spPr>
          <a:xfrm>
            <a:off x="8374873" y="4511926"/>
            <a:ext cx="2121335" cy="835032"/>
          </a:xfrm>
          <a:prstGeom prst="rect">
            <a:avLst/>
          </a:prstGeom>
          <a:noFill/>
        </p:spPr>
        <p:txBody>
          <a:bodyPr wrap="square" lIns="137160" tIns="0" rIns="91440" bIns="0" rtlCol="0">
            <a:noAutofit/>
          </a:bodyPr>
          <a:lstStyle/>
          <a:p>
            <a:pPr marL="137160" marR="0" lvl="0" indent="-137160"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91F2C"/>
                </a:solidFill>
                <a:effectLst/>
                <a:uLnTx/>
                <a:uFillTx/>
                <a:latin typeface="Segoe Sans Display Semibold"/>
                <a:ea typeface="+mn-ea"/>
              </a:rPr>
              <a:t>Supply Chain Planning </a:t>
            </a:r>
          </a:p>
          <a:p>
            <a:pPr marL="137160" marR="0" lvl="0" indent="-137160"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91F2C"/>
                </a:solidFill>
                <a:effectLst/>
                <a:uLnTx/>
                <a:uFillTx/>
                <a:latin typeface="Segoe Sans Display Semibold"/>
                <a:ea typeface="+mn-ea"/>
              </a:rPr>
              <a:t>Product Design </a:t>
            </a:r>
          </a:p>
          <a:p>
            <a:pPr marL="137160" marR="0" lvl="0" indent="-137160"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91F2C"/>
                </a:solidFill>
                <a:effectLst/>
                <a:uLnTx/>
                <a:uFillTx/>
                <a:latin typeface="Segoe Sans Display Semibold"/>
                <a:ea typeface="+mn-ea"/>
              </a:rPr>
              <a:t>Sourcing </a:t>
            </a:r>
          </a:p>
          <a:p>
            <a:pPr marL="137160" marR="0" lvl="0" indent="-137160"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91F2C"/>
                </a:solidFill>
                <a:effectLst/>
                <a:uLnTx/>
                <a:uFillTx/>
                <a:latin typeface="Segoe Sans Display Semibold"/>
                <a:ea typeface="+mn-ea"/>
              </a:rPr>
              <a:t>Logistics</a:t>
            </a:r>
          </a:p>
          <a:p>
            <a:pPr marL="137160" marR="0" lvl="0" indent="-137160"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rgbClr val="091F2C"/>
              </a:solidFill>
              <a:effectLst/>
              <a:uLnTx/>
              <a:uFillTx/>
              <a:latin typeface="Segoe Sans Display Semibold"/>
              <a:ea typeface="+mn-ea"/>
              <a:cs typeface="Segoe Sans Display" pitchFamily="2" charset="0"/>
            </a:endParaRPr>
          </a:p>
        </p:txBody>
      </p:sp>
      <p:pic>
        <p:nvPicPr>
          <p:cNvPr id="39" name="Picture 38">
            <a:extLst>
              <a:ext uri="{FF2B5EF4-FFF2-40B4-BE49-F238E27FC236}">
                <a16:creationId xmlns:a16="http://schemas.microsoft.com/office/drawing/2014/main" id="{07A1D5C5-C0EB-197B-236D-94162FF9652C}"/>
              </a:ext>
              <a:ext uri="{C183D7F6-B498-43B3-948B-1728B52AA6E4}">
                <adec:decorative xmlns:adec="http://schemas.microsoft.com/office/drawing/2017/decorative" val="1"/>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653537" y="1511040"/>
            <a:ext cx="372609" cy="372609"/>
          </a:xfrm>
          <a:prstGeom prst="roundRect">
            <a:avLst>
              <a:gd name="adj" fmla="val 50000"/>
            </a:avLst>
          </a:prstGeom>
          <a:ln>
            <a:noFill/>
          </a:ln>
          <a:effectLst>
            <a:outerShdw blurRad="190500" sx="102000" sy="102000" algn="ctr" rotWithShape="0">
              <a:prstClr val="black">
                <a:alpha val="20000"/>
              </a:prstClr>
            </a:outerShdw>
          </a:effectLst>
        </p:spPr>
      </p:pic>
      <p:pic>
        <p:nvPicPr>
          <p:cNvPr id="48" name="Picture 47">
            <a:extLst>
              <a:ext uri="{FF2B5EF4-FFF2-40B4-BE49-F238E27FC236}">
                <a16:creationId xmlns:a16="http://schemas.microsoft.com/office/drawing/2014/main" id="{66CED866-A760-91A3-8217-E14F970CB153}"/>
              </a:ext>
              <a:ext uri="{C183D7F6-B498-43B3-948B-1728B52AA6E4}">
                <adec:decorative xmlns:adec="http://schemas.microsoft.com/office/drawing/2017/decorative" val="1"/>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a:xfrm>
            <a:off x="2879897" y="1511040"/>
            <a:ext cx="372609" cy="372608"/>
          </a:xfrm>
          <a:prstGeom prst="roundRect">
            <a:avLst>
              <a:gd name="adj" fmla="val 50000"/>
            </a:avLst>
          </a:prstGeom>
          <a:ln>
            <a:noFill/>
          </a:ln>
          <a:effectLst>
            <a:outerShdw blurRad="190500" sx="102000" sy="102000" algn="ctr" rotWithShape="0">
              <a:prstClr val="black">
                <a:alpha val="20000"/>
              </a:prstClr>
            </a:outerShdw>
          </a:effectLst>
        </p:spPr>
      </p:pic>
      <p:pic>
        <p:nvPicPr>
          <p:cNvPr id="55" name="Picture 54">
            <a:extLst>
              <a:ext uri="{FF2B5EF4-FFF2-40B4-BE49-F238E27FC236}">
                <a16:creationId xmlns:a16="http://schemas.microsoft.com/office/drawing/2014/main" id="{8443E9EC-907A-AE03-412E-713AEE6E985C}"/>
              </a:ext>
              <a:ext uri="{C183D7F6-B498-43B3-948B-1728B52AA6E4}">
                <adec:decorative xmlns:adec="http://schemas.microsoft.com/office/drawing/2017/decorative" val="1"/>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5106257" y="1511040"/>
            <a:ext cx="372609" cy="372608"/>
          </a:xfrm>
          <a:prstGeom prst="roundRect">
            <a:avLst>
              <a:gd name="adj" fmla="val 50000"/>
            </a:avLst>
          </a:prstGeom>
          <a:ln>
            <a:noFill/>
          </a:ln>
          <a:effectLst>
            <a:outerShdw blurRad="190500" sx="102000" sy="102000" algn="ctr" rotWithShape="0">
              <a:prstClr val="black">
                <a:alpha val="20000"/>
              </a:prstClr>
            </a:outerShdw>
          </a:effectLst>
        </p:spPr>
      </p:pic>
      <p:pic>
        <p:nvPicPr>
          <p:cNvPr id="54" name="Picture 53">
            <a:extLst>
              <a:ext uri="{FF2B5EF4-FFF2-40B4-BE49-F238E27FC236}">
                <a16:creationId xmlns:a16="http://schemas.microsoft.com/office/drawing/2014/main" id="{A5942F8A-6B2C-673F-25D0-635883557356}"/>
              </a:ext>
              <a:ext uri="{C183D7F6-B498-43B3-948B-1728B52AA6E4}">
                <adec:decorative xmlns:adec="http://schemas.microsoft.com/office/drawing/2017/decorative" val="1"/>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a:xfrm>
            <a:off x="7332617" y="1511040"/>
            <a:ext cx="372609" cy="372608"/>
          </a:xfrm>
          <a:prstGeom prst="roundRect">
            <a:avLst>
              <a:gd name="adj" fmla="val 50000"/>
            </a:avLst>
          </a:prstGeom>
          <a:ln>
            <a:noFill/>
          </a:ln>
          <a:effectLst>
            <a:outerShdw blurRad="190500" sx="102000" sy="102000" algn="ctr" rotWithShape="0">
              <a:prstClr val="black">
                <a:alpha val="20000"/>
              </a:prstClr>
            </a:outerShdw>
          </a:effectLst>
        </p:spPr>
      </p:pic>
      <p:pic>
        <p:nvPicPr>
          <p:cNvPr id="53" name="Picture 52">
            <a:extLst>
              <a:ext uri="{FF2B5EF4-FFF2-40B4-BE49-F238E27FC236}">
                <a16:creationId xmlns:a16="http://schemas.microsoft.com/office/drawing/2014/main" id="{DC01E299-EB58-8E45-8584-A9F2D44F8EAA}"/>
              </a:ext>
              <a:ext uri="{C183D7F6-B498-43B3-948B-1728B52AA6E4}">
                <adec:decorative xmlns:adec="http://schemas.microsoft.com/office/drawing/2017/decorative" val="1"/>
              </a:ext>
            </a:extLst>
          </p:cNvPr>
          <p:cNvPicPr>
            <a:picLocks noChangeAspect="1"/>
          </p:cNvPicPr>
          <p:nvPr/>
        </p:nvPicPr>
        <p:blipFill rotWithShape="1">
          <a:blip r:embed="rId8" cstate="print">
            <a:extLst>
              <a:ext uri="{28A0092B-C50C-407E-A947-70E740481C1C}">
                <a14:useLocalDpi xmlns:a14="http://schemas.microsoft.com/office/drawing/2010/main"/>
              </a:ext>
            </a:extLst>
          </a:blip>
          <a:srcRect/>
          <a:stretch/>
        </p:blipFill>
        <p:spPr>
          <a:xfrm>
            <a:off x="9558976" y="1511040"/>
            <a:ext cx="372609" cy="372608"/>
          </a:xfrm>
          <a:prstGeom prst="roundRect">
            <a:avLst>
              <a:gd name="adj" fmla="val 50000"/>
            </a:avLst>
          </a:prstGeom>
          <a:ln>
            <a:noFill/>
          </a:ln>
          <a:effectLst>
            <a:outerShdw blurRad="190500" sx="102000" sy="102000" algn="ctr" rotWithShape="0">
              <a:prstClr val="black">
                <a:alpha val="20000"/>
              </a:prstClr>
            </a:outerShdw>
          </a:effectLst>
        </p:spPr>
      </p:pic>
      <p:pic>
        <p:nvPicPr>
          <p:cNvPr id="50" name="Picture 49">
            <a:extLst>
              <a:ext uri="{FF2B5EF4-FFF2-40B4-BE49-F238E27FC236}">
                <a16:creationId xmlns:a16="http://schemas.microsoft.com/office/drawing/2014/main" id="{7D59850D-EFCD-2166-DDEF-D8AB750B5323}"/>
              </a:ext>
              <a:ext uri="{C183D7F6-B498-43B3-948B-1728B52AA6E4}">
                <adec:decorative xmlns:adec="http://schemas.microsoft.com/office/drawing/2017/decorative" val="1"/>
              </a:ext>
            </a:extLst>
          </p:cNvPr>
          <p:cNvPicPr>
            <a:picLocks noChangeAspect="1"/>
          </p:cNvPicPr>
          <p:nvPr/>
        </p:nvPicPr>
        <p:blipFill rotWithShape="1">
          <a:blip r:embed="rId9" cstate="print">
            <a:extLst>
              <a:ext uri="{28A0092B-C50C-407E-A947-70E740481C1C}">
                <a14:useLocalDpi xmlns:a14="http://schemas.microsoft.com/office/drawing/2010/main"/>
              </a:ext>
            </a:extLst>
          </a:blip>
          <a:srcRect/>
          <a:stretch/>
        </p:blipFill>
        <p:spPr>
          <a:xfrm>
            <a:off x="1766717" y="3974367"/>
            <a:ext cx="372609" cy="372608"/>
          </a:xfrm>
          <a:prstGeom prst="roundRect">
            <a:avLst>
              <a:gd name="adj" fmla="val 50000"/>
            </a:avLst>
          </a:prstGeom>
          <a:ln>
            <a:noFill/>
          </a:ln>
          <a:effectLst>
            <a:outerShdw blurRad="190500" sx="102000" sy="102000" algn="ctr" rotWithShape="0">
              <a:prstClr val="black">
                <a:alpha val="20000"/>
              </a:prstClr>
            </a:outerShdw>
          </a:effectLst>
        </p:spPr>
      </p:pic>
      <p:pic>
        <p:nvPicPr>
          <p:cNvPr id="51" name="Picture 50">
            <a:extLst>
              <a:ext uri="{FF2B5EF4-FFF2-40B4-BE49-F238E27FC236}">
                <a16:creationId xmlns:a16="http://schemas.microsoft.com/office/drawing/2014/main" id="{B978FB99-896E-C661-213A-C96E2815C24A}"/>
              </a:ext>
              <a:ext uri="{C183D7F6-B498-43B3-948B-1728B52AA6E4}">
                <adec:decorative xmlns:adec="http://schemas.microsoft.com/office/drawing/2017/decorative" val="1"/>
              </a:ext>
            </a:extLst>
          </p:cNvPr>
          <p:cNvPicPr preferRelativeResize="0">
            <a:picLocks/>
          </p:cNvPicPr>
          <p:nvPr/>
        </p:nvPicPr>
        <p:blipFill rotWithShape="1">
          <a:blip r:embed="rId10" cstate="screen">
            <a:extLst>
              <a:ext uri="{28A0092B-C50C-407E-A947-70E740481C1C}">
                <a14:useLocalDpi xmlns:a14="http://schemas.microsoft.com/office/drawing/2010/main"/>
              </a:ext>
            </a:extLst>
          </a:blip>
          <a:srcRect/>
          <a:stretch/>
        </p:blipFill>
        <p:spPr>
          <a:xfrm>
            <a:off x="3993077" y="3974367"/>
            <a:ext cx="372609" cy="372608"/>
          </a:xfrm>
          <a:prstGeom prst="roundRect">
            <a:avLst>
              <a:gd name="adj" fmla="val 50000"/>
            </a:avLst>
          </a:prstGeom>
          <a:ln>
            <a:noFill/>
          </a:ln>
          <a:effectLst>
            <a:outerShdw blurRad="190500" sx="102000" sy="102000" algn="ctr" rotWithShape="0">
              <a:prstClr val="black">
                <a:alpha val="20000"/>
              </a:prstClr>
            </a:outerShdw>
          </a:effectLst>
        </p:spPr>
      </p:pic>
      <p:pic>
        <p:nvPicPr>
          <p:cNvPr id="49" name="Picture 48">
            <a:extLst>
              <a:ext uri="{FF2B5EF4-FFF2-40B4-BE49-F238E27FC236}">
                <a16:creationId xmlns:a16="http://schemas.microsoft.com/office/drawing/2014/main" id="{6B6E23DC-4E48-67A5-D543-3ADD8DB3C7A1}"/>
              </a:ext>
              <a:ext uri="{C183D7F6-B498-43B3-948B-1728B52AA6E4}">
                <adec:decorative xmlns:adec="http://schemas.microsoft.com/office/drawing/2017/decorative" val="1"/>
              </a:ext>
            </a:extLst>
          </p:cNvPr>
          <p:cNvPicPr>
            <a:picLocks noChangeAspect="1"/>
          </p:cNvPicPr>
          <p:nvPr/>
        </p:nvPicPr>
        <p:blipFill rotWithShape="1">
          <a:blip r:embed="rId11" cstate="print">
            <a:extLst>
              <a:ext uri="{28A0092B-C50C-407E-A947-70E740481C1C}">
                <a14:useLocalDpi xmlns:a14="http://schemas.microsoft.com/office/drawing/2010/main"/>
              </a:ext>
            </a:extLst>
          </a:blip>
          <a:srcRect/>
          <a:stretch/>
        </p:blipFill>
        <p:spPr>
          <a:xfrm>
            <a:off x="6219437" y="3974367"/>
            <a:ext cx="372609" cy="372608"/>
          </a:xfrm>
          <a:prstGeom prst="roundRect">
            <a:avLst>
              <a:gd name="adj" fmla="val 50000"/>
            </a:avLst>
          </a:prstGeom>
          <a:ln>
            <a:noFill/>
          </a:ln>
          <a:effectLst>
            <a:outerShdw blurRad="190500" sx="102000" sy="102000" algn="ctr" rotWithShape="0">
              <a:prstClr val="black">
                <a:alpha val="20000"/>
              </a:prstClr>
            </a:outerShdw>
          </a:effectLst>
        </p:spPr>
      </p:pic>
      <p:pic>
        <p:nvPicPr>
          <p:cNvPr id="52" name="Picture 51">
            <a:extLst>
              <a:ext uri="{FF2B5EF4-FFF2-40B4-BE49-F238E27FC236}">
                <a16:creationId xmlns:a16="http://schemas.microsoft.com/office/drawing/2014/main" id="{DB815834-9EB9-4B24-3715-51A3ECCB31DE}"/>
              </a:ext>
              <a:ext uri="{C183D7F6-B498-43B3-948B-1728B52AA6E4}">
                <adec:decorative xmlns:adec="http://schemas.microsoft.com/office/drawing/2017/decorative" val="1"/>
              </a:ext>
            </a:extLst>
          </p:cNvPr>
          <p:cNvPicPr>
            <a:picLocks noChangeAspect="1"/>
          </p:cNvPicPr>
          <p:nvPr/>
        </p:nvPicPr>
        <p:blipFill rotWithShape="1">
          <a:blip r:embed="rId12" cstate="print">
            <a:extLst>
              <a:ext uri="{28A0092B-C50C-407E-A947-70E740481C1C}">
                <a14:useLocalDpi xmlns:a14="http://schemas.microsoft.com/office/drawing/2010/main"/>
              </a:ext>
            </a:extLst>
          </a:blip>
          <a:srcRect/>
          <a:stretch/>
        </p:blipFill>
        <p:spPr>
          <a:xfrm>
            <a:off x="8445797" y="3974367"/>
            <a:ext cx="372609" cy="372608"/>
          </a:xfrm>
          <a:prstGeom prst="roundRect">
            <a:avLst>
              <a:gd name="adj" fmla="val 50000"/>
            </a:avLst>
          </a:prstGeom>
          <a:ln>
            <a:noFill/>
          </a:ln>
          <a:effectLst>
            <a:outerShdw blurRad="190500" sx="102000" sy="102000" algn="ctr" rotWithShape="0">
              <a:prstClr val="black">
                <a:alpha val="20000"/>
              </a:prstClr>
            </a:outerShdw>
          </a:effectLst>
        </p:spPr>
      </p:pic>
    </p:spTree>
    <p:extLst>
      <p:ext uri="{BB962C8B-B14F-4D97-AF65-F5344CB8AC3E}">
        <p14:creationId xmlns:p14="http://schemas.microsoft.com/office/powerpoint/2010/main" val="856500967"/>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350"/>
                                        <p:tgtEl>
                                          <p:spTgt spid="20"/>
                                        </p:tgtEl>
                                      </p:cBhvr>
                                    </p:animEffect>
                                  </p:childTnLst>
                                </p:cTn>
                              </p:par>
                              <p:par>
                                <p:cTn id="8" presetID="42" presetClass="path" presetSubtype="0" decel="100000" fill="hold" grpId="1" nodeType="withEffect">
                                  <p:stCondLst>
                                    <p:cond delay="0"/>
                                  </p:stCondLst>
                                  <p:childTnLst>
                                    <p:animMotion origin="layout" path="M 4.375E-6 -3.7037E-6 L -0.00287 0.00024 " pathEditMode="relative" rAng="0" ptsTypes="AA">
                                      <p:cBhvr>
                                        <p:cTn id="9" dur="500" spd="-100000" fill="hold"/>
                                        <p:tgtEl>
                                          <p:spTgt spid="20"/>
                                        </p:tgtEl>
                                        <p:attrNameLst>
                                          <p:attrName>ppt_x</p:attrName>
                                          <p:attrName>ppt_y</p:attrName>
                                        </p:attrNameLst>
                                      </p:cBhvr>
                                      <p:rCtr x="-143" y="0"/>
                                    </p:animMotion>
                                  </p:childTnLst>
                                </p:cTn>
                              </p:par>
                              <p:par>
                                <p:cTn id="10" presetID="10" presetClass="entr" presetSubtype="0" fill="hold" grpId="0" nodeType="with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350"/>
                                        <p:tgtEl>
                                          <p:spTgt spid="31"/>
                                        </p:tgtEl>
                                      </p:cBhvr>
                                    </p:animEffect>
                                  </p:childTnLst>
                                </p:cTn>
                              </p:par>
                              <p:par>
                                <p:cTn id="13" presetID="42" presetClass="path" presetSubtype="0" decel="100000" fill="hold" grpId="1" nodeType="withEffect">
                                  <p:stCondLst>
                                    <p:cond delay="0"/>
                                  </p:stCondLst>
                                  <p:childTnLst>
                                    <p:animMotion origin="layout" path="M 4.375E-6 -3.7037E-6 L -0.00287 0.00024 " pathEditMode="relative" rAng="0" ptsTypes="AA">
                                      <p:cBhvr>
                                        <p:cTn id="14" dur="500" spd="-100000" fill="hold"/>
                                        <p:tgtEl>
                                          <p:spTgt spid="31"/>
                                        </p:tgtEl>
                                        <p:attrNameLst>
                                          <p:attrName>ppt_x</p:attrName>
                                          <p:attrName>ppt_y</p:attrName>
                                        </p:attrNameLst>
                                      </p:cBhvr>
                                      <p:rCtr x="-143" y="0"/>
                                    </p:animMotion>
                                  </p:childTnLst>
                                </p:cTn>
                              </p:par>
                              <p:par>
                                <p:cTn id="15" presetID="10"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350"/>
                                        <p:tgtEl>
                                          <p:spTgt spid="25"/>
                                        </p:tgtEl>
                                      </p:cBhvr>
                                    </p:animEffect>
                                  </p:childTnLst>
                                </p:cTn>
                              </p:par>
                              <p:par>
                                <p:cTn id="18" presetID="42" presetClass="path" presetSubtype="0" decel="100000" fill="hold" grpId="1" nodeType="withEffect">
                                  <p:stCondLst>
                                    <p:cond delay="0"/>
                                  </p:stCondLst>
                                  <p:childTnLst>
                                    <p:animMotion origin="layout" path="M 4.375E-6 -3.7037E-6 L -0.00287 0.00024 " pathEditMode="relative" rAng="0" ptsTypes="AA">
                                      <p:cBhvr>
                                        <p:cTn id="19" dur="500" spd="-100000" fill="hold"/>
                                        <p:tgtEl>
                                          <p:spTgt spid="25"/>
                                        </p:tgtEl>
                                        <p:attrNameLst>
                                          <p:attrName>ppt_x</p:attrName>
                                          <p:attrName>ppt_y</p:attrName>
                                        </p:attrNameLst>
                                      </p:cBhvr>
                                      <p:rCtr x="-143" y="0"/>
                                    </p:animMotion>
                                  </p:childTnLst>
                                </p:cTn>
                              </p:par>
                              <p:par>
                                <p:cTn id="20" presetID="10" presetClass="entr" presetSubtype="0" fill="hold" grpId="0" nodeType="with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350"/>
                                        <p:tgtEl>
                                          <p:spTgt spid="32"/>
                                        </p:tgtEl>
                                      </p:cBhvr>
                                    </p:animEffect>
                                  </p:childTnLst>
                                </p:cTn>
                              </p:par>
                              <p:par>
                                <p:cTn id="23" presetID="42" presetClass="path" presetSubtype="0" decel="100000" fill="hold" grpId="1" nodeType="withEffect">
                                  <p:stCondLst>
                                    <p:cond delay="0"/>
                                  </p:stCondLst>
                                  <p:childTnLst>
                                    <p:animMotion origin="layout" path="M 4.375E-6 -3.7037E-6 L -0.00287 0.00024 " pathEditMode="relative" rAng="0" ptsTypes="AA">
                                      <p:cBhvr>
                                        <p:cTn id="24" dur="500" spd="-100000" fill="hold"/>
                                        <p:tgtEl>
                                          <p:spTgt spid="32"/>
                                        </p:tgtEl>
                                        <p:attrNameLst>
                                          <p:attrName>ppt_x</p:attrName>
                                          <p:attrName>ppt_y</p:attrName>
                                        </p:attrNameLst>
                                      </p:cBhvr>
                                      <p:rCtr x="-143" y="0"/>
                                    </p:animMotion>
                                  </p:childTnLst>
                                </p:cTn>
                              </p:par>
                              <p:par>
                                <p:cTn id="25" presetID="10"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350"/>
                                        <p:tgtEl>
                                          <p:spTgt spid="24"/>
                                        </p:tgtEl>
                                      </p:cBhvr>
                                    </p:animEffect>
                                  </p:childTnLst>
                                </p:cTn>
                              </p:par>
                              <p:par>
                                <p:cTn id="28" presetID="42" presetClass="path" presetSubtype="0" decel="100000" fill="hold" grpId="1" nodeType="withEffect">
                                  <p:stCondLst>
                                    <p:cond delay="0"/>
                                  </p:stCondLst>
                                  <p:childTnLst>
                                    <p:animMotion origin="layout" path="M 4.375E-6 -3.7037E-6 L -0.00287 0.00024 " pathEditMode="relative" rAng="0" ptsTypes="AA">
                                      <p:cBhvr>
                                        <p:cTn id="29" dur="500" spd="-100000" fill="hold"/>
                                        <p:tgtEl>
                                          <p:spTgt spid="24"/>
                                        </p:tgtEl>
                                        <p:attrNameLst>
                                          <p:attrName>ppt_x</p:attrName>
                                          <p:attrName>ppt_y</p:attrName>
                                        </p:attrNameLst>
                                      </p:cBhvr>
                                      <p:rCtr x="-143" y="0"/>
                                    </p:animMotion>
                                  </p:childTnLst>
                                </p:cTn>
                              </p:par>
                              <p:par>
                                <p:cTn id="30" presetID="10" presetClass="entr" presetSubtype="0" fill="hold" grpId="0" nodeType="with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350"/>
                                        <p:tgtEl>
                                          <p:spTgt spid="27"/>
                                        </p:tgtEl>
                                      </p:cBhvr>
                                    </p:animEffect>
                                  </p:childTnLst>
                                </p:cTn>
                              </p:par>
                              <p:par>
                                <p:cTn id="33" presetID="42" presetClass="path" presetSubtype="0" decel="100000" fill="hold" grpId="1" nodeType="withEffect">
                                  <p:stCondLst>
                                    <p:cond delay="0"/>
                                  </p:stCondLst>
                                  <p:childTnLst>
                                    <p:animMotion origin="layout" path="M 4.375E-6 -3.7037E-6 L -0.00287 0.00024 " pathEditMode="relative" rAng="0" ptsTypes="AA">
                                      <p:cBhvr>
                                        <p:cTn id="34" dur="500" spd="-100000" fill="hold"/>
                                        <p:tgtEl>
                                          <p:spTgt spid="27"/>
                                        </p:tgtEl>
                                        <p:attrNameLst>
                                          <p:attrName>ppt_x</p:attrName>
                                          <p:attrName>ppt_y</p:attrName>
                                        </p:attrNameLst>
                                      </p:cBhvr>
                                      <p:rCtr x="-143" y="0"/>
                                    </p:animMotion>
                                  </p:childTnLst>
                                </p:cTn>
                              </p:par>
                              <p:par>
                                <p:cTn id="35" presetID="10" presetClass="entr" presetSubtype="0"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fade">
                                      <p:cBhvr>
                                        <p:cTn id="37" dur="350"/>
                                        <p:tgtEl>
                                          <p:spTgt spid="34"/>
                                        </p:tgtEl>
                                      </p:cBhvr>
                                    </p:animEffect>
                                  </p:childTnLst>
                                </p:cTn>
                              </p:par>
                              <p:par>
                                <p:cTn id="38" presetID="42" presetClass="path" presetSubtype="0" decel="100000" fill="hold" grpId="1" nodeType="withEffect">
                                  <p:stCondLst>
                                    <p:cond delay="0"/>
                                  </p:stCondLst>
                                  <p:childTnLst>
                                    <p:animMotion origin="layout" path="M 4.375E-6 -3.7037E-6 L -0.00287 0.00024 " pathEditMode="relative" rAng="0" ptsTypes="AA">
                                      <p:cBhvr>
                                        <p:cTn id="39" dur="500" spd="-100000" fill="hold"/>
                                        <p:tgtEl>
                                          <p:spTgt spid="34"/>
                                        </p:tgtEl>
                                        <p:attrNameLst>
                                          <p:attrName>ppt_x</p:attrName>
                                          <p:attrName>ppt_y</p:attrName>
                                        </p:attrNameLst>
                                      </p:cBhvr>
                                      <p:rCtr x="-143" y="0"/>
                                    </p:animMotion>
                                  </p:childTnLst>
                                </p:cTn>
                              </p:par>
                              <p:par>
                                <p:cTn id="40" presetID="10" presetClass="entr" presetSubtype="0" fill="hold" grpId="0" nodeType="with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350"/>
                                        <p:tgtEl>
                                          <p:spTgt spid="26"/>
                                        </p:tgtEl>
                                      </p:cBhvr>
                                    </p:animEffect>
                                  </p:childTnLst>
                                </p:cTn>
                              </p:par>
                              <p:par>
                                <p:cTn id="43" presetID="42" presetClass="path" presetSubtype="0" decel="100000" fill="hold" grpId="1" nodeType="withEffect">
                                  <p:stCondLst>
                                    <p:cond delay="0"/>
                                  </p:stCondLst>
                                  <p:childTnLst>
                                    <p:animMotion origin="layout" path="M 4.375E-6 -3.7037E-6 L -0.00287 0.00024 " pathEditMode="relative" rAng="0" ptsTypes="AA">
                                      <p:cBhvr>
                                        <p:cTn id="44" dur="500" spd="-100000" fill="hold"/>
                                        <p:tgtEl>
                                          <p:spTgt spid="26"/>
                                        </p:tgtEl>
                                        <p:attrNameLst>
                                          <p:attrName>ppt_x</p:attrName>
                                          <p:attrName>ppt_y</p:attrName>
                                        </p:attrNameLst>
                                      </p:cBhvr>
                                      <p:rCtr x="-143" y="0"/>
                                    </p:animMotion>
                                  </p:childTnLst>
                                </p:cTn>
                              </p:par>
                              <p:par>
                                <p:cTn id="45" presetID="10"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fade">
                                      <p:cBhvr>
                                        <p:cTn id="47" dur="350"/>
                                        <p:tgtEl>
                                          <p:spTgt spid="33"/>
                                        </p:tgtEl>
                                      </p:cBhvr>
                                    </p:animEffect>
                                  </p:childTnLst>
                                </p:cTn>
                              </p:par>
                              <p:par>
                                <p:cTn id="48" presetID="42" presetClass="path" presetSubtype="0" decel="100000" fill="hold" grpId="1" nodeType="withEffect">
                                  <p:stCondLst>
                                    <p:cond delay="0"/>
                                  </p:stCondLst>
                                  <p:childTnLst>
                                    <p:animMotion origin="layout" path="M 4.375E-6 -3.7037E-6 L -0.00287 0.00024 " pathEditMode="relative" rAng="0" ptsTypes="AA">
                                      <p:cBhvr>
                                        <p:cTn id="49" dur="500" spd="-100000" fill="hold"/>
                                        <p:tgtEl>
                                          <p:spTgt spid="33"/>
                                        </p:tgtEl>
                                        <p:attrNameLst>
                                          <p:attrName>ppt_x</p:attrName>
                                          <p:attrName>ppt_y</p:attrName>
                                        </p:attrNameLst>
                                      </p:cBhvr>
                                      <p:rCtr x="-143" y="0"/>
                                    </p:animMotion>
                                  </p:childTnLst>
                                </p:cTn>
                              </p:par>
                            </p:childTnLst>
                          </p:cTn>
                        </p:par>
                        <p:par>
                          <p:cTn id="50" fill="hold">
                            <p:stCondLst>
                              <p:cond delay="500"/>
                            </p:stCondLst>
                            <p:childTnLst>
                              <p:par>
                                <p:cTn id="51" presetID="10" presetClass="entr" presetSubtype="0" fill="hold" grpId="0" nodeType="after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500"/>
                                        <p:tgtEl>
                                          <p:spTgt spid="2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5"/>
                                        </p:tgtEl>
                                        <p:attrNameLst>
                                          <p:attrName>style.visibility</p:attrName>
                                        </p:attrNameLst>
                                      </p:cBhvr>
                                      <p:to>
                                        <p:strVal val="visible"/>
                                      </p:to>
                                    </p:set>
                                    <p:animEffect transition="in" filter="fade">
                                      <p:cBhvr>
                                        <p:cTn id="56" dur="500"/>
                                        <p:tgtEl>
                                          <p:spTgt spid="45"/>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4"/>
                                        </p:tgtEl>
                                        <p:attrNameLst>
                                          <p:attrName>style.visibility</p:attrName>
                                        </p:attrNameLst>
                                      </p:cBhvr>
                                      <p:to>
                                        <p:strVal val="visible"/>
                                      </p:to>
                                    </p:set>
                                    <p:animEffect transition="in" filter="fade">
                                      <p:cBhvr>
                                        <p:cTn id="59" dur="500"/>
                                        <p:tgtEl>
                                          <p:spTgt spid="4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41"/>
                                        </p:tgtEl>
                                        <p:attrNameLst>
                                          <p:attrName>style.visibility</p:attrName>
                                        </p:attrNameLst>
                                      </p:cBhvr>
                                      <p:to>
                                        <p:strVal val="visible"/>
                                      </p:to>
                                    </p:set>
                                    <p:animEffect transition="in" filter="fade">
                                      <p:cBhvr>
                                        <p:cTn id="62" dur="500"/>
                                        <p:tgtEl>
                                          <p:spTgt spid="41"/>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40"/>
                                        </p:tgtEl>
                                        <p:attrNameLst>
                                          <p:attrName>style.visibility</p:attrName>
                                        </p:attrNameLst>
                                      </p:cBhvr>
                                      <p:to>
                                        <p:strVal val="visible"/>
                                      </p:to>
                                    </p:set>
                                    <p:animEffect transition="in" filter="fade">
                                      <p:cBhvr>
                                        <p:cTn id="65" dur="500"/>
                                        <p:tgtEl>
                                          <p:spTgt spid="40"/>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6"/>
                                        </p:tgtEl>
                                        <p:attrNameLst>
                                          <p:attrName>style.visibility</p:attrName>
                                        </p:attrNameLst>
                                      </p:cBhvr>
                                      <p:to>
                                        <p:strVal val="visible"/>
                                      </p:to>
                                    </p:set>
                                    <p:animEffect transition="in" filter="fade">
                                      <p:cBhvr>
                                        <p:cTn id="68" dur="500"/>
                                        <p:tgtEl>
                                          <p:spTgt spid="46"/>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2"/>
                                        </p:tgtEl>
                                        <p:attrNameLst>
                                          <p:attrName>style.visibility</p:attrName>
                                        </p:attrNameLst>
                                      </p:cBhvr>
                                      <p:to>
                                        <p:strVal val="visible"/>
                                      </p:to>
                                    </p:set>
                                    <p:animEffect transition="in" filter="fade">
                                      <p:cBhvr>
                                        <p:cTn id="71" dur="500"/>
                                        <p:tgtEl>
                                          <p:spTgt spid="4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7"/>
                                        </p:tgtEl>
                                        <p:attrNameLst>
                                          <p:attrName>style.visibility</p:attrName>
                                        </p:attrNameLst>
                                      </p:cBhvr>
                                      <p:to>
                                        <p:strVal val="visible"/>
                                      </p:to>
                                    </p:set>
                                    <p:animEffect transition="in" filter="fade">
                                      <p:cBhvr>
                                        <p:cTn id="74" dur="500"/>
                                        <p:tgtEl>
                                          <p:spTgt spid="4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3"/>
                                        </p:tgtEl>
                                        <p:attrNameLst>
                                          <p:attrName>style.visibility</p:attrName>
                                        </p:attrNameLst>
                                      </p:cBhvr>
                                      <p:to>
                                        <p:strVal val="visible"/>
                                      </p:to>
                                    </p:set>
                                    <p:animEffect transition="in" filter="fade">
                                      <p:cBhvr>
                                        <p:cTn id="7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21" grpId="0"/>
      <p:bldP spid="31" grpId="0" animBg="1"/>
      <p:bldP spid="31" grpId="1" animBg="1"/>
      <p:bldP spid="44" grpId="0"/>
      <p:bldP spid="25" grpId="0" animBg="1"/>
      <p:bldP spid="25" grpId="1" animBg="1"/>
      <p:bldP spid="41" grpId="0"/>
      <p:bldP spid="32" grpId="0" animBg="1"/>
      <p:bldP spid="32" grpId="1" animBg="1"/>
      <p:bldP spid="45" grpId="0"/>
      <p:bldP spid="24" grpId="0" animBg="1"/>
      <p:bldP spid="24" grpId="1" animBg="1"/>
      <p:bldP spid="40" grpId="0"/>
      <p:bldP spid="27" grpId="0" animBg="1"/>
      <p:bldP spid="27" grpId="1" animBg="1"/>
      <p:bldP spid="43" grpId="0"/>
      <p:bldP spid="34" grpId="0" animBg="1"/>
      <p:bldP spid="34" grpId="1" animBg="1"/>
      <p:bldP spid="47" grpId="0"/>
      <p:bldP spid="26" grpId="0" animBg="1"/>
      <p:bldP spid="26" grpId="1" animBg="1"/>
      <p:bldP spid="42" grpId="0"/>
      <p:bldP spid="33" grpId="0" animBg="1"/>
      <p:bldP spid="33" grpId="1" animBg="1"/>
      <p:bldP spid="4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F65A7-7A38-B891-6FEA-F4C2EDF383F9}"/>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5400A7FC-52A8-CD1E-C41C-1B022CE53D88}"/>
              </a:ext>
              <a:ext uri="{C183D7F6-B498-43B3-948B-1728B52AA6E4}">
                <adec:decorative xmlns:adec="http://schemas.microsoft.com/office/drawing/2017/decorative" val="1"/>
              </a:ext>
            </a:extLst>
          </p:cNvPr>
          <p:cNvSpPr/>
          <p:nvPr/>
        </p:nvSpPr>
        <p:spPr bwMode="auto">
          <a:xfrm>
            <a:off x="304798" y="1441172"/>
            <a:ext cx="6996753" cy="5123139"/>
          </a:xfrm>
          <a:prstGeom prst="roundRect">
            <a:avLst>
              <a:gd name="adj" fmla="val 2447"/>
            </a:avLst>
          </a:prstGeom>
          <a:gradFill flip="none" rotWithShape="1">
            <a:gsLst>
              <a:gs pos="0">
                <a:schemeClr val="bg1"/>
              </a:gs>
              <a:gs pos="100000">
                <a:schemeClr val="bg1">
                  <a:alpha val="0"/>
                </a:schemeClr>
              </a:gs>
            </a:gsLst>
            <a:lin ang="54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15" name="Rectangle: Rounded Corners 14">
            <a:extLst>
              <a:ext uri="{FF2B5EF4-FFF2-40B4-BE49-F238E27FC236}">
                <a16:creationId xmlns:a16="http://schemas.microsoft.com/office/drawing/2014/main" id="{A6647055-5C9A-5F91-257A-3639DE3808C0}"/>
              </a:ext>
              <a:ext uri="{C183D7F6-B498-43B3-948B-1728B52AA6E4}">
                <adec:decorative xmlns:adec="http://schemas.microsoft.com/office/drawing/2017/decorative" val="1"/>
              </a:ext>
            </a:extLst>
          </p:cNvPr>
          <p:cNvSpPr/>
          <p:nvPr/>
        </p:nvSpPr>
        <p:spPr bwMode="auto">
          <a:xfrm>
            <a:off x="304798" y="293688"/>
            <a:ext cx="6996753" cy="1041001"/>
          </a:xfrm>
          <a:prstGeom prst="roundRect">
            <a:avLst>
              <a:gd name="adj" fmla="val 9999"/>
            </a:avLst>
          </a:prstGeom>
          <a:gradFill flip="none" rotWithShape="1">
            <a:gsLst>
              <a:gs pos="0">
                <a:schemeClr val="bg1"/>
              </a:gs>
              <a:gs pos="100000">
                <a:schemeClr val="bg1"/>
              </a:gs>
            </a:gsLst>
            <a:lin ang="54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16" name="Title 15">
            <a:extLst>
              <a:ext uri="{FF2B5EF4-FFF2-40B4-BE49-F238E27FC236}">
                <a16:creationId xmlns:a16="http://schemas.microsoft.com/office/drawing/2014/main" id="{6AC9E7F5-4F41-47CE-18BE-56B4365CF664}"/>
              </a:ext>
              <a:ext uri="{C183D7F6-B498-43B3-948B-1728B52AA6E4}">
                <adec:decorative xmlns:adec="http://schemas.microsoft.com/office/drawing/2017/decorative" val="1"/>
              </a:ext>
            </a:extLst>
          </p:cNvPr>
          <p:cNvSpPr>
            <a:spLocks noGrp="1"/>
          </p:cNvSpPr>
          <p:nvPr>
            <p:ph type="title"/>
          </p:nvPr>
        </p:nvSpPr>
        <p:spPr/>
        <p:txBody>
          <a:bodyPr/>
          <a:lstStyle/>
          <a:p>
            <a:r>
              <a:rPr lang="en-US" sz="2000">
                <a:latin typeface="+mj-lt"/>
              </a:rPr>
              <a:t>Agent use cases—Customer Service</a:t>
            </a:r>
          </a:p>
        </p:txBody>
      </p:sp>
      <p:pic>
        <p:nvPicPr>
          <p:cNvPr id="18" name="Picture 17">
            <a:extLst>
              <a:ext uri="{FF2B5EF4-FFF2-40B4-BE49-F238E27FC236}">
                <a16:creationId xmlns:a16="http://schemas.microsoft.com/office/drawing/2014/main" id="{D5052F90-3860-7052-C0C5-A74DCB41D672}"/>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a:ext>
            </a:extLst>
          </a:blip>
          <a:srcRect l="39693" t="1" b="39692"/>
          <a:stretch/>
        </p:blipFill>
        <p:spPr>
          <a:xfrm rot="16200000">
            <a:off x="-124104" y="773050"/>
            <a:ext cx="869316" cy="82276"/>
          </a:xfrm>
          <a:prstGeom prst="roundRect">
            <a:avLst>
              <a:gd name="adj" fmla="val 50000"/>
            </a:avLst>
          </a:prstGeom>
        </p:spPr>
      </p:pic>
      <p:sp>
        <p:nvSpPr>
          <p:cNvPr id="2" name="Rectangle: Rounded Corners 1">
            <a:extLst>
              <a:ext uri="{FF2B5EF4-FFF2-40B4-BE49-F238E27FC236}">
                <a16:creationId xmlns:a16="http://schemas.microsoft.com/office/drawing/2014/main" id="{AF2F9B78-CBBB-222C-9C6C-6D41AF55FE35}"/>
              </a:ext>
              <a:ext uri="{C183D7F6-B498-43B3-948B-1728B52AA6E4}">
                <adec:decorative xmlns:adec="http://schemas.microsoft.com/office/drawing/2017/decorative" val="1"/>
              </a:ext>
            </a:extLst>
          </p:cNvPr>
          <p:cNvSpPr/>
          <p:nvPr/>
        </p:nvSpPr>
        <p:spPr bwMode="auto">
          <a:xfrm>
            <a:off x="7410734" y="293689"/>
            <a:ext cx="4476465" cy="6270624"/>
          </a:xfrm>
          <a:prstGeom prst="roundRect">
            <a:avLst>
              <a:gd name="adj" fmla="val 2329"/>
            </a:avLst>
          </a:prstGeom>
          <a:gradFill flip="none" rotWithShape="1">
            <a:gsLst>
              <a:gs pos="61000">
                <a:schemeClr val="bg1"/>
              </a:gs>
              <a:gs pos="100000">
                <a:schemeClr val="bg1">
                  <a:alpha val="0"/>
                </a:schemeClr>
              </a:gs>
            </a:gsLst>
            <a:lin ang="81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5" name="TextBox 4">
            <a:extLst>
              <a:ext uri="{FF2B5EF4-FFF2-40B4-BE49-F238E27FC236}">
                <a16:creationId xmlns:a16="http://schemas.microsoft.com/office/drawing/2014/main" id="{EC1809D8-837C-B20A-0209-F20549E7AAE7}"/>
              </a:ext>
            </a:extLst>
          </p:cNvPr>
          <p:cNvSpPr txBox="1"/>
          <p:nvPr/>
        </p:nvSpPr>
        <p:spPr>
          <a:xfrm>
            <a:off x="1705969" y="660011"/>
            <a:ext cx="4805493" cy="308354"/>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1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91F2C"/>
                </a:solidFill>
                <a:effectLst/>
                <a:uLnTx/>
                <a:uFillTx/>
                <a:latin typeface="Segoe Sans Display Semibold"/>
                <a:ea typeface="+mn-ea"/>
                <a:cs typeface="+mn-cs"/>
              </a:rPr>
              <a:t>Agent use cases—Customer Service</a:t>
            </a:r>
          </a:p>
        </p:txBody>
      </p:sp>
      <p:sp>
        <p:nvSpPr>
          <p:cNvPr id="7" name="TextBox 6">
            <a:extLst>
              <a:ext uri="{FF2B5EF4-FFF2-40B4-BE49-F238E27FC236}">
                <a16:creationId xmlns:a16="http://schemas.microsoft.com/office/drawing/2014/main" id="{D0696476-75D8-D73B-DE98-3F176057AFDA}"/>
              </a:ext>
            </a:extLst>
          </p:cNvPr>
          <p:cNvSpPr txBox="1"/>
          <p:nvPr/>
        </p:nvSpPr>
        <p:spPr>
          <a:xfrm>
            <a:off x="654758" y="1593085"/>
            <a:ext cx="5910411" cy="308354"/>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2000" b="0" i="0" u="none" strike="noStrike" kern="1200" cap="none" spc="0" normalizeH="0" baseline="0" noProof="0">
                <a:ln>
                  <a:noFill/>
                </a:ln>
                <a:gradFill flip="none" rotWithShape="1">
                  <a:gsLst>
                    <a:gs pos="0">
                      <a:srgbClr val="FF5C39"/>
                    </a:gs>
                    <a:gs pos="35000">
                      <a:srgbClr val="C03BC4"/>
                    </a:gs>
                    <a:gs pos="100000">
                      <a:srgbClr val="0078D4"/>
                    </a:gs>
                  </a:gsLst>
                  <a:path path="circle">
                    <a:fillToRect r="100000" b="100000"/>
                  </a:path>
                  <a:tileRect l="-100000" t="-100000"/>
                </a:gradFill>
                <a:effectLst/>
                <a:uLnTx/>
                <a:uFillTx/>
                <a:latin typeface="Segoe Sans Display Semibold"/>
                <a:ea typeface="+mn-ea"/>
                <a:cs typeface="+mn-cs"/>
              </a:rPr>
              <a:t>Business benefits</a:t>
            </a:r>
          </a:p>
        </p:txBody>
      </p:sp>
      <p:graphicFrame>
        <p:nvGraphicFramePr>
          <p:cNvPr id="4" name="Table 3">
            <a:extLst>
              <a:ext uri="{FF2B5EF4-FFF2-40B4-BE49-F238E27FC236}">
                <a16:creationId xmlns:a16="http://schemas.microsoft.com/office/drawing/2014/main" id="{A2DE73A2-7986-4954-0D5A-BE0730EC7B7E}"/>
              </a:ext>
            </a:extLst>
          </p:cNvPr>
          <p:cNvGraphicFramePr>
            <a:graphicFrameLocks noGrp="1"/>
          </p:cNvGraphicFramePr>
          <p:nvPr/>
        </p:nvGraphicFramePr>
        <p:xfrm>
          <a:off x="654759" y="1933033"/>
          <a:ext cx="6298776" cy="2850834"/>
        </p:xfrm>
        <a:graphic>
          <a:graphicData uri="http://schemas.openxmlformats.org/drawingml/2006/table">
            <a:tbl>
              <a:tblPr firstRow="1" bandRow="1">
                <a:tableStyleId>{5C22544A-7EE6-4342-B048-85BDC9FD1C3A}</a:tableStyleId>
              </a:tblPr>
              <a:tblGrid>
                <a:gridCol w="512709">
                  <a:extLst>
                    <a:ext uri="{9D8B030D-6E8A-4147-A177-3AD203B41FA5}">
                      <a16:colId xmlns:a16="http://schemas.microsoft.com/office/drawing/2014/main" val="3519508713"/>
                    </a:ext>
                  </a:extLst>
                </a:gridCol>
                <a:gridCol w="1493281">
                  <a:extLst>
                    <a:ext uri="{9D8B030D-6E8A-4147-A177-3AD203B41FA5}">
                      <a16:colId xmlns:a16="http://schemas.microsoft.com/office/drawing/2014/main" val="3539295186"/>
                    </a:ext>
                  </a:extLst>
                </a:gridCol>
                <a:gridCol w="4292786">
                  <a:extLst>
                    <a:ext uri="{9D8B030D-6E8A-4147-A177-3AD203B41FA5}">
                      <a16:colId xmlns:a16="http://schemas.microsoft.com/office/drawing/2014/main" val="2567683236"/>
                    </a:ext>
                  </a:extLst>
                </a:gridCol>
              </a:tblGrid>
              <a:tr h="559960">
                <a:tc>
                  <a:txBody>
                    <a:bodyPr/>
                    <a:lstStyle/>
                    <a:p>
                      <a:pPr>
                        <a:lnSpc>
                          <a:spcPct val="110000"/>
                        </a:lnSpc>
                        <a:spcAft>
                          <a:spcPts val="400"/>
                        </a:spcAft>
                      </a:pPr>
                      <a:endParaRPr lang="en-US" sz="1000">
                        <a:solidFill>
                          <a:srgbClr val="091F2C"/>
                        </a:solidFill>
                      </a:endParaRPr>
                    </a:p>
                  </a:txBody>
                  <a:tcPr marT="137160" marB="182880">
                    <a:lnL w="12700" cmpd="sng">
                      <a:noFill/>
                    </a:lnL>
                    <a:lnR w="12700" cmpd="sng">
                      <a:noFill/>
                    </a:lnR>
                    <a:lnT w="12700" cmpd="sng">
                      <a:noFill/>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Case Management Agent</a:t>
                      </a:r>
                    </a:p>
                  </a:txBody>
                  <a:tcPr marT="137160" marB="182880">
                    <a:lnL w="12700" cmpd="sng">
                      <a:noFill/>
                    </a:lnL>
                    <a:lnR w="12700" cmpd="sng">
                      <a:noFill/>
                    </a:lnR>
                    <a:lnT w="12700" cmpd="sng">
                      <a:noFill/>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mn-lt"/>
                          <a:ea typeface="+mn-ea"/>
                          <a:cs typeface="+mn-cs"/>
                        </a:rPr>
                        <a:t>Automates key tasks throughout the case lifecycle – case creation, updates, collaborations, resolution, follow up, closure, etc. – to reduce Average Handle Time (AHT) and alleviate the manual burden of case management on Support Engineers. </a:t>
                      </a:r>
                    </a:p>
                  </a:txBody>
                  <a:tcPr marR="0" marT="137160" marB="182880">
                    <a:lnL w="12700" cmpd="sng">
                      <a:noFill/>
                    </a:lnL>
                    <a:lnR w="12700" cmpd="sng">
                      <a:noFill/>
                    </a:lnR>
                    <a:lnT w="12700" cmpd="sng">
                      <a:noFill/>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6729550"/>
                  </a:ext>
                </a:extLst>
              </a:tr>
              <a:tr h="459011">
                <a:tc>
                  <a:txBody>
                    <a:bodyPr/>
                    <a:lstStyle/>
                    <a:p>
                      <a:pPr>
                        <a:lnSpc>
                          <a:spcPct val="110000"/>
                        </a:lnSpc>
                        <a:spcAft>
                          <a:spcPts val="400"/>
                        </a:spcAft>
                      </a:pPr>
                      <a:endParaRPr lang="en-US" sz="1000">
                        <a:solidFill>
                          <a:srgbClr val="091F2C"/>
                        </a:solidFill>
                      </a:endParaRPr>
                    </a:p>
                  </a:txBody>
                  <a:tcPr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Customer Knowledge Management Agent</a:t>
                      </a:r>
                    </a:p>
                  </a:txBody>
                  <a:tcPr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mn-lt"/>
                          <a:ea typeface="+mn-ea"/>
                          <a:cs typeface="+mn-cs"/>
                        </a:rPr>
                        <a:t>Ensures knowledge articles are kept perpetually up-to-date by analyzing case notes, transcripts, summaries and other artifacts from human-assisted cases to uncover insights.</a:t>
                      </a:r>
                    </a:p>
                  </a:txBody>
                  <a:tcPr marR="0"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123564"/>
                  </a:ext>
                </a:extLst>
              </a:tr>
              <a:tr h="559960">
                <a:tc>
                  <a:txBody>
                    <a:bodyPr/>
                    <a:lstStyle/>
                    <a:p>
                      <a:pPr>
                        <a:lnSpc>
                          <a:spcPct val="110000"/>
                        </a:lnSpc>
                        <a:spcAft>
                          <a:spcPts val="400"/>
                        </a:spcAft>
                      </a:pPr>
                      <a:endParaRPr lang="en-US" sz="1000">
                        <a:solidFill>
                          <a:srgbClr val="091F2C"/>
                        </a:solidFill>
                      </a:endParaRPr>
                    </a:p>
                  </a:txBody>
                  <a:tcPr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Customer Intent </a:t>
                      </a:r>
                      <a:b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b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Agent</a:t>
                      </a:r>
                    </a:p>
                  </a:txBody>
                  <a:tcPr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mn-lt"/>
                          <a:ea typeface="+mn-ea"/>
                          <a:cs typeface="+mn-cs"/>
                        </a:rPr>
                        <a:t>Keeps self-service tools up-to-date with the latest customer issues and how to resolve them, discovering new intents from customer  conversations across all channels by analyzing case notes, transcripts, summaries, and more.</a:t>
                      </a:r>
                    </a:p>
                  </a:txBody>
                  <a:tcPr marR="0"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805424"/>
                  </a:ext>
                </a:extLst>
              </a:tr>
            </a:tbl>
          </a:graphicData>
        </a:graphic>
      </p:graphicFrame>
      <p:sp>
        <p:nvSpPr>
          <p:cNvPr id="3" name="TextBox 2">
            <a:extLst>
              <a:ext uri="{FF2B5EF4-FFF2-40B4-BE49-F238E27FC236}">
                <a16:creationId xmlns:a16="http://schemas.microsoft.com/office/drawing/2014/main" id="{F4AB724E-453D-2228-B1BB-78436BC6C2BD}"/>
              </a:ext>
            </a:extLst>
          </p:cNvPr>
          <p:cNvSpPr txBox="1"/>
          <p:nvPr/>
        </p:nvSpPr>
        <p:spPr>
          <a:xfrm>
            <a:off x="7758753" y="687781"/>
            <a:ext cx="3777802" cy="5486400"/>
          </a:xfrm>
          <a:prstGeom prst="rect">
            <a:avLst/>
          </a:prstGeom>
          <a:noFill/>
        </p:spPr>
        <p:txBody>
          <a:bodyPr wrap="square" lIns="0" tIns="0" rIns="0" bIns="0" rtlCol="0">
            <a:noAutofit/>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2000" b="0" i="0" u="none" strike="noStrike" kern="1200" cap="none" spc="0" normalizeH="0" baseline="0" noProof="0">
                <a:ln>
                  <a:noFill/>
                </a:ln>
                <a:gradFill flip="none" rotWithShape="1">
                  <a:gsLst>
                    <a:gs pos="0">
                      <a:srgbClr val="FF5C39"/>
                    </a:gs>
                    <a:gs pos="35000">
                      <a:srgbClr val="C03BC4"/>
                    </a:gs>
                    <a:gs pos="100000">
                      <a:srgbClr val="0078D4"/>
                    </a:gs>
                  </a:gsLst>
                  <a:path path="circle">
                    <a:fillToRect r="100000" b="100000"/>
                  </a:path>
                  <a:tileRect l="-100000" t="-100000"/>
                </a:gradFill>
                <a:effectLst/>
                <a:uLnTx/>
                <a:uFillTx/>
                <a:latin typeface="Segoe Sans Display Semibold"/>
                <a:ea typeface="+mn-ea"/>
                <a:cs typeface="+mn-cs"/>
              </a:rPr>
              <a:t>Prioritization</a:t>
            </a:r>
          </a:p>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The top priorities of focus:</a:t>
            </a:r>
          </a:p>
          <a:p>
            <a:pPr marL="0" marR="0" lvl="0" indent="0" algn="l" defTabSz="914367" rtl="0" eaLnBrk="1" fontAlgn="auto" latinLnBrk="0" hangingPunct="1">
              <a:lnSpc>
                <a:spcPct val="110000"/>
              </a:lnSpc>
              <a:spcBef>
                <a:spcPts val="0"/>
              </a:spcBef>
              <a:spcAft>
                <a:spcPts val="400"/>
              </a:spcAft>
              <a:buClrTx/>
              <a:buSzTx/>
              <a:buFontTx/>
              <a:buNone/>
              <a:tabLst/>
              <a:defRPr/>
            </a:pPr>
            <a:endParaRPr kumimoji="0" lang="en-US" sz="1000" b="0" i="0" u="none" strike="noStrike" kern="1200" cap="none" spc="0" normalizeH="0" baseline="0" noProof="0">
              <a:ln>
                <a:noFill/>
              </a:ln>
              <a:solidFill>
                <a:srgbClr val="091F2C"/>
              </a:solidFill>
              <a:effectLst/>
              <a:uLnTx/>
              <a:uFillTx/>
              <a:latin typeface="Segoe Sans Display"/>
              <a:ea typeface="+mn-ea"/>
              <a:cs typeface="+mn-cs"/>
            </a:endParaRP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Prioritized due to the high percentage of cases awaiting Support Engineer action for closure.</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Given the total % of cases impacted as well as the simple nature of actions, case management was a key area determined to benefit from agentic capability via AI automation.</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091F2C"/>
              </a:solidFill>
              <a:effectLst/>
              <a:uLnTx/>
              <a:uFillTx/>
              <a:latin typeface="Segoe Sans Display"/>
              <a:ea typeface="+mn-ea"/>
              <a:cs typeface="+mn-cs"/>
            </a:endParaRPr>
          </a:p>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2000" b="0" i="0" u="none" strike="noStrike" kern="1200" cap="none" spc="0" normalizeH="0" baseline="0" noProof="0">
                <a:ln>
                  <a:noFill/>
                </a:ln>
                <a:gradFill flip="none" rotWithShape="1">
                  <a:gsLst>
                    <a:gs pos="0">
                      <a:srgbClr val="FF5C39"/>
                    </a:gs>
                    <a:gs pos="35000">
                      <a:srgbClr val="C03BC4"/>
                    </a:gs>
                    <a:gs pos="100000">
                      <a:srgbClr val="0078D4"/>
                    </a:gs>
                  </a:gsLst>
                  <a:path path="circle">
                    <a:fillToRect r="100000" b="100000"/>
                  </a:path>
                  <a:tileRect l="-100000" t="-100000"/>
                </a:gradFill>
                <a:effectLst/>
                <a:uLnTx/>
                <a:uFillTx/>
                <a:latin typeface="Segoe Sans Display Semibold"/>
                <a:ea typeface="+mn-ea"/>
                <a:cs typeface="+mn-cs"/>
              </a:rPr>
              <a:t>Early key learnings</a:t>
            </a:r>
          </a:p>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Our initial key learnings include:</a:t>
            </a:r>
            <a:b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br>
            <a:endParaRPr kumimoji="0" lang="en-US" sz="1000" b="0" i="0" u="none" strike="noStrike" kern="1200" cap="none" spc="0" normalizeH="0" baseline="0" noProof="0">
              <a:ln>
                <a:noFill/>
              </a:ln>
              <a:solidFill>
                <a:srgbClr val="091F2C"/>
              </a:solidFill>
              <a:effectLst/>
              <a:uLnTx/>
              <a:uFillTx/>
              <a:latin typeface="Segoe Sans Display Semibold"/>
              <a:ea typeface="+mn-ea"/>
              <a:cs typeface="+mn-cs"/>
            </a:endParaRP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Critical to have proper process documentation and really a single process to align on for the agent.</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Customization wasn’t necessary because the process was </a:t>
            </a:r>
            <a:br>
              <a:rPr kumimoji="0" lang="en-US" sz="1000" b="0" i="0" u="none" strike="noStrike" kern="1200" cap="none" spc="0" normalizeH="0" baseline="0" noProof="0">
                <a:ln>
                  <a:noFill/>
                </a:ln>
                <a:solidFill>
                  <a:srgbClr val="091F2C"/>
                </a:solidFill>
                <a:effectLst/>
                <a:uLnTx/>
                <a:uFillTx/>
                <a:latin typeface="Segoe Sans Display"/>
                <a:ea typeface="+mn-ea"/>
                <a:cs typeface="+mn-cs"/>
              </a:rPr>
            </a:br>
            <a:r>
              <a:rPr kumimoji="0" lang="en-US" sz="1000" b="0" i="0" u="none" strike="noStrike" kern="1200" cap="none" spc="0" normalizeH="0" baseline="0" noProof="0">
                <a:ln>
                  <a:noFill/>
                </a:ln>
                <a:solidFill>
                  <a:srgbClr val="091F2C"/>
                </a:solidFill>
                <a:effectLst/>
                <a:uLnTx/>
                <a:uFillTx/>
                <a:latin typeface="Segoe Sans Display"/>
                <a:ea typeface="+mn-ea"/>
                <a:cs typeface="+mn-cs"/>
              </a:rPr>
              <a:t>already established.</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Watching very closely for negative input/impact on </a:t>
            </a:r>
            <a:br>
              <a:rPr kumimoji="0" lang="en-US" sz="1000" b="0" i="0" u="none" strike="noStrike" kern="1200" cap="none" spc="0" normalizeH="0" baseline="0" noProof="0">
                <a:ln>
                  <a:noFill/>
                </a:ln>
                <a:solidFill>
                  <a:srgbClr val="091F2C"/>
                </a:solidFill>
                <a:effectLst/>
                <a:uLnTx/>
                <a:uFillTx/>
                <a:latin typeface="Segoe Sans Display"/>
                <a:ea typeface="+mn-ea"/>
                <a:cs typeface="+mn-cs"/>
              </a:rPr>
            </a:br>
            <a:r>
              <a:rPr kumimoji="0" lang="en-US" sz="1000" b="0" i="0" u="none" strike="noStrike" kern="1200" cap="none" spc="0" normalizeH="0" baseline="0" noProof="0">
                <a:ln>
                  <a:noFill/>
                </a:ln>
                <a:solidFill>
                  <a:srgbClr val="091F2C"/>
                </a:solidFill>
                <a:effectLst/>
                <a:uLnTx/>
                <a:uFillTx/>
                <a:latin typeface="Segoe Sans Display"/>
                <a:ea typeface="+mn-ea"/>
                <a:cs typeface="+mn-cs"/>
              </a:rPr>
              <a:t>Customer Experience</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Maintain a human in the middle approach, with actual support engineer review prior to engaging directly with the customer.</a:t>
            </a:r>
          </a:p>
        </p:txBody>
      </p:sp>
      <p:sp>
        <p:nvSpPr>
          <p:cNvPr id="21" name="Oval 20">
            <a:extLst>
              <a:ext uri="{FF2B5EF4-FFF2-40B4-BE49-F238E27FC236}">
                <a16:creationId xmlns:a16="http://schemas.microsoft.com/office/drawing/2014/main" id="{75FA1B16-A5B4-90CC-F059-DCCCF85EDFE3}"/>
              </a:ext>
              <a:ext uri="{C183D7F6-B498-43B3-948B-1728B52AA6E4}">
                <adec:decorative xmlns:adec="http://schemas.microsoft.com/office/drawing/2017/decorative" val="1"/>
              </a:ext>
            </a:extLst>
          </p:cNvPr>
          <p:cNvSpPr/>
          <p:nvPr/>
        </p:nvSpPr>
        <p:spPr bwMode="auto">
          <a:xfrm>
            <a:off x="654758" y="3107927"/>
            <a:ext cx="411480" cy="411480"/>
          </a:xfrm>
          <a:prstGeom prst="ellipse">
            <a:avLst/>
          </a:prstGeom>
          <a:solidFill>
            <a:schemeClr val="bg1"/>
          </a:solidFill>
          <a:ln w="9525">
            <a:gradFill flip="none" rotWithShape="1">
              <a:gsLst>
                <a:gs pos="0">
                  <a:srgbClr val="FFA38B"/>
                </a:gs>
                <a:gs pos="100000">
                  <a:schemeClr val="accent2"/>
                </a:gs>
              </a:gsLst>
              <a:lin ang="27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200" normalizeH="0" baseline="0" noProof="0">
                <a:ln>
                  <a:solidFill>
                    <a:srgbClr val="091F2C"/>
                  </a:solidFill>
                </a:ln>
                <a:solidFill>
                  <a:srgbClr val="091F2C"/>
                </a:solidFill>
                <a:effectLst/>
                <a:uLnTx/>
                <a:uFillTx/>
                <a:latin typeface="Segoe Sans Display Light" pitchFamily="2" charset="0"/>
                <a:ea typeface="+mn-ea"/>
                <a:cs typeface="Segoe Sans Display Light" pitchFamily="2" charset="0"/>
              </a:rPr>
              <a:t>02</a:t>
            </a:r>
          </a:p>
        </p:txBody>
      </p:sp>
      <p:sp>
        <p:nvSpPr>
          <p:cNvPr id="8" name="Oval 7">
            <a:extLst>
              <a:ext uri="{FF2B5EF4-FFF2-40B4-BE49-F238E27FC236}">
                <a16:creationId xmlns:a16="http://schemas.microsoft.com/office/drawing/2014/main" id="{5B2DB594-69E2-D377-632B-EDCE37A7EA5F}"/>
              </a:ext>
              <a:ext uri="{C183D7F6-B498-43B3-948B-1728B52AA6E4}">
                <adec:decorative xmlns:adec="http://schemas.microsoft.com/office/drawing/2017/decorative" val="1"/>
              </a:ext>
            </a:extLst>
          </p:cNvPr>
          <p:cNvSpPr/>
          <p:nvPr/>
        </p:nvSpPr>
        <p:spPr bwMode="auto">
          <a:xfrm>
            <a:off x="654758" y="2029472"/>
            <a:ext cx="411480" cy="411480"/>
          </a:xfrm>
          <a:prstGeom prst="ellipse">
            <a:avLst/>
          </a:prstGeom>
          <a:solidFill>
            <a:schemeClr val="bg1"/>
          </a:solidFill>
          <a:ln w="9525">
            <a:gradFill flip="none" rotWithShape="1">
              <a:gsLst>
                <a:gs pos="0">
                  <a:srgbClr val="FFA38B"/>
                </a:gs>
                <a:gs pos="100000">
                  <a:schemeClr val="accent2"/>
                </a:gs>
              </a:gsLst>
              <a:lin ang="27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200" normalizeH="0" baseline="0" noProof="0">
                <a:ln>
                  <a:solidFill>
                    <a:srgbClr val="091F2C"/>
                  </a:solidFill>
                </a:ln>
                <a:solidFill>
                  <a:srgbClr val="091F2C"/>
                </a:solidFill>
                <a:effectLst/>
                <a:uLnTx/>
                <a:uFillTx/>
                <a:latin typeface="Segoe Sans Display Light" pitchFamily="2" charset="0"/>
                <a:ea typeface="+mn-ea"/>
                <a:cs typeface="Segoe Sans Display Light" pitchFamily="2" charset="0"/>
              </a:rPr>
              <a:t>01</a:t>
            </a:r>
          </a:p>
        </p:txBody>
      </p:sp>
      <p:sp>
        <p:nvSpPr>
          <p:cNvPr id="9" name="Oval 8">
            <a:extLst>
              <a:ext uri="{FF2B5EF4-FFF2-40B4-BE49-F238E27FC236}">
                <a16:creationId xmlns:a16="http://schemas.microsoft.com/office/drawing/2014/main" id="{619728C1-33AA-D4BE-EB70-394DFD440075}"/>
              </a:ext>
              <a:ext uri="{C183D7F6-B498-43B3-948B-1728B52AA6E4}">
                <adec:decorative xmlns:adec="http://schemas.microsoft.com/office/drawing/2017/decorative" val="1"/>
              </a:ext>
            </a:extLst>
          </p:cNvPr>
          <p:cNvSpPr/>
          <p:nvPr/>
        </p:nvSpPr>
        <p:spPr bwMode="auto">
          <a:xfrm>
            <a:off x="654758" y="4075215"/>
            <a:ext cx="411480" cy="411480"/>
          </a:xfrm>
          <a:prstGeom prst="ellipse">
            <a:avLst/>
          </a:prstGeom>
          <a:solidFill>
            <a:schemeClr val="bg1"/>
          </a:solidFill>
          <a:ln w="9525">
            <a:gradFill flip="none" rotWithShape="1">
              <a:gsLst>
                <a:gs pos="0">
                  <a:srgbClr val="FFA38B"/>
                </a:gs>
                <a:gs pos="100000">
                  <a:schemeClr val="accent2"/>
                </a:gs>
              </a:gsLst>
              <a:lin ang="27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200" normalizeH="0" baseline="0" noProof="0">
                <a:ln>
                  <a:solidFill>
                    <a:srgbClr val="091F2C"/>
                  </a:solidFill>
                </a:ln>
                <a:solidFill>
                  <a:srgbClr val="091F2C"/>
                </a:solidFill>
                <a:effectLst/>
                <a:uLnTx/>
                <a:uFillTx/>
                <a:latin typeface="Segoe Sans Display Light" pitchFamily="2" charset="0"/>
                <a:ea typeface="+mn-ea"/>
                <a:cs typeface="Segoe Sans Display Light" pitchFamily="2" charset="0"/>
              </a:rPr>
              <a:t>03</a:t>
            </a:r>
          </a:p>
        </p:txBody>
      </p:sp>
      <p:pic>
        <p:nvPicPr>
          <p:cNvPr id="12" name="!!Pic2">
            <a:extLst>
              <a:ext uri="{FF2B5EF4-FFF2-40B4-BE49-F238E27FC236}">
                <a16:creationId xmlns:a16="http://schemas.microsoft.com/office/drawing/2014/main" id="{D89D65A0-1D60-2BBD-B9FF-D3DE38B82EE5}"/>
              </a:ext>
              <a:ext uri="{C183D7F6-B498-43B3-948B-1728B52AA6E4}">
                <adec:decorative xmlns:adec="http://schemas.microsoft.com/office/drawing/2017/decorative" val="1"/>
              </a:ext>
            </a:extLst>
          </p:cNvPr>
          <p:cNvPicPr preferRelativeResize="0">
            <a:picLocks noChangeAspect="1"/>
          </p:cNvPicPr>
          <p:nvPr/>
        </p:nvPicPr>
        <p:blipFill>
          <a:blip r:embed="rId4"/>
          <a:srcRect/>
          <a:stretch/>
        </p:blipFill>
        <p:spPr>
          <a:xfrm>
            <a:off x="654758" y="405900"/>
            <a:ext cx="816579" cy="816576"/>
          </a:xfrm>
          <a:prstGeom prst="roundRect">
            <a:avLst>
              <a:gd name="adj" fmla="val 50000"/>
            </a:avLst>
          </a:prstGeom>
        </p:spPr>
      </p:pic>
    </p:spTree>
    <p:extLst>
      <p:ext uri="{BB962C8B-B14F-4D97-AF65-F5344CB8AC3E}">
        <p14:creationId xmlns:p14="http://schemas.microsoft.com/office/powerpoint/2010/main" val="342240299"/>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AD8F9-8B89-E6FE-30BF-2B4CFE5C20B7}"/>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CDD5D652-842F-13B3-C12D-BBAE8F2843F4}"/>
              </a:ext>
              <a:ext uri="{C183D7F6-B498-43B3-948B-1728B52AA6E4}">
                <adec:decorative xmlns:adec="http://schemas.microsoft.com/office/drawing/2017/decorative" val="1"/>
              </a:ext>
            </a:extLst>
          </p:cNvPr>
          <p:cNvSpPr/>
          <p:nvPr/>
        </p:nvSpPr>
        <p:spPr bwMode="auto">
          <a:xfrm>
            <a:off x="304798" y="1441172"/>
            <a:ext cx="6996753" cy="5123139"/>
          </a:xfrm>
          <a:prstGeom prst="roundRect">
            <a:avLst>
              <a:gd name="adj" fmla="val 2447"/>
            </a:avLst>
          </a:prstGeom>
          <a:gradFill flip="none" rotWithShape="1">
            <a:gsLst>
              <a:gs pos="0">
                <a:schemeClr val="bg1"/>
              </a:gs>
              <a:gs pos="100000">
                <a:schemeClr val="bg1">
                  <a:alpha val="0"/>
                </a:schemeClr>
              </a:gs>
            </a:gsLst>
            <a:lin ang="54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15" name="Rectangle: Rounded Corners 14">
            <a:extLst>
              <a:ext uri="{FF2B5EF4-FFF2-40B4-BE49-F238E27FC236}">
                <a16:creationId xmlns:a16="http://schemas.microsoft.com/office/drawing/2014/main" id="{FE5C032D-53E1-7683-860C-57CF0908BDFB}"/>
              </a:ext>
              <a:ext uri="{C183D7F6-B498-43B3-948B-1728B52AA6E4}">
                <adec:decorative xmlns:adec="http://schemas.microsoft.com/office/drawing/2017/decorative" val="1"/>
              </a:ext>
            </a:extLst>
          </p:cNvPr>
          <p:cNvSpPr/>
          <p:nvPr/>
        </p:nvSpPr>
        <p:spPr bwMode="auto">
          <a:xfrm>
            <a:off x="304798" y="293688"/>
            <a:ext cx="6996753" cy="1041001"/>
          </a:xfrm>
          <a:prstGeom prst="roundRect">
            <a:avLst>
              <a:gd name="adj" fmla="val 9999"/>
            </a:avLst>
          </a:prstGeom>
          <a:gradFill flip="none" rotWithShape="1">
            <a:gsLst>
              <a:gs pos="0">
                <a:schemeClr val="bg1"/>
              </a:gs>
              <a:gs pos="100000">
                <a:schemeClr val="bg1"/>
              </a:gs>
            </a:gsLst>
            <a:lin ang="54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16" name="Title 15">
            <a:extLst>
              <a:ext uri="{FF2B5EF4-FFF2-40B4-BE49-F238E27FC236}">
                <a16:creationId xmlns:a16="http://schemas.microsoft.com/office/drawing/2014/main" id="{6D4D4CE3-968D-1F6A-E4C0-E1B280407430}"/>
              </a:ext>
              <a:ext uri="{C183D7F6-B498-43B3-948B-1728B52AA6E4}">
                <adec:decorative xmlns:adec="http://schemas.microsoft.com/office/drawing/2017/decorative" val="1"/>
              </a:ext>
            </a:extLst>
          </p:cNvPr>
          <p:cNvSpPr>
            <a:spLocks noGrp="1"/>
          </p:cNvSpPr>
          <p:nvPr>
            <p:ph type="title"/>
          </p:nvPr>
        </p:nvSpPr>
        <p:spPr/>
        <p:txBody>
          <a:bodyPr/>
          <a:lstStyle/>
          <a:p>
            <a:r>
              <a:rPr lang="en-US" sz="2000">
                <a:latin typeface="+mj-lt"/>
              </a:rPr>
              <a:t>Agent use cases—Finance</a:t>
            </a:r>
          </a:p>
        </p:txBody>
      </p:sp>
      <p:pic>
        <p:nvPicPr>
          <p:cNvPr id="18" name="Picture 17">
            <a:extLst>
              <a:ext uri="{FF2B5EF4-FFF2-40B4-BE49-F238E27FC236}">
                <a16:creationId xmlns:a16="http://schemas.microsoft.com/office/drawing/2014/main" id="{46E42B65-156E-CC85-A768-CDA6F1D92ACE}"/>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a:ext>
            </a:extLst>
          </a:blip>
          <a:srcRect l="39693" t="1" b="39692"/>
          <a:stretch/>
        </p:blipFill>
        <p:spPr>
          <a:xfrm rot="16200000">
            <a:off x="-124104" y="773050"/>
            <a:ext cx="869316" cy="82276"/>
          </a:xfrm>
          <a:prstGeom prst="roundRect">
            <a:avLst>
              <a:gd name="adj" fmla="val 50000"/>
            </a:avLst>
          </a:prstGeom>
        </p:spPr>
      </p:pic>
      <p:sp>
        <p:nvSpPr>
          <p:cNvPr id="2" name="Rectangle: Rounded Corners 1">
            <a:extLst>
              <a:ext uri="{FF2B5EF4-FFF2-40B4-BE49-F238E27FC236}">
                <a16:creationId xmlns:a16="http://schemas.microsoft.com/office/drawing/2014/main" id="{80F2E39F-7235-469E-F505-AE7D5F4E1CB4}"/>
              </a:ext>
              <a:ext uri="{C183D7F6-B498-43B3-948B-1728B52AA6E4}">
                <adec:decorative xmlns:adec="http://schemas.microsoft.com/office/drawing/2017/decorative" val="1"/>
              </a:ext>
            </a:extLst>
          </p:cNvPr>
          <p:cNvSpPr/>
          <p:nvPr/>
        </p:nvSpPr>
        <p:spPr bwMode="auto">
          <a:xfrm>
            <a:off x="7410734" y="293689"/>
            <a:ext cx="4476465" cy="6270624"/>
          </a:xfrm>
          <a:prstGeom prst="roundRect">
            <a:avLst>
              <a:gd name="adj" fmla="val 2329"/>
            </a:avLst>
          </a:prstGeom>
          <a:gradFill flip="none" rotWithShape="1">
            <a:gsLst>
              <a:gs pos="61000">
                <a:schemeClr val="bg1"/>
              </a:gs>
              <a:gs pos="100000">
                <a:schemeClr val="bg1">
                  <a:alpha val="0"/>
                </a:schemeClr>
              </a:gs>
            </a:gsLst>
            <a:lin ang="81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5" name="TextBox 4">
            <a:extLst>
              <a:ext uri="{FF2B5EF4-FFF2-40B4-BE49-F238E27FC236}">
                <a16:creationId xmlns:a16="http://schemas.microsoft.com/office/drawing/2014/main" id="{B411AE88-5CFC-8298-D999-4282E31D3379}"/>
              </a:ext>
            </a:extLst>
          </p:cNvPr>
          <p:cNvSpPr txBox="1"/>
          <p:nvPr/>
        </p:nvSpPr>
        <p:spPr>
          <a:xfrm>
            <a:off x="1705969" y="660011"/>
            <a:ext cx="4805493" cy="308354"/>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1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91F2C"/>
                </a:solidFill>
                <a:effectLst/>
                <a:uLnTx/>
                <a:uFillTx/>
                <a:latin typeface="Segoe Sans Display Semibold"/>
                <a:ea typeface="+mn-ea"/>
                <a:cs typeface="+mn-cs"/>
              </a:rPr>
              <a:t>Agent use cases—Finance</a:t>
            </a:r>
          </a:p>
        </p:txBody>
      </p:sp>
      <p:sp>
        <p:nvSpPr>
          <p:cNvPr id="7" name="TextBox 6">
            <a:extLst>
              <a:ext uri="{FF2B5EF4-FFF2-40B4-BE49-F238E27FC236}">
                <a16:creationId xmlns:a16="http://schemas.microsoft.com/office/drawing/2014/main" id="{35829259-2905-EEDE-13E6-F45C8CC23489}"/>
              </a:ext>
            </a:extLst>
          </p:cNvPr>
          <p:cNvSpPr txBox="1"/>
          <p:nvPr/>
        </p:nvSpPr>
        <p:spPr>
          <a:xfrm>
            <a:off x="654758" y="1593085"/>
            <a:ext cx="5910411" cy="308354"/>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2000" b="0" i="0" u="none" strike="noStrike" kern="1200" cap="none" spc="0" normalizeH="0" baseline="0" noProof="0">
                <a:ln>
                  <a:noFill/>
                </a:ln>
                <a:gradFill flip="none" rotWithShape="1">
                  <a:gsLst>
                    <a:gs pos="0">
                      <a:srgbClr val="FF5C39"/>
                    </a:gs>
                    <a:gs pos="35000">
                      <a:srgbClr val="C03BC4"/>
                    </a:gs>
                    <a:gs pos="100000">
                      <a:srgbClr val="0078D4"/>
                    </a:gs>
                  </a:gsLst>
                  <a:path path="circle">
                    <a:fillToRect r="100000" b="100000"/>
                  </a:path>
                  <a:tileRect l="-100000" t="-100000"/>
                </a:gradFill>
                <a:effectLst/>
                <a:uLnTx/>
                <a:uFillTx/>
                <a:latin typeface="Segoe Sans Display Semibold"/>
                <a:ea typeface="+mn-ea"/>
                <a:cs typeface="+mn-cs"/>
              </a:rPr>
              <a:t>Business benefits</a:t>
            </a:r>
          </a:p>
        </p:txBody>
      </p:sp>
      <p:graphicFrame>
        <p:nvGraphicFramePr>
          <p:cNvPr id="4" name="Table 3">
            <a:extLst>
              <a:ext uri="{FF2B5EF4-FFF2-40B4-BE49-F238E27FC236}">
                <a16:creationId xmlns:a16="http://schemas.microsoft.com/office/drawing/2014/main" id="{6B573AA6-D594-2064-3F70-BDE78D391CF5}"/>
              </a:ext>
            </a:extLst>
          </p:cNvPr>
          <p:cNvGraphicFramePr>
            <a:graphicFrameLocks noGrp="1"/>
          </p:cNvGraphicFramePr>
          <p:nvPr/>
        </p:nvGraphicFramePr>
        <p:xfrm>
          <a:off x="654759" y="1933033"/>
          <a:ext cx="6298776" cy="3034032"/>
        </p:xfrm>
        <a:graphic>
          <a:graphicData uri="http://schemas.openxmlformats.org/drawingml/2006/table">
            <a:tbl>
              <a:tblPr firstRow="1" bandRow="1">
                <a:tableStyleId>{5C22544A-7EE6-4342-B048-85BDC9FD1C3A}</a:tableStyleId>
              </a:tblPr>
              <a:tblGrid>
                <a:gridCol w="512709">
                  <a:extLst>
                    <a:ext uri="{9D8B030D-6E8A-4147-A177-3AD203B41FA5}">
                      <a16:colId xmlns:a16="http://schemas.microsoft.com/office/drawing/2014/main" val="3519508713"/>
                    </a:ext>
                  </a:extLst>
                </a:gridCol>
                <a:gridCol w="1493281">
                  <a:extLst>
                    <a:ext uri="{9D8B030D-6E8A-4147-A177-3AD203B41FA5}">
                      <a16:colId xmlns:a16="http://schemas.microsoft.com/office/drawing/2014/main" val="3539295186"/>
                    </a:ext>
                  </a:extLst>
                </a:gridCol>
                <a:gridCol w="4292786">
                  <a:extLst>
                    <a:ext uri="{9D8B030D-6E8A-4147-A177-3AD203B41FA5}">
                      <a16:colId xmlns:a16="http://schemas.microsoft.com/office/drawing/2014/main" val="2567683236"/>
                    </a:ext>
                  </a:extLst>
                </a:gridCol>
              </a:tblGrid>
              <a:tr h="349963">
                <a:tc>
                  <a:txBody>
                    <a:bodyPr/>
                    <a:lstStyle/>
                    <a:p>
                      <a:pPr>
                        <a:lnSpc>
                          <a:spcPct val="110000"/>
                        </a:lnSpc>
                        <a:spcAft>
                          <a:spcPts val="400"/>
                        </a:spcAft>
                      </a:pPr>
                      <a:endParaRPr lang="en-US" sz="1000">
                        <a:solidFill>
                          <a:srgbClr val="091F2C"/>
                        </a:solidFill>
                      </a:endParaRPr>
                    </a:p>
                  </a:txBody>
                  <a:tcPr marT="137160" marB="182880">
                    <a:lnL w="12700" cmpd="sng">
                      <a:noFill/>
                    </a:lnL>
                    <a:lnR w="12700" cmpd="sng">
                      <a:noFill/>
                    </a:lnR>
                    <a:lnT w="12700" cmpd="sng">
                      <a:noFill/>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Financial Insights </a:t>
                      </a:r>
                      <a:b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b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Agent</a:t>
                      </a:r>
                    </a:p>
                  </a:txBody>
                  <a:tcPr marT="137160" marB="182880">
                    <a:lnL w="12700" cmpd="sng">
                      <a:noFill/>
                    </a:lnL>
                    <a:lnR w="12700" cmpd="sng">
                      <a:noFill/>
                    </a:lnR>
                    <a:lnT w="12700" cmpd="sng">
                      <a:noFill/>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mn-lt"/>
                          <a:ea typeface="+mn-ea"/>
                          <a:cs typeface="+mn-cs"/>
                        </a:rPr>
                        <a:t>Converts natural language to code to query Financial data systems and generate clear and actionable intelligence.</a:t>
                      </a:r>
                    </a:p>
                  </a:txBody>
                  <a:tcPr marR="0" marT="137160" marB="182880">
                    <a:lnL w="12700" cmpd="sng">
                      <a:noFill/>
                    </a:lnL>
                    <a:lnR w="12700" cmpd="sng">
                      <a:noFill/>
                    </a:lnR>
                    <a:lnT w="12700" cmpd="sng">
                      <a:noFill/>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6729550"/>
                  </a:ext>
                </a:extLst>
              </a:tr>
              <a:tr h="0">
                <a:tc>
                  <a:txBody>
                    <a:bodyPr/>
                    <a:lstStyle/>
                    <a:p>
                      <a:pPr>
                        <a:lnSpc>
                          <a:spcPct val="110000"/>
                        </a:lnSpc>
                        <a:spcAft>
                          <a:spcPts val="400"/>
                        </a:spcAft>
                      </a:pPr>
                      <a:endParaRPr lang="en-US" sz="1000">
                        <a:solidFill>
                          <a:srgbClr val="091F2C"/>
                        </a:solidFill>
                      </a:endParaRPr>
                    </a:p>
                  </a:txBody>
                  <a:tcPr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Sourcing strategy Agent</a:t>
                      </a:r>
                    </a:p>
                  </a:txBody>
                  <a:tcPr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mn-lt"/>
                          <a:ea typeface="+mn-ea"/>
                          <a:cs typeface="+mn-cs"/>
                        </a:rPr>
                        <a:t>Simplifies the supplier selection process by examining new business requirements and contrasting them with historical data to suggest bid/no-bid scenarios.</a:t>
                      </a:r>
                    </a:p>
                  </a:txBody>
                  <a:tcPr marR="0"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123564"/>
                  </a:ext>
                </a:extLst>
              </a:tr>
              <a:tr h="0">
                <a:tc>
                  <a:txBody>
                    <a:bodyPr/>
                    <a:lstStyle/>
                    <a:p>
                      <a:pPr>
                        <a:lnSpc>
                          <a:spcPct val="110000"/>
                        </a:lnSpc>
                        <a:spcAft>
                          <a:spcPts val="400"/>
                        </a:spcAft>
                      </a:pPr>
                      <a:endParaRPr lang="en-US" sz="1000">
                        <a:solidFill>
                          <a:srgbClr val="091F2C"/>
                        </a:solidFill>
                      </a:endParaRPr>
                    </a:p>
                  </a:txBody>
                  <a:tcPr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Policy Agent</a:t>
                      </a:r>
                    </a:p>
                  </a:txBody>
                  <a:tcPr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mn-lt"/>
                          <a:ea typeface="+mn-ea"/>
                          <a:cs typeface="+mn-cs"/>
                        </a:rPr>
                        <a:t>Provides an intuitive and centralized user experience to accelerate how anyone at the company obtains policy answers and guidance and how policy owners make updates.</a:t>
                      </a:r>
                    </a:p>
                  </a:txBody>
                  <a:tcPr marR="0"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805424"/>
                  </a:ext>
                </a:extLst>
              </a:tr>
              <a:tr h="0">
                <a:tc>
                  <a:txBody>
                    <a:bodyPr/>
                    <a:lstStyle/>
                    <a:p>
                      <a:pPr>
                        <a:lnSpc>
                          <a:spcPct val="110000"/>
                        </a:lnSpc>
                        <a:spcAft>
                          <a:spcPts val="400"/>
                        </a:spcAft>
                      </a:pPr>
                      <a:endParaRPr lang="en-US" sz="1000">
                        <a:solidFill>
                          <a:srgbClr val="091F2C"/>
                        </a:solidFill>
                      </a:endParaRPr>
                    </a:p>
                  </a:txBody>
                  <a:tcPr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Deal Document Inspection Agent</a:t>
                      </a:r>
                    </a:p>
                  </a:txBody>
                  <a:tcPr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mn-lt"/>
                          <a:ea typeface="+mn-ea"/>
                          <a:cs typeface="+mn-cs"/>
                        </a:rPr>
                        <a:t>Translates, reviews, and extracts key insights from customer contracts, tender documents, and amendments.</a:t>
                      </a:r>
                    </a:p>
                  </a:txBody>
                  <a:tcPr marR="0"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361200"/>
                  </a:ext>
                </a:extLst>
              </a:tr>
            </a:tbl>
          </a:graphicData>
        </a:graphic>
      </p:graphicFrame>
      <p:sp>
        <p:nvSpPr>
          <p:cNvPr id="3" name="TextBox 2">
            <a:extLst>
              <a:ext uri="{FF2B5EF4-FFF2-40B4-BE49-F238E27FC236}">
                <a16:creationId xmlns:a16="http://schemas.microsoft.com/office/drawing/2014/main" id="{BE46656C-89A8-2435-530B-77BB3E34D11B}"/>
              </a:ext>
            </a:extLst>
          </p:cNvPr>
          <p:cNvSpPr txBox="1"/>
          <p:nvPr/>
        </p:nvSpPr>
        <p:spPr>
          <a:xfrm>
            <a:off x="7758752" y="687781"/>
            <a:ext cx="3856221" cy="5486400"/>
          </a:xfrm>
          <a:prstGeom prst="rect">
            <a:avLst/>
          </a:prstGeom>
          <a:noFill/>
        </p:spPr>
        <p:txBody>
          <a:bodyPr wrap="square" lIns="0" tIns="0" rIns="0" bIns="0" rtlCol="0">
            <a:noAutofit/>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2000" b="0" i="0" u="none" strike="noStrike" kern="1200" cap="none" spc="0" normalizeH="0" baseline="0" noProof="0">
                <a:ln>
                  <a:noFill/>
                </a:ln>
                <a:gradFill flip="none" rotWithShape="1">
                  <a:gsLst>
                    <a:gs pos="0">
                      <a:srgbClr val="FF5C39"/>
                    </a:gs>
                    <a:gs pos="35000">
                      <a:srgbClr val="C03BC4"/>
                    </a:gs>
                    <a:gs pos="100000">
                      <a:srgbClr val="0078D4"/>
                    </a:gs>
                  </a:gsLst>
                  <a:path path="circle">
                    <a:fillToRect r="100000" b="100000"/>
                  </a:path>
                  <a:tileRect l="-100000" t="-100000"/>
                </a:gradFill>
                <a:effectLst/>
                <a:uLnTx/>
                <a:uFillTx/>
                <a:latin typeface="Segoe Sans Display Semibold"/>
                <a:ea typeface="+mn-ea"/>
                <a:cs typeface="+mn-cs"/>
              </a:rPr>
              <a:t>Prioritization</a:t>
            </a:r>
          </a:p>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The top priorities of focus:</a:t>
            </a:r>
          </a:p>
          <a:p>
            <a:pPr marL="0" marR="0" lvl="0" indent="0" algn="l" defTabSz="914367" rtl="0" eaLnBrk="1" fontAlgn="auto" latinLnBrk="0" hangingPunct="1">
              <a:lnSpc>
                <a:spcPct val="110000"/>
              </a:lnSpc>
              <a:spcBef>
                <a:spcPts val="0"/>
              </a:spcBef>
              <a:spcAft>
                <a:spcPts val="400"/>
              </a:spcAft>
              <a:buClrTx/>
              <a:buSzTx/>
              <a:buFontTx/>
              <a:buNone/>
              <a:tabLst/>
              <a:defRPr/>
            </a:pPr>
            <a:endParaRPr kumimoji="0" lang="en-US" sz="1000" b="0" i="0" u="none" strike="noStrike" kern="1200" cap="none" spc="0" normalizeH="0" baseline="0" noProof="0">
              <a:ln>
                <a:noFill/>
              </a:ln>
              <a:solidFill>
                <a:srgbClr val="091F2C"/>
              </a:solidFill>
              <a:effectLst/>
              <a:uLnTx/>
              <a:uFillTx/>
              <a:latin typeface="Segoe Sans Display"/>
              <a:ea typeface="+mn-ea"/>
              <a:cs typeface="+mn-cs"/>
            </a:endParaRP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Focus initial investments into agentic experiences that drive business value.</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Create agentic patterns that can be replicated quickly to </a:t>
            </a:r>
            <a:br>
              <a:rPr kumimoji="0" lang="en-US" sz="1000" b="0" i="0" u="none" strike="noStrike" kern="1200" cap="none" spc="0" normalizeH="0" baseline="0" noProof="0">
                <a:ln>
                  <a:noFill/>
                </a:ln>
                <a:solidFill>
                  <a:srgbClr val="091F2C"/>
                </a:solidFill>
                <a:effectLst/>
                <a:uLnTx/>
                <a:uFillTx/>
                <a:latin typeface="Segoe Sans Display"/>
                <a:ea typeface="+mn-ea"/>
                <a:cs typeface="+mn-cs"/>
              </a:rPr>
            </a:br>
            <a:r>
              <a:rPr kumimoji="0" lang="en-US" sz="1000" b="0" i="0" u="none" strike="noStrike" kern="1200" cap="none" spc="0" normalizeH="0" baseline="0" noProof="0">
                <a:ln>
                  <a:noFill/>
                </a:ln>
                <a:solidFill>
                  <a:srgbClr val="091F2C"/>
                </a:solidFill>
                <a:effectLst/>
                <a:uLnTx/>
                <a:uFillTx/>
                <a:latin typeface="Segoe Sans Display"/>
                <a:ea typeface="+mn-ea"/>
                <a:cs typeface="+mn-cs"/>
              </a:rPr>
              <a:t>other solutions.</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Start small, deliver quick wins, capture learnings, scale.</a:t>
            </a:r>
          </a:p>
          <a:p>
            <a:pPr marL="0" marR="0" lvl="0" indent="0" algn="l" defTabSz="914367" rtl="0" eaLnBrk="1" fontAlgn="auto" latinLnBrk="0" hangingPunct="1">
              <a:lnSpc>
                <a:spcPct val="110000"/>
              </a:lnSpc>
              <a:spcBef>
                <a:spcPts val="0"/>
              </a:spcBef>
              <a:spcAft>
                <a:spcPts val="400"/>
              </a:spcAft>
              <a:buClrTx/>
              <a:buSzTx/>
              <a:buFontTx/>
              <a:buNone/>
              <a:tabLst/>
              <a:defRPr/>
            </a:pPr>
            <a:endParaRPr kumimoji="0" lang="en-US" sz="1000" b="0" i="0" u="none" strike="noStrike" kern="1200" cap="none" spc="0" normalizeH="0" baseline="0" noProof="0">
              <a:ln>
                <a:noFill/>
              </a:ln>
              <a:solidFill>
                <a:srgbClr val="091F2C"/>
              </a:solidFill>
              <a:effectLst/>
              <a:uLnTx/>
              <a:uFillTx/>
              <a:latin typeface="Segoe Sans Display"/>
              <a:ea typeface="+mn-ea"/>
              <a:cs typeface="+mn-cs"/>
            </a:endParaRPr>
          </a:p>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2000" b="0" i="0" u="none" strike="noStrike" kern="1200" cap="none" spc="0" normalizeH="0" baseline="0" noProof="0">
                <a:ln>
                  <a:noFill/>
                </a:ln>
                <a:gradFill flip="none" rotWithShape="1">
                  <a:gsLst>
                    <a:gs pos="0">
                      <a:srgbClr val="FF5C39"/>
                    </a:gs>
                    <a:gs pos="35000">
                      <a:srgbClr val="C03BC4"/>
                    </a:gs>
                    <a:gs pos="100000">
                      <a:srgbClr val="0078D4"/>
                    </a:gs>
                  </a:gsLst>
                  <a:path path="circle">
                    <a:fillToRect r="100000" b="100000"/>
                  </a:path>
                  <a:tileRect l="-100000" t="-100000"/>
                </a:gradFill>
                <a:effectLst/>
                <a:uLnTx/>
                <a:uFillTx/>
                <a:latin typeface="Segoe Sans Display Semibold"/>
                <a:ea typeface="+mn-ea"/>
                <a:cs typeface="+mn-cs"/>
              </a:rPr>
              <a:t>Early key learnings</a:t>
            </a:r>
          </a:p>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Our initial key learnings include:</a:t>
            </a:r>
            <a:b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br>
            <a:endParaRPr kumimoji="0" lang="en-US" sz="1000" b="0" i="0" u="none" strike="noStrike" kern="1200" cap="none" spc="0" normalizeH="0" baseline="0" noProof="0">
              <a:ln>
                <a:noFill/>
              </a:ln>
              <a:solidFill>
                <a:srgbClr val="091F2C"/>
              </a:solidFill>
              <a:effectLst/>
              <a:uLnTx/>
              <a:uFillTx/>
              <a:latin typeface="Segoe Sans Display Semibold"/>
              <a:ea typeface="+mn-ea"/>
              <a:cs typeface="+mn-cs"/>
            </a:endParaRP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Understand the business value delivered to users by new features: it can be different based on personas/roles and seniority ​</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Clearly define the use case and intended uses of AI before development and understand how these use cases will fit into the end-to-end business process.​</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Set expectations on the scope of the Agent with the primary end users - be clear about what is both in and beyond the scope</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Optimize the knowledge base via curation, leveraging document structure and text chunking can improve response specificity.​</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Have robust examples of inputs and outputs to train and test the Agent for expected behavior.​</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Identify and secure your data sources, establish security policies to protect the data, and coordinate with data owners to ensure that only the data relevant to the intended use case is supplied and processed.​</a:t>
            </a:r>
          </a:p>
        </p:txBody>
      </p:sp>
      <p:sp>
        <p:nvSpPr>
          <p:cNvPr id="21" name="Oval 20">
            <a:extLst>
              <a:ext uri="{FF2B5EF4-FFF2-40B4-BE49-F238E27FC236}">
                <a16:creationId xmlns:a16="http://schemas.microsoft.com/office/drawing/2014/main" id="{489FF80A-E92C-BF4F-8C84-08650DB5D20C}"/>
              </a:ext>
              <a:ext uri="{C183D7F6-B498-43B3-948B-1728B52AA6E4}">
                <adec:decorative xmlns:adec="http://schemas.microsoft.com/office/drawing/2017/decorative" val="1"/>
              </a:ext>
            </a:extLst>
          </p:cNvPr>
          <p:cNvSpPr/>
          <p:nvPr/>
        </p:nvSpPr>
        <p:spPr bwMode="auto">
          <a:xfrm>
            <a:off x="654758" y="2796121"/>
            <a:ext cx="411480" cy="411480"/>
          </a:xfrm>
          <a:prstGeom prst="ellipse">
            <a:avLst/>
          </a:prstGeom>
          <a:solidFill>
            <a:schemeClr val="bg1"/>
          </a:solidFill>
          <a:ln w="9525">
            <a:gradFill flip="none" rotWithShape="1">
              <a:gsLst>
                <a:gs pos="0">
                  <a:srgbClr val="FFA38B"/>
                </a:gs>
                <a:gs pos="100000">
                  <a:schemeClr val="accent2"/>
                </a:gs>
              </a:gsLst>
              <a:lin ang="27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200" normalizeH="0" baseline="0" noProof="0">
                <a:ln>
                  <a:solidFill>
                    <a:srgbClr val="091F2C"/>
                  </a:solidFill>
                </a:ln>
                <a:solidFill>
                  <a:srgbClr val="091F2C"/>
                </a:solidFill>
                <a:effectLst/>
                <a:uLnTx/>
                <a:uFillTx/>
                <a:latin typeface="Segoe Sans Display Light" pitchFamily="2" charset="0"/>
                <a:ea typeface="+mn-ea"/>
                <a:cs typeface="Segoe Sans Display Light" pitchFamily="2" charset="0"/>
              </a:rPr>
              <a:t>02</a:t>
            </a:r>
          </a:p>
        </p:txBody>
      </p:sp>
      <p:sp>
        <p:nvSpPr>
          <p:cNvPr id="28" name="Oval 27">
            <a:extLst>
              <a:ext uri="{FF2B5EF4-FFF2-40B4-BE49-F238E27FC236}">
                <a16:creationId xmlns:a16="http://schemas.microsoft.com/office/drawing/2014/main" id="{A09332D3-AC6C-B793-A67B-C87986D5C169}"/>
              </a:ext>
              <a:ext uri="{C183D7F6-B498-43B3-948B-1728B52AA6E4}">
                <adec:decorative xmlns:adec="http://schemas.microsoft.com/office/drawing/2017/decorative" val="1"/>
              </a:ext>
            </a:extLst>
          </p:cNvPr>
          <p:cNvSpPr/>
          <p:nvPr/>
        </p:nvSpPr>
        <p:spPr bwMode="auto">
          <a:xfrm>
            <a:off x="654758" y="4410042"/>
            <a:ext cx="411480" cy="411480"/>
          </a:xfrm>
          <a:prstGeom prst="ellipse">
            <a:avLst/>
          </a:prstGeom>
          <a:solidFill>
            <a:schemeClr val="bg1"/>
          </a:solidFill>
          <a:ln w="9525">
            <a:gradFill flip="none" rotWithShape="1">
              <a:gsLst>
                <a:gs pos="0">
                  <a:srgbClr val="FFA38B"/>
                </a:gs>
                <a:gs pos="100000">
                  <a:schemeClr val="accent2"/>
                </a:gs>
              </a:gsLst>
              <a:lin ang="27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200" normalizeH="0" baseline="0" noProof="0">
                <a:ln>
                  <a:solidFill>
                    <a:srgbClr val="091F2C"/>
                  </a:solidFill>
                </a:ln>
                <a:solidFill>
                  <a:srgbClr val="091F2C"/>
                </a:solidFill>
                <a:effectLst/>
                <a:uLnTx/>
                <a:uFillTx/>
                <a:latin typeface="Segoe Sans Display Light" pitchFamily="2" charset="0"/>
                <a:ea typeface="+mn-ea"/>
                <a:cs typeface="Segoe Sans Display Light" pitchFamily="2" charset="0"/>
              </a:rPr>
              <a:t>04</a:t>
            </a:r>
          </a:p>
        </p:txBody>
      </p:sp>
      <p:sp>
        <p:nvSpPr>
          <p:cNvPr id="8" name="Oval 7">
            <a:extLst>
              <a:ext uri="{FF2B5EF4-FFF2-40B4-BE49-F238E27FC236}">
                <a16:creationId xmlns:a16="http://schemas.microsoft.com/office/drawing/2014/main" id="{A22D3EAA-F25A-A683-9FCC-905E7CCE90CB}"/>
              </a:ext>
              <a:ext uri="{C183D7F6-B498-43B3-948B-1728B52AA6E4}">
                <adec:decorative xmlns:adec="http://schemas.microsoft.com/office/drawing/2017/decorative" val="1"/>
              </a:ext>
            </a:extLst>
          </p:cNvPr>
          <p:cNvSpPr/>
          <p:nvPr/>
        </p:nvSpPr>
        <p:spPr bwMode="auto">
          <a:xfrm>
            <a:off x="654758" y="2029472"/>
            <a:ext cx="411480" cy="411480"/>
          </a:xfrm>
          <a:prstGeom prst="ellipse">
            <a:avLst/>
          </a:prstGeom>
          <a:solidFill>
            <a:schemeClr val="bg1"/>
          </a:solidFill>
          <a:ln w="9525">
            <a:gradFill flip="none" rotWithShape="1">
              <a:gsLst>
                <a:gs pos="0">
                  <a:srgbClr val="FFA38B"/>
                </a:gs>
                <a:gs pos="100000">
                  <a:schemeClr val="accent2"/>
                </a:gs>
              </a:gsLst>
              <a:lin ang="27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200" normalizeH="0" baseline="0" noProof="0">
                <a:ln>
                  <a:solidFill>
                    <a:srgbClr val="091F2C"/>
                  </a:solidFill>
                </a:ln>
                <a:solidFill>
                  <a:srgbClr val="091F2C"/>
                </a:solidFill>
                <a:effectLst/>
                <a:uLnTx/>
                <a:uFillTx/>
                <a:latin typeface="Segoe Sans Display Light" pitchFamily="2" charset="0"/>
                <a:ea typeface="+mn-ea"/>
                <a:cs typeface="Segoe Sans Display Light" pitchFamily="2" charset="0"/>
              </a:rPr>
              <a:t>01</a:t>
            </a:r>
          </a:p>
        </p:txBody>
      </p:sp>
      <p:sp>
        <p:nvSpPr>
          <p:cNvPr id="9" name="Oval 8">
            <a:extLst>
              <a:ext uri="{FF2B5EF4-FFF2-40B4-BE49-F238E27FC236}">
                <a16:creationId xmlns:a16="http://schemas.microsoft.com/office/drawing/2014/main" id="{0DB7D52E-3EF5-7218-224E-EDA16265AB8C}"/>
              </a:ext>
              <a:ext uri="{C183D7F6-B498-43B3-948B-1728B52AA6E4}">
                <adec:decorative xmlns:adec="http://schemas.microsoft.com/office/drawing/2017/decorative" val="1"/>
              </a:ext>
            </a:extLst>
          </p:cNvPr>
          <p:cNvSpPr/>
          <p:nvPr/>
        </p:nvSpPr>
        <p:spPr bwMode="auto">
          <a:xfrm>
            <a:off x="654758" y="3654485"/>
            <a:ext cx="411480" cy="411480"/>
          </a:xfrm>
          <a:prstGeom prst="ellipse">
            <a:avLst/>
          </a:prstGeom>
          <a:solidFill>
            <a:schemeClr val="bg1"/>
          </a:solidFill>
          <a:ln w="9525">
            <a:gradFill flip="none" rotWithShape="1">
              <a:gsLst>
                <a:gs pos="0">
                  <a:srgbClr val="FFA38B"/>
                </a:gs>
                <a:gs pos="100000">
                  <a:schemeClr val="accent2"/>
                </a:gs>
              </a:gsLst>
              <a:lin ang="27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200" normalizeH="0" baseline="0" noProof="0">
                <a:ln>
                  <a:solidFill>
                    <a:srgbClr val="091F2C"/>
                  </a:solidFill>
                </a:ln>
                <a:solidFill>
                  <a:srgbClr val="091F2C"/>
                </a:solidFill>
                <a:effectLst/>
                <a:uLnTx/>
                <a:uFillTx/>
                <a:latin typeface="Segoe Sans Display Light" pitchFamily="2" charset="0"/>
                <a:ea typeface="+mn-ea"/>
                <a:cs typeface="Segoe Sans Display Light" pitchFamily="2" charset="0"/>
              </a:rPr>
              <a:t>03</a:t>
            </a:r>
          </a:p>
        </p:txBody>
      </p:sp>
      <p:pic>
        <p:nvPicPr>
          <p:cNvPr id="12" name="!!Pic2">
            <a:extLst>
              <a:ext uri="{FF2B5EF4-FFF2-40B4-BE49-F238E27FC236}">
                <a16:creationId xmlns:a16="http://schemas.microsoft.com/office/drawing/2014/main" id="{D30C5328-CF16-9E7C-F870-BC3C745556AE}"/>
              </a:ext>
              <a:ext uri="{C183D7F6-B498-43B3-948B-1728B52AA6E4}">
                <adec:decorative xmlns:adec="http://schemas.microsoft.com/office/drawing/2017/decorative" val="1"/>
              </a:ext>
            </a:extLst>
          </p:cNvPr>
          <p:cNvPicPr preferRelativeResize="0">
            <a:picLocks noChangeAspect="1"/>
          </p:cNvPicPr>
          <p:nvPr/>
        </p:nvPicPr>
        <p:blipFill>
          <a:blip r:embed="rId4"/>
          <a:srcRect/>
          <a:stretch/>
        </p:blipFill>
        <p:spPr>
          <a:xfrm>
            <a:off x="654758" y="405900"/>
            <a:ext cx="816579" cy="816576"/>
          </a:xfrm>
          <a:prstGeom prst="roundRect">
            <a:avLst>
              <a:gd name="adj" fmla="val 50000"/>
            </a:avLst>
          </a:prstGeom>
        </p:spPr>
      </p:pic>
    </p:spTree>
    <p:extLst>
      <p:ext uri="{BB962C8B-B14F-4D97-AF65-F5344CB8AC3E}">
        <p14:creationId xmlns:p14="http://schemas.microsoft.com/office/powerpoint/2010/main" val="3898119974"/>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1B5CB-AC38-A51F-E6A0-02F57DD9A92D}"/>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637BF16A-130B-77AA-EDF0-8DEAB70E2E6D}"/>
              </a:ext>
              <a:ext uri="{C183D7F6-B498-43B3-948B-1728B52AA6E4}">
                <adec:decorative xmlns:adec="http://schemas.microsoft.com/office/drawing/2017/decorative" val="1"/>
              </a:ext>
            </a:extLst>
          </p:cNvPr>
          <p:cNvSpPr/>
          <p:nvPr/>
        </p:nvSpPr>
        <p:spPr bwMode="auto">
          <a:xfrm>
            <a:off x="304798" y="1441172"/>
            <a:ext cx="6996753" cy="5123139"/>
          </a:xfrm>
          <a:prstGeom prst="roundRect">
            <a:avLst>
              <a:gd name="adj" fmla="val 2447"/>
            </a:avLst>
          </a:prstGeom>
          <a:gradFill flip="none" rotWithShape="1">
            <a:gsLst>
              <a:gs pos="0">
                <a:schemeClr val="bg1"/>
              </a:gs>
              <a:gs pos="100000">
                <a:schemeClr val="bg1">
                  <a:alpha val="0"/>
                </a:schemeClr>
              </a:gs>
            </a:gsLst>
            <a:lin ang="54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15" name="Rectangle: Rounded Corners 14">
            <a:extLst>
              <a:ext uri="{FF2B5EF4-FFF2-40B4-BE49-F238E27FC236}">
                <a16:creationId xmlns:a16="http://schemas.microsoft.com/office/drawing/2014/main" id="{22FBCA0D-12D2-3EDB-340D-E38A522FAF98}"/>
              </a:ext>
              <a:ext uri="{C183D7F6-B498-43B3-948B-1728B52AA6E4}">
                <adec:decorative xmlns:adec="http://schemas.microsoft.com/office/drawing/2017/decorative" val="1"/>
              </a:ext>
            </a:extLst>
          </p:cNvPr>
          <p:cNvSpPr/>
          <p:nvPr/>
        </p:nvSpPr>
        <p:spPr bwMode="auto">
          <a:xfrm>
            <a:off x="304798" y="293688"/>
            <a:ext cx="6996753" cy="1041001"/>
          </a:xfrm>
          <a:prstGeom prst="roundRect">
            <a:avLst>
              <a:gd name="adj" fmla="val 9999"/>
            </a:avLst>
          </a:prstGeom>
          <a:gradFill flip="none" rotWithShape="1">
            <a:gsLst>
              <a:gs pos="0">
                <a:schemeClr val="bg1"/>
              </a:gs>
              <a:gs pos="100000">
                <a:schemeClr val="bg1"/>
              </a:gs>
            </a:gsLst>
            <a:lin ang="54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16" name="Title 15">
            <a:extLst>
              <a:ext uri="{FF2B5EF4-FFF2-40B4-BE49-F238E27FC236}">
                <a16:creationId xmlns:a16="http://schemas.microsoft.com/office/drawing/2014/main" id="{14FBF6F3-F41D-26B9-4E00-F4D6D7149990}"/>
              </a:ext>
              <a:ext uri="{C183D7F6-B498-43B3-948B-1728B52AA6E4}">
                <adec:decorative xmlns:adec="http://schemas.microsoft.com/office/drawing/2017/decorative" val="1"/>
              </a:ext>
            </a:extLst>
          </p:cNvPr>
          <p:cNvSpPr>
            <a:spLocks noGrp="1"/>
          </p:cNvSpPr>
          <p:nvPr>
            <p:ph type="title"/>
          </p:nvPr>
        </p:nvSpPr>
        <p:spPr/>
        <p:txBody>
          <a:bodyPr/>
          <a:lstStyle/>
          <a:p>
            <a:r>
              <a:rPr lang="en-US" sz="2000">
                <a:latin typeface="+mj-lt"/>
              </a:rPr>
              <a:t>Agent use cases—Human Resources</a:t>
            </a:r>
          </a:p>
        </p:txBody>
      </p:sp>
      <p:pic>
        <p:nvPicPr>
          <p:cNvPr id="18" name="Picture 17">
            <a:extLst>
              <a:ext uri="{FF2B5EF4-FFF2-40B4-BE49-F238E27FC236}">
                <a16:creationId xmlns:a16="http://schemas.microsoft.com/office/drawing/2014/main" id="{176D4C05-21AE-7B5B-1BF1-FA635F3379FA}"/>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a:ext>
            </a:extLst>
          </a:blip>
          <a:srcRect l="39693" t="1" b="39692"/>
          <a:stretch/>
        </p:blipFill>
        <p:spPr>
          <a:xfrm rot="16200000">
            <a:off x="-124104" y="773050"/>
            <a:ext cx="869316" cy="82276"/>
          </a:xfrm>
          <a:prstGeom prst="roundRect">
            <a:avLst>
              <a:gd name="adj" fmla="val 50000"/>
            </a:avLst>
          </a:prstGeom>
        </p:spPr>
      </p:pic>
      <p:sp>
        <p:nvSpPr>
          <p:cNvPr id="2" name="Rectangle: Rounded Corners 1">
            <a:extLst>
              <a:ext uri="{FF2B5EF4-FFF2-40B4-BE49-F238E27FC236}">
                <a16:creationId xmlns:a16="http://schemas.microsoft.com/office/drawing/2014/main" id="{BF23E500-7086-5875-008C-1B9883A4C753}"/>
              </a:ext>
              <a:ext uri="{C183D7F6-B498-43B3-948B-1728B52AA6E4}">
                <adec:decorative xmlns:adec="http://schemas.microsoft.com/office/drawing/2017/decorative" val="1"/>
              </a:ext>
            </a:extLst>
          </p:cNvPr>
          <p:cNvSpPr/>
          <p:nvPr/>
        </p:nvSpPr>
        <p:spPr bwMode="auto">
          <a:xfrm>
            <a:off x="7410734" y="293689"/>
            <a:ext cx="4476465" cy="6270624"/>
          </a:xfrm>
          <a:prstGeom prst="roundRect">
            <a:avLst>
              <a:gd name="adj" fmla="val 2329"/>
            </a:avLst>
          </a:prstGeom>
          <a:gradFill flip="none" rotWithShape="1">
            <a:gsLst>
              <a:gs pos="61000">
                <a:schemeClr val="bg1"/>
              </a:gs>
              <a:gs pos="100000">
                <a:schemeClr val="bg1">
                  <a:alpha val="0"/>
                </a:schemeClr>
              </a:gs>
            </a:gsLst>
            <a:lin ang="81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5" name="TextBox 4">
            <a:extLst>
              <a:ext uri="{FF2B5EF4-FFF2-40B4-BE49-F238E27FC236}">
                <a16:creationId xmlns:a16="http://schemas.microsoft.com/office/drawing/2014/main" id="{CE69D79E-47A8-381A-53AA-952BD7090557}"/>
              </a:ext>
            </a:extLst>
          </p:cNvPr>
          <p:cNvSpPr txBox="1"/>
          <p:nvPr/>
        </p:nvSpPr>
        <p:spPr>
          <a:xfrm>
            <a:off x="1705969" y="660011"/>
            <a:ext cx="4805493" cy="308354"/>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1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91F2C"/>
                </a:solidFill>
                <a:effectLst/>
                <a:uLnTx/>
                <a:uFillTx/>
                <a:latin typeface="Segoe Sans Display Semibold"/>
                <a:ea typeface="+mn-ea"/>
                <a:cs typeface="+mn-cs"/>
              </a:rPr>
              <a:t>Agent use cases—Human Resources</a:t>
            </a:r>
          </a:p>
        </p:txBody>
      </p:sp>
      <p:sp>
        <p:nvSpPr>
          <p:cNvPr id="7" name="TextBox 6">
            <a:extLst>
              <a:ext uri="{FF2B5EF4-FFF2-40B4-BE49-F238E27FC236}">
                <a16:creationId xmlns:a16="http://schemas.microsoft.com/office/drawing/2014/main" id="{9361F016-41E6-CB28-ED93-18C827FA320C}"/>
              </a:ext>
            </a:extLst>
          </p:cNvPr>
          <p:cNvSpPr txBox="1"/>
          <p:nvPr/>
        </p:nvSpPr>
        <p:spPr>
          <a:xfrm>
            <a:off x="654758" y="1593085"/>
            <a:ext cx="5910411" cy="308354"/>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2000" b="0" i="0" u="none" strike="noStrike" kern="1200" cap="none" spc="0" normalizeH="0" baseline="0" noProof="0">
                <a:ln>
                  <a:noFill/>
                </a:ln>
                <a:gradFill flip="none" rotWithShape="1">
                  <a:gsLst>
                    <a:gs pos="0">
                      <a:srgbClr val="FF5C39"/>
                    </a:gs>
                    <a:gs pos="35000">
                      <a:srgbClr val="C03BC4"/>
                    </a:gs>
                    <a:gs pos="100000">
                      <a:srgbClr val="0078D4"/>
                    </a:gs>
                  </a:gsLst>
                  <a:path path="circle">
                    <a:fillToRect r="100000" b="100000"/>
                  </a:path>
                  <a:tileRect l="-100000" t="-100000"/>
                </a:gradFill>
                <a:effectLst/>
                <a:uLnTx/>
                <a:uFillTx/>
                <a:latin typeface="Segoe Sans Display Semibold"/>
                <a:ea typeface="+mn-ea"/>
                <a:cs typeface="+mn-cs"/>
              </a:rPr>
              <a:t>Business benefits</a:t>
            </a:r>
          </a:p>
        </p:txBody>
      </p:sp>
      <p:graphicFrame>
        <p:nvGraphicFramePr>
          <p:cNvPr id="4" name="Table 3">
            <a:extLst>
              <a:ext uri="{FF2B5EF4-FFF2-40B4-BE49-F238E27FC236}">
                <a16:creationId xmlns:a16="http://schemas.microsoft.com/office/drawing/2014/main" id="{8116D33F-7921-416E-47FF-8390D716C463}"/>
              </a:ext>
            </a:extLst>
          </p:cNvPr>
          <p:cNvGraphicFramePr>
            <a:graphicFrameLocks noGrp="1"/>
          </p:cNvGraphicFramePr>
          <p:nvPr/>
        </p:nvGraphicFramePr>
        <p:xfrm>
          <a:off x="654759" y="1933033"/>
          <a:ext cx="6303670" cy="4838192"/>
        </p:xfrm>
        <a:graphic>
          <a:graphicData uri="http://schemas.openxmlformats.org/drawingml/2006/table">
            <a:tbl>
              <a:tblPr firstRow="1" bandRow="1">
                <a:tableStyleId>{5C22544A-7EE6-4342-B048-85BDC9FD1C3A}</a:tableStyleId>
              </a:tblPr>
              <a:tblGrid>
                <a:gridCol w="512709">
                  <a:extLst>
                    <a:ext uri="{9D8B030D-6E8A-4147-A177-3AD203B41FA5}">
                      <a16:colId xmlns:a16="http://schemas.microsoft.com/office/drawing/2014/main" val="3519508713"/>
                    </a:ext>
                  </a:extLst>
                </a:gridCol>
                <a:gridCol w="1493281">
                  <a:extLst>
                    <a:ext uri="{9D8B030D-6E8A-4147-A177-3AD203B41FA5}">
                      <a16:colId xmlns:a16="http://schemas.microsoft.com/office/drawing/2014/main" val="3539295186"/>
                    </a:ext>
                  </a:extLst>
                </a:gridCol>
                <a:gridCol w="4297680">
                  <a:extLst>
                    <a:ext uri="{9D8B030D-6E8A-4147-A177-3AD203B41FA5}">
                      <a16:colId xmlns:a16="http://schemas.microsoft.com/office/drawing/2014/main" val="2567683236"/>
                    </a:ext>
                  </a:extLst>
                </a:gridCol>
              </a:tblGrid>
              <a:tr h="572192">
                <a:tc>
                  <a:txBody>
                    <a:bodyPr/>
                    <a:lstStyle/>
                    <a:p>
                      <a:pPr>
                        <a:lnSpc>
                          <a:spcPct val="110000"/>
                        </a:lnSpc>
                        <a:spcAft>
                          <a:spcPts val="400"/>
                        </a:spcAft>
                      </a:pPr>
                      <a:endParaRPr lang="en-US" sz="1000">
                        <a:solidFill>
                          <a:srgbClr val="091F2C"/>
                        </a:solidFill>
                      </a:endParaRPr>
                    </a:p>
                  </a:txBody>
                  <a:tcPr marT="137160" marB="182880">
                    <a:lnL w="12700" cmpd="sng">
                      <a:noFill/>
                    </a:lnL>
                    <a:lnR w="12700" cmpd="sng">
                      <a:noFill/>
                    </a:lnR>
                    <a:lnT w="12700" cmpd="sng">
                      <a:noFill/>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Employee Self-Service Agent</a:t>
                      </a:r>
                    </a:p>
                  </a:txBody>
                  <a:tcPr marT="137160" marB="182880">
                    <a:lnL w="12700" cmpd="sng">
                      <a:noFill/>
                    </a:lnL>
                    <a:lnR w="12700" cmpd="sng">
                      <a:noFill/>
                    </a:lnR>
                    <a:lnT w="12700" cmpd="sng">
                      <a:noFill/>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900" b="0" i="0" u="none" strike="noStrike" kern="1200" cap="none" spc="0" normalizeH="0" baseline="0" noProof="0">
                          <a:ln>
                            <a:noFill/>
                          </a:ln>
                          <a:solidFill>
                            <a:srgbClr val="091F2C"/>
                          </a:solidFill>
                          <a:effectLst/>
                          <a:uLnTx/>
                          <a:uFillTx/>
                          <a:latin typeface="+mn-lt"/>
                          <a:ea typeface="+mn-ea"/>
                          <a:cs typeface="+mn-cs"/>
                        </a:rPr>
                        <a:t>The "front door" for workplace services, transforming employee and HR interactions. Manages policy Q&amp;A, HR data retrieval, and in-line task completion across HR apps and tools including HCM, Benefits, Pay, and Career.</a:t>
                      </a:r>
                    </a:p>
                  </a:txBody>
                  <a:tcPr marR="0" marT="137160" marB="182880">
                    <a:lnL w="12700" cmpd="sng">
                      <a:noFill/>
                    </a:lnL>
                    <a:lnR w="12700" cmpd="sng">
                      <a:noFill/>
                    </a:lnR>
                    <a:lnT w="12700" cmpd="sng">
                      <a:noFill/>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6729550"/>
                  </a:ext>
                </a:extLst>
              </a:tr>
              <a:tr h="948931">
                <a:tc>
                  <a:txBody>
                    <a:bodyPr/>
                    <a:lstStyle/>
                    <a:p>
                      <a:pPr>
                        <a:lnSpc>
                          <a:spcPct val="110000"/>
                        </a:lnSpc>
                        <a:spcAft>
                          <a:spcPts val="400"/>
                        </a:spcAft>
                      </a:pPr>
                      <a:endParaRPr lang="en-US" sz="1000">
                        <a:solidFill>
                          <a:srgbClr val="091F2C"/>
                        </a:solidFill>
                      </a:endParaRPr>
                    </a:p>
                  </a:txBody>
                  <a:tcPr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HR Professional Support Agent</a:t>
                      </a:r>
                    </a:p>
                  </a:txBody>
                  <a:tcPr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900" b="0" i="0" u="none" strike="noStrike" kern="1200" cap="none" spc="0" normalizeH="0" baseline="0" noProof="0">
                          <a:ln>
                            <a:noFill/>
                          </a:ln>
                          <a:solidFill>
                            <a:srgbClr val="091F2C"/>
                          </a:solidFill>
                          <a:effectLst/>
                          <a:uLnTx/>
                          <a:uFillTx/>
                          <a:latin typeface="+mn-lt"/>
                          <a:ea typeface="+mn-ea"/>
                          <a:cs typeface="+mn-cs"/>
                        </a:rPr>
                        <a:t>Curates HR professional content to simplify cross-functional engagement, upskill HR teams, and increase efficiency and reduce manual work in data gathering:</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91F2C"/>
                          </a:solidFill>
                          <a:effectLst/>
                          <a:uLnTx/>
                          <a:uFillTx/>
                          <a:latin typeface="+mn-lt"/>
                          <a:ea typeface="+mn-ea"/>
                          <a:cs typeface="+mn-cs"/>
                        </a:rPr>
                        <a:t>Q&amp;A on Talent, Org Development &amp; Strategy content</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91F2C"/>
                          </a:solidFill>
                          <a:effectLst/>
                          <a:uLnTx/>
                          <a:uFillTx/>
                          <a:latin typeface="+mn-lt"/>
                          <a:ea typeface="+mn-ea"/>
                          <a:cs typeface="+mn-cs"/>
                        </a:rPr>
                        <a:t>Provide quick access to HR experts</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91F2C"/>
                          </a:solidFill>
                          <a:effectLst/>
                          <a:uLnTx/>
                          <a:uFillTx/>
                          <a:latin typeface="+mn-lt"/>
                          <a:ea typeface="+mn-ea"/>
                          <a:cs typeface="+mn-cs"/>
                        </a:rPr>
                        <a:t>Retrieve HR analytics data in natural language</a:t>
                      </a:r>
                    </a:p>
                  </a:txBody>
                  <a:tcPr marR="0"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123564"/>
                  </a:ext>
                </a:extLst>
              </a:tr>
              <a:tr h="1062642">
                <a:tc>
                  <a:txBody>
                    <a:bodyPr/>
                    <a:lstStyle/>
                    <a:p>
                      <a:pPr>
                        <a:lnSpc>
                          <a:spcPct val="110000"/>
                        </a:lnSpc>
                        <a:spcAft>
                          <a:spcPts val="400"/>
                        </a:spcAft>
                      </a:pPr>
                      <a:endParaRPr lang="en-US" sz="1000">
                        <a:solidFill>
                          <a:srgbClr val="091F2C"/>
                        </a:solidFill>
                      </a:endParaRPr>
                    </a:p>
                  </a:txBody>
                  <a:tcPr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Hiring &amp; Onboarding Agent</a:t>
                      </a:r>
                    </a:p>
                  </a:txBody>
                  <a:tcPr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900" b="0" i="0" u="none" strike="noStrike" kern="1200" cap="none" spc="0" normalizeH="0" baseline="0" noProof="0">
                          <a:ln>
                            <a:noFill/>
                          </a:ln>
                          <a:solidFill>
                            <a:srgbClr val="091F2C"/>
                          </a:solidFill>
                          <a:effectLst/>
                          <a:uLnTx/>
                          <a:uFillTx/>
                          <a:latin typeface="+mn-lt"/>
                          <a:ea typeface="+mn-ea"/>
                          <a:cs typeface="+mn-cs"/>
                        </a:rPr>
                        <a:t>Multiple agents designed to improve candidate and hiring manager experience and reduce the time to hire. Includes agents trained on specific tasks orchestrated across the hiring business process. Agents currently in development:</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91F2C"/>
                          </a:solidFill>
                          <a:effectLst/>
                          <a:uLnTx/>
                          <a:uFillTx/>
                          <a:latin typeface="+mn-lt"/>
                          <a:ea typeface="+mn-ea"/>
                          <a:cs typeface="+mn-cs"/>
                        </a:rPr>
                        <a:t>Job Description &amp; Interview question generation</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91F2C"/>
                          </a:solidFill>
                          <a:effectLst/>
                          <a:uLnTx/>
                          <a:uFillTx/>
                          <a:latin typeface="+mn-lt"/>
                          <a:ea typeface="+mn-ea"/>
                          <a:cs typeface="+mn-cs"/>
                        </a:rPr>
                        <a:t>Start Date negotiation – autonomous planning with candidate &amp; hiring manager</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91F2C"/>
                          </a:solidFill>
                          <a:effectLst/>
                          <a:uLnTx/>
                          <a:uFillTx/>
                          <a:latin typeface="+mn-lt"/>
                          <a:ea typeface="+mn-ea"/>
                          <a:cs typeface="+mn-cs"/>
                        </a:rPr>
                        <a:t>Manager &amp; New Hire collaboration – autonomous 1:1 coordination</a:t>
                      </a:r>
                    </a:p>
                  </a:txBody>
                  <a:tcPr marR="0"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805424"/>
                  </a:ext>
                </a:extLst>
              </a:tr>
              <a:tr h="1062642">
                <a:tc>
                  <a:txBody>
                    <a:bodyPr/>
                    <a:lstStyle/>
                    <a:p>
                      <a:pPr>
                        <a:lnSpc>
                          <a:spcPct val="110000"/>
                        </a:lnSpc>
                        <a:spcAft>
                          <a:spcPts val="400"/>
                        </a:spcAft>
                      </a:pPr>
                      <a:endParaRPr lang="en-US" sz="1000">
                        <a:solidFill>
                          <a:srgbClr val="091F2C"/>
                        </a:solidFill>
                      </a:endParaRPr>
                    </a:p>
                  </a:txBody>
                  <a:tcPr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Policy &amp; Content Management Agent</a:t>
                      </a:r>
                    </a:p>
                  </a:txBody>
                  <a:tcPr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900" b="0" i="0" u="none" strike="noStrike" kern="1200" cap="none" spc="0" normalizeH="0" baseline="0" noProof="0">
                          <a:ln>
                            <a:noFill/>
                          </a:ln>
                          <a:solidFill>
                            <a:srgbClr val="091F2C"/>
                          </a:solidFill>
                          <a:effectLst/>
                          <a:uLnTx/>
                          <a:uFillTx/>
                          <a:latin typeface="+mn-lt"/>
                          <a:ea typeface="+mn-ea"/>
                          <a:cs typeface="+mn-cs"/>
                        </a:rPr>
                        <a:t>Augmenting and automating the policy lifecycle management process to maintain current, coherent, and relevant policy &amp; procedure content across the enterprise that powers AI experiences, including:</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91F2C"/>
                          </a:solidFill>
                          <a:effectLst/>
                          <a:uLnTx/>
                          <a:uFillTx/>
                          <a:latin typeface="+mn-lt"/>
                          <a:ea typeface="+mn-ea"/>
                          <a:cs typeface="+mn-cs"/>
                        </a:rPr>
                        <a:t>Autonomous policy change monitoring</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91F2C"/>
                          </a:solidFill>
                          <a:effectLst/>
                          <a:uLnTx/>
                          <a:uFillTx/>
                          <a:latin typeface="+mn-lt"/>
                          <a:ea typeface="+mn-ea"/>
                          <a:cs typeface="+mn-cs"/>
                        </a:rPr>
                        <a:t>Change intake</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91F2C"/>
                          </a:solidFill>
                          <a:effectLst/>
                          <a:uLnTx/>
                          <a:uFillTx/>
                          <a:latin typeface="+mn-lt"/>
                          <a:ea typeface="+mn-ea"/>
                          <a:cs typeface="+mn-cs"/>
                        </a:rPr>
                        <a:t>Content draft generation</a:t>
                      </a:r>
                    </a:p>
                  </a:txBody>
                  <a:tcPr marR="0"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361200"/>
                  </a:ext>
                </a:extLst>
              </a:tr>
            </a:tbl>
          </a:graphicData>
        </a:graphic>
      </p:graphicFrame>
      <p:sp>
        <p:nvSpPr>
          <p:cNvPr id="3" name="TextBox 2">
            <a:extLst>
              <a:ext uri="{FF2B5EF4-FFF2-40B4-BE49-F238E27FC236}">
                <a16:creationId xmlns:a16="http://schemas.microsoft.com/office/drawing/2014/main" id="{ABA74442-BAD3-95A4-52D0-2D9B729FB3DF}"/>
              </a:ext>
            </a:extLst>
          </p:cNvPr>
          <p:cNvSpPr txBox="1"/>
          <p:nvPr/>
        </p:nvSpPr>
        <p:spPr>
          <a:xfrm>
            <a:off x="7758753" y="687781"/>
            <a:ext cx="3777802" cy="5486400"/>
          </a:xfrm>
          <a:prstGeom prst="rect">
            <a:avLst/>
          </a:prstGeom>
          <a:noFill/>
        </p:spPr>
        <p:txBody>
          <a:bodyPr wrap="square" lIns="0" tIns="0" rIns="0" bIns="0" rtlCol="0">
            <a:noAutofit/>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2000" b="0" i="0" u="none" strike="noStrike" kern="1200" cap="none" spc="0" normalizeH="0" baseline="0" noProof="0">
                <a:ln>
                  <a:noFill/>
                </a:ln>
                <a:gradFill flip="none" rotWithShape="1">
                  <a:gsLst>
                    <a:gs pos="0">
                      <a:srgbClr val="FF5C39"/>
                    </a:gs>
                    <a:gs pos="35000">
                      <a:srgbClr val="C03BC4"/>
                    </a:gs>
                    <a:gs pos="100000">
                      <a:srgbClr val="0078D4"/>
                    </a:gs>
                  </a:gsLst>
                  <a:path path="circle">
                    <a:fillToRect r="100000" b="100000"/>
                  </a:path>
                  <a:tileRect l="-100000" t="-100000"/>
                </a:gradFill>
                <a:effectLst/>
                <a:uLnTx/>
                <a:uFillTx/>
                <a:latin typeface="Segoe Sans Display Semibold"/>
                <a:ea typeface="+mn-ea"/>
                <a:cs typeface="+mn-cs"/>
              </a:rPr>
              <a:t>Prioritization</a:t>
            </a:r>
          </a:p>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The top priorities of focus:</a:t>
            </a:r>
          </a:p>
          <a:p>
            <a:pPr marL="0" marR="0" lvl="0" indent="0" algn="l" defTabSz="914367" rtl="0" eaLnBrk="1" fontAlgn="auto" latinLnBrk="0" hangingPunct="1">
              <a:lnSpc>
                <a:spcPct val="110000"/>
              </a:lnSpc>
              <a:spcBef>
                <a:spcPts val="0"/>
              </a:spcBef>
              <a:spcAft>
                <a:spcPts val="400"/>
              </a:spcAft>
              <a:buClrTx/>
              <a:buSzTx/>
              <a:buFontTx/>
              <a:buNone/>
              <a:tabLst/>
              <a:defRPr/>
            </a:pPr>
            <a:endParaRPr kumimoji="0" lang="en-US" sz="1000" b="0" i="0" u="none" strike="noStrike" kern="1200" cap="none" spc="0" normalizeH="0" baseline="0" noProof="0">
              <a:ln>
                <a:noFill/>
              </a:ln>
              <a:solidFill>
                <a:srgbClr val="091F2C"/>
              </a:solidFill>
              <a:effectLst/>
              <a:uLnTx/>
              <a:uFillTx/>
              <a:latin typeface="Segoe Sans Display"/>
              <a:ea typeface="+mn-ea"/>
              <a:cs typeface="+mn-cs"/>
            </a:endParaRP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Transform employee experiences – increase ease, efficiency and elevate experiences for everyone in the enterprise. Use cases were prioritized based on volume, current ‘pain points’, </a:t>
            </a:r>
            <a:br>
              <a:rPr kumimoji="0" lang="en-US" sz="1000" b="0" i="0" u="none" strike="noStrike" kern="1200" cap="none" spc="0" normalizeH="0" baseline="0" noProof="0">
                <a:ln>
                  <a:noFill/>
                </a:ln>
                <a:solidFill>
                  <a:srgbClr val="091F2C"/>
                </a:solidFill>
                <a:effectLst/>
                <a:uLnTx/>
                <a:uFillTx/>
                <a:latin typeface="Segoe Sans Display"/>
                <a:ea typeface="+mn-ea"/>
                <a:cs typeface="+mn-cs"/>
              </a:rPr>
            </a:br>
            <a:r>
              <a:rPr kumimoji="0" lang="en-US" sz="1000" b="0" i="0" u="none" strike="noStrike" kern="1200" cap="none" spc="0" normalizeH="0" baseline="0" noProof="0">
                <a:ln>
                  <a:noFill/>
                </a:ln>
                <a:solidFill>
                  <a:srgbClr val="091F2C"/>
                </a:solidFill>
                <a:effectLst/>
                <a:uLnTx/>
                <a:uFillTx/>
                <a:latin typeface="Segoe Sans Display"/>
                <a:ea typeface="+mn-ea"/>
                <a:cs typeface="+mn-cs"/>
              </a:rPr>
              <a:t>and feasibility.</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Simplify HR operating model – scenarios prioritized that will boost HR productivity and drive efficiency in key </a:t>
            </a:r>
            <a:br>
              <a:rPr kumimoji="0" lang="en-US" sz="1000" b="0" i="0" u="none" strike="noStrike" kern="1200" cap="none" spc="0" normalizeH="0" baseline="0" noProof="0">
                <a:ln>
                  <a:noFill/>
                </a:ln>
                <a:solidFill>
                  <a:srgbClr val="091F2C"/>
                </a:solidFill>
                <a:effectLst/>
                <a:uLnTx/>
                <a:uFillTx/>
                <a:latin typeface="Segoe Sans Display"/>
                <a:ea typeface="+mn-ea"/>
                <a:cs typeface="+mn-cs"/>
              </a:rPr>
            </a:br>
            <a:r>
              <a:rPr kumimoji="0" lang="en-US" sz="1000" b="0" i="0" u="none" strike="noStrike" kern="1200" cap="none" spc="0" normalizeH="0" baseline="0" noProof="0">
                <a:ln>
                  <a:noFill/>
                </a:ln>
                <a:solidFill>
                  <a:srgbClr val="091F2C"/>
                </a:solidFill>
                <a:effectLst/>
                <a:uLnTx/>
                <a:uFillTx/>
                <a:latin typeface="Segoe Sans Display"/>
                <a:ea typeface="+mn-ea"/>
                <a:cs typeface="+mn-cs"/>
              </a:rPr>
              <a:t>business processes.</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Increase agility – invest in use cases that flatten the curve for variable demand to maintain pace with business priorities and in areas where real-time data and knowledge flow are critical.</a:t>
            </a:r>
          </a:p>
          <a:p>
            <a:pPr marL="0" marR="0" lvl="0" indent="0" algn="l" defTabSz="914367" rtl="0" eaLnBrk="1" fontAlgn="auto" latinLnBrk="0" hangingPunct="1">
              <a:lnSpc>
                <a:spcPct val="110000"/>
              </a:lnSpc>
              <a:spcBef>
                <a:spcPts val="0"/>
              </a:spcBef>
              <a:spcAft>
                <a:spcPts val="400"/>
              </a:spcAft>
              <a:buClrTx/>
              <a:buSzTx/>
              <a:buFontTx/>
              <a:buNone/>
              <a:tabLst/>
              <a:defRPr/>
            </a:pPr>
            <a:endParaRPr kumimoji="0" lang="en-US" sz="1000" b="0" i="0" u="none" strike="noStrike" kern="1200" cap="none" spc="0" normalizeH="0" baseline="0" noProof="0">
              <a:ln>
                <a:noFill/>
              </a:ln>
              <a:solidFill>
                <a:srgbClr val="091F2C"/>
              </a:solidFill>
              <a:effectLst/>
              <a:uLnTx/>
              <a:uFillTx/>
              <a:latin typeface="Segoe Sans Display"/>
              <a:ea typeface="+mn-ea"/>
              <a:cs typeface="+mn-cs"/>
            </a:endParaRPr>
          </a:p>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2000" b="0" i="0" u="none" strike="noStrike" kern="1200" cap="none" spc="0" normalizeH="0" baseline="0" noProof="0">
                <a:ln>
                  <a:noFill/>
                </a:ln>
                <a:gradFill flip="none" rotWithShape="1">
                  <a:gsLst>
                    <a:gs pos="0">
                      <a:srgbClr val="FF5C39"/>
                    </a:gs>
                    <a:gs pos="35000">
                      <a:srgbClr val="C03BC4"/>
                    </a:gs>
                    <a:gs pos="100000">
                      <a:srgbClr val="0078D4"/>
                    </a:gs>
                  </a:gsLst>
                  <a:path path="circle">
                    <a:fillToRect r="100000" b="100000"/>
                  </a:path>
                  <a:tileRect l="-100000" t="-100000"/>
                </a:gradFill>
                <a:effectLst/>
                <a:uLnTx/>
                <a:uFillTx/>
                <a:latin typeface="Segoe Sans Display Semibold"/>
                <a:ea typeface="+mn-ea"/>
                <a:cs typeface="+mn-cs"/>
              </a:rPr>
              <a:t>Early key learnings</a:t>
            </a:r>
          </a:p>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Our initial key learnings include:</a:t>
            </a:r>
            <a:b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br>
            <a:endParaRPr kumimoji="0" lang="en-US" sz="1000" b="0" i="0" u="none" strike="noStrike" kern="1200" cap="none" spc="0" normalizeH="0" baseline="0" noProof="0">
              <a:ln>
                <a:noFill/>
              </a:ln>
              <a:solidFill>
                <a:srgbClr val="091F2C"/>
              </a:solidFill>
              <a:effectLst/>
              <a:uLnTx/>
              <a:uFillTx/>
              <a:latin typeface="Segoe Sans Display Semibold"/>
              <a:ea typeface="+mn-ea"/>
              <a:cs typeface="+mn-cs"/>
            </a:endParaRP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Build trust with broad starter use cases, such as policy Q&amp;A </a:t>
            </a:r>
            <a:br>
              <a:rPr kumimoji="0" lang="en-US" sz="1000" b="0" i="0" u="none" strike="noStrike" kern="1200" cap="none" spc="0" normalizeH="0" baseline="0" noProof="0">
                <a:ln>
                  <a:noFill/>
                </a:ln>
                <a:solidFill>
                  <a:srgbClr val="091F2C"/>
                </a:solidFill>
                <a:effectLst/>
                <a:uLnTx/>
                <a:uFillTx/>
                <a:latin typeface="Segoe Sans Display"/>
                <a:ea typeface="+mn-ea"/>
                <a:cs typeface="+mn-cs"/>
              </a:rPr>
            </a:br>
            <a:r>
              <a:rPr kumimoji="0" lang="en-US" sz="1000" b="0" i="0" u="none" strike="noStrike" kern="1200" cap="none" spc="0" normalizeH="0" baseline="0" noProof="0">
                <a:ln>
                  <a:noFill/>
                </a:ln>
                <a:solidFill>
                  <a:srgbClr val="091F2C"/>
                </a:solidFill>
                <a:effectLst/>
                <a:uLnTx/>
                <a:uFillTx/>
                <a:latin typeface="Segoe Sans Display"/>
                <a:ea typeface="+mn-ea"/>
                <a:cs typeface="+mn-cs"/>
              </a:rPr>
              <a:t>and data retrieval.</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Transform business processes at an initial task level for greater coherence and control then scale through multiple agent orchestration.</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Accelerate development with a mix of subject matter experts, citizen developers (no-code/low code), and professional developers (pro code).</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Agents for business processes require a combination of clear process definition and design, workflow automation, and </a:t>
            </a:r>
            <a:br>
              <a:rPr kumimoji="0" lang="en-US" sz="1000" b="0" i="0" u="none" strike="noStrike" kern="1200" cap="none" spc="0" normalizeH="0" baseline="0" noProof="0">
                <a:ln>
                  <a:noFill/>
                </a:ln>
                <a:solidFill>
                  <a:srgbClr val="091F2C"/>
                </a:solidFill>
                <a:effectLst/>
                <a:uLnTx/>
                <a:uFillTx/>
                <a:latin typeface="Segoe Sans Display"/>
                <a:ea typeface="+mn-ea"/>
                <a:cs typeface="+mn-cs"/>
              </a:rPr>
            </a:br>
            <a:r>
              <a:rPr kumimoji="0" lang="en-US" sz="1000" b="0" i="0" u="none" strike="noStrike" kern="1200" cap="none" spc="0" normalizeH="0" baseline="0" noProof="0">
                <a:ln>
                  <a:noFill/>
                </a:ln>
                <a:solidFill>
                  <a:srgbClr val="091F2C"/>
                </a:solidFill>
                <a:effectLst/>
                <a:uLnTx/>
                <a:uFillTx/>
                <a:latin typeface="Segoe Sans Display"/>
                <a:ea typeface="+mn-ea"/>
                <a:cs typeface="+mn-cs"/>
              </a:rPr>
              <a:t>agentic AI.</a:t>
            </a:r>
          </a:p>
        </p:txBody>
      </p:sp>
      <p:sp>
        <p:nvSpPr>
          <p:cNvPr id="21" name="Oval 20">
            <a:extLst>
              <a:ext uri="{FF2B5EF4-FFF2-40B4-BE49-F238E27FC236}">
                <a16:creationId xmlns:a16="http://schemas.microsoft.com/office/drawing/2014/main" id="{4B536A13-B778-3ACB-8B56-520469BC4921}"/>
              </a:ext>
              <a:ext uri="{C183D7F6-B498-43B3-948B-1728B52AA6E4}">
                <adec:decorative xmlns:adec="http://schemas.microsoft.com/office/drawing/2017/decorative" val="1"/>
              </a:ext>
            </a:extLst>
          </p:cNvPr>
          <p:cNvSpPr/>
          <p:nvPr/>
        </p:nvSpPr>
        <p:spPr bwMode="auto">
          <a:xfrm>
            <a:off x="654758" y="3110503"/>
            <a:ext cx="411480" cy="411480"/>
          </a:xfrm>
          <a:prstGeom prst="ellipse">
            <a:avLst/>
          </a:prstGeom>
          <a:solidFill>
            <a:schemeClr val="bg1"/>
          </a:solidFill>
          <a:ln w="9525">
            <a:gradFill flip="none" rotWithShape="1">
              <a:gsLst>
                <a:gs pos="0">
                  <a:srgbClr val="FFA38B"/>
                </a:gs>
                <a:gs pos="100000">
                  <a:schemeClr val="accent2"/>
                </a:gs>
              </a:gsLst>
              <a:lin ang="27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200" normalizeH="0" baseline="0" noProof="0">
                <a:ln>
                  <a:solidFill>
                    <a:srgbClr val="091F2C"/>
                  </a:solidFill>
                </a:ln>
                <a:solidFill>
                  <a:srgbClr val="091F2C"/>
                </a:solidFill>
                <a:effectLst/>
                <a:uLnTx/>
                <a:uFillTx/>
                <a:latin typeface="Segoe Sans Display Light" pitchFamily="2" charset="0"/>
                <a:ea typeface="+mn-ea"/>
                <a:cs typeface="Segoe Sans Display Light" pitchFamily="2" charset="0"/>
              </a:rPr>
              <a:t>02</a:t>
            </a:r>
          </a:p>
        </p:txBody>
      </p:sp>
      <p:sp>
        <p:nvSpPr>
          <p:cNvPr id="28" name="Oval 27">
            <a:extLst>
              <a:ext uri="{FF2B5EF4-FFF2-40B4-BE49-F238E27FC236}">
                <a16:creationId xmlns:a16="http://schemas.microsoft.com/office/drawing/2014/main" id="{0AF4E1ED-4914-C991-7EA8-6D86447EBAA2}"/>
              </a:ext>
              <a:ext uri="{C183D7F6-B498-43B3-948B-1728B52AA6E4}">
                <adec:decorative xmlns:adec="http://schemas.microsoft.com/office/drawing/2017/decorative" val="1"/>
              </a:ext>
            </a:extLst>
          </p:cNvPr>
          <p:cNvSpPr/>
          <p:nvPr/>
        </p:nvSpPr>
        <p:spPr bwMode="auto">
          <a:xfrm>
            <a:off x="654758" y="5858841"/>
            <a:ext cx="411480" cy="411480"/>
          </a:xfrm>
          <a:prstGeom prst="ellipse">
            <a:avLst/>
          </a:prstGeom>
          <a:solidFill>
            <a:schemeClr val="bg1"/>
          </a:solidFill>
          <a:ln w="9525">
            <a:gradFill flip="none" rotWithShape="1">
              <a:gsLst>
                <a:gs pos="0">
                  <a:srgbClr val="FFA38B"/>
                </a:gs>
                <a:gs pos="100000">
                  <a:schemeClr val="accent2"/>
                </a:gs>
              </a:gsLst>
              <a:lin ang="27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200" normalizeH="0" baseline="0" noProof="0">
                <a:ln>
                  <a:solidFill>
                    <a:srgbClr val="091F2C"/>
                  </a:solidFill>
                </a:ln>
                <a:solidFill>
                  <a:srgbClr val="091F2C"/>
                </a:solidFill>
                <a:effectLst/>
                <a:uLnTx/>
                <a:uFillTx/>
                <a:latin typeface="Segoe Sans Display Light" pitchFamily="2" charset="0"/>
                <a:ea typeface="+mn-ea"/>
                <a:cs typeface="Segoe Sans Display Light" pitchFamily="2" charset="0"/>
              </a:rPr>
              <a:t>04</a:t>
            </a:r>
          </a:p>
        </p:txBody>
      </p:sp>
      <p:sp>
        <p:nvSpPr>
          <p:cNvPr id="8" name="Oval 7">
            <a:extLst>
              <a:ext uri="{FF2B5EF4-FFF2-40B4-BE49-F238E27FC236}">
                <a16:creationId xmlns:a16="http://schemas.microsoft.com/office/drawing/2014/main" id="{CBF43018-9308-3761-194F-7FCFF94A28AF}"/>
              </a:ext>
              <a:ext uri="{C183D7F6-B498-43B3-948B-1728B52AA6E4}">
                <adec:decorative xmlns:adec="http://schemas.microsoft.com/office/drawing/2017/decorative" val="1"/>
              </a:ext>
            </a:extLst>
          </p:cNvPr>
          <p:cNvSpPr/>
          <p:nvPr/>
        </p:nvSpPr>
        <p:spPr bwMode="auto">
          <a:xfrm>
            <a:off x="654758" y="2029472"/>
            <a:ext cx="411480" cy="411480"/>
          </a:xfrm>
          <a:prstGeom prst="ellipse">
            <a:avLst/>
          </a:prstGeom>
          <a:solidFill>
            <a:schemeClr val="bg1"/>
          </a:solidFill>
          <a:ln w="9525">
            <a:gradFill flip="none" rotWithShape="1">
              <a:gsLst>
                <a:gs pos="0">
                  <a:srgbClr val="FFA38B"/>
                </a:gs>
                <a:gs pos="100000">
                  <a:schemeClr val="accent2"/>
                </a:gs>
              </a:gsLst>
              <a:lin ang="27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200" normalizeH="0" baseline="0" noProof="0">
                <a:ln>
                  <a:solidFill>
                    <a:srgbClr val="091F2C"/>
                  </a:solidFill>
                </a:ln>
                <a:solidFill>
                  <a:srgbClr val="091F2C"/>
                </a:solidFill>
                <a:effectLst/>
                <a:uLnTx/>
                <a:uFillTx/>
                <a:latin typeface="Segoe Sans Display Light" pitchFamily="2" charset="0"/>
                <a:ea typeface="+mn-ea"/>
                <a:cs typeface="Segoe Sans Display Light" pitchFamily="2" charset="0"/>
              </a:rPr>
              <a:t>01</a:t>
            </a:r>
          </a:p>
        </p:txBody>
      </p:sp>
      <p:sp>
        <p:nvSpPr>
          <p:cNvPr id="9" name="Oval 8">
            <a:extLst>
              <a:ext uri="{FF2B5EF4-FFF2-40B4-BE49-F238E27FC236}">
                <a16:creationId xmlns:a16="http://schemas.microsoft.com/office/drawing/2014/main" id="{0CFA02E6-5CD2-D3D8-412F-A87824D60539}"/>
              </a:ext>
              <a:ext uri="{C183D7F6-B498-43B3-948B-1728B52AA6E4}">
                <adec:decorative xmlns:adec="http://schemas.microsoft.com/office/drawing/2017/decorative" val="1"/>
              </a:ext>
            </a:extLst>
          </p:cNvPr>
          <p:cNvSpPr/>
          <p:nvPr/>
        </p:nvSpPr>
        <p:spPr bwMode="auto">
          <a:xfrm>
            <a:off x="654758" y="4459068"/>
            <a:ext cx="411480" cy="411480"/>
          </a:xfrm>
          <a:prstGeom prst="ellipse">
            <a:avLst/>
          </a:prstGeom>
          <a:solidFill>
            <a:schemeClr val="bg1"/>
          </a:solidFill>
          <a:ln w="9525">
            <a:gradFill flip="none" rotWithShape="1">
              <a:gsLst>
                <a:gs pos="0">
                  <a:srgbClr val="FFA38B"/>
                </a:gs>
                <a:gs pos="100000">
                  <a:schemeClr val="accent2"/>
                </a:gs>
              </a:gsLst>
              <a:lin ang="27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200" normalizeH="0" baseline="0" noProof="0">
                <a:ln>
                  <a:solidFill>
                    <a:srgbClr val="091F2C"/>
                  </a:solidFill>
                </a:ln>
                <a:solidFill>
                  <a:srgbClr val="091F2C"/>
                </a:solidFill>
                <a:effectLst/>
                <a:uLnTx/>
                <a:uFillTx/>
                <a:latin typeface="Segoe Sans Display Light" pitchFamily="2" charset="0"/>
                <a:ea typeface="+mn-ea"/>
                <a:cs typeface="Segoe Sans Display Light" pitchFamily="2" charset="0"/>
              </a:rPr>
              <a:t>03</a:t>
            </a:r>
          </a:p>
        </p:txBody>
      </p:sp>
      <p:pic>
        <p:nvPicPr>
          <p:cNvPr id="12" name="!!Pic2">
            <a:extLst>
              <a:ext uri="{FF2B5EF4-FFF2-40B4-BE49-F238E27FC236}">
                <a16:creationId xmlns:a16="http://schemas.microsoft.com/office/drawing/2014/main" id="{A7DD035C-E20D-C25C-CC58-1F9B7F46A569}"/>
              </a:ext>
              <a:ext uri="{C183D7F6-B498-43B3-948B-1728B52AA6E4}">
                <adec:decorative xmlns:adec="http://schemas.microsoft.com/office/drawing/2017/decorative" val="1"/>
              </a:ext>
            </a:extLst>
          </p:cNvPr>
          <p:cNvPicPr preferRelativeResize="0">
            <a:picLocks noChangeAspect="1"/>
          </p:cNvPicPr>
          <p:nvPr/>
        </p:nvPicPr>
        <p:blipFill>
          <a:blip r:embed="rId4"/>
          <a:srcRect/>
          <a:stretch/>
        </p:blipFill>
        <p:spPr>
          <a:xfrm>
            <a:off x="654758" y="405900"/>
            <a:ext cx="816579" cy="816576"/>
          </a:xfrm>
          <a:prstGeom prst="roundRect">
            <a:avLst>
              <a:gd name="adj" fmla="val 50000"/>
            </a:avLst>
          </a:prstGeom>
        </p:spPr>
      </p:pic>
    </p:spTree>
    <p:extLst>
      <p:ext uri="{BB962C8B-B14F-4D97-AF65-F5344CB8AC3E}">
        <p14:creationId xmlns:p14="http://schemas.microsoft.com/office/powerpoint/2010/main" val="1708518085"/>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5A615-1892-FA49-C553-E1E8662A8D69}"/>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6088D709-2C0A-FA48-0B53-DE1FA299BC2D}"/>
              </a:ext>
              <a:ext uri="{C183D7F6-B498-43B3-948B-1728B52AA6E4}">
                <adec:decorative xmlns:adec="http://schemas.microsoft.com/office/drawing/2017/decorative" val="1"/>
              </a:ext>
            </a:extLst>
          </p:cNvPr>
          <p:cNvSpPr/>
          <p:nvPr/>
        </p:nvSpPr>
        <p:spPr bwMode="auto">
          <a:xfrm>
            <a:off x="304798" y="1441172"/>
            <a:ext cx="6996753" cy="5123139"/>
          </a:xfrm>
          <a:prstGeom prst="roundRect">
            <a:avLst>
              <a:gd name="adj" fmla="val 2447"/>
            </a:avLst>
          </a:prstGeom>
          <a:gradFill flip="none" rotWithShape="1">
            <a:gsLst>
              <a:gs pos="0">
                <a:schemeClr val="bg1"/>
              </a:gs>
              <a:gs pos="100000">
                <a:schemeClr val="bg1">
                  <a:alpha val="0"/>
                </a:schemeClr>
              </a:gs>
            </a:gsLst>
            <a:lin ang="54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15" name="Rectangle: Rounded Corners 14">
            <a:extLst>
              <a:ext uri="{FF2B5EF4-FFF2-40B4-BE49-F238E27FC236}">
                <a16:creationId xmlns:a16="http://schemas.microsoft.com/office/drawing/2014/main" id="{9C3DAE8C-5F11-9EBF-1F08-ED19601FFF75}"/>
              </a:ext>
              <a:ext uri="{C183D7F6-B498-43B3-948B-1728B52AA6E4}">
                <adec:decorative xmlns:adec="http://schemas.microsoft.com/office/drawing/2017/decorative" val="1"/>
              </a:ext>
            </a:extLst>
          </p:cNvPr>
          <p:cNvSpPr/>
          <p:nvPr/>
        </p:nvSpPr>
        <p:spPr bwMode="auto">
          <a:xfrm>
            <a:off x="304798" y="293688"/>
            <a:ext cx="6996753" cy="1041001"/>
          </a:xfrm>
          <a:prstGeom prst="roundRect">
            <a:avLst>
              <a:gd name="adj" fmla="val 9999"/>
            </a:avLst>
          </a:prstGeom>
          <a:gradFill flip="none" rotWithShape="1">
            <a:gsLst>
              <a:gs pos="0">
                <a:schemeClr val="bg1"/>
              </a:gs>
              <a:gs pos="100000">
                <a:schemeClr val="bg1"/>
              </a:gs>
            </a:gsLst>
            <a:lin ang="54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16" name="Title 15">
            <a:extLst>
              <a:ext uri="{FF2B5EF4-FFF2-40B4-BE49-F238E27FC236}">
                <a16:creationId xmlns:a16="http://schemas.microsoft.com/office/drawing/2014/main" id="{73C89B0B-D257-5AD7-FF5B-5F053EC41DDC}"/>
              </a:ext>
              <a:ext uri="{C183D7F6-B498-43B3-948B-1728B52AA6E4}">
                <adec:decorative xmlns:adec="http://schemas.microsoft.com/office/drawing/2017/decorative" val="1"/>
              </a:ext>
            </a:extLst>
          </p:cNvPr>
          <p:cNvSpPr>
            <a:spLocks noGrp="1"/>
          </p:cNvSpPr>
          <p:nvPr>
            <p:ph type="title"/>
          </p:nvPr>
        </p:nvSpPr>
        <p:spPr/>
        <p:txBody>
          <a:bodyPr/>
          <a:lstStyle/>
          <a:p>
            <a:r>
              <a:rPr lang="en-US" sz="2000">
                <a:latin typeface="+mj-lt"/>
              </a:rPr>
              <a:t>Agent use cases—IT</a:t>
            </a:r>
          </a:p>
        </p:txBody>
      </p:sp>
      <p:pic>
        <p:nvPicPr>
          <p:cNvPr id="18" name="Picture 17">
            <a:extLst>
              <a:ext uri="{FF2B5EF4-FFF2-40B4-BE49-F238E27FC236}">
                <a16:creationId xmlns:a16="http://schemas.microsoft.com/office/drawing/2014/main" id="{0ADB779B-7554-C319-6BCA-0F4BCB82E62C}"/>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a:ext>
            </a:extLst>
          </a:blip>
          <a:srcRect l="39693" t="1" b="39692"/>
          <a:stretch/>
        </p:blipFill>
        <p:spPr>
          <a:xfrm rot="16200000">
            <a:off x="-124104" y="773050"/>
            <a:ext cx="869316" cy="82276"/>
          </a:xfrm>
          <a:prstGeom prst="roundRect">
            <a:avLst>
              <a:gd name="adj" fmla="val 50000"/>
            </a:avLst>
          </a:prstGeom>
        </p:spPr>
      </p:pic>
      <p:sp>
        <p:nvSpPr>
          <p:cNvPr id="2" name="Rectangle: Rounded Corners 1">
            <a:extLst>
              <a:ext uri="{FF2B5EF4-FFF2-40B4-BE49-F238E27FC236}">
                <a16:creationId xmlns:a16="http://schemas.microsoft.com/office/drawing/2014/main" id="{11BFEFE3-1324-0F82-22AB-4CA944D73752}"/>
              </a:ext>
              <a:ext uri="{C183D7F6-B498-43B3-948B-1728B52AA6E4}">
                <adec:decorative xmlns:adec="http://schemas.microsoft.com/office/drawing/2017/decorative" val="1"/>
              </a:ext>
            </a:extLst>
          </p:cNvPr>
          <p:cNvSpPr/>
          <p:nvPr/>
        </p:nvSpPr>
        <p:spPr bwMode="auto">
          <a:xfrm>
            <a:off x="7410734" y="293689"/>
            <a:ext cx="4476465" cy="6270624"/>
          </a:xfrm>
          <a:prstGeom prst="roundRect">
            <a:avLst>
              <a:gd name="adj" fmla="val 2329"/>
            </a:avLst>
          </a:prstGeom>
          <a:gradFill flip="none" rotWithShape="1">
            <a:gsLst>
              <a:gs pos="61000">
                <a:schemeClr val="bg1"/>
              </a:gs>
              <a:gs pos="100000">
                <a:schemeClr val="bg1">
                  <a:alpha val="0"/>
                </a:schemeClr>
              </a:gs>
            </a:gsLst>
            <a:lin ang="81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5" name="TextBox 4">
            <a:extLst>
              <a:ext uri="{FF2B5EF4-FFF2-40B4-BE49-F238E27FC236}">
                <a16:creationId xmlns:a16="http://schemas.microsoft.com/office/drawing/2014/main" id="{3149CE30-4015-50DA-D1D9-037FBFCE8E16}"/>
              </a:ext>
            </a:extLst>
          </p:cNvPr>
          <p:cNvSpPr txBox="1"/>
          <p:nvPr/>
        </p:nvSpPr>
        <p:spPr>
          <a:xfrm>
            <a:off x="1705969" y="660011"/>
            <a:ext cx="4805493" cy="308354"/>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1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91F2C"/>
                </a:solidFill>
                <a:effectLst/>
                <a:uLnTx/>
                <a:uFillTx/>
                <a:latin typeface="Segoe Sans Display Semibold"/>
                <a:ea typeface="+mn-ea"/>
                <a:cs typeface="+mn-cs"/>
              </a:rPr>
              <a:t>Agent use cases—IT</a:t>
            </a:r>
          </a:p>
        </p:txBody>
      </p:sp>
      <p:sp>
        <p:nvSpPr>
          <p:cNvPr id="7" name="TextBox 6">
            <a:extLst>
              <a:ext uri="{FF2B5EF4-FFF2-40B4-BE49-F238E27FC236}">
                <a16:creationId xmlns:a16="http://schemas.microsoft.com/office/drawing/2014/main" id="{79543BEA-EB79-ED45-69E4-8BEC67014133}"/>
              </a:ext>
            </a:extLst>
          </p:cNvPr>
          <p:cNvSpPr txBox="1"/>
          <p:nvPr/>
        </p:nvSpPr>
        <p:spPr>
          <a:xfrm>
            <a:off x="654758" y="1593085"/>
            <a:ext cx="5910411" cy="308354"/>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2000" b="0" i="0" u="none" strike="noStrike" kern="1200" cap="none" spc="0" normalizeH="0" baseline="0" noProof="0">
                <a:ln>
                  <a:noFill/>
                </a:ln>
                <a:gradFill flip="none" rotWithShape="1">
                  <a:gsLst>
                    <a:gs pos="0">
                      <a:srgbClr val="FF5C39"/>
                    </a:gs>
                    <a:gs pos="35000">
                      <a:srgbClr val="C03BC4"/>
                    </a:gs>
                    <a:gs pos="100000">
                      <a:srgbClr val="0078D4"/>
                    </a:gs>
                  </a:gsLst>
                  <a:path path="circle">
                    <a:fillToRect r="100000" b="100000"/>
                  </a:path>
                  <a:tileRect l="-100000" t="-100000"/>
                </a:gradFill>
                <a:effectLst/>
                <a:uLnTx/>
                <a:uFillTx/>
                <a:latin typeface="Segoe Sans Display Semibold"/>
                <a:ea typeface="+mn-ea"/>
                <a:cs typeface="+mn-cs"/>
              </a:rPr>
              <a:t>Business benefits</a:t>
            </a:r>
          </a:p>
        </p:txBody>
      </p:sp>
      <p:graphicFrame>
        <p:nvGraphicFramePr>
          <p:cNvPr id="4" name="Table 3">
            <a:extLst>
              <a:ext uri="{FF2B5EF4-FFF2-40B4-BE49-F238E27FC236}">
                <a16:creationId xmlns:a16="http://schemas.microsoft.com/office/drawing/2014/main" id="{E880D850-3793-CE6A-3DC9-7D1E02FCA9DF}"/>
              </a:ext>
            </a:extLst>
          </p:cNvPr>
          <p:cNvGraphicFramePr>
            <a:graphicFrameLocks noGrp="1"/>
          </p:cNvGraphicFramePr>
          <p:nvPr/>
        </p:nvGraphicFramePr>
        <p:xfrm>
          <a:off x="654759" y="1933034"/>
          <a:ext cx="6298776" cy="4631818"/>
        </p:xfrm>
        <a:graphic>
          <a:graphicData uri="http://schemas.openxmlformats.org/drawingml/2006/table">
            <a:tbl>
              <a:tblPr firstRow="1" bandRow="1">
                <a:tableStyleId>{5C22544A-7EE6-4342-B048-85BDC9FD1C3A}</a:tableStyleId>
              </a:tblPr>
              <a:tblGrid>
                <a:gridCol w="512709">
                  <a:extLst>
                    <a:ext uri="{9D8B030D-6E8A-4147-A177-3AD203B41FA5}">
                      <a16:colId xmlns:a16="http://schemas.microsoft.com/office/drawing/2014/main" val="3519508713"/>
                    </a:ext>
                  </a:extLst>
                </a:gridCol>
                <a:gridCol w="1493281">
                  <a:extLst>
                    <a:ext uri="{9D8B030D-6E8A-4147-A177-3AD203B41FA5}">
                      <a16:colId xmlns:a16="http://schemas.microsoft.com/office/drawing/2014/main" val="3539295186"/>
                    </a:ext>
                  </a:extLst>
                </a:gridCol>
                <a:gridCol w="4292786">
                  <a:extLst>
                    <a:ext uri="{9D8B030D-6E8A-4147-A177-3AD203B41FA5}">
                      <a16:colId xmlns:a16="http://schemas.microsoft.com/office/drawing/2014/main" val="2567683236"/>
                    </a:ext>
                  </a:extLst>
                </a:gridCol>
              </a:tblGrid>
              <a:tr h="1572705">
                <a:tc>
                  <a:txBody>
                    <a:bodyPr/>
                    <a:lstStyle/>
                    <a:p>
                      <a:pPr>
                        <a:lnSpc>
                          <a:spcPct val="110000"/>
                        </a:lnSpc>
                        <a:spcAft>
                          <a:spcPts val="400"/>
                        </a:spcAft>
                      </a:pPr>
                      <a:endParaRPr lang="en-US" sz="1000">
                        <a:solidFill>
                          <a:srgbClr val="091F2C"/>
                        </a:solidFill>
                      </a:endParaRPr>
                    </a:p>
                  </a:txBody>
                  <a:tcPr marT="137160" marB="182880">
                    <a:lnL w="12700" cmpd="sng">
                      <a:noFill/>
                    </a:lnL>
                    <a:lnR w="12700" cmpd="sng">
                      <a:noFill/>
                    </a:lnR>
                    <a:lnT w="12700" cmpd="sng">
                      <a:noFill/>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Employee Self-Service (ESS) Agent </a:t>
                      </a:r>
                    </a:p>
                  </a:txBody>
                  <a:tcPr marT="137160" marB="182880">
                    <a:lnL w="12700" cmpd="sng">
                      <a:noFill/>
                    </a:lnL>
                    <a:lnR w="12700" cmpd="sng">
                      <a:noFill/>
                    </a:lnR>
                    <a:lnT w="12700" cmpd="sng">
                      <a:noFill/>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mn-lt"/>
                          <a:ea typeface="+mn-ea"/>
                          <a:cs typeface="+mn-cs"/>
                        </a:rPr>
                        <a:t>ESS Agent expedites answers to the most common workplace queries and acts on key scenarios including: </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91F2C"/>
                          </a:solidFill>
                          <a:effectLst/>
                          <a:uLnTx/>
                          <a:uFillTx/>
                          <a:latin typeface="+mj-lt"/>
                          <a:ea typeface="+mn-ea"/>
                          <a:cs typeface="+mn-cs"/>
                        </a:rPr>
                        <a:t>Human Resources: </a:t>
                      </a:r>
                      <a:r>
                        <a:rPr kumimoji="0" lang="en-US" sz="900" b="0" i="0" u="none" strike="noStrike" kern="1200" cap="none" spc="0" normalizeH="0" baseline="0" noProof="0">
                          <a:ln>
                            <a:noFill/>
                          </a:ln>
                          <a:solidFill>
                            <a:srgbClr val="091F2C"/>
                          </a:solidFill>
                          <a:effectLst/>
                          <a:uLnTx/>
                          <a:uFillTx/>
                          <a:latin typeface="+mn-lt"/>
                          <a:ea typeface="+mn-ea"/>
                          <a:cs typeface="+mn-cs"/>
                        </a:rPr>
                        <a:t>Receive clear, context driven responses to HR-related queries and conduct actions for scenarios such as benefits, career growth, payroll / rewards, and people management.</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91F2C"/>
                          </a:solidFill>
                          <a:effectLst/>
                          <a:uLnTx/>
                          <a:uFillTx/>
                          <a:latin typeface="+mj-lt"/>
                          <a:ea typeface="+mn-ea"/>
                          <a:cs typeface="+mn-cs"/>
                        </a:rPr>
                        <a:t>Help Desk: </a:t>
                      </a:r>
                      <a:r>
                        <a:rPr kumimoji="0" lang="en-US" sz="900" b="0" i="0" u="none" strike="noStrike" kern="1200" cap="none" spc="0" normalizeH="0" baseline="0" noProof="0">
                          <a:ln>
                            <a:noFill/>
                          </a:ln>
                          <a:solidFill>
                            <a:srgbClr val="091F2C"/>
                          </a:solidFill>
                          <a:effectLst/>
                          <a:uLnTx/>
                          <a:uFillTx/>
                          <a:latin typeface="+mn-lt"/>
                          <a:ea typeface="+mn-ea"/>
                          <a:cs typeface="+mn-cs"/>
                        </a:rPr>
                        <a:t>Get fast, self-service answers to common questions and technical issues without need for a live agent and manage tickets.</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91F2C"/>
                          </a:solidFill>
                          <a:effectLst/>
                          <a:uLnTx/>
                          <a:uFillTx/>
                          <a:latin typeface="+mj-lt"/>
                          <a:ea typeface="+mn-ea"/>
                          <a:cs typeface="+mn-cs"/>
                        </a:rPr>
                        <a:t>Real Estate &amp; Facilities: </a:t>
                      </a:r>
                      <a:r>
                        <a:rPr kumimoji="0" lang="en-US" sz="900" b="0" i="0" u="none" strike="noStrike" kern="1200" cap="none" spc="0" normalizeH="0" baseline="0" noProof="0">
                          <a:ln>
                            <a:noFill/>
                          </a:ln>
                          <a:solidFill>
                            <a:srgbClr val="091F2C"/>
                          </a:solidFill>
                          <a:effectLst/>
                          <a:uLnTx/>
                          <a:uFillTx/>
                          <a:latin typeface="+mn-lt"/>
                          <a:ea typeface="+mn-ea"/>
                          <a:cs typeface="+mn-cs"/>
                        </a:rPr>
                        <a:t>Discover information on RE&amp;F services and events, create/view status of facility requests, book campus shuttle.</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91F2C"/>
                          </a:solidFill>
                          <a:effectLst/>
                          <a:uLnTx/>
                          <a:uFillTx/>
                          <a:latin typeface="+mj-lt"/>
                          <a:ea typeface="+mn-ea"/>
                          <a:cs typeface="+mn-cs"/>
                        </a:rPr>
                        <a:t>Expense: </a:t>
                      </a:r>
                      <a:r>
                        <a:rPr kumimoji="0" lang="en-US" sz="900" b="0" i="0" u="none" strike="noStrike" kern="1200" cap="none" spc="0" normalizeH="0" baseline="0" noProof="0">
                          <a:ln>
                            <a:noFill/>
                          </a:ln>
                          <a:solidFill>
                            <a:srgbClr val="091F2C"/>
                          </a:solidFill>
                          <a:effectLst/>
                          <a:uLnTx/>
                          <a:uFillTx/>
                          <a:latin typeface="+mn-lt"/>
                          <a:ea typeface="+mn-ea"/>
                          <a:cs typeface="+mn-cs"/>
                        </a:rPr>
                        <a:t>View/create expenses, upload and live capture of receipts, expense report creation and submission.</a:t>
                      </a:r>
                    </a:p>
                  </a:txBody>
                  <a:tcPr marR="0" marT="137160" marB="182880">
                    <a:lnL w="12700" cmpd="sng">
                      <a:noFill/>
                    </a:lnL>
                    <a:lnR w="12700" cmpd="sng">
                      <a:noFill/>
                    </a:lnR>
                    <a:lnT w="12700" cmpd="sng">
                      <a:noFill/>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6729550"/>
                  </a:ext>
                </a:extLst>
              </a:tr>
              <a:tr h="728381">
                <a:tc>
                  <a:txBody>
                    <a:bodyPr/>
                    <a:lstStyle/>
                    <a:p>
                      <a:pPr>
                        <a:lnSpc>
                          <a:spcPct val="110000"/>
                        </a:lnSpc>
                        <a:spcAft>
                          <a:spcPts val="400"/>
                        </a:spcAft>
                      </a:pPr>
                      <a:endParaRPr lang="en-US" sz="1000">
                        <a:solidFill>
                          <a:srgbClr val="091F2C"/>
                        </a:solidFill>
                      </a:endParaRPr>
                    </a:p>
                  </a:txBody>
                  <a:tcPr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Device Care </a:t>
                      </a:r>
                      <a:b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b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Agent</a:t>
                      </a:r>
                    </a:p>
                  </a:txBody>
                  <a:tcPr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mn-lt"/>
                          <a:ea typeface="+mn-ea"/>
                          <a:cs typeface="+mn-cs"/>
                        </a:rPr>
                        <a:t>On-device agent that prevents device disruptions before they happen. Device Care proactively addresses software vulnerabilities and device issues, engages with the end user only when necessary, and provides device insights for employees and IT administrators.</a:t>
                      </a:r>
                    </a:p>
                  </a:txBody>
                  <a:tcPr marR="0"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123564"/>
                  </a:ext>
                </a:extLst>
              </a:tr>
              <a:tr h="1030796">
                <a:tc>
                  <a:txBody>
                    <a:bodyPr/>
                    <a:lstStyle/>
                    <a:p>
                      <a:pPr>
                        <a:lnSpc>
                          <a:spcPct val="110000"/>
                        </a:lnSpc>
                        <a:spcAft>
                          <a:spcPts val="400"/>
                        </a:spcAft>
                      </a:pPr>
                      <a:endParaRPr lang="en-US" sz="1000">
                        <a:solidFill>
                          <a:srgbClr val="091F2C"/>
                        </a:solidFill>
                      </a:endParaRPr>
                    </a:p>
                  </a:txBody>
                  <a:tcPr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Network Infrastructure Copilot</a:t>
                      </a:r>
                    </a:p>
                  </a:txBody>
                  <a:tcPr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mn-lt"/>
                          <a:ea typeface="+mn-ea"/>
                          <a:cs typeface="+mn-cs"/>
                        </a:rPr>
                        <a:t>Network engineers receive answers to network-specific questions, interpret / create network artifacts, and execute actions to operate the most secure, reliable network. </a:t>
                      </a:r>
                    </a:p>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mn-lt"/>
                          <a:ea typeface="+mn-ea"/>
                          <a:cs typeface="+mn-cs"/>
                        </a:rPr>
                        <a:t>Designated Responsible Individuals (DRIs) can proactively detect issues, troubleshoot with real-time insights, and resolve issues with auto-remediation and recommendations. </a:t>
                      </a:r>
                    </a:p>
                  </a:txBody>
                  <a:tcPr marR="0"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805424"/>
                  </a:ext>
                </a:extLst>
              </a:tr>
            </a:tbl>
          </a:graphicData>
        </a:graphic>
      </p:graphicFrame>
      <p:sp>
        <p:nvSpPr>
          <p:cNvPr id="3" name="TextBox 2">
            <a:extLst>
              <a:ext uri="{FF2B5EF4-FFF2-40B4-BE49-F238E27FC236}">
                <a16:creationId xmlns:a16="http://schemas.microsoft.com/office/drawing/2014/main" id="{32F46F4F-8F3C-B666-71D9-7BBBECB40586}"/>
              </a:ext>
            </a:extLst>
          </p:cNvPr>
          <p:cNvSpPr txBox="1"/>
          <p:nvPr/>
        </p:nvSpPr>
        <p:spPr>
          <a:xfrm>
            <a:off x="7758752" y="687781"/>
            <a:ext cx="3967581" cy="5486400"/>
          </a:xfrm>
          <a:prstGeom prst="rect">
            <a:avLst/>
          </a:prstGeom>
          <a:noFill/>
        </p:spPr>
        <p:txBody>
          <a:bodyPr wrap="square" lIns="0" tIns="0" rIns="0" bIns="0" rtlCol="0">
            <a:noAutofit/>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2000" b="0" i="0" u="none" strike="noStrike" kern="1200" cap="none" spc="0" normalizeH="0" baseline="0" noProof="0">
                <a:ln>
                  <a:noFill/>
                </a:ln>
                <a:gradFill flip="none" rotWithShape="1">
                  <a:gsLst>
                    <a:gs pos="0">
                      <a:srgbClr val="FF5C39"/>
                    </a:gs>
                    <a:gs pos="35000">
                      <a:srgbClr val="C03BC4"/>
                    </a:gs>
                    <a:gs pos="100000">
                      <a:srgbClr val="0078D4"/>
                    </a:gs>
                  </a:gsLst>
                  <a:path path="circle">
                    <a:fillToRect r="100000" b="100000"/>
                  </a:path>
                  <a:tileRect l="-100000" t="-100000"/>
                </a:gradFill>
                <a:effectLst/>
                <a:uLnTx/>
                <a:uFillTx/>
                <a:latin typeface="Segoe Sans Display Semibold"/>
                <a:ea typeface="+mn-ea"/>
                <a:cs typeface="+mn-cs"/>
              </a:rPr>
              <a:t>Prioritization</a:t>
            </a:r>
          </a:p>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The top priorities of focus:</a:t>
            </a:r>
          </a:p>
          <a:p>
            <a:pPr marL="0" marR="0" lvl="0" indent="0" algn="l" defTabSz="914367" rtl="0" eaLnBrk="1" fontAlgn="auto" latinLnBrk="0" hangingPunct="1">
              <a:lnSpc>
                <a:spcPct val="110000"/>
              </a:lnSpc>
              <a:spcBef>
                <a:spcPts val="0"/>
              </a:spcBef>
              <a:spcAft>
                <a:spcPts val="400"/>
              </a:spcAft>
              <a:buClrTx/>
              <a:buSzTx/>
              <a:buFontTx/>
              <a:buNone/>
              <a:tabLst/>
              <a:defRPr/>
            </a:pPr>
            <a:endParaRPr kumimoji="0" lang="en-US" sz="1000" b="0" i="0" u="none" strike="noStrike" kern="1200" cap="none" spc="0" normalizeH="0" baseline="0" noProof="0">
              <a:ln>
                <a:noFill/>
              </a:ln>
              <a:solidFill>
                <a:srgbClr val="091F2C"/>
              </a:solidFill>
              <a:effectLst/>
              <a:uLnTx/>
              <a:uFillTx/>
              <a:latin typeface="Segoe Sans Display"/>
              <a:ea typeface="+mn-ea"/>
              <a:cs typeface="+mn-cs"/>
            </a:endParaRP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970" b="0" i="0" u="none" strike="noStrike" kern="1200" cap="none" spc="0" normalizeH="0" baseline="0" noProof="0">
                <a:ln>
                  <a:noFill/>
                </a:ln>
                <a:solidFill>
                  <a:srgbClr val="091F2C"/>
                </a:solidFill>
                <a:effectLst/>
                <a:uLnTx/>
                <a:uFillTx/>
                <a:latin typeface="Segoe Sans Display"/>
                <a:ea typeface="+mn-ea"/>
                <a:cs typeface="+mn-cs"/>
              </a:rPr>
              <a:t>Created an AI business value framework requiring initiatives to align to core value measures supporting our business priorities: Productivity, Cost Savings, Employee Experience, Risk Reduction &amp; Quality.</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970" b="0" i="0" u="none" strike="noStrike" kern="1200" cap="none" spc="0" normalizeH="0" baseline="0" noProof="0">
                <a:ln>
                  <a:noFill/>
                </a:ln>
                <a:solidFill>
                  <a:srgbClr val="091F2C"/>
                </a:solidFill>
                <a:effectLst/>
                <a:uLnTx/>
                <a:uFillTx/>
                <a:latin typeface="Segoe Sans Display"/>
                <a:ea typeface="+mn-ea"/>
                <a:cs typeface="+mn-cs"/>
              </a:rPr>
              <a:t>Value and effort rationalization.</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970" b="0" i="0" u="none" strike="noStrike" kern="1200" cap="none" spc="0" normalizeH="0" baseline="0" noProof="0">
                <a:ln>
                  <a:noFill/>
                </a:ln>
                <a:solidFill>
                  <a:srgbClr val="091F2C"/>
                </a:solidFill>
                <a:effectLst/>
                <a:uLnTx/>
                <a:uFillTx/>
                <a:latin typeface="Segoe Sans Display"/>
                <a:ea typeface="+mn-ea"/>
                <a:cs typeface="+mn-cs"/>
              </a:rPr>
              <a:t>Security, compliance and responsible AI.</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970" b="0" i="0" u="none" strike="noStrike" kern="1200" cap="none" spc="0" normalizeH="0" baseline="0" noProof="0">
                <a:ln>
                  <a:noFill/>
                </a:ln>
                <a:solidFill>
                  <a:srgbClr val="091F2C"/>
                </a:solidFill>
                <a:effectLst/>
                <a:uLnTx/>
                <a:uFillTx/>
                <a:latin typeface="Segoe Sans Display"/>
                <a:ea typeface="+mn-ea"/>
                <a:cs typeface="+mn-cs"/>
              </a:rPr>
              <a:t>Platform and data readiness.</a:t>
            </a:r>
          </a:p>
          <a:p>
            <a:pPr marL="0" marR="0" lvl="0" indent="0" algn="l" defTabSz="914367" rtl="0" eaLnBrk="1" fontAlgn="auto" latinLnBrk="0" hangingPunct="1">
              <a:lnSpc>
                <a:spcPct val="110000"/>
              </a:lnSpc>
              <a:spcBef>
                <a:spcPts val="0"/>
              </a:spcBef>
              <a:spcAft>
                <a:spcPts val="400"/>
              </a:spcAft>
              <a:buClrTx/>
              <a:buSzTx/>
              <a:buFontTx/>
              <a:buNone/>
              <a:tabLst/>
              <a:defRPr/>
            </a:pPr>
            <a:endParaRPr kumimoji="0" lang="en-US" sz="1000" b="0" i="0" u="none" strike="noStrike" kern="1200" cap="none" spc="0" normalizeH="0" baseline="0" noProof="0">
              <a:ln>
                <a:noFill/>
              </a:ln>
              <a:solidFill>
                <a:srgbClr val="091F2C"/>
              </a:solidFill>
              <a:effectLst/>
              <a:uLnTx/>
              <a:uFillTx/>
              <a:latin typeface="Segoe Sans Display"/>
              <a:ea typeface="+mn-ea"/>
              <a:cs typeface="+mn-cs"/>
            </a:endParaRPr>
          </a:p>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2000" b="0" i="0" u="none" strike="noStrike" kern="1200" cap="none" spc="0" normalizeH="0" baseline="0" noProof="0">
                <a:ln>
                  <a:noFill/>
                </a:ln>
                <a:gradFill flip="none" rotWithShape="1">
                  <a:gsLst>
                    <a:gs pos="0">
                      <a:srgbClr val="FF5C39"/>
                    </a:gs>
                    <a:gs pos="35000">
                      <a:srgbClr val="C03BC4"/>
                    </a:gs>
                    <a:gs pos="100000">
                      <a:srgbClr val="0078D4"/>
                    </a:gs>
                  </a:gsLst>
                  <a:path path="circle">
                    <a:fillToRect r="100000" b="100000"/>
                  </a:path>
                  <a:tileRect l="-100000" t="-100000"/>
                </a:gradFill>
                <a:effectLst/>
                <a:uLnTx/>
                <a:uFillTx/>
                <a:latin typeface="Segoe Sans Display Semibold"/>
                <a:ea typeface="+mn-ea"/>
                <a:cs typeface="+mn-cs"/>
              </a:rPr>
              <a:t>Early key learnings</a:t>
            </a:r>
          </a:p>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Our initial key learnings include:</a:t>
            </a:r>
            <a:b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br>
            <a:endParaRPr kumimoji="0" lang="en-US" sz="1000" b="0" i="0" u="none" strike="noStrike" kern="1200" cap="none" spc="0" normalizeH="0" baseline="0" noProof="0">
              <a:ln>
                <a:noFill/>
              </a:ln>
              <a:solidFill>
                <a:srgbClr val="091F2C"/>
              </a:solidFill>
              <a:effectLst/>
              <a:uLnTx/>
              <a:uFillTx/>
              <a:latin typeface="Segoe Sans Display Semibold"/>
              <a:ea typeface="+mn-ea"/>
              <a:cs typeface="+mn-cs"/>
            </a:endParaRP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970" b="0" i="0" u="none" strike="noStrike" kern="1200" cap="none" spc="0" normalizeH="0" baseline="0" noProof="0">
                <a:ln>
                  <a:noFill/>
                </a:ln>
                <a:solidFill>
                  <a:srgbClr val="091F2C"/>
                </a:solidFill>
                <a:effectLst/>
                <a:uLnTx/>
                <a:uFillTx/>
                <a:latin typeface="Segoe Sans Display"/>
                <a:ea typeface="+mn-ea"/>
                <a:cs typeface="+mn-cs"/>
              </a:rPr>
              <a:t>User research and early user feedback point to positive sentiment about Agents and informs our hypotheses on product strategy.</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970" b="0" i="0" u="none" strike="noStrike" kern="1200" cap="none" spc="0" normalizeH="0" baseline="0" noProof="0">
                <a:ln>
                  <a:noFill/>
                </a:ln>
                <a:solidFill>
                  <a:srgbClr val="091F2C"/>
                </a:solidFill>
                <a:effectLst/>
                <a:uLnTx/>
                <a:uFillTx/>
                <a:latin typeface="Segoe Sans Display"/>
                <a:ea typeface="+mn-ea"/>
                <a:cs typeface="+mn-cs"/>
              </a:rPr>
              <a:t>Users like the conversational nature of agents and actionability of agent responses.</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970" b="0" i="0" u="none" strike="noStrike" kern="1200" cap="none" spc="0" normalizeH="0" baseline="0" noProof="0">
                <a:ln>
                  <a:noFill/>
                </a:ln>
                <a:solidFill>
                  <a:srgbClr val="091F2C"/>
                </a:solidFill>
                <a:effectLst/>
                <a:uLnTx/>
                <a:uFillTx/>
                <a:latin typeface="Segoe Sans Display"/>
                <a:ea typeface="+mn-ea"/>
                <a:cs typeface="+mn-cs"/>
              </a:rPr>
              <a:t>Users expect agents to be accurate, reliable, and comprehensive while also ‘meeting them where they are’ in their flow of work.</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970" b="0" i="0" u="none" strike="noStrike" kern="1200" cap="none" spc="0" normalizeH="0" baseline="0" noProof="0">
                <a:ln>
                  <a:noFill/>
                </a:ln>
                <a:solidFill>
                  <a:srgbClr val="091F2C"/>
                </a:solidFill>
                <a:effectLst/>
                <a:uLnTx/>
                <a:uFillTx/>
                <a:latin typeface="Segoe Sans Display"/>
                <a:ea typeface="+mn-ea"/>
                <a:cs typeface="+mn-cs"/>
              </a:rPr>
              <a:t>Initial user research benchmarking study indicating satisfied employees NSAT &gt; 100.</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970" b="0" i="0" u="none" strike="noStrike" kern="1200" cap="none" spc="0" normalizeH="0" baseline="0" noProof="0">
                <a:ln>
                  <a:noFill/>
                </a:ln>
                <a:solidFill>
                  <a:srgbClr val="091F2C"/>
                </a:solidFill>
                <a:effectLst/>
                <a:uLnTx/>
                <a:uFillTx/>
                <a:latin typeface="Segoe Sans Display"/>
                <a:ea typeface="+mn-ea"/>
                <a:cs typeface="+mn-cs"/>
              </a:rPr>
              <a:t>Crucial to identify reliable and accessible network domain </a:t>
            </a:r>
            <a:br>
              <a:rPr kumimoji="0" lang="en-US" sz="970" b="0" i="0" u="none" strike="noStrike" kern="1200" cap="none" spc="0" normalizeH="0" baseline="0" noProof="0">
                <a:ln>
                  <a:noFill/>
                </a:ln>
                <a:solidFill>
                  <a:srgbClr val="091F2C"/>
                </a:solidFill>
                <a:effectLst/>
                <a:uLnTx/>
                <a:uFillTx/>
                <a:latin typeface="Segoe Sans Display"/>
                <a:ea typeface="+mn-ea"/>
                <a:cs typeface="+mn-cs"/>
              </a:rPr>
            </a:br>
            <a:r>
              <a:rPr kumimoji="0" lang="en-US" sz="970" b="0" i="0" u="none" strike="noStrike" kern="1200" cap="none" spc="0" normalizeH="0" baseline="0" noProof="0">
                <a:ln>
                  <a:noFill/>
                </a:ln>
                <a:solidFill>
                  <a:srgbClr val="091F2C"/>
                </a:solidFill>
                <a:effectLst/>
                <a:uLnTx/>
                <a:uFillTx/>
                <a:latin typeface="Segoe Sans Display"/>
                <a:ea typeface="+mn-ea"/>
                <a:cs typeface="+mn-cs"/>
              </a:rPr>
              <a:t>data sources. </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970" b="0" i="0" u="none" strike="noStrike" kern="1200" cap="none" spc="0" normalizeH="0" baseline="0" noProof="0">
                <a:ln>
                  <a:noFill/>
                </a:ln>
                <a:solidFill>
                  <a:srgbClr val="091F2C"/>
                </a:solidFill>
                <a:effectLst/>
                <a:uLnTx/>
                <a:uFillTx/>
                <a:latin typeface="Segoe Sans Display"/>
                <a:ea typeface="+mn-ea"/>
                <a:cs typeface="+mn-cs"/>
              </a:rPr>
              <a:t>Essential to establish a tight feedback loop with users, encouraging them to try out new capabilities and provide constructive feedback. </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970" b="0" i="0" u="none" strike="noStrike" kern="1200" cap="none" spc="0" normalizeH="0" baseline="0" noProof="0">
                <a:ln>
                  <a:noFill/>
                </a:ln>
                <a:solidFill>
                  <a:srgbClr val="091F2C"/>
                </a:solidFill>
                <a:effectLst/>
                <a:uLnTx/>
                <a:uFillTx/>
                <a:latin typeface="Segoe Sans Display"/>
                <a:ea typeface="+mn-ea"/>
                <a:cs typeface="+mn-cs"/>
              </a:rPr>
              <a:t>Ensure users are equipped with the right skills and mindset, willing to streamline workflows to incorporate AI effectively.</a:t>
            </a:r>
          </a:p>
        </p:txBody>
      </p:sp>
      <p:sp>
        <p:nvSpPr>
          <p:cNvPr id="21" name="Oval 20">
            <a:extLst>
              <a:ext uri="{FF2B5EF4-FFF2-40B4-BE49-F238E27FC236}">
                <a16:creationId xmlns:a16="http://schemas.microsoft.com/office/drawing/2014/main" id="{A0EF3795-B424-26E9-4FD4-0E9AC0FFFA47}"/>
              </a:ext>
              <a:ext uri="{C183D7F6-B498-43B3-948B-1728B52AA6E4}">
                <adec:decorative xmlns:adec="http://schemas.microsoft.com/office/drawing/2017/decorative" val="1"/>
              </a:ext>
            </a:extLst>
          </p:cNvPr>
          <p:cNvSpPr/>
          <p:nvPr/>
        </p:nvSpPr>
        <p:spPr bwMode="auto">
          <a:xfrm>
            <a:off x="654758" y="4445009"/>
            <a:ext cx="411480" cy="411480"/>
          </a:xfrm>
          <a:prstGeom prst="ellipse">
            <a:avLst/>
          </a:prstGeom>
          <a:solidFill>
            <a:schemeClr val="bg1"/>
          </a:solidFill>
          <a:ln w="9525">
            <a:gradFill flip="none" rotWithShape="1">
              <a:gsLst>
                <a:gs pos="0">
                  <a:srgbClr val="FFA38B"/>
                </a:gs>
                <a:gs pos="100000">
                  <a:schemeClr val="accent2"/>
                </a:gs>
              </a:gsLst>
              <a:lin ang="27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200" normalizeH="0" baseline="0" noProof="0">
                <a:ln>
                  <a:solidFill>
                    <a:srgbClr val="091F2C"/>
                  </a:solidFill>
                </a:ln>
                <a:solidFill>
                  <a:srgbClr val="091F2C"/>
                </a:solidFill>
                <a:effectLst/>
                <a:uLnTx/>
                <a:uFillTx/>
                <a:latin typeface="Segoe Sans Display Light" pitchFamily="2" charset="0"/>
                <a:ea typeface="+mn-ea"/>
                <a:cs typeface="Segoe Sans Display Light" pitchFamily="2" charset="0"/>
              </a:rPr>
              <a:t>02</a:t>
            </a:r>
          </a:p>
        </p:txBody>
      </p:sp>
      <p:sp>
        <p:nvSpPr>
          <p:cNvPr id="8" name="Oval 7">
            <a:extLst>
              <a:ext uri="{FF2B5EF4-FFF2-40B4-BE49-F238E27FC236}">
                <a16:creationId xmlns:a16="http://schemas.microsoft.com/office/drawing/2014/main" id="{C15406D2-BFB6-F265-2278-8C77A7F8C494}"/>
              </a:ext>
              <a:ext uri="{C183D7F6-B498-43B3-948B-1728B52AA6E4}">
                <adec:decorative xmlns:adec="http://schemas.microsoft.com/office/drawing/2017/decorative" val="1"/>
              </a:ext>
            </a:extLst>
          </p:cNvPr>
          <p:cNvSpPr/>
          <p:nvPr/>
        </p:nvSpPr>
        <p:spPr bwMode="auto">
          <a:xfrm>
            <a:off x="654758" y="2029472"/>
            <a:ext cx="411480" cy="411480"/>
          </a:xfrm>
          <a:prstGeom prst="ellipse">
            <a:avLst/>
          </a:prstGeom>
          <a:solidFill>
            <a:schemeClr val="bg1"/>
          </a:solidFill>
          <a:ln w="9525">
            <a:gradFill flip="none" rotWithShape="1">
              <a:gsLst>
                <a:gs pos="0">
                  <a:srgbClr val="FFA38B"/>
                </a:gs>
                <a:gs pos="100000">
                  <a:schemeClr val="accent2"/>
                </a:gs>
              </a:gsLst>
              <a:lin ang="27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200" normalizeH="0" baseline="0" noProof="0">
                <a:ln>
                  <a:solidFill>
                    <a:srgbClr val="091F2C"/>
                  </a:solidFill>
                </a:ln>
                <a:solidFill>
                  <a:srgbClr val="091F2C"/>
                </a:solidFill>
                <a:effectLst/>
                <a:uLnTx/>
                <a:uFillTx/>
                <a:latin typeface="Segoe Sans Display Light" pitchFamily="2" charset="0"/>
                <a:ea typeface="+mn-ea"/>
                <a:cs typeface="Segoe Sans Display Light" pitchFamily="2" charset="0"/>
              </a:rPr>
              <a:t>01</a:t>
            </a:r>
          </a:p>
        </p:txBody>
      </p:sp>
      <p:sp>
        <p:nvSpPr>
          <p:cNvPr id="9" name="Oval 8">
            <a:extLst>
              <a:ext uri="{FF2B5EF4-FFF2-40B4-BE49-F238E27FC236}">
                <a16:creationId xmlns:a16="http://schemas.microsoft.com/office/drawing/2014/main" id="{2731130D-1124-4A8F-BF32-090FC1569F72}"/>
              </a:ext>
              <a:ext uri="{C183D7F6-B498-43B3-948B-1728B52AA6E4}">
                <adec:decorative xmlns:adec="http://schemas.microsoft.com/office/drawing/2017/decorative" val="1"/>
              </a:ext>
            </a:extLst>
          </p:cNvPr>
          <p:cNvSpPr/>
          <p:nvPr/>
        </p:nvSpPr>
        <p:spPr bwMode="auto">
          <a:xfrm>
            <a:off x="654758" y="5661336"/>
            <a:ext cx="411480" cy="411480"/>
          </a:xfrm>
          <a:prstGeom prst="ellipse">
            <a:avLst/>
          </a:prstGeom>
          <a:solidFill>
            <a:schemeClr val="bg1"/>
          </a:solidFill>
          <a:ln w="9525">
            <a:gradFill flip="none" rotWithShape="1">
              <a:gsLst>
                <a:gs pos="0">
                  <a:srgbClr val="FFA38B"/>
                </a:gs>
                <a:gs pos="100000">
                  <a:schemeClr val="accent2"/>
                </a:gs>
              </a:gsLst>
              <a:lin ang="27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200" normalizeH="0" baseline="0" noProof="0">
                <a:ln>
                  <a:solidFill>
                    <a:srgbClr val="091F2C"/>
                  </a:solidFill>
                </a:ln>
                <a:solidFill>
                  <a:srgbClr val="091F2C"/>
                </a:solidFill>
                <a:effectLst/>
                <a:uLnTx/>
                <a:uFillTx/>
                <a:latin typeface="Segoe Sans Display Light" pitchFamily="2" charset="0"/>
                <a:ea typeface="+mn-ea"/>
                <a:cs typeface="Segoe Sans Display Light" pitchFamily="2" charset="0"/>
              </a:rPr>
              <a:t>03</a:t>
            </a:r>
          </a:p>
        </p:txBody>
      </p:sp>
      <p:pic>
        <p:nvPicPr>
          <p:cNvPr id="12" name="!!Pic2">
            <a:extLst>
              <a:ext uri="{FF2B5EF4-FFF2-40B4-BE49-F238E27FC236}">
                <a16:creationId xmlns:a16="http://schemas.microsoft.com/office/drawing/2014/main" id="{7B901EB0-242B-4A56-1815-8DC849789CF3}"/>
              </a:ext>
              <a:ext uri="{C183D7F6-B498-43B3-948B-1728B52AA6E4}">
                <adec:decorative xmlns:adec="http://schemas.microsoft.com/office/drawing/2017/decorative" val="1"/>
              </a:ext>
            </a:extLst>
          </p:cNvPr>
          <p:cNvPicPr preferRelativeResize="0">
            <a:picLocks noChangeAspect="1"/>
          </p:cNvPicPr>
          <p:nvPr/>
        </p:nvPicPr>
        <p:blipFill>
          <a:blip r:embed="rId4"/>
          <a:srcRect l="301" r="301"/>
          <a:stretch/>
        </p:blipFill>
        <p:spPr>
          <a:xfrm>
            <a:off x="654758" y="405900"/>
            <a:ext cx="816579" cy="816576"/>
          </a:xfrm>
          <a:prstGeom prst="roundRect">
            <a:avLst>
              <a:gd name="adj" fmla="val 50000"/>
            </a:avLst>
          </a:prstGeom>
        </p:spPr>
      </p:pic>
    </p:spTree>
    <p:extLst>
      <p:ext uri="{BB962C8B-B14F-4D97-AF65-F5344CB8AC3E}">
        <p14:creationId xmlns:p14="http://schemas.microsoft.com/office/powerpoint/2010/main" val="465024356"/>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E8A22-EE06-0249-FBE9-AFB656782823}"/>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13E04E3F-673B-1F34-6DD3-037C52860186}"/>
              </a:ext>
              <a:ext uri="{C183D7F6-B498-43B3-948B-1728B52AA6E4}">
                <adec:decorative xmlns:adec="http://schemas.microsoft.com/office/drawing/2017/decorative" val="1"/>
              </a:ext>
            </a:extLst>
          </p:cNvPr>
          <p:cNvSpPr/>
          <p:nvPr/>
        </p:nvSpPr>
        <p:spPr bwMode="auto">
          <a:xfrm>
            <a:off x="304798" y="1441172"/>
            <a:ext cx="6996753" cy="5123139"/>
          </a:xfrm>
          <a:prstGeom prst="roundRect">
            <a:avLst>
              <a:gd name="adj" fmla="val 2447"/>
            </a:avLst>
          </a:prstGeom>
          <a:gradFill flip="none" rotWithShape="1">
            <a:gsLst>
              <a:gs pos="0">
                <a:schemeClr val="bg1"/>
              </a:gs>
              <a:gs pos="100000">
                <a:schemeClr val="bg1">
                  <a:alpha val="0"/>
                </a:schemeClr>
              </a:gs>
            </a:gsLst>
            <a:lin ang="54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15" name="Rectangle: Rounded Corners 14">
            <a:extLst>
              <a:ext uri="{FF2B5EF4-FFF2-40B4-BE49-F238E27FC236}">
                <a16:creationId xmlns:a16="http://schemas.microsoft.com/office/drawing/2014/main" id="{0FF8C408-9B2F-59AE-7944-BAE518A03305}"/>
              </a:ext>
              <a:ext uri="{C183D7F6-B498-43B3-948B-1728B52AA6E4}">
                <adec:decorative xmlns:adec="http://schemas.microsoft.com/office/drawing/2017/decorative" val="1"/>
              </a:ext>
            </a:extLst>
          </p:cNvPr>
          <p:cNvSpPr/>
          <p:nvPr/>
        </p:nvSpPr>
        <p:spPr bwMode="auto">
          <a:xfrm>
            <a:off x="304798" y="293688"/>
            <a:ext cx="6996753" cy="1041001"/>
          </a:xfrm>
          <a:prstGeom prst="roundRect">
            <a:avLst>
              <a:gd name="adj" fmla="val 9999"/>
            </a:avLst>
          </a:prstGeom>
          <a:gradFill flip="none" rotWithShape="1">
            <a:gsLst>
              <a:gs pos="0">
                <a:schemeClr val="bg1"/>
              </a:gs>
              <a:gs pos="100000">
                <a:schemeClr val="bg1"/>
              </a:gs>
            </a:gsLst>
            <a:lin ang="54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16" name="Title 15">
            <a:extLst>
              <a:ext uri="{FF2B5EF4-FFF2-40B4-BE49-F238E27FC236}">
                <a16:creationId xmlns:a16="http://schemas.microsoft.com/office/drawing/2014/main" id="{3F4B30EF-1683-E40B-13E7-D67CF1D22CB9}"/>
              </a:ext>
              <a:ext uri="{C183D7F6-B498-43B3-948B-1728B52AA6E4}">
                <adec:decorative xmlns:adec="http://schemas.microsoft.com/office/drawing/2017/decorative" val="1"/>
              </a:ext>
            </a:extLst>
          </p:cNvPr>
          <p:cNvSpPr>
            <a:spLocks noGrp="1"/>
          </p:cNvSpPr>
          <p:nvPr>
            <p:ph type="title"/>
          </p:nvPr>
        </p:nvSpPr>
        <p:spPr/>
        <p:txBody>
          <a:bodyPr/>
          <a:lstStyle/>
          <a:p>
            <a:r>
              <a:rPr lang="en-US" sz="2000">
                <a:latin typeface="+mj-lt"/>
              </a:rPr>
              <a:t>Agent use cases—Legal</a:t>
            </a:r>
          </a:p>
        </p:txBody>
      </p:sp>
      <p:pic>
        <p:nvPicPr>
          <p:cNvPr id="18" name="Picture 17">
            <a:extLst>
              <a:ext uri="{FF2B5EF4-FFF2-40B4-BE49-F238E27FC236}">
                <a16:creationId xmlns:a16="http://schemas.microsoft.com/office/drawing/2014/main" id="{B855822E-B8BD-CCC7-2455-075872C8D999}"/>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a:ext>
            </a:extLst>
          </a:blip>
          <a:srcRect l="39693" t="1" b="39692"/>
          <a:stretch/>
        </p:blipFill>
        <p:spPr>
          <a:xfrm rot="16200000">
            <a:off x="-124104" y="773050"/>
            <a:ext cx="869316" cy="82276"/>
          </a:xfrm>
          <a:prstGeom prst="roundRect">
            <a:avLst>
              <a:gd name="adj" fmla="val 50000"/>
            </a:avLst>
          </a:prstGeom>
        </p:spPr>
      </p:pic>
      <p:sp>
        <p:nvSpPr>
          <p:cNvPr id="2" name="Rectangle: Rounded Corners 1">
            <a:extLst>
              <a:ext uri="{FF2B5EF4-FFF2-40B4-BE49-F238E27FC236}">
                <a16:creationId xmlns:a16="http://schemas.microsoft.com/office/drawing/2014/main" id="{8469053A-7160-9878-D769-A490DDFEB006}"/>
              </a:ext>
              <a:ext uri="{C183D7F6-B498-43B3-948B-1728B52AA6E4}">
                <adec:decorative xmlns:adec="http://schemas.microsoft.com/office/drawing/2017/decorative" val="1"/>
              </a:ext>
            </a:extLst>
          </p:cNvPr>
          <p:cNvSpPr/>
          <p:nvPr/>
        </p:nvSpPr>
        <p:spPr bwMode="auto">
          <a:xfrm>
            <a:off x="7410734" y="293689"/>
            <a:ext cx="4476465" cy="6270624"/>
          </a:xfrm>
          <a:prstGeom prst="roundRect">
            <a:avLst>
              <a:gd name="adj" fmla="val 2329"/>
            </a:avLst>
          </a:prstGeom>
          <a:gradFill flip="none" rotWithShape="1">
            <a:gsLst>
              <a:gs pos="61000">
                <a:schemeClr val="bg1"/>
              </a:gs>
              <a:gs pos="100000">
                <a:schemeClr val="bg1">
                  <a:alpha val="0"/>
                </a:schemeClr>
              </a:gs>
            </a:gsLst>
            <a:lin ang="81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5" name="TextBox 4">
            <a:extLst>
              <a:ext uri="{FF2B5EF4-FFF2-40B4-BE49-F238E27FC236}">
                <a16:creationId xmlns:a16="http://schemas.microsoft.com/office/drawing/2014/main" id="{C4FBB135-F2F8-B588-81D5-5C4A8DC7A7BD}"/>
              </a:ext>
            </a:extLst>
          </p:cNvPr>
          <p:cNvSpPr txBox="1"/>
          <p:nvPr/>
        </p:nvSpPr>
        <p:spPr>
          <a:xfrm>
            <a:off x="1705969" y="660011"/>
            <a:ext cx="4805493" cy="308354"/>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1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91F2C"/>
                </a:solidFill>
                <a:effectLst/>
                <a:uLnTx/>
                <a:uFillTx/>
                <a:latin typeface="Segoe Sans Display Semibold"/>
                <a:ea typeface="+mn-ea"/>
                <a:cs typeface="+mn-cs"/>
              </a:rPr>
              <a:t>Agent use cases—Legal</a:t>
            </a:r>
          </a:p>
        </p:txBody>
      </p:sp>
      <p:sp>
        <p:nvSpPr>
          <p:cNvPr id="7" name="TextBox 6">
            <a:extLst>
              <a:ext uri="{FF2B5EF4-FFF2-40B4-BE49-F238E27FC236}">
                <a16:creationId xmlns:a16="http://schemas.microsoft.com/office/drawing/2014/main" id="{5B0A211A-3157-B348-BDD7-E8320DCE2B46}"/>
              </a:ext>
            </a:extLst>
          </p:cNvPr>
          <p:cNvSpPr txBox="1"/>
          <p:nvPr/>
        </p:nvSpPr>
        <p:spPr>
          <a:xfrm>
            <a:off x="654758" y="1593085"/>
            <a:ext cx="5910411" cy="308354"/>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2000" b="0" i="0" u="none" strike="noStrike" kern="1200" cap="none" spc="0" normalizeH="0" baseline="0" noProof="0">
                <a:ln>
                  <a:noFill/>
                </a:ln>
                <a:gradFill flip="none" rotWithShape="1">
                  <a:gsLst>
                    <a:gs pos="0">
                      <a:srgbClr val="FF5C39"/>
                    </a:gs>
                    <a:gs pos="35000">
                      <a:srgbClr val="C03BC4"/>
                    </a:gs>
                    <a:gs pos="100000">
                      <a:srgbClr val="0078D4"/>
                    </a:gs>
                  </a:gsLst>
                  <a:path path="circle">
                    <a:fillToRect r="100000" b="100000"/>
                  </a:path>
                  <a:tileRect l="-100000" t="-100000"/>
                </a:gradFill>
                <a:effectLst/>
                <a:uLnTx/>
                <a:uFillTx/>
                <a:latin typeface="Segoe Sans Display Semibold"/>
                <a:ea typeface="+mn-ea"/>
                <a:cs typeface="+mn-cs"/>
              </a:rPr>
              <a:t>Business benefits</a:t>
            </a:r>
          </a:p>
        </p:txBody>
      </p:sp>
      <p:graphicFrame>
        <p:nvGraphicFramePr>
          <p:cNvPr id="4" name="Table 3">
            <a:extLst>
              <a:ext uri="{FF2B5EF4-FFF2-40B4-BE49-F238E27FC236}">
                <a16:creationId xmlns:a16="http://schemas.microsoft.com/office/drawing/2014/main" id="{1112F371-2FB5-C5EF-E162-F513A4802A34}"/>
              </a:ext>
            </a:extLst>
          </p:cNvPr>
          <p:cNvGraphicFramePr>
            <a:graphicFrameLocks noGrp="1"/>
          </p:cNvGraphicFramePr>
          <p:nvPr/>
        </p:nvGraphicFramePr>
        <p:xfrm>
          <a:off x="654759" y="1933033"/>
          <a:ext cx="6298776" cy="4649790"/>
        </p:xfrm>
        <a:graphic>
          <a:graphicData uri="http://schemas.openxmlformats.org/drawingml/2006/table">
            <a:tbl>
              <a:tblPr firstRow="1" bandRow="1">
                <a:tableStyleId>{5C22544A-7EE6-4342-B048-85BDC9FD1C3A}</a:tableStyleId>
              </a:tblPr>
              <a:tblGrid>
                <a:gridCol w="512709">
                  <a:extLst>
                    <a:ext uri="{9D8B030D-6E8A-4147-A177-3AD203B41FA5}">
                      <a16:colId xmlns:a16="http://schemas.microsoft.com/office/drawing/2014/main" val="3519508713"/>
                    </a:ext>
                  </a:extLst>
                </a:gridCol>
                <a:gridCol w="1493281">
                  <a:extLst>
                    <a:ext uri="{9D8B030D-6E8A-4147-A177-3AD203B41FA5}">
                      <a16:colId xmlns:a16="http://schemas.microsoft.com/office/drawing/2014/main" val="3539295186"/>
                    </a:ext>
                  </a:extLst>
                </a:gridCol>
                <a:gridCol w="4292786">
                  <a:extLst>
                    <a:ext uri="{9D8B030D-6E8A-4147-A177-3AD203B41FA5}">
                      <a16:colId xmlns:a16="http://schemas.microsoft.com/office/drawing/2014/main" val="2567683236"/>
                    </a:ext>
                  </a:extLst>
                </a:gridCol>
              </a:tblGrid>
              <a:tr h="349963">
                <a:tc>
                  <a:txBody>
                    <a:bodyPr/>
                    <a:lstStyle/>
                    <a:p>
                      <a:pPr>
                        <a:lnSpc>
                          <a:spcPct val="110000"/>
                        </a:lnSpc>
                        <a:spcAft>
                          <a:spcPts val="400"/>
                        </a:spcAft>
                      </a:pPr>
                      <a:endParaRPr lang="en-US" sz="1000">
                        <a:solidFill>
                          <a:srgbClr val="091F2C"/>
                        </a:solidFill>
                      </a:endParaRPr>
                    </a:p>
                  </a:txBody>
                  <a:tcPr marT="137160" marB="137160">
                    <a:lnL w="12700" cmpd="sng">
                      <a:noFill/>
                    </a:lnL>
                    <a:lnR w="12700" cmpd="sng">
                      <a:noFill/>
                    </a:lnR>
                    <a:lnT w="12700" cmpd="sng">
                      <a:noFill/>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Legal Marketing SharePoint Agent</a:t>
                      </a:r>
                    </a:p>
                  </a:txBody>
                  <a:tcPr marT="137160" marB="137160">
                    <a:lnL w="12700" cmpd="sng">
                      <a:noFill/>
                    </a:lnL>
                    <a:lnR w="12700" cmpd="sng">
                      <a:noFill/>
                    </a:lnR>
                    <a:lnT w="12700" cmpd="sng">
                      <a:noFill/>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mn-lt"/>
                          <a:ea typeface="+mn-ea"/>
                          <a:cs typeface="+mn-cs"/>
                        </a:rPr>
                        <a:t>Built on the Legal Marketing SharePoint site to provide client self-service guidance for marketing legal and compliance related questions. The far-reaching knowledge base includes a collection of guidelines and corporate policies, as well as summaries of relevant laws. </a:t>
                      </a:r>
                    </a:p>
                  </a:txBody>
                  <a:tcPr marR="0" marT="137160" marB="137160">
                    <a:lnL w="12700" cmpd="sng">
                      <a:noFill/>
                    </a:lnL>
                    <a:lnR w="12700" cmpd="sng">
                      <a:noFill/>
                    </a:lnR>
                    <a:lnT w="12700" cmpd="sng">
                      <a:noFill/>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6729550"/>
                  </a:ext>
                </a:extLst>
              </a:tr>
              <a:tr h="349963">
                <a:tc>
                  <a:txBody>
                    <a:bodyPr/>
                    <a:lstStyle/>
                    <a:p>
                      <a:pPr>
                        <a:lnSpc>
                          <a:spcPct val="110000"/>
                        </a:lnSpc>
                        <a:spcAft>
                          <a:spcPts val="400"/>
                        </a:spcAft>
                      </a:pPr>
                      <a:endParaRPr lang="en-US" sz="1000">
                        <a:solidFill>
                          <a:srgbClr val="091F2C"/>
                        </a:solidFill>
                      </a:endParaRPr>
                    </a:p>
                  </a:txBody>
                  <a:tcPr marT="137160" marB="13716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Engineering Client SharePoint Agent</a:t>
                      </a:r>
                    </a:p>
                  </a:txBody>
                  <a:tcPr marT="137160" marB="13716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mn-lt"/>
                          <a:ea typeface="+mn-ea"/>
                          <a:cs typeface="+mn-cs"/>
                        </a:rPr>
                        <a:t>A client-facing agent that leverages our internal legal resources, policies, and guidelines for engineering teams on general legal and engineering specific topics. This agent reduces the time legal spends responding to simple questions.</a:t>
                      </a:r>
                    </a:p>
                  </a:txBody>
                  <a:tcPr marR="0" marT="137160" marB="13716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123564"/>
                  </a:ext>
                </a:extLst>
              </a:tr>
              <a:tr h="349963">
                <a:tc>
                  <a:txBody>
                    <a:bodyPr/>
                    <a:lstStyle/>
                    <a:p>
                      <a:pPr>
                        <a:lnSpc>
                          <a:spcPct val="110000"/>
                        </a:lnSpc>
                        <a:spcAft>
                          <a:spcPts val="400"/>
                        </a:spcAft>
                      </a:pPr>
                      <a:endParaRPr lang="en-US" sz="1000">
                        <a:solidFill>
                          <a:srgbClr val="091F2C"/>
                        </a:solidFill>
                      </a:endParaRPr>
                    </a:p>
                  </a:txBody>
                  <a:tcPr marT="137160" marB="13716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Digital Operational Resilience Act (DORA) Agent</a:t>
                      </a:r>
                    </a:p>
                  </a:txBody>
                  <a:tcPr marT="137160" marB="13716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mn-lt"/>
                          <a:ea typeface="+mn-ea"/>
                          <a:cs typeface="+mn-cs"/>
                        </a:rPr>
                        <a:t>Microsoft's Copilot agent built on SharePoint helps Financial Services Industry (FSI) sector leads to leverage a DORA resource knowledge base to find answers and guidance on the Act. </a:t>
                      </a:r>
                    </a:p>
                  </a:txBody>
                  <a:tcPr marR="0" marT="137160" marB="13716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805424"/>
                  </a:ext>
                </a:extLst>
              </a:tr>
              <a:tr h="349963">
                <a:tc>
                  <a:txBody>
                    <a:bodyPr/>
                    <a:lstStyle/>
                    <a:p>
                      <a:pPr>
                        <a:lnSpc>
                          <a:spcPct val="110000"/>
                        </a:lnSpc>
                        <a:spcAft>
                          <a:spcPts val="400"/>
                        </a:spcAft>
                      </a:pPr>
                      <a:endParaRPr lang="en-US" sz="1000">
                        <a:solidFill>
                          <a:srgbClr val="091F2C"/>
                        </a:solidFill>
                      </a:endParaRPr>
                    </a:p>
                  </a:txBody>
                  <a:tcPr marT="137160" marB="13716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External Advocacy Agent </a:t>
                      </a:r>
                    </a:p>
                  </a:txBody>
                  <a:tcPr marT="137160" marB="13716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mn-lt"/>
                          <a:ea typeface="+mn-ea"/>
                          <a:cs typeface="+mn-cs"/>
                        </a:rPr>
                        <a:t>Curated advocacy resources and prompts prepare Public Affairs advocates for external engagements, reducing total time spent and information overload. These agents accelerate search, consumption, and interaction with validated campaign and program content, ensuring consistency across deliverables.</a:t>
                      </a:r>
                    </a:p>
                  </a:txBody>
                  <a:tcPr marR="0" marT="137160" marB="13716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361200"/>
                  </a:ext>
                </a:extLst>
              </a:tr>
              <a:tr h="349963">
                <a:tc>
                  <a:txBody>
                    <a:bodyPr/>
                    <a:lstStyle/>
                    <a:p>
                      <a:pPr>
                        <a:lnSpc>
                          <a:spcPct val="110000"/>
                        </a:lnSpc>
                        <a:spcAft>
                          <a:spcPts val="400"/>
                        </a:spcAft>
                      </a:pPr>
                      <a:endParaRPr lang="en-US" sz="1000">
                        <a:solidFill>
                          <a:srgbClr val="091F2C"/>
                        </a:solidFill>
                      </a:endParaRPr>
                    </a:p>
                  </a:txBody>
                  <a:tcPr marT="137160" marB="137160" anchor="ctr">
                    <a:lnL w="12700" cmpd="sng">
                      <a:noFill/>
                    </a:lnL>
                    <a:lnR w="12700" cmpd="sng">
                      <a:noFill/>
                    </a:lnR>
                    <a:lnT w="6350" cap="flat" cmpd="sng" algn="ctr">
                      <a:solidFill>
                        <a:schemeClr val="bg1">
                          <a:lumMod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DACA Copilot </a:t>
                      </a:r>
                      <a:b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b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Agent</a:t>
                      </a:r>
                    </a:p>
                  </a:txBody>
                  <a:tcPr marT="137160" marB="137160" anchor="ctr">
                    <a:lnL w="12700" cmpd="sng">
                      <a:noFill/>
                    </a:lnL>
                    <a:lnR w="12700" cmpd="sng">
                      <a:noFill/>
                    </a:lnR>
                    <a:lnT w="6350" cap="flat" cmpd="sng" algn="ctr">
                      <a:solidFill>
                        <a:schemeClr val="bg1">
                          <a:lumMod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mn-lt"/>
                          <a:ea typeface="+mn-ea"/>
                          <a:cs typeface="+mn-cs"/>
                        </a:rPr>
                        <a:t>Supports the end-to-end workflow for our pro bono volunteers assisting clients with DACA renewals that we project will provide efficiency, increasing our ability to serve more clients and reducing manual </a:t>
                      </a:r>
                      <a:br>
                        <a:rPr kumimoji="0" lang="en-US" sz="1000" b="0" i="0" u="none" strike="noStrike" kern="1200" cap="none" spc="0" normalizeH="0" baseline="0" noProof="0">
                          <a:ln>
                            <a:noFill/>
                          </a:ln>
                          <a:solidFill>
                            <a:srgbClr val="091F2C"/>
                          </a:solidFill>
                          <a:effectLst/>
                          <a:uLnTx/>
                          <a:uFillTx/>
                          <a:latin typeface="+mn-lt"/>
                          <a:ea typeface="+mn-ea"/>
                          <a:cs typeface="+mn-cs"/>
                        </a:rPr>
                      </a:br>
                      <a:r>
                        <a:rPr kumimoji="0" lang="en-US" sz="1000" b="0" i="0" u="none" strike="noStrike" kern="1200" cap="none" spc="0" normalizeH="0" baseline="0" noProof="0">
                          <a:ln>
                            <a:noFill/>
                          </a:ln>
                          <a:solidFill>
                            <a:srgbClr val="091F2C"/>
                          </a:solidFill>
                          <a:effectLst/>
                          <a:uLnTx/>
                          <a:uFillTx/>
                          <a:latin typeface="+mn-lt"/>
                          <a:ea typeface="+mn-ea"/>
                          <a:cs typeface="+mn-cs"/>
                        </a:rPr>
                        <a:t>volunteer errors. </a:t>
                      </a:r>
                    </a:p>
                  </a:txBody>
                  <a:tcPr marR="0" marT="137160" marB="137160" anchor="ctr">
                    <a:lnL w="12700" cmpd="sng">
                      <a:noFill/>
                    </a:lnL>
                    <a:lnR w="12700" cmpd="sng">
                      <a:noFill/>
                    </a:lnR>
                    <a:lnT w="6350" cap="flat" cmpd="sng" algn="ctr">
                      <a:solidFill>
                        <a:schemeClr val="bg1">
                          <a:lumMod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18492626"/>
                  </a:ext>
                </a:extLst>
              </a:tr>
            </a:tbl>
          </a:graphicData>
        </a:graphic>
      </p:graphicFrame>
      <p:sp>
        <p:nvSpPr>
          <p:cNvPr id="3" name="TextBox 2">
            <a:extLst>
              <a:ext uri="{FF2B5EF4-FFF2-40B4-BE49-F238E27FC236}">
                <a16:creationId xmlns:a16="http://schemas.microsoft.com/office/drawing/2014/main" id="{D1BDBB01-D125-EA2A-C8E7-D9E2FEC2371B}"/>
              </a:ext>
            </a:extLst>
          </p:cNvPr>
          <p:cNvSpPr txBox="1"/>
          <p:nvPr/>
        </p:nvSpPr>
        <p:spPr>
          <a:xfrm>
            <a:off x="7758753" y="687781"/>
            <a:ext cx="3840480" cy="5486400"/>
          </a:xfrm>
          <a:prstGeom prst="rect">
            <a:avLst/>
          </a:prstGeom>
          <a:noFill/>
        </p:spPr>
        <p:txBody>
          <a:bodyPr wrap="square" lIns="0" tIns="0" rIns="0" bIns="0" rtlCol="0">
            <a:noAutofit/>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2000" b="0" i="0" u="none" strike="noStrike" kern="1200" cap="none" spc="0" normalizeH="0" baseline="0" noProof="0">
                <a:ln>
                  <a:noFill/>
                </a:ln>
                <a:gradFill flip="none" rotWithShape="1">
                  <a:gsLst>
                    <a:gs pos="0">
                      <a:srgbClr val="FF5C39"/>
                    </a:gs>
                    <a:gs pos="35000">
                      <a:srgbClr val="C03BC4"/>
                    </a:gs>
                    <a:gs pos="100000">
                      <a:srgbClr val="0078D4"/>
                    </a:gs>
                  </a:gsLst>
                  <a:path path="circle">
                    <a:fillToRect r="100000" b="100000"/>
                  </a:path>
                  <a:tileRect l="-100000" t="-100000"/>
                </a:gradFill>
                <a:effectLst/>
                <a:uLnTx/>
                <a:uFillTx/>
                <a:latin typeface="Segoe Sans Display Semibold"/>
                <a:ea typeface="+mn-ea"/>
                <a:cs typeface="+mn-cs"/>
              </a:rPr>
              <a:t>Prioritization</a:t>
            </a:r>
          </a:p>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The top priorities of focus:</a:t>
            </a:r>
          </a:p>
          <a:p>
            <a:pPr marL="0" marR="0" lvl="0" indent="0" algn="l" defTabSz="914367" rtl="0" eaLnBrk="1" fontAlgn="auto" latinLnBrk="0" hangingPunct="1">
              <a:lnSpc>
                <a:spcPct val="110000"/>
              </a:lnSpc>
              <a:spcBef>
                <a:spcPts val="0"/>
              </a:spcBef>
              <a:spcAft>
                <a:spcPts val="400"/>
              </a:spcAft>
              <a:buClrTx/>
              <a:buSzTx/>
              <a:buFontTx/>
              <a:buNone/>
              <a:tabLst/>
              <a:defRPr/>
            </a:pPr>
            <a:endParaRPr kumimoji="0" lang="en-US" sz="1000" b="0" i="0" u="none" strike="noStrike" kern="1200" cap="none" spc="0" normalizeH="0" baseline="0" noProof="0">
              <a:ln>
                <a:noFill/>
              </a:ln>
              <a:solidFill>
                <a:srgbClr val="091F2C"/>
              </a:solidFill>
              <a:effectLst/>
              <a:uLnTx/>
              <a:uFillTx/>
              <a:latin typeface="Segoe Sans Display"/>
              <a:ea typeface="+mn-ea"/>
              <a:cs typeface="+mn-cs"/>
            </a:endParaRP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Created a business framework requiring projects snap to 3 core KPIs aligned with business priorities: Cost Savings, Scale Services and Employee Satisfaction.</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Focused on opportunities with established data sets that could benefit from automation leveraging Copilot and agents across search and summarization, content generation, analytics, and </a:t>
            </a:r>
            <a:br>
              <a:rPr kumimoji="0" lang="en-US" sz="1000" b="0" i="0" u="none" strike="noStrike" kern="1200" cap="none" spc="0" normalizeH="0" baseline="0" noProof="0">
                <a:ln>
                  <a:noFill/>
                </a:ln>
                <a:solidFill>
                  <a:srgbClr val="091F2C"/>
                </a:solidFill>
                <a:effectLst/>
                <a:uLnTx/>
                <a:uFillTx/>
                <a:latin typeface="Segoe Sans Display"/>
                <a:ea typeface="+mn-ea"/>
                <a:cs typeface="+mn-cs"/>
              </a:rPr>
            </a:br>
            <a:r>
              <a:rPr kumimoji="0" lang="en-US" sz="1000" b="0" i="0" u="none" strike="noStrike" kern="1200" cap="none" spc="0" normalizeH="0" baseline="0" noProof="0">
                <a:ln>
                  <a:noFill/>
                </a:ln>
                <a:solidFill>
                  <a:srgbClr val="091F2C"/>
                </a:solidFill>
                <a:effectLst/>
                <a:uLnTx/>
                <a:uFillTx/>
                <a:latin typeface="Segoe Sans Display"/>
                <a:ea typeface="+mn-ea"/>
                <a:cs typeface="+mn-cs"/>
              </a:rPr>
              <a:t>intake functions. </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091F2C"/>
              </a:solidFill>
              <a:effectLst/>
              <a:uLnTx/>
              <a:uFillTx/>
              <a:latin typeface="Segoe Sans Display"/>
              <a:ea typeface="+mn-ea"/>
              <a:cs typeface="+mn-cs"/>
            </a:endParaRPr>
          </a:p>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2000" b="0" i="0" u="none" strike="noStrike" kern="1200" cap="none" spc="0" normalizeH="0" baseline="0" noProof="0">
                <a:ln>
                  <a:noFill/>
                </a:ln>
                <a:gradFill flip="none" rotWithShape="1">
                  <a:gsLst>
                    <a:gs pos="0">
                      <a:srgbClr val="FF5C39"/>
                    </a:gs>
                    <a:gs pos="35000">
                      <a:srgbClr val="C03BC4"/>
                    </a:gs>
                    <a:gs pos="100000">
                      <a:srgbClr val="0078D4"/>
                    </a:gs>
                  </a:gsLst>
                  <a:path path="circle">
                    <a:fillToRect r="100000" b="100000"/>
                  </a:path>
                  <a:tileRect l="-100000" t="-100000"/>
                </a:gradFill>
                <a:effectLst/>
                <a:uLnTx/>
                <a:uFillTx/>
                <a:latin typeface="Segoe Sans Display Semibold"/>
                <a:ea typeface="+mn-ea"/>
                <a:cs typeface="+mn-cs"/>
              </a:rPr>
              <a:t>Early key learnings</a:t>
            </a:r>
          </a:p>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Our initial key learnings include:</a:t>
            </a:r>
            <a:b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br>
            <a:endParaRPr kumimoji="0" lang="en-US" sz="1000" b="0" i="0" u="none" strike="noStrike" kern="1200" cap="none" spc="0" normalizeH="0" baseline="0" noProof="0">
              <a:ln>
                <a:noFill/>
              </a:ln>
              <a:solidFill>
                <a:srgbClr val="091F2C"/>
              </a:solidFill>
              <a:effectLst/>
              <a:uLnTx/>
              <a:uFillTx/>
              <a:latin typeface="Segoe Sans Display Semibold"/>
              <a:ea typeface="+mn-ea"/>
              <a:cs typeface="+mn-cs"/>
            </a:endParaRP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Using AI agents in a process-centric manner ensures seamless, adaptive, and efficient workflows versus an app-centric approach provides targeted optimization for specific task.</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Prioritize projects in support of your business framework priorities that have a well articulated and measurable hypothesis in place.</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Prioritize data management, as </a:t>
            </a:r>
            <a:r>
              <a:rPr kumimoji="0" lang="en-US" sz="1000" b="0" i="0" u="none" strike="noStrike" kern="1200" cap="none" spc="0" normalizeH="0" baseline="0" noProof="0" err="1">
                <a:ln>
                  <a:noFill/>
                </a:ln>
                <a:solidFill>
                  <a:srgbClr val="091F2C"/>
                </a:solidFill>
                <a:effectLst/>
                <a:uLnTx/>
                <a:uFillTx/>
                <a:latin typeface="Segoe Sans Display"/>
                <a:ea typeface="+mn-ea"/>
                <a:cs typeface="+mn-cs"/>
              </a:rPr>
              <a:t>GenAI</a:t>
            </a:r>
            <a:r>
              <a:rPr kumimoji="0" lang="en-US" sz="1000" b="0" i="0" u="none" strike="noStrike" kern="1200" cap="none" spc="0" normalizeH="0" baseline="0" noProof="0">
                <a:ln>
                  <a:noFill/>
                </a:ln>
                <a:solidFill>
                  <a:srgbClr val="091F2C"/>
                </a:solidFill>
                <a:effectLst/>
                <a:uLnTx/>
                <a:uFillTx/>
                <a:latin typeface="Segoe Sans Display"/>
                <a:ea typeface="+mn-ea"/>
                <a:cs typeface="+mn-cs"/>
              </a:rPr>
              <a:t> requires access to vast amounts of high-quality data with proper security, privacy and governance controls. Optimize content by curating sources with up-to-date authoritative content relevant to the agent’s purpose. </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Design a clear readiness and adoption plan for your customer base and land it.</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AI agents require an iterative process of collaboration with Subject Matter Experts for testing and feedback loops.</a:t>
            </a:r>
          </a:p>
        </p:txBody>
      </p:sp>
      <p:sp>
        <p:nvSpPr>
          <p:cNvPr id="21" name="Oval 20">
            <a:extLst>
              <a:ext uri="{FF2B5EF4-FFF2-40B4-BE49-F238E27FC236}">
                <a16:creationId xmlns:a16="http://schemas.microsoft.com/office/drawing/2014/main" id="{F2646A66-3EBB-08D4-6A07-B3CA4810F053}"/>
              </a:ext>
              <a:ext uri="{C183D7F6-B498-43B3-948B-1728B52AA6E4}">
                <adec:decorative xmlns:adec="http://schemas.microsoft.com/office/drawing/2017/decorative" val="1"/>
              </a:ext>
            </a:extLst>
          </p:cNvPr>
          <p:cNvSpPr/>
          <p:nvPr/>
        </p:nvSpPr>
        <p:spPr bwMode="auto">
          <a:xfrm>
            <a:off x="654758" y="3124041"/>
            <a:ext cx="411480" cy="411480"/>
          </a:xfrm>
          <a:prstGeom prst="ellipse">
            <a:avLst/>
          </a:prstGeom>
          <a:solidFill>
            <a:schemeClr val="bg1"/>
          </a:solidFill>
          <a:ln w="9525">
            <a:gradFill flip="none" rotWithShape="1">
              <a:gsLst>
                <a:gs pos="0">
                  <a:srgbClr val="FFA38B"/>
                </a:gs>
                <a:gs pos="100000">
                  <a:schemeClr val="accent2"/>
                </a:gs>
              </a:gsLst>
              <a:lin ang="27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200" normalizeH="0" baseline="0" noProof="0">
                <a:ln>
                  <a:solidFill>
                    <a:srgbClr val="091F2C"/>
                  </a:solidFill>
                </a:ln>
                <a:solidFill>
                  <a:srgbClr val="091F2C"/>
                </a:solidFill>
                <a:effectLst/>
                <a:uLnTx/>
                <a:uFillTx/>
                <a:latin typeface="Segoe Sans Display Light" pitchFamily="2" charset="0"/>
                <a:ea typeface="+mn-ea"/>
                <a:cs typeface="Segoe Sans Display Light" pitchFamily="2" charset="0"/>
              </a:rPr>
              <a:t>02</a:t>
            </a:r>
          </a:p>
        </p:txBody>
      </p:sp>
      <p:sp>
        <p:nvSpPr>
          <p:cNvPr id="28" name="Oval 27">
            <a:extLst>
              <a:ext uri="{FF2B5EF4-FFF2-40B4-BE49-F238E27FC236}">
                <a16:creationId xmlns:a16="http://schemas.microsoft.com/office/drawing/2014/main" id="{B649B0B5-695E-5321-7FAD-60AC38081ECA}"/>
              </a:ext>
              <a:ext uri="{C183D7F6-B498-43B3-948B-1728B52AA6E4}">
                <adec:decorative xmlns:adec="http://schemas.microsoft.com/office/drawing/2017/decorative" val="1"/>
              </a:ext>
            </a:extLst>
          </p:cNvPr>
          <p:cNvSpPr/>
          <p:nvPr/>
        </p:nvSpPr>
        <p:spPr bwMode="auto">
          <a:xfrm>
            <a:off x="654758" y="4914107"/>
            <a:ext cx="411480" cy="411480"/>
          </a:xfrm>
          <a:prstGeom prst="ellipse">
            <a:avLst/>
          </a:prstGeom>
          <a:solidFill>
            <a:schemeClr val="bg1"/>
          </a:solidFill>
          <a:ln w="9525">
            <a:gradFill flip="none" rotWithShape="1">
              <a:gsLst>
                <a:gs pos="0">
                  <a:srgbClr val="FFA38B"/>
                </a:gs>
                <a:gs pos="100000">
                  <a:schemeClr val="accent2"/>
                </a:gs>
              </a:gsLst>
              <a:lin ang="27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200" normalizeH="0" baseline="0" noProof="0">
                <a:ln>
                  <a:solidFill>
                    <a:srgbClr val="091F2C"/>
                  </a:solidFill>
                </a:ln>
                <a:solidFill>
                  <a:srgbClr val="091F2C"/>
                </a:solidFill>
                <a:effectLst/>
                <a:uLnTx/>
                <a:uFillTx/>
                <a:latin typeface="Segoe Sans Display Light" pitchFamily="2" charset="0"/>
                <a:ea typeface="+mn-ea"/>
                <a:cs typeface="Segoe Sans Display Light" pitchFamily="2" charset="0"/>
              </a:rPr>
              <a:t>04</a:t>
            </a:r>
          </a:p>
        </p:txBody>
      </p:sp>
      <p:sp>
        <p:nvSpPr>
          <p:cNvPr id="8" name="Oval 7">
            <a:extLst>
              <a:ext uri="{FF2B5EF4-FFF2-40B4-BE49-F238E27FC236}">
                <a16:creationId xmlns:a16="http://schemas.microsoft.com/office/drawing/2014/main" id="{5EAB79C5-EEB0-E482-28C8-68C7E0DE41C6}"/>
              </a:ext>
              <a:ext uri="{C183D7F6-B498-43B3-948B-1728B52AA6E4}">
                <adec:decorative xmlns:adec="http://schemas.microsoft.com/office/drawing/2017/decorative" val="1"/>
              </a:ext>
            </a:extLst>
          </p:cNvPr>
          <p:cNvSpPr/>
          <p:nvPr/>
        </p:nvSpPr>
        <p:spPr bwMode="auto">
          <a:xfrm>
            <a:off x="654758" y="2029472"/>
            <a:ext cx="411480" cy="411480"/>
          </a:xfrm>
          <a:prstGeom prst="ellipse">
            <a:avLst/>
          </a:prstGeom>
          <a:solidFill>
            <a:schemeClr val="bg1"/>
          </a:solidFill>
          <a:ln w="9525">
            <a:gradFill flip="none" rotWithShape="1">
              <a:gsLst>
                <a:gs pos="0">
                  <a:srgbClr val="FFA38B"/>
                </a:gs>
                <a:gs pos="100000">
                  <a:schemeClr val="accent2"/>
                </a:gs>
              </a:gsLst>
              <a:lin ang="27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200" normalizeH="0" baseline="0" noProof="0">
                <a:ln>
                  <a:solidFill>
                    <a:srgbClr val="091F2C"/>
                  </a:solidFill>
                </a:ln>
                <a:solidFill>
                  <a:srgbClr val="091F2C"/>
                </a:solidFill>
                <a:effectLst/>
                <a:uLnTx/>
                <a:uFillTx/>
                <a:latin typeface="Segoe Sans Display Light" pitchFamily="2" charset="0"/>
                <a:ea typeface="+mn-ea"/>
                <a:cs typeface="Segoe Sans Display Light" pitchFamily="2" charset="0"/>
              </a:rPr>
              <a:t>01</a:t>
            </a:r>
          </a:p>
        </p:txBody>
      </p:sp>
      <p:sp>
        <p:nvSpPr>
          <p:cNvPr id="9" name="Oval 8">
            <a:extLst>
              <a:ext uri="{FF2B5EF4-FFF2-40B4-BE49-F238E27FC236}">
                <a16:creationId xmlns:a16="http://schemas.microsoft.com/office/drawing/2014/main" id="{B8171183-9894-7692-1C28-92003BEF1746}"/>
              </a:ext>
              <a:ext uri="{C183D7F6-B498-43B3-948B-1728B52AA6E4}">
                <adec:decorative xmlns:adec="http://schemas.microsoft.com/office/drawing/2017/decorative" val="1"/>
              </a:ext>
            </a:extLst>
          </p:cNvPr>
          <p:cNvSpPr/>
          <p:nvPr/>
        </p:nvSpPr>
        <p:spPr bwMode="auto">
          <a:xfrm>
            <a:off x="654758" y="3970257"/>
            <a:ext cx="411480" cy="411480"/>
          </a:xfrm>
          <a:prstGeom prst="ellipse">
            <a:avLst/>
          </a:prstGeom>
          <a:solidFill>
            <a:schemeClr val="bg1"/>
          </a:solidFill>
          <a:ln w="9525">
            <a:gradFill flip="none" rotWithShape="1">
              <a:gsLst>
                <a:gs pos="0">
                  <a:srgbClr val="FFA38B"/>
                </a:gs>
                <a:gs pos="100000">
                  <a:schemeClr val="accent2"/>
                </a:gs>
              </a:gsLst>
              <a:lin ang="27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200" normalizeH="0" baseline="0" noProof="0">
                <a:ln>
                  <a:solidFill>
                    <a:srgbClr val="091F2C"/>
                  </a:solidFill>
                </a:ln>
                <a:solidFill>
                  <a:srgbClr val="091F2C"/>
                </a:solidFill>
                <a:effectLst/>
                <a:uLnTx/>
                <a:uFillTx/>
                <a:latin typeface="Segoe Sans Display Light" pitchFamily="2" charset="0"/>
                <a:ea typeface="+mn-ea"/>
                <a:cs typeface="Segoe Sans Display Light" pitchFamily="2" charset="0"/>
              </a:rPr>
              <a:t>03</a:t>
            </a:r>
          </a:p>
        </p:txBody>
      </p:sp>
      <p:sp>
        <p:nvSpPr>
          <p:cNvPr id="10" name="Oval 9">
            <a:extLst>
              <a:ext uri="{FF2B5EF4-FFF2-40B4-BE49-F238E27FC236}">
                <a16:creationId xmlns:a16="http://schemas.microsoft.com/office/drawing/2014/main" id="{190C1FBA-C706-E885-E75D-45B7E7C3D289}"/>
              </a:ext>
              <a:ext uri="{C183D7F6-B498-43B3-948B-1728B52AA6E4}">
                <adec:decorative xmlns:adec="http://schemas.microsoft.com/office/drawing/2017/decorative" val="1"/>
              </a:ext>
            </a:extLst>
          </p:cNvPr>
          <p:cNvSpPr/>
          <p:nvPr/>
        </p:nvSpPr>
        <p:spPr bwMode="auto">
          <a:xfrm>
            <a:off x="654758" y="5922319"/>
            <a:ext cx="411480" cy="411480"/>
          </a:xfrm>
          <a:prstGeom prst="ellipse">
            <a:avLst/>
          </a:prstGeom>
          <a:solidFill>
            <a:schemeClr val="bg1"/>
          </a:solidFill>
          <a:ln w="9525">
            <a:gradFill flip="none" rotWithShape="1">
              <a:gsLst>
                <a:gs pos="0">
                  <a:srgbClr val="FFA38B"/>
                </a:gs>
                <a:gs pos="100000">
                  <a:schemeClr val="accent2"/>
                </a:gs>
              </a:gsLst>
              <a:lin ang="27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200" normalizeH="0" baseline="0" noProof="0">
                <a:ln>
                  <a:solidFill>
                    <a:srgbClr val="091F2C"/>
                  </a:solidFill>
                </a:ln>
                <a:solidFill>
                  <a:srgbClr val="091F2C"/>
                </a:solidFill>
                <a:effectLst/>
                <a:uLnTx/>
                <a:uFillTx/>
                <a:latin typeface="Segoe Sans Display Light" pitchFamily="2" charset="0"/>
                <a:ea typeface="+mn-ea"/>
                <a:cs typeface="Segoe Sans Display Light" pitchFamily="2" charset="0"/>
              </a:rPr>
              <a:t>05</a:t>
            </a:r>
          </a:p>
        </p:txBody>
      </p:sp>
      <p:pic>
        <p:nvPicPr>
          <p:cNvPr id="12" name="!!Pic2">
            <a:extLst>
              <a:ext uri="{FF2B5EF4-FFF2-40B4-BE49-F238E27FC236}">
                <a16:creationId xmlns:a16="http://schemas.microsoft.com/office/drawing/2014/main" id="{FD7584EC-C3A4-CC59-2A84-13FE75C6B6C4}"/>
              </a:ext>
              <a:ext uri="{C183D7F6-B498-43B3-948B-1728B52AA6E4}">
                <adec:decorative xmlns:adec="http://schemas.microsoft.com/office/drawing/2017/decorative" val="1"/>
              </a:ext>
            </a:extLst>
          </p:cNvPr>
          <p:cNvPicPr preferRelativeResize="0">
            <a:picLocks noChangeAspect="1"/>
          </p:cNvPicPr>
          <p:nvPr/>
        </p:nvPicPr>
        <p:blipFill>
          <a:blip r:embed="rId4"/>
          <a:srcRect l="299" r="299"/>
          <a:stretch/>
        </p:blipFill>
        <p:spPr>
          <a:xfrm>
            <a:off x="654758" y="405900"/>
            <a:ext cx="816579" cy="816576"/>
          </a:xfrm>
          <a:prstGeom prst="roundRect">
            <a:avLst>
              <a:gd name="adj" fmla="val 50000"/>
            </a:avLst>
          </a:prstGeom>
        </p:spPr>
      </p:pic>
    </p:spTree>
    <p:extLst>
      <p:ext uri="{BB962C8B-B14F-4D97-AF65-F5344CB8AC3E}">
        <p14:creationId xmlns:p14="http://schemas.microsoft.com/office/powerpoint/2010/main" val="2544885409"/>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BDF68-8A4F-036B-91E8-4210605623E3}"/>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CA614100-A4F7-CD6E-1F97-D7FBC69B6469}"/>
              </a:ext>
              <a:ext uri="{C183D7F6-B498-43B3-948B-1728B52AA6E4}">
                <adec:decorative xmlns:adec="http://schemas.microsoft.com/office/drawing/2017/decorative" val="1"/>
              </a:ext>
            </a:extLst>
          </p:cNvPr>
          <p:cNvSpPr/>
          <p:nvPr/>
        </p:nvSpPr>
        <p:spPr bwMode="auto">
          <a:xfrm>
            <a:off x="304798" y="1441172"/>
            <a:ext cx="6996753" cy="5123139"/>
          </a:xfrm>
          <a:prstGeom prst="roundRect">
            <a:avLst>
              <a:gd name="adj" fmla="val 2447"/>
            </a:avLst>
          </a:prstGeom>
          <a:gradFill flip="none" rotWithShape="1">
            <a:gsLst>
              <a:gs pos="0">
                <a:schemeClr val="bg1"/>
              </a:gs>
              <a:gs pos="100000">
                <a:schemeClr val="bg1">
                  <a:alpha val="0"/>
                </a:schemeClr>
              </a:gs>
            </a:gsLst>
            <a:lin ang="54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15" name="Rectangle: Rounded Corners 14">
            <a:extLst>
              <a:ext uri="{FF2B5EF4-FFF2-40B4-BE49-F238E27FC236}">
                <a16:creationId xmlns:a16="http://schemas.microsoft.com/office/drawing/2014/main" id="{A49475AF-498C-D2B8-588A-284044E48C33}"/>
              </a:ext>
              <a:ext uri="{C183D7F6-B498-43B3-948B-1728B52AA6E4}">
                <adec:decorative xmlns:adec="http://schemas.microsoft.com/office/drawing/2017/decorative" val="1"/>
              </a:ext>
            </a:extLst>
          </p:cNvPr>
          <p:cNvSpPr/>
          <p:nvPr/>
        </p:nvSpPr>
        <p:spPr bwMode="auto">
          <a:xfrm>
            <a:off x="304798" y="293688"/>
            <a:ext cx="6996753" cy="1041001"/>
          </a:xfrm>
          <a:prstGeom prst="roundRect">
            <a:avLst>
              <a:gd name="adj" fmla="val 9999"/>
            </a:avLst>
          </a:prstGeom>
          <a:gradFill flip="none" rotWithShape="1">
            <a:gsLst>
              <a:gs pos="0">
                <a:schemeClr val="bg1"/>
              </a:gs>
              <a:gs pos="100000">
                <a:schemeClr val="bg1"/>
              </a:gs>
            </a:gsLst>
            <a:lin ang="54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16" name="Title 15">
            <a:extLst>
              <a:ext uri="{FF2B5EF4-FFF2-40B4-BE49-F238E27FC236}">
                <a16:creationId xmlns:a16="http://schemas.microsoft.com/office/drawing/2014/main" id="{3B5B0FF6-8F4A-B59E-6601-2DC099B1B8EC}"/>
              </a:ext>
              <a:ext uri="{C183D7F6-B498-43B3-948B-1728B52AA6E4}">
                <adec:decorative xmlns:adec="http://schemas.microsoft.com/office/drawing/2017/decorative" val="1"/>
              </a:ext>
            </a:extLst>
          </p:cNvPr>
          <p:cNvSpPr>
            <a:spLocks noGrp="1"/>
          </p:cNvSpPr>
          <p:nvPr>
            <p:ph type="title"/>
          </p:nvPr>
        </p:nvSpPr>
        <p:spPr/>
        <p:txBody>
          <a:bodyPr/>
          <a:lstStyle/>
          <a:p>
            <a:r>
              <a:rPr lang="en-US" sz="2000">
                <a:latin typeface="+mj-lt"/>
              </a:rPr>
              <a:t>Agent use cases—Marketing</a:t>
            </a:r>
          </a:p>
        </p:txBody>
      </p:sp>
      <p:pic>
        <p:nvPicPr>
          <p:cNvPr id="18" name="Picture 17">
            <a:extLst>
              <a:ext uri="{FF2B5EF4-FFF2-40B4-BE49-F238E27FC236}">
                <a16:creationId xmlns:a16="http://schemas.microsoft.com/office/drawing/2014/main" id="{52D74E74-4D69-4236-E077-3CCC4C12213C}"/>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a:ext>
            </a:extLst>
          </a:blip>
          <a:srcRect l="39693" t="1" b="39692"/>
          <a:stretch/>
        </p:blipFill>
        <p:spPr>
          <a:xfrm rot="16200000">
            <a:off x="-124104" y="773050"/>
            <a:ext cx="869316" cy="82276"/>
          </a:xfrm>
          <a:prstGeom prst="roundRect">
            <a:avLst>
              <a:gd name="adj" fmla="val 50000"/>
            </a:avLst>
          </a:prstGeom>
        </p:spPr>
      </p:pic>
      <p:sp>
        <p:nvSpPr>
          <p:cNvPr id="2" name="Rectangle: Rounded Corners 1">
            <a:extLst>
              <a:ext uri="{FF2B5EF4-FFF2-40B4-BE49-F238E27FC236}">
                <a16:creationId xmlns:a16="http://schemas.microsoft.com/office/drawing/2014/main" id="{530A8F9F-4688-B472-4ECE-38DDD6E612D0}"/>
              </a:ext>
              <a:ext uri="{C183D7F6-B498-43B3-948B-1728B52AA6E4}">
                <adec:decorative xmlns:adec="http://schemas.microsoft.com/office/drawing/2017/decorative" val="1"/>
              </a:ext>
            </a:extLst>
          </p:cNvPr>
          <p:cNvSpPr/>
          <p:nvPr/>
        </p:nvSpPr>
        <p:spPr bwMode="auto">
          <a:xfrm>
            <a:off x="7410734" y="293689"/>
            <a:ext cx="4476465" cy="6270624"/>
          </a:xfrm>
          <a:prstGeom prst="roundRect">
            <a:avLst>
              <a:gd name="adj" fmla="val 2329"/>
            </a:avLst>
          </a:prstGeom>
          <a:gradFill flip="none" rotWithShape="1">
            <a:gsLst>
              <a:gs pos="61000">
                <a:schemeClr val="bg1"/>
              </a:gs>
              <a:gs pos="100000">
                <a:schemeClr val="bg1">
                  <a:alpha val="0"/>
                </a:schemeClr>
              </a:gs>
            </a:gsLst>
            <a:lin ang="81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5" name="TextBox 4">
            <a:extLst>
              <a:ext uri="{FF2B5EF4-FFF2-40B4-BE49-F238E27FC236}">
                <a16:creationId xmlns:a16="http://schemas.microsoft.com/office/drawing/2014/main" id="{A520DBB9-7D5D-1B5B-ECF5-BA0483C99052}"/>
              </a:ext>
            </a:extLst>
          </p:cNvPr>
          <p:cNvSpPr txBox="1"/>
          <p:nvPr/>
        </p:nvSpPr>
        <p:spPr>
          <a:xfrm>
            <a:off x="1705969" y="660011"/>
            <a:ext cx="4805493" cy="308354"/>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1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91F2C"/>
                </a:solidFill>
                <a:effectLst/>
                <a:uLnTx/>
                <a:uFillTx/>
                <a:latin typeface="Segoe Sans Display Semibold"/>
                <a:ea typeface="+mn-ea"/>
                <a:cs typeface="+mn-cs"/>
              </a:rPr>
              <a:t>Agent use cases—Marketing</a:t>
            </a:r>
          </a:p>
        </p:txBody>
      </p:sp>
      <p:sp>
        <p:nvSpPr>
          <p:cNvPr id="7" name="TextBox 6">
            <a:extLst>
              <a:ext uri="{FF2B5EF4-FFF2-40B4-BE49-F238E27FC236}">
                <a16:creationId xmlns:a16="http://schemas.microsoft.com/office/drawing/2014/main" id="{1BA22CD0-9235-056C-BFEA-8A486006D58F}"/>
              </a:ext>
            </a:extLst>
          </p:cNvPr>
          <p:cNvSpPr txBox="1"/>
          <p:nvPr/>
        </p:nvSpPr>
        <p:spPr>
          <a:xfrm>
            <a:off x="654758" y="1593085"/>
            <a:ext cx="5910411" cy="308354"/>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2000" b="0" i="0" u="none" strike="noStrike" kern="1200" cap="none" spc="0" normalizeH="0" baseline="0" noProof="0">
                <a:ln>
                  <a:noFill/>
                </a:ln>
                <a:gradFill flip="none" rotWithShape="1">
                  <a:gsLst>
                    <a:gs pos="0">
                      <a:srgbClr val="FF5C39"/>
                    </a:gs>
                    <a:gs pos="35000">
                      <a:srgbClr val="C03BC4"/>
                    </a:gs>
                    <a:gs pos="100000">
                      <a:srgbClr val="0078D4"/>
                    </a:gs>
                  </a:gsLst>
                  <a:path path="circle">
                    <a:fillToRect r="100000" b="100000"/>
                  </a:path>
                  <a:tileRect l="-100000" t="-100000"/>
                </a:gradFill>
                <a:effectLst/>
                <a:uLnTx/>
                <a:uFillTx/>
                <a:latin typeface="Segoe Sans Display Semibold"/>
                <a:ea typeface="+mn-ea"/>
                <a:cs typeface="+mn-cs"/>
              </a:rPr>
              <a:t>Business benefits</a:t>
            </a:r>
          </a:p>
        </p:txBody>
      </p:sp>
      <p:graphicFrame>
        <p:nvGraphicFramePr>
          <p:cNvPr id="4" name="Table 3">
            <a:extLst>
              <a:ext uri="{FF2B5EF4-FFF2-40B4-BE49-F238E27FC236}">
                <a16:creationId xmlns:a16="http://schemas.microsoft.com/office/drawing/2014/main" id="{17698509-1CFB-693B-418E-E8FFEE2DF99A}"/>
              </a:ext>
            </a:extLst>
          </p:cNvPr>
          <p:cNvGraphicFramePr>
            <a:graphicFrameLocks noGrp="1"/>
          </p:cNvGraphicFramePr>
          <p:nvPr/>
        </p:nvGraphicFramePr>
        <p:xfrm>
          <a:off x="654759" y="1933033"/>
          <a:ext cx="6298776" cy="3720150"/>
        </p:xfrm>
        <a:graphic>
          <a:graphicData uri="http://schemas.openxmlformats.org/drawingml/2006/table">
            <a:tbl>
              <a:tblPr firstRow="1" bandRow="1">
                <a:tableStyleId>{5C22544A-7EE6-4342-B048-85BDC9FD1C3A}</a:tableStyleId>
              </a:tblPr>
              <a:tblGrid>
                <a:gridCol w="512709">
                  <a:extLst>
                    <a:ext uri="{9D8B030D-6E8A-4147-A177-3AD203B41FA5}">
                      <a16:colId xmlns:a16="http://schemas.microsoft.com/office/drawing/2014/main" val="3519508713"/>
                    </a:ext>
                  </a:extLst>
                </a:gridCol>
                <a:gridCol w="1493281">
                  <a:extLst>
                    <a:ext uri="{9D8B030D-6E8A-4147-A177-3AD203B41FA5}">
                      <a16:colId xmlns:a16="http://schemas.microsoft.com/office/drawing/2014/main" val="3539295186"/>
                    </a:ext>
                  </a:extLst>
                </a:gridCol>
                <a:gridCol w="4292786">
                  <a:extLst>
                    <a:ext uri="{9D8B030D-6E8A-4147-A177-3AD203B41FA5}">
                      <a16:colId xmlns:a16="http://schemas.microsoft.com/office/drawing/2014/main" val="2567683236"/>
                    </a:ext>
                  </a:extLst>
                </a:gridCol>
              </a:tblGrid>
              <a:tr h="349963">
                <a:tc>
                  <a:txBody>
                    <a:bodyPr/>
                    <a:lstStyle/>
                    <a:p>
                      <a:pPr>
                        <a:lnSpc>
                          <a:spcPct val="110000"/>
                        </a:lnSpc>
                        <a:spcAft>
                          <a:spcPts val="400"/>
                        </a:spcAft>
                      </a:pPr>
                      <a:endParaRPr lang="en-US" sz="1000">
                        <a:solidFill>
                          <a:srgbClr val="091F2C"/>
                        </a:solidFill>
                      </a:endParaRPr>
                    </a:p>
                  </a:txBody>
                  <a:tcPr marT="137160" marB="182880">
                    <a:lnL w="12700" cmpd="sng">
                      <a:noFill/>
                    </a:lnL>
                    <a:lnR w="12700" cmpd="sng">
                      <a:noFill/>
                    </a:lnR>
                    <a:lnT w="12700" cmpd="sng">
                      <a:noFill/>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Web AI Assistants Agent </a:t>
                      </a:r>
                    </a:p>
                  </a:txBody>
                  <a:tcPr marT="137160" marB="182880">
                    <a:lnL w="12700" cmpd="sng">
                      <a:noFill/>
                    </a:lnL>
                    <a:lnR w="12700" cmpd="sng">
                      <a:noFill/>
                    </a:lnR>
                    <a:lnT w="12700" cmpd="sng">
                      <a:noFill/>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mn-lt"/>
                          <a:ea typeface="+mn-ea"/>
                          <a:cs typeface="+mn-cs"/>
                        </a:rPr>
                        <a:t>Enhance customer experience and drive conversions through personalized, AI-powered product discovery.</a:t>
                      </a:r>
                    </a:p>
                  </a:txBody>
                  <a:tcPr marR="0" marT="137160" marB="182880">
                    <a:lnL w="12700" cmpd="sng">
                      <a:noFill/>
                    </a:lnL>
                    <a:lnR w="12700" cmpd="sng">
                      <a:noFill/>
                    </a:lnR>
                    <a:lnT w="12700" cmpd="sng">
                      <a:noFill/>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6729550"/>
                  </a:ext>
                </a:extLst>
              </a:tr>
              <a:tr h="0">
                <a:tc>
                  <a:txBody>
                    <a:bodyPr/>
                    <a:lstStyle/>
                    <a:p>
                      <a:pPr>
                        <a:lnSpc>
                          <a:spcPct val="110000"/>
                        </a:lnSpc>
                        <a:spcAft>
                          <a:spcPts val="400"/>
                        </a:spcAft>
                      </a:pPr>
                      <a:endParaRPr lang="en-US" sz="1000">
                        <a:solidFill>
                          <a:srgbClr val="091F2C"/>
                        </a:solidFill>
                      </a:endParaRPr>
                    </a:p>
                  </a:txBody>
                  <a:tcPr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Events Agent </a:t>
                      </a:r>
                    </a:p>
                  </a:txBody>
                  <a:tcPr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mn-lt"/>
                          <a:ea typeface="+mn-ea"/>
                          <a:cs typeface="+mn-cs"/>
                        </a:rPr>
                        <a:t>Helps attendees quickly and easily find sessions that align with their interests, discover and connect with specific speakers and partners, get answers to general queries, and provides individualized trip summaries for reports back to their leadership.</a:t>
                      </a:r>
                    </a:p>
                  </a:txBody>
                  <a:tcPr marR="0"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123564"/>
                  </a:ext>
                </a:extLst>
              </a:tr>
              <a:tr h="0">
                <a:tc>
                  <a:txBody>
                    <a:bodyPr/>
                    <a:lstStyle/>
                    <a:p>
                      <a:pPr>
                        <a:lnSpc>
                          <a:spcPct val="110000"/>
                        </a:lnSpc>
                        <a:spcAft>
                          <a:spcPts val="400"/>
                        </a:spcAft>
                      </a:pPr>
                      <a:endParaRPr lang="en-US" sz="1000">
                        <a:solidFill>
                          <a:srgbClr val="091F2C"/>
                        </a:solidFill>
                      </a:endParaRPr>
                    </a:p>
                  </a:txBody>
                  <a:tcPr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Content Creation Agents </a:t>
                      </a:r>
                    </a:p>
                  </a:txBody>
                  <a:tcPr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mn-lt"/>
                          <a:ea typeface="+mn-ea"/>
                          <a:cs typeface="+mn-cs"/>
                        </a:rPr>
                        <a:t>Creating content that is human-led but AI-driven, aiming to reduce costs and speed while maintaining or exceeding current quality standards.</a:t>
                      </a:r>
                    </a:p>
                  </a:txBody>
                  <a:tcPr marR="0"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805424"/>
                  </a:ext>
                </a:extLst>
              </a:tr>
              <a:tr h="0">
                <a:tc>
                  <a:txBody>
                    <a:bodyPr/>
                    <a:lstStyle/>
                    <a:p>
                      <a:pPr>
                        <a:lnSpc>
                          <a:spcPct val="110000"/>
                        </a:lnSpc>
                        <a:spcAft>
                          <a:spcPts val="400"/>
                        </a:spcAft>
                      </a:pPr>
                      <a:endParaRPr lang="en-US" sz="1000">
                        <a:solidFill>
                          <a:srgbClr val="091F2C"/>
                        </a:solidFill>
                      </a:endParaRPr>
                    </a:p>
                  </a:txBody>
                  <a:tcPr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Marketing Operations Agents </a:t>
                      </a:r>
                    </a:p>
                  </a:txBody>
                  <a:tcPr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mn-lt"/>
                          <a:ea typeface="+mn-ea"/>
                          <a:cs typeface="+mn-cs"/>
                        </a:rPr>
                        <a:t>Multiple agents that perform tasks such as pricing and licensing review and anomaly detection, automated campaign builds, and content loc.</a:t>
                      </a:r>
                    </a:p>
                  </a:txBody>
                  <a:tcPr marR="0"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361200"/>
                  </a:ext>
                </a:extLst>
              </a:tr>
              <a:tr h="0">
                <a:tc>
                  <a:txBody>
                    <a:bodyPr/>
                    <a:lstStyle/>
                    <a:p>
                      <a:pPr>
                        <a:lnSpc>
                          <a:spcPct val="110000"/>
                        </a:lnSpc>
                        <a:spcAft>
                          <a:spcPts val="400"/>
                        </a:spcAft>
                      </a:pPr>
                      <a:endParaRPr lang="en-US" sz="1000">
                        <a:solidFill>
                          <a:srgbClr val="091F2C"/>
                        </a:solidFill>
                      </a:endParaRPr>
                    </a:p>
                  </a:txBody>
                  <a:tcPr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Analytics &amp; Insights Agents </a:t>
                      </a:r>
                    </a:p>
                  </a:txBody>
                  <a:tcPr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mn-lt"/>
                          <a:ea typeface="+mn-ea"/>
                          <a:cs typeface="+mn-cs"/>
                        </a:rPr>
                        <a:t>Enable marketers to run campaigns more efficiently by providing necessary information and insights at their fingertips.</a:t>
                      </a:r>
                    </a:p>
                  </a:txBody>
                  <a:tcPr marR="0"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18492626"/>
                  </a:ext>
                </a:extLst>
              </a:tr>
            </a:tbl>
          </a:graphicData>
        </a:graphic>
      </p:graphicFrame>
      <p:sp>
        <p:nvSpPr>
          <p:cNvPr id="3" name="TextBox 2">
            <a:extLst>
              <a:ext uri="{FF2B5EF4-FFF2-40B4-BE49-F238E27FC236}">
                <a16:creationId xmlns:a16="http://schemas.microsoft.com/office/drawing/2014/main" id="{987C3BF7-27A1-8CF9-8211-5290E3624406}"/>
              </a:ext>
            </a:extLst>
          </p:cNvPr>
          <p:cNvSpPr txBox="1"/>
          <p:nvPr/>
        </p:nvSpPr>
        <p:spPr>
          <a:xfrm>
            <a:off x="7758753" y="687781"/>
            <a:ext cx="3777802" cy="5486400"/>
          </a:xfrm>
          <a:prstGeom prst="rect">
            <a:avLst/>
          </a:prstGeom>
          <a:noFill/>
        </p:spPr>
        <p:txBody>
          <a:bodyPr wrap="square" lIns="0" tIns="0" rIns="0" bIns="0" rtlCol="0">
            <a:noAutofit/>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2000" b="0" i="0" u="none" strike="noStrike" kern="1200" cap="none" spc="0" normalizeH="0" baseline="0" noProof="0">
                <a:ln>
                  <a:noFill/>
                </a:ln>
                <a:gradFill flip="none" rotWithShape="1">
                  <a:gsLst>
                    <a:gs pos="0">
                      <a:srgbClr val="FF5C39"/>
                    </a:gs>
                    <a:gs pos="35000">
                      <a:srgbClr val="C03BC4"/>
                    </a:gs>
                    <a:gs pos="100000">
                      <a:srgbClr val="0078D4"/>
                    </a:gs>
                  </a:gsLst>
                  <a:path path="circle">
                    <a:fillToRect r="100000" b="100000"/>
                  </a:path>
                  <a:tileRect l="-100000" t="-100000"/>
                </a:gradFill>
                <a:effectLst/>
                <a:uLnTx/>
                <a:uFillTx/>
                <a:latin typeface="Segoe Sans Display Semibold"/>
                <a:ea typeface="+mn-ea"/>
                <a:cs typeface="+mn-cs"/>
              </a:rPr>
              <a:t>Prioritization</a:t>
            </a:r>
          </a:p>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The top priorities of focus:</a:t>
            </a:r>
          </a:p>
          <a:p>
            <a:pPr marL="0" marR="0" lvl="0" indent="0" algn="l" defTabSz="914367" rtl="0" eaLnBrk="1" fontAlgn="auto" latinLnBrk="0" hangingPunct="1">
              <a:lnSpc>
                <a:spcPct val="110000"/>
              </a:lnSpc>
              <a:spcBef>
                <a:spcPts val="0"/>
              </a:spcBef>
              <a:spcAft>
                <a:spcPts val="400"/>
              </a:spcAft>
              <a:buClrTx/>
              <a:buSzTx/>
              <a:buFontTx/>
              <a:buNone/>
              <a:tabLst/>
              <a:defRPr/>
            </a:pPr>
            <a:endParaRPr kumimoji="0" lang="en-US" sz="1000" b="0" i="0" u="none" strike="noStrike" kern="1200" cap="none" spc="0" normalizeH="0" baseline="0" noProof="0">
              <a:ln>
                <a:noFill/>
              </a:ln>
              <a:solidFill>
                <a:srgbClr val="091F2C"/>
              </a:solidFill>
              <a:effectLst/>
              <a:uLnTx/>
              <a:uFillTx/>
              <a:latin typeface="Segoe Sans Display"/>
              <a:ea typeface="+mn-ea"/>
              <a:cs typeface="+mn-cs"/>
            </a:endParaRP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Current pain points and process gaps.</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Impact vs. Effort.</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Responsible AI compliance.</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Scalability across different departments.</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Solutions that were already in development by individual teams. </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The potential to be a market leading customer zero solution.</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091F2C"/>
              </a:solidFill>
              <a:effectLst/>
              <a:uLnTx/>
              <a:uFillTx/>
              <a:latin typeface="Segoe Sans Display"/>
              <a:ea typeface="+mn-ea"/>
              <a:cs typeface="+mn-cs"/>
            </a:endParaRPr>
          </a:p>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2000" b="0" i="0" u="none" strike="noStrike" kern="1200" cap="none" spc="0" normalizeH="0" baseline="0" noProof="0">
                <a:ln>
                  <a:noFill/>
                </a:ln>
                <a:gradFill flip="none" rotWithShape="1">
                  <a:gsLst>
                    <a:gs pos="0">
                      <a:srgbClr val="FF5C39"/>
                    </a:gs>
                    <a:gs pos="35000">
                      <a:srgbClr val="C03BC4"/>
                    </a:gs>
                    <a:gs pos="100000">
                      <a:srgbClr val="0078D4"/>
                    </a:gs>
                  </a:gsLst>
                  <a:path path="circle">
                    <a:fillToRect r="100000" b="100000"/>
                  </a:path>
                  <a:tileRect l="-100000" t="-100000"/>
                </a:gradFill>
                <a:effectLst/>
                <a:uLnTx/>
                <a:uFillTx/>
                <a:latin typeface="Segoe Sans Display Semibold"/>
                <a:ea typeface="+mn-ea"/>
                <a:cs typeface="+mn-cs"/>
              </a:rPr>
              <a:t>Early key learnings</a:t>
            </a:r>
          </a:p>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Our initial key learnings include:</a:t>
            </a:r>
            <a:b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br>
            <a:endParaRPr kumimoji="0" lang="en-US" sz="1000" b="0" i="0" u="none" strike="noStrike" kern="1200" cap="none" spc="0" normalizeH="0" baseline="0" noProof="0">
              <a:ln>
                <a:noFill/>
              </a:ln>
              <a:solidFill>
                <a:srgbClr val="091F2C"/>
              </a:solidFill>
              <a:effectLst/>
              <a:uLnTx/>
              <a:uFillTx/>
              <a:latin typeface="Segoe Sans Display Semibold"/>
              <a:ea typeface="+mn-ea"/>
              <a:cs typeface="+mn-cs"/>
            </a:endParaRP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Addressing data challenges (taxonomy, tagging) upfront will improve the effectiveness of the models. </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Redesigning processes with an AI-first approach will improve operational efficiencies. </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Feedback loops and performance monitoring ensure the relevance and accuracy of AI solutions.</a:t>
            </a:r>
          </a:p>
        </p:txBody>
      </p:sp>
      <p:sp>
        <p:nvSpPr>
          <p:cNvPr id="21" name="Oval 20">
            <a:extLst>
              <a:ext uri="{FF2B5EF4-FFF2-40B4-BE49-F238E27FC236}">
                <a16:creationId xmlns:a16="http://schemas.microsoft.com/office/drawing/2014/main" id="{5DDB3FB1-3279-30D4-0AB9-2BCCA36C1428}"/>
              </a:ext>
              <a:ext uri="{C183D7F6-B498-43B3-948B-1728B52AA6E4}">
                <adec:decorative xmlns:adec="http://schemas.microsoft.com/office/drawing/2017/decorative" val="1"/>
              </a:ext>
            </a:extLst>
          </p:cNvPr>
          <p:cNvSpPr/>
          <p:nvPr/>
        </p:nvSpPr>
        <p:spPr bwMode="auto">
          <a:xfrm>
            <a:off x="654758" y="2872610"/>
            <a:ext cx="411480" cy="411480"/>
          </a:xfrm>
          <a:prstGeom prst="ellipse">
            <a:avLst/>
          </a:prstGeom>
          <a:solidFill>
            <a:schemeClr val="bg1"/>
          </a:solidFill>
          <a:ln w="9525">
            <a:gradFill flip="none" rotWithShape="1">
              <a:gsLst>
                <a:gs pos="0">
                  <a:srgbClr val="FFA38B"/>
                </a:gs>
                <a:gs pos="100000">
                  <a:schemeClr val="accent2"/>
                </a:gs>
              </a:gsLst>
              <a:lin ang="27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200" normalizeH="0" baseline="0" noProof="0">
                <a:ln>
                  <a:solidFill>
                    <a:srgbClr val="091F2C"/>
                  </a:solidFill>
                </a:ln>
                <a:solidFill>
                  <a:srgbClr val="091F2C"/>
                </a:solidFill>
                <a:effectLst/>
                <a:uLnTx/>
                <a:uFillTx/>
                <a:latin typeface="Segoe Sans Display Light" pitchFamily="2" charset="0"/>
                <a:ea typeface="+mn-ea"/>
                <a:cs typeface="Segoe Sans Display Light" pitchFamily="2" charset="0"/>
              </a:rPr>
              <a:t>02</a:t>
            </a:r>
          </a:p>
        </p:txBody>
      </p:sp>
      <p:sp>
        <p:nvSpPr>
          <p:cNvPr id="28" name="Oval 27">
            <a:extLst>
              <a:ext uri="{FF2B5EF4-FFF2-40B4-BE49-F238E27FC236}">
                <a16:creationId xmlns:a16="http://schemas.microsoft.com/office/drawing/2014/main" id="{9D947A1C-5BB6-50E5-64CF-0E0A7355E4CD}"/>
              </a:ext>
              <a:ext uri="{C183D7F6-B498-43B3-948B-1728B52AA6E4}">
                <adec:decorative xmlns:adec="http://schemas.microsoft.com/office/drawing/2017/decorative" val="1"/>
              </a:ext>
            </a:extLst>
          </p:cNvPr>
          <p:cNvSpPr/>
          <p:nvPr/>
        </p:nvSpPr>
        <p:spPr bwMode="auto">
          <a:xfrm>
            <a:off x="654758" y="4430001"/>
            <a:ext cx="411480" cy="411480"/>
          </a:xfrm>
          <a:prstGeom prst="ellipse">
            <a:avLst/>
          </a:prstGeom>
          <a:solidFill>
            <a:schemeClr val="bg1"/>
          </a:solidFill>
          <a:ln w="9525">
            <a:gradFill flip="none" rotWithShape="1">
              <a:gsLst>
                <a:gs pos="0">
                  <a:srgbClr val="FFA38B"/>
                </a:gs>
                <a:gs pos="100000">
                  <a:schemeClr val="accent2"/>
                </a:gs>
              </a:gsLst>
              <a:lin ang="27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200" normalizeH="0" baseline="0" noProof="0">
                <a:ln>
                  <a:solidFill>
                    <a:srgbClr val="091F2C"/>
                  </a:solidFill>
                </a:ln>
                <a:solidFill>
                  <a:srgbClr val="091F2C"/>
                </a:solidFill>
                <a:effectLst/>
                <a:uLnTx/>
                <a:uFillTx/>
                <a:latin typeface="Segoe Sans Display Light" pitchFamily="2" charset="0"/>
                <a:ea typeface="+mn-ea"/>
                <a:cs typeface="Segoe Sans Display Light" pitchFamily="2" charset="0"/>
              </a:rPr>
              <a:t>04</a:t>
            </a:r>
          </a:p>
        </p:txBody>
      </p:sp>
      <p:sp>
        <p:nvSpPr>
          <p:cNvPr id="8" name="Oval 7">
            <a:extLst>
              <a:ext uri="{FF2B5EF4-FFF2-40B4-BE49-F238E27FC236}">
                <a16:creationId xmlns:a16="http://schemas.microsoft.com/office/drawing/2014/main" id="{3DFBECCD-9C39-AB57-4AC3-8E6A59033BDC}"/>
              </a:ext>
              <a:ext uri="{C183D7F6-B498-43B3-948B-1728B52AA6E4}">
                <adec:decorative xmlns:adec="http://schemas.microsoft.com/office/drawing/2017/decorative" val="1"/>
              </a:ext>
            </a:extLst>
          </p:cNvPr>
          <p:cNvSpPr/>
          <p:nvPr/>
        </p:nvSpPr>
        <p:spPr bwMode="auto">
          <a:xfrm>
            <a:off x="654758" y="2029472"/>
            <a:ext cx="411480" cy="411480"/>
          </a:xfrm>
          <a:prstGeom prst="ellipse">
            <a:avLst/>
          </a:prstGeom>
          <a:solidFill>
            <a:schemeClr val="bg1"/>
          </a:solidFill>
          <a:ln w="9525">
            <a:gradFill flip="none" rotWithShape="1">
              <a:gsLst>
                <a:gs pos="0">
                  <a:srgbClr val="FFA38B"/>
                </a:gs>
                <a:gs pos="100000">
                  <a:schemeClr val="accent2"/>
                </a:gs>
              </a:gsLst>
              <a:lin ang="27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200" normalizeH="0" baseline="0" noProof="0">
                <a:ln>
                  <a:solidFill>
                    <a:srgbClr val="091F2C"/>
                  </a:solidFill>
                </a:ln>
                <a:solidFill>
                  <a:srgbClr val="091F2C"/>
                </a:solidFill>
                <a:effectLst/>
                <a:uLnTx/>
                <a:uFillTx/>
                <a:latin typeface="Segoe Sans Display Light" pitchFamily="2" charset="0"/>
                <a:ea typeface="+mn-ea"/>
                <a:cs typeface="Segoe Sans Display Light" pitchFamily="2" charset="0"/>
              </a:rPr>
              <a:t>01</a:t>
            </a:r>
          </a:p>
        </p:txBody>
      </p:sp>
      <p:sp>
        <p:nvSpPr>
          <p:cNvPr id="9" name="Oval 8">
            <a:extLst>
              <a:ext uri="{FF2B5EF4-FFF2-40B4-BE49-F238E27FC236}">
                <a16:creationId xmlns:a16="http://schemas.microsoft.com/office/drawing/2014/main" id="{E72E4AC8-2FE2-7F9B-F226-EF3CBE94B7BA}"/>
              </a:ext>
              <a:ext uri="{C183D7F6-B498-43B3-948B-1728B52AA6E4}">
                <adec:decorative xmlns:adec="http://schemas.microsoft.com/office/drawing/2017/decorative" val="1"/>
              </a:ext>
            </a:extLst>
          </p:cNvPr>
          <p:cNvSpPr/>
          <p:nvPr/>
        </p:nvSpPr>
        <p:spPr bwMode="auto">
          <a:xfrm>
            <a:off x="654758" y="3732537"/>
            <a:ext cx="411480" cy="411480"/>
          </a:xfrm>
          <a:prstGeom prst="ellipse">
            <a:avLst/>
          </a:prstGeom>
          <a:solidFill>
            <a:schemeClr val="bg1"/>
          </a:solidFill>
          <a:ln w="9525">
            <a:gradFill flip="none" rotWithShape="1">
              <a:gsLst>
                <a:gs pos="0">
                  <a:srgbClr val="FFA38B"/>
                </a:gs>
                <a:gs pos="100000">
                  <a:schemeClr val="accent2"/>
                </a:gs>
              </a:gsLst>
              <a:lin ang="27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200" normalizeH="0" baseline="0" noProof="0">
                <a:ln>
                  <a:solidFill>
                    <a:srgbClr val="091F2C"/>
                  </a:solidFill>
                </a:ln>
                <a:solidFill>
                  <a:srgbClr val="091F2C"/>
                </a:solidFill>
                <a:effectLst/>
                <a:uLnTx/>
                <a:uFillTx/>
                <a:latin typeface="Segoe Sans Display Light" pitchFamily="2" charset="0"/>
                <a:ea typeface="+mn-ea"/>
                <a:cs typeface="Segoe Sans Display Light" pitchFamily="2" charset="0"/>
              </a:rPr>
              <a:t>03</a:t>
            </a:r>
          </a:p>
        </p:txBody>
      </p:sp>
      <p:sp>
        <p:nvSpPr>
          <p:cNvPr id="10" name="Oval 9">
            <a:extLst>
              <a:ext uri="{FF2B5EF4-FFF2-40B4-BE49-F238E27FC236}">
                <a16:creationId xmlns:a16="http://schemas.microsoft.com/office/drawing/2014/main" id="{46F3BD28-4942-731D-CA6E-4BF3AA29397F}"/>
              </a:ext>
              <a:ext uri="{C183D7F6-B498-43B3-948B-1728B52AA6E4}">
                <adec:decorative xmlns:adec="http://schemas.microsoft.com/office/drawing/2017/decorative" val="1"/>
              </a:ext>
            </a:extLst>
          </p:cNvPr>
          <p:cNvSpPr/>
          <p:nvPr/>
        </p:nvSpPr>
        <p:spPr bwMode="auto">
          <a:xfrm>
            <a:off x="654758" y="5115137"/>
            <a:ext cx="411480" cy="411480"/>
          </a:xfrm>
          <a:prstGeom prst="ellipse">
            <a:avLst/>
          </a:prstGeom>
          <a:solidFill>
            <a:schemeClr val="bg1"/>
          </a:solidFill>
          <a:ln w="9525">
            <a:gradFill flip="none" rotWithShape="1">
              <a:gsLst>
                <a:gs pos="0">
                  <a:srgbClr val="FFA38B"/>
                </a:gs>
                <a:gs pos="100000">
                  <a:schemeClr val="accent2"/>
                </a:gs>
              </a:gsLst>
              <a:lin ang="27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200" normalizeH="0" baseline="0" noProof="0">
                <a:ln>
                  <a:solidFill>
                    <a:srgbClr val="091F2C"/>
                  </a:solidFill>
                </a:ln>
                <a:solidFill>
                  <a:srgbClr val="091F2C"/>
                </a:solidFill>
                <a:effectLst/>
                <a:uLnTx/>
                <a:uFillTx/>
                <a:latin typeface="Segoe Sans Display Light" pitchFamily="2" charset="0"/>
                <a:ea typeface="+mn-ea"/>
                <a:cs typeface="Segoe Sans Display Light" pitchFamily="2" charset="0"/>
              </a:rPr>
              <a:t>05</a:t>
            </a:r>
          </a:p>
        </p:txBody>
      </p:sp>
      <p:pic>
        <p:nvPicPr>
          <p:cNvPr id="12" name="!!Pic2">
            <a:extLst>
              <a:ext uri="{FF2B5EF4-FFF2-40B4-BE49-F238E27FC236}">
                <a16:creationId xmlns:a16="http://schemas.microsoft.com/office/drawing/2014/main" id="{7586132B-3479-2281-662F-4B85D6F24425}"/>
              </a:ext>
              <a:ext uri="{C183D7F6-B498-43B3-948B-1728B52AA6E4}">
                <adec:decorative xmlns:adec="http://schemas.microsoft.com/office/drawing/2017/decorative" val="1"/>
              </a:ext>
            </a:extLst>
          </p:cNvPr>
          <p:cNvPicPr preferRelativeResize="0">
            <a:picLocks noChangeAspect="1"/>
          </p:cNvPicPr>
          <p:nvPr/>
        </p:nvPicPr>
        <p:blipFill>
          <a:blip r:embed="rId4" cstate="print">
            <a:extLst>
              <a:ext uri="{28A0092B-C50C-407E-A947-70E740481C1C}">
                <a14:useLocalDpi xmlns:a14="http://schemas.microsoft.com/office/drawing/2010/main"/>
              </a:ext>
            </a:extLst>
          </a:blip>
          <a:srcRect/>
          <a:stretch/>
        </p:blipFill>
        <p:spPr>
          <a:xfrm>
            <a:off x="654758" y="405900"/>
            <a:ext cx="816579" cy="816576"/>
          </a:xfrm>
          <a:prstGeom prst="roundRect">
            <a:avLst>
              <a:gd name="adj" fmla="val 50000"/>
            </a:avLst>
          </a:prstGeom>
        </p:spPr>
      </p:pic>
    </p:spTree>
    <p:extLst>
      <p:ext uri="{BB962C8B-B14F-4D97-AF65-F5344CB8AC3E}">
        <p14:creationId xmlns:p14="http://schemas.microsoft.com/office/powerpoint/2010/main" val="3977261530"/>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A2E36-1318-9D1A-9CD6-4FEF9E5368EA}"/>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696C0A12-B8CC-F452-8696-9B18A1284F38}"/>
              </a:ext>
              <a:ext uri="{C183D7F6-B498-43B3-948B-1728B52AA6E4}">
                <adec:decorative xmlns:adec="http://schemas.microsoft.com/office/drawing/2017/decorative" val="1"/>
              </a:ext>
            </a:extLst>
          </p:cNvPr>
          <p:cNvSpPr/>
          <p:nvPr/>
        </p:nvSpPr>
        <p:spPr bwMode="auto">
          <a:xfrm>
            <a:off x="304798" y="1441172"/>
            <a:ext cx="6996753" cy="5123139"/>
          </a:xfrm>
          <a:prstGeom prst="roundRect">
            <a:avLst>
              <a:gd name="adj" fmla="val 2447"/>
            </a:avLst>
          </a:prstGeom>
          <a:gradFill flip="none" rotWithShape="1">
            <a:gsLst>
              <a:gs pos="0">
                <a:schemeClr val="bg1"/>
              </a:gs>
              <a:gs pos="100000">
                <a:schemeClr val="bg1">
                  <a:alpha val="0"/>
                </a:schemeClr>
              </a:gs>
            </a:gsLst>
            <a:lin ang="54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15" name="Rectangle: Rounded Corners 14">
            <a:extLst>
              <a:ext uri="{FF2B5EF4-FFF2-40B4-BE49-F238E27FC236}">
                <a16:creationId xmlns:a16="http://schemas.microsoft.com/office/drawing/2014/main" id="{304B750B-78D2-0026-D793-C1980A7F8875}"/>
              </a:ext>
              <a:ext uri="{C183D7F6-B498-43B3-948B-1728B52AA6E4}">
                <adec:decorative xmlns:adec="http://schemas.microsoft.com/office/drawing/2017/decorative" val="1"/>
              </a:ext>
            </a:extLst>
          </p:cNvPr>
          <p:cNvSpPr/>
          <p:nvPr/>
        </p:nvSpPr>
        <p:spPr bwMode="auto">
          <a:xfrm>
            <a:off x="304798" y="293688"/>
            <a:ext cx="6996753" cy="1041001"/>
          </a:xfrm>
          <a:prstGeom prst="roundRect">
            <a:avLst>
              <a:gd name="adj" fmla="val 9999"/>
            </a:avLst>
          </a:prstGeom>
          <a:gradFill flip="none" rotWithShape="1">
            <a:gsLst>
              <a:gs pos="0">
                <a:schemeClr val="bg1"/>
              </a:gs>
              <a:gs pos="100000">
                <a:schemeClr val="bg1"/>
              </a:gs>
            </a:gsLst>
            <a:lin ang="54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16" name="Title 15">
            <a:extLst>
              <a:ext uri="{FF2B5EF4-FFF2-40B4-BE49-F238E27FC236}">
                <a16:creationId xmlns:a16="http://schemas.microsoft.com/office/drawing/2014/main" id="{64F621F2-6C26-F18B-20BC-7FEF0359E6CD}"/>
              </a:ext>
              <a:ext uri="{C183D7F6-B498-43B3-948B-1728B52AA6E4}">
                <adec:decorative xmlns:adec="http://schemas.microsoft.com/office/drawing/2017/decorative" val="1"/>
              </a:ext>
            </a:extLst>
          </p:cNvPr>
          <p:cNvSpPr>
            <a:spLocks noGrp="1"/>
          </p:cNvSpPr>
          <p:nvPr>
            <p:ph type="title"/>
          </p:nvPr>
        </p:nvSpPr>
        <p:spPr/>
        <p:txBody>
          <a:bodyPr/>
          <a:lstStyle/>
          <a:p>
            <a:r>
              <a:rPr lang="en-US" sz="2000">
                <a:latin typeface="+mj-lt"/>
              </a:rPr>
              <a:t>Agent use cases—Operations</a:t>
            </a:r>
          </a:p>
        </p:txBody>
      </p:sp>
      <p:pic>
        <p:nvPicPr>
          <p:cNvPr id="18" name="Picture 17">
            <a:extLst>
              <a:ext uri="{FF2B5EF4-FFF2-40B4-BE49-F238E27FC236}">
                <a16:creationId xmlns:a16="http://schemas.microsoft.com/office/drawing/2014/main" id="{5531B0BB-7A84-CC98-333D-DDFDA7A01479}"/>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a:ext>
            </a:extLst>
          </a:blip>
          <a:srcRect l="39693" t="1" b="39692"/>
          <a:stretch/>
        </p:blipFill>
        <p:spPr>
          <a:xfrm rot="16200000">
            <a:off x="-124104" y="773050"/>
            <a:ext cx="869316" cy="82276"/>
          </a:xfrm>
          <a:prstGeom prst="roundRect">
            <a:avLst>
              <a:gd name="adj" fmla="val 50000"/>
            </a:avLst>
          </a:prstGeom>
        </p:spPr>
      </p:pic>
      <p:sp>
        <p:nvSpPr>
          <p:cNvPr id="2" name="Rectangle: Rounded Corners 1">
            <a:extLst>
              <a:ext uri="{FF2B5EF4-FFF2-40B4-BE49-F238E27FC236}">
                <a16:creationId xmlns:a16="http://schemas.microsoft.com/office/drawing/2014/main" id="{24F80ABE-F2CC-5A9F-512D-4E138B398AD1}"/>
              </a:ext>
              <a:ext uri="{C183D7F6-B498-43B3-948B-1728B52AA6E4}">
                <adec:decorative xmlns:adec="http://schemas.microsoft.com/office/drawing/2017/decorative" val="1"/>
              </a:ext>
            </a:extLst>
          </p:cNvPr>
          <p:cNvSpPr/>
          <p:nvPr/>
        </p:nvSpPr>
        <p:spPr bwMode="auto">
          <a:xfrm>
            <a:off x="7410734" y="293689"/>
            <a:ext cx="4476465" cy="6270624"/>
          </a:xfrm>
          <a:prstGeom prst="roundRect">
            <a:avLst>
              <a:gd name="adj" fmla="val 2329"/>
            </a:avLst>
          </a:prstGeom>
          <a:gradFill flip="none" rotWithShape="1">
            <a:gsLst>
              <a:gs pos="61000">
                <a:schemeClr val="bg1"/>
              </a:gs>
              <a:gs pos="100000">
                <a:schemeClr val="bg1">
                  <a:alpha val="0"/>
                </a:schemeClr>
              </a:gs>
            </a:gsLst>
            <a:lin ang="81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5" name="TextBox 4">
            <a:extLst>
              <a:ext uri="{FF2B5EF4-FFF2-40B4-BE49-F238E27FC236}">
                <a16:creationId xmlns:a16="http://schemas.microsoft.com/office/drawing/2014/main" id="{A24E3B5C-4E06-612D-9095-B78EBB670E6F}"/>
              </a:ext>
            </a:extLst>
          </p:cNvPr>
          <p:cNvSpPr txBox="1"/>
          <p:nvPr/>
        </p:nvSpPr>
        <p:spPr>
          <a:xfrm>
            <a:off x="1705969" y="660011"/>
            <a:ext cx="4805493" cy="308354"/>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1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91F2C"/>
                </a:solidFill>
                <a:effectLst/>
                <a:uLnTx/>
                <a:uFillTx/>
                <a:latin typeface="Segoe Sans Display Semibold"/>
                <a:ea typeface="+mn-ea"/>
                <a:cs typeface="+mn-cs"/>
              </a:rPr>
              <a:t>Agent use cases—Operations</a:t>
            </a:r>
          </a:p>
        </p:txBody>
      </p:sp>
      <p:sp>
        <p:nvSpPr>
          <p:cNvPr id="7" name="TextBox 6">
            <a:extLst>
              <a:ext uri="{FF2B5EF4-FFF2-40B4-BE49-F238E27FC236}">
                <a16:creationId xmlns:a16="http://schemas.microsoft.com/office/drawing/2014/main" id="{B190643B-0BFD-49AD-7D44-8340DF043D86}"/>
              </a:ext>
            </a:extLst>
          </p:cNvPr>
          <p:cNvSpPr txBox="1"/>
          <p:nvPr/>
        </p:nvSpPr>
        <p:spPr>
          <a:xfrm>
            <a:off x="654758" y="1593085"/>
            <a:ext cx="5910411" cy="308354"/>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2000" b="0" i="0" u="none" strike="noStrike" kern="1200" cap="none" spc="0" normalizeH="0" baseline="0" noProof="0">
                <a:ln>
                  <a:noFill/>
                </a:ln>
                <a:gradFill flip="none" rotWithShape="1">
                  <a:gsLst>
                    <a:gs pos="0">
                      <a:srgbClr val="FF5C39"/>
                    </a:gs>
                    <a:gs pos="35000">
                      <a:srgbClr val="C03BC4"/>
                    </a:gs>
                    <a:gs pos="100000">
                      <a:srgbClr val="0078D4"/>
                    </a:gs>
                  </a:gsLst>
                  <a:path path="circle">
                    <a:fillToRect r="100000" b="100000"/>
                  </a:path>
                  <a:tileRect l="-100000" t="-100000"/>
                </a:gradFill>
                <a:effectLst/>
                <a:uLnTx/>
                <a:uFillTx/>
                <a:latin typeface="Segoe Sans Display Semibold"/>
                <a:ea typeface="+mn-ea"/>
                <a:cs typeface="+mn-cs"/>
              </a:rPr>
              <a:t>Business benefits</a:t>
            </a:r>
          </a:p>
        </p:txBody>
      </p:sp>
      <p:graphicFrame>
        <p:nvGraphicFramePr>
          <p:cNvPr id="4" name="Table 3">
            <a:extLst>
              <a:ext uri="{FF2B5EF4-FFF2-40B4-BE49-F238E27FC236}">
                <a16:creationId xmlns:a16="http://schemas.microsoft.com/office/drawing/2014/main" id="{99449430-B1DF-D129-40A7-3648AB34E5E7}"/>
              </a:ext>
            </a:extLst>
          </p:cNvPr>
          <p:cNvGraphicFramePr>
            <a:graphicFrameLocks noGrp="1"/>
          </p:cNvGraphicFramePr>
          <p:nvPr/>
        </p:nvGraphicFramePr>
        <p:xfrm>
          <a:off x="654759" y="1933033"/>
          <a:ext cx="6298776" cy="2850834"/>
        </p:xfrm>
        <a:graphic>
          <a:graphicData uri="http://schemas.openxmlformats.org/drawingml/2006/table">
            <a:tbl>
              <a:tblPr firstRow="1" bandRow="1">
                <a:tableStyleId>{5C22544A-7EE6-4342-B048-85BDC9FD1C3A}</a:tableStyleId>
              </a:tblPr>
              <a:tblGrid>
                <a:gridCol w="512709">
                  <a:extLst>
                    <a:ext uri="{9D8B030D-6E8A-4147-A177-3AD203B41FA5}">
                      <a16:colId xmlns:a16="http://schemas.microsoft.com/office/drawing/2014/main" val="3519508713"/>
                    </a:ext>
                  </a:extLst>
                </a:gridCol>
                <a:gridCol w="1493281">
                  <a:extLst>
                    <a:ext uri="{9D8B030D-6E8A-4147-A177-3AD203B41FA5}">
                      <a16:colId xmlns:a16="http://schemas.microsoft.com/office/drawing/2014/main" val="3539295186"/>
                    </a:ext>
                  </a:extLst>
                </a:gridCol>
                <a:gridCol w="4292786">
                  <a:extLst>
                    <a:ext uri="{9D8B030D-6E8A-4147-A177-3AD203B41FA5}">
                      <a16:colId xmlns:a16="http://schemas.microsoft.com/office/drawing/2014/main" val="2567683236"/>
                    </a:ext>
                  </a:extLst>
                </a:gridCol>
              </a:tblGrid>
              <a:tr h="548652">
                <a:tc>
                  <a:txBody>
                    <a:bodyPr/>
                    <a:lstStyle/>
                    <a:p>
                      <a:pPr>
                        <a:lnSpc>
                          <a:spcPct val="110000"/>
                        </a:lnSpc>
                        <a:spcAft>
                          <a:spcPts val="400"/>
                        </a:spcAft>
                      </a:pPr>
                      <a:endParaRPr lang="en-US" sz="1000">
                        <a:solidFill>
                          <a:srgbClr val="091F2C"/>
                        </a:solidFill>
                      </a:endParaRPr>
                    </a:p>
                  </a:txBody>
                  <a:tcPr marT="137160" marB="182880">
                    <a:lnL w="12700" cmpd="sng">
                      <a:noFill/>
                    </a:lnL>
                    <a:lnR w="12700" cmpd="sng">
                      <a:noFill/>
                    </a:lnR>
                    <a:lnT w="12700" cmpd="sng">
                      <a:noFill/>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Intelligent Action Hold  Agent</a:t>
                      </a:r>
                    </a:p>
                  </a:txBody>
                  <a:tcPr marT="137160" marB="182880">
                    <a:lnL w="12700" cmpd="sng">
                      <a:noFill/>
                    </a:lnL>
                    <a:lnR w="12700" cmpd="sng">
                      <a:noFill/>
                    </a:lnR>
                    <a:lnT w="12700" cmpd="sng">
                      <a:noFill/>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mn-lt"/>
                          <a:ea typeface="+mn-ea"/>
                          <a:cs typeface="+mn-cs"/>
                        </a:rPr>
                        <a:t>The agent improves all-up deal quality by providing information around; audits, predict failure likelihood and holds, and provide preemptive remediation communication.</a:t>
                      </a:r>
                    </a:p>
                  </a:txBody>
                  <a:tcPr marR="0" marT="137160" marB="182880">
                    <a:lnL w="12700" cmpd="sng">
                      <a:noFill/>
                    </a:lnL>
                    <a:lnR w="12700" cmpd="sng">
                      <a:noFill/>
                    </a:lnR>
                    <a:lnT w="12700" cmpd="sng">
                      <a:noFill/>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6729550"/>
                  </a:ext>
                </a:extLst>
              </a:tr>
              <a:tr h="548652">
                <a:tc>
                  <a:txBody>
                    <a:bodyPr/>
                    <a:lstStyle/>
                    <a:p>
                      <a:pPr>
                        <a:lnSpc>
                          <a:spcPct val="110000"/>
                        </a:lnSpc>
                        <a:spcAft>
                          <a:spcPts val="400"/>
                        </a:spcAft>
                      </a:pPr>
                      <a:endParaRPr lang="en-US" sz="1000">
                        <a:solidFill>
                          <a:srgbClr val="091F2C"/>
                        </a:solidFill>
                      </a:endParaRPr>
                    </a:p>
                  </a:txBody>
                  <a:tcPr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Contract Reader Agent</a:t>
                      </a:r>
                    </a:p>
                  </a:txBody>
                  <a:tcPr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mn-lt"/>
                          <a:ea typeface="+mn-ea"/>
                          <a:cs typeface="+mn-cs"/>
                        </a:rPr>
                        <a:t>The agent enhances the end-to-end Custom Amendment (CTM) process in the quote-to-cash cycle through strategic process improvements and providing updated policy information to enhance overall deal velocity.</a:t>
                      </a:r>
                    </a:p>
                  </a:txBody>
                  <a:tcPr marR="0"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123564"/>
                  </a:ext>
                </a:extLst>
              </a:tr>
              <a:tr h="789979">
                <a:tc>
                  <a:txBody>
                    <a:bodyPr/>
                    <a:lstStyle/>
                    <a:p>
                      <a:pPr>
                        <a:lnSpc>
                          <a:spcPct val="110000"/>
                        </a:lnSpc>
                        <a:spcAft>
                          <a:spcPts val="400"/>
                        </a:spcAft>
                      </a:pPr>
                      <a:endParaRPr lang="en-US" sz="1000">
                        <a:solidFill>
                          <a:srgbClr val="091F2C"/>
                        </a:solidFill>
                      </a:endParaRPr>
                    </a:p>
                  </a:txBody>
                  <a:tcPr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Customer Operations Agent Assist</a:t>
                      </a:r>
                    </a:p>
                  </a:txBody>
                  <a:tcPr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mn-lt"/>
                          <a:ea typeface="+mn-ea"/>
                          <a:cs typeface="+mn-cs"/>
                        </a:rPr>
                        <a:t>The agent improves customer support processing efficiency – reducing time spent reviewing case details. Provides case summarization for case handoffs and escalation management and summarizes cases correspondence (emails, teams, etc.) for quick action. Provides a view of all related transactions associated with the case.</a:t>
                      </a:r>
                    </a:p>
                  </a:txBody>
                  <a:tcPr marR="0"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805424"/>
                  </a:ext>
                </a:extLst>
              </a:tr>
            </a:tbl>
          </a:graphicData>
        </a:graphic>
      </p:graphicFrame>
      <p:sp>
        <p:nvSpPr>
          <p:cNvPr id="3" name="TextBox 2">
            <a:extLst>
              <a:ext uri="{FF2B5EF4-FFF2-40B4-BE49-F238E27FC236}">
                <a16:creationId xmlns:a16="http://schemas.microsoft.com/office/drawing/2014/main" id="{D0375F39-C402-BA9E-D325-AF816997DE1E}"/>
              </a:ext>
            </a:extLst>
          </p:cNvPr>
          <p:cNvSpPr txBox="1"/>
          <p:nvPr/>
        </p:nvSpPr>
        <p:spPr>
          <a:xfrm>
            <a:off x="7758753" y="687781"/>
            <a:ext cx="3777802" cy="5486400"/>
          </a:xfrm>
          <a:prstGeom prst="rect">
            <a:avLst/>
          </a:prstGeom>
          <a:noFill/>
        </p:spPr>
        <p:txBody>
          <a:bodyPr wrap="square" lIns="0" tIns="0" rIns="0" bIns="0" rtlCol="0">
            <a:noAutofit/>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2000" b="0" i="0" u="none" strike="noStrike" kern="1200" cap="none" spc="0" normalizeH="0" baseline="0" noProof="0">
                <a:ln>
                  <a:noFill/>
                </a:ln>
                <a:gradFill flip="none" rotWithShape="1">
                  <a:gsLst>
                    <a:gs pos="0">
                      <a:srgbClr val="FF5C39"/>
                    </a:gs>
                    <a:gs pos="35000">
                      <a:srgbClr val="C03BC4"/>
                    </a:gs>
                    <a:gs pos="100000">
                      <a:srgbClr val="0078D4"/>
                    </a:gs>
                  </a:gsLst>
                  <a:path path="circle">
                    <a:fillToRect r="100000" b="100000"/>
                  </a:path>
                  <a:tileRect l="-100000" t="-100000"/>
                </a:gradFill>
                <a:effectLst/>
                <a:uLnTx/>
                <a:uFillTx/>
                <a:latin typeface="Segoe Sans Display Semibold"/>
                <a:ea typeface="+mn-ea"/>
                <a:cs typeface="+mn-cs"/>
              </a:rPr>
              <a:t>Prioritization</a:t>
            </a:r>
          </a:p>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The top priorities of focus:</a:t>
            </a:r>
          </a:p>
          <a:p>
            <a:pPr marL="0" marR="0" lvl="0" indent="0" algn="l" defTabSz="914367" rtl="0" eaLnBrk="1" fontAlgn="auto" latinLnBrk="0" hangingPunct="1">
              <a:lnSpc>
                <a:spcPct val="110000"/>
              </a:lnSpc>
              <a:spcBef>
                <a:spcPts val="0"/>
              </a:spcBef>
              <a:spcAft>
                <a:spcPts val="400"/>
              </a:spcAft>
              <a:buClrTx/>
              <a:buSzTx/>
              <a:buFontTx/>
              <a:buNone/>
              <a:tabLst/>
              <a:defRPr/>
            </a:pPr>
            <a:endParaRPr kumimoji="0" lang="en-US" sz="1000" b="0" i="0" u="none" strike="noStrike" kern="1200" cap="none" spc="0" normalizeH="0" baseline="0" noProof="0">
              <a:ln>
                <a:noFill/>
              </a:ln>
              <a:solidFill>
                <a:srgbClr val="091F2C"/>
              </a:solidFill>
              <a:effectLst/>
              <a:uLnTx/>
              <a:uFillTx/>
              <a:latin typeface="Segoe Sans Display"/>
              <a:ea typeface="+mn-ea"/>
              <a:cs typeface="+mn-cs"/>
            </a:endParaRP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Maintain or improve deal quality, delivery, and customer experience while scaling key commercial motions.</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Reduce employee toil by streamlining processes and eliminating bottlenecks. Prioritize use cases based on operational volume, existing pain points, and implementation feasibility to ensure maximum impact and ease of adoption.</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Prioritize high value, low effort use cases with high reusability to accelerate value capture.</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091F2C"/>
              </a:solidFill>
              <a:effectLst/>
              <a:uLnTx/>
              <a:uFillTx/>
              <a:latin typeface="Segoe Sans Display"/>
              <a:ea typeface="+mn-ea"/>
              <a:cs typeface="+mn-cs"/>
            </a:endParaRPr>
          </a:p>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2000" b="0" i="0" u="none" strike="noStrike" kern="1200" cap="none" spc="0" normalizeH="0" baseline="0" noProof="0">
                <a:ln>
                  <a:noFill/>
                </a:ln>
                <a:gradFill flip="none" rotWithShape="1">
                  <a:gsLst>
                    <a:gs pos="0">
                      <a:srgbClr val="FF5C39"/>
                    </a:gs>
                    <a:gs pos="35000">
                      <a:srgbClr val="C03BC4"/>
                    </a:gs>
                    <a:gs pos="100000">
                      <a:srgbClr val="0078D4"/>
                    </a:gs>
                  </a:gsLst>
                  <a:path path="circle">
                    <a:fillToRect r="100000" b="100000"/>
                  </a:path>
                  <a:tileRect l="-100000" t="-100000"/>
                </a:gradFill>
                <a:effectLst/>
                <a:uLnTx/>
                <a:uFillTx/>
                <a:latin typeface="Segoe Sans Display Semibold"/>
                <a:ea typeface="+mn-ea"/>
                <a:cs typeface="+mn-cs"/>
              </a:rPr>
              <a:t>Early key learnings</a:t>
            </a:r>
          </a:p>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Our initial key learnings include:</a:t>
            </a:r>
            <a:b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br>
            <a:endParaRPr kumimoji="0" lang="en-US" sz="1000" b="0" i="0" u="none" strike="noStrike" kern="1200" cap="none" spc="0" normalizeH="0" baseline="0" noProof="0">
              <a:ln>
                <a:noFill/>
              </a:ln>
              <a:solidFill>
                <a:srgbClr val="091F2C"/>
              </a:solidFill>
              <a:effectLst/>
              <a:uLnTx/>
              <a:uFillTx/>
              <a:latin typeface="Segoe Sans Display Semibold"/>
              <a:ea typeface="+mn-ea"/>
              <a:cs typeface="+mn-cs"/>
            </a:endParaRP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Aligning future state people, process, and tools in the design phase increases speed to delivery and impact when adopted. </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Drive early, rapid feedback loops with end users to improve design and functionality.</a:t>
            </a:r>
          </a:p>
        </p:txBody>
      </p:sp>
      <p:sp>
        <p:nvSpPr>
          <p:cNvPr id="21" name="Oval 20">
            <a:extLst>
              <a:ext uri="{FF2B5EF4-FFF2-40B4-BE49-F238E27FC236}">
                <a16:creationId xmlns:a16="http://schemas.microsoft.com/office/drawing/2014/main" id="{F4AA7BCC-8425-0509-CB2A-CA413CD73551}"/>
              </a:ext>
              <a:ext uri="{C183D7F6-B498-43B3-948B-1728B52AA6E4}">
                <adec:decorative xmlns:adec="http://schemas.microsoft.com/office/drawing/2017/decorative" val="1"/>
              </a:ext>
            </a:extLst>
          </p:cNvPr>
          <p:cNvSpPr/>
          <p:nvPr/>
        </p:nvSpPr>
        <p:spPr bwMode="auto">
          <a:xfrm>
            <a:off x="654758" y="2958383"/>
            <a:ext cx="411480" cy="411480"/>
          </a:xfrm>
          <a:prstGeom prst="ellipse">
            <a:avLst/>
          </a:prstGeom>
          <a:solidFill>
            <a:schemeClr val="bg1"/>
          </a:solidFill>
          <a:ln w="9525">
            <a:gradFill flip="none" rotWithShape="1">
              <a:gsLst>
                <a:gs pos="0">
                  <a:srgbClr val="FFA38B"/>
                </a:gs>
                <a:gs pos="100000">
                  <a:schemeClr val="accent2"/>
                </a:gs>
              </a:gsLst>
              <a:lin ang="27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200" normalizeH="0" baseline="0" noProof="0">
                <a:ln>
                  <a:solidFill>
                    <a:srgbClr val="091F2C"/>
                  </a:solidFill>
                </a:ln>
                <a:solidFill>
                  <a:srgbClr val="091F2C"/>
                </a:solidFill>
                <a:effectLst/>
                <a:uLnTx/>
                <a:uFillTx/>
                <a:latin typeface="Segoe Sans Display Light" pitchFamily="2" charset="0"/>
                <a:ea typeface="+mn-ea"/>
                <a:cs typeface="Segoe Sans Display Light" pitchFamily="2" charset="0"/>
              </a:rPr>
              <a:t>02</a:t>
            </a:r>
          </a:p>
        </p:txBody>
      </p:sp>
      <p:sp>
        <p:nvSpPr>
          <p:cNvPr id="8" name="Oval 7">
            <a:extLst>
              <a:ext uri="{FF2B5EF4-FFF2-40B4-BE49-F238E27FC236}">
                <a16:creationId xmlns:a16="http://schemas.microsoft.com/office/drawing/2014/main" id="{E0605D21-5539-9B3C-F930-1B986B642972}"/>
              </a:ext>
              <a:ext uri="{C183D7F6-B498-43B3-948B-1728B52AA6E4}">
                <adec:decorative xmlns:adec="http://schemas.microsoft.com/office/drawing/2017/decorative" val="1"/>
              </a:ext>
            </a:extLst>
          </p:cNvPr>
          <p:cNvSpPr/>
          <p:nvPr/>
        </p:nvSpPr>
        <p:spPr bwMode="auto">
          <a:xfrm>
            <a:off x="654758" y="2029472"/>
            <a:ext cx="411480" cy="411480"/>
          </a:xfrm>
          <a:prstGeom prst="ellipse">
            <a:avLst/>
          </a:prstGeom>
          <a:solidFill>
            <a:schemeClr val="bg1"/>
          </a:solidFill>
          <a:ln w="9525">
            <a:gradFill flip="none" rotWithShape="1">
              <a:gsLst>
                <a:gs pos="0">
                  <a:srgbClr val="FFA38B"/>
                </a:gs>
                <a:gs pos="100000">
                  <a:schemeClr val="accent2"/>
                </a:gs>
              </a:gsLst>
              <a:lin ang="27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200" normalizeH="0" baseline="0" noProof="0">
                <a:ln>
                  <a:solidFill>
                    <a:srgbClr val="091F2C"/>
                  </a:solidFill>
                </a:ln>
                <a:solidFill>
                  <a:srgbClr val="091F2C"/>
                </a:solidFill>
                <a:effectLst/>
                <a:uLnTx/>
                <a:uFillTx/>
                <a:latin typeface="Segoe Sans Display Light" pitchFamily="2" charset="0"/>
                <a:ea typeface="+mn-ea"/>
                <a:cs typeface="Segoe Sans Display Light" pitchFamily="2" charset="0"/>
              </a:rPr>
              <a:t>01</a:t>
            </a:r>
          </a:p>
        </p:txBody>
      </p:sp>
      <p:sp>
        <p:nvSpPr>
          <p:cNvPr id="9" name="Oval 8">
            <a:extLst>
              <a:ext uri="{FF2B5EF4-FFF2-40B4-BE49-F238E27FC236}">
                <a16:creationId xmlns:a16="http://schemas.microsoft.com/office/drawing/2014/main" id="{7964B820-FB02-7436-ACCA-FCD8300192B3}"/>
              </a:ext>
              <a:ext uri="{C183D7F6-B498-43B3-948B-1728B52AA6E4}">
                <adec:decorative xmlns:adec="http://schemas.microsoft.com/office/drawing/2017/decorative" val="1"/>
              </a:ext>
            </a:extLst>
          </p:cNvPr>
          <p:cNvSpPr/>
          <p:nvPr/>
        </p:nvSpPr>
        <p:spPr bwMode="auto">
          <a:xfrm>
            <a:off x="654758" y="3978239"/>
            <a:ext cx="411480" cy="411480"/>
          </a:xfrm>
          <a:prstGeom prst="ellipse">
            <a:avLst/>
          </a:prstGeom>
          <a:solidFill>
            <a:schemeClr val="bg1"/>
          </a:solidFill>
          <a:ln w="9525">
            <a:gradFill flip="none" rotWithShape="1">
              <a:gsLst>
                <a:gs pos="0">
                  <a:srgbClr val="FFA38B"/>
                </a:gs>
                <a:gs pos="100000">
                  <a:schemeClr val="accent2"/>
                </a:gs>
              </a:gsLst>
              <a:lin ang="27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200" normalizeH="0" baseline="0" noProof="0">
                <a:ln>
                  <a:solidFill>
                    <a:srgbClr val="091F2C"/>
                  </a:solidFill>
                </a:ln>
                <a:solidFill>
                  <a:srgbClr val="091F2C"/>
                </a:solidFill>
                <a:effectLst/>
                <a:uLnTx/>
                <a:uFillTx/>
                <a:latin typeface="Segoe Sans Display Light" pitchFamily="2" charset="0"/>
                <a:ea typeface="+mn-ea"/>
                <a:cs typeface="Segoe Sans Display Light" pitchFamily="2" charset="0"/>
              </a:rPr>
              <a:t>03</a:t>
            </a:r>
          </a:p>
        </p:txBody>
      </p:sp>
      <p:pic>
        <p:nvPicPr>
          <p:cNvPr id="12" name="!!Pic2">
            <a:extLst>
              <a:ext uri="{FF2B5EF4-FFF2-40B4-BE49-F238E27FC236}">
                <a16:creationId xmlns:a16="http://schemas.microsoft.com/office/drawing/2014/main" id="{69DC9542-E669-476F-CC64-295539F62F7D}"/>
              </a:ext>
              <a:ext uri="{C183D7F6-B498-43B3-948B-1728B52AA6E4}">
                <adec:decorative xmlns:adec="http://schemas.microsoft.com/office/drawing/2017/decorative" val="1"/>
              </a:ext>
            </a:extLst>
          </p:cNvPr>
          <p:cNvPicPr preferRelativeResize="0">
            <a:picLocks noChangeAspect="1"/>
          </p:cNvPicPr>
          <p:nvPr/>
        </p:nvPicPr>
        <p:blipFill>
          <a:blip r:embed="rId4"/>
          <a:srcRect l="7977" t="16345" r="8368"/>
          <a:stretch/>
        </p:blipFill>
        <p:spPr>
          <a:xfrm>
            <a:off x="654758" y="405900"/>
            <a:ext cx="816579" cy="816576"/>
          </a:xfrm>
          <a:prstGeom prst="roundRect">
            <a:avLst>
              <a:gd name="adj" fmla="val 50000"/>
            </a:avLst>
          </a:prstGeom>
        </p:spPr>
      </p:pic>
    </p:spTree>
    <p:extLst>
      <p:ext uri="{BB962C8B-B14F-4D97-AF65-F5344CB8AC3E}">
        <p14:creationId xmlns:p14="http://schemas.microsoft.com/office/powerpoint/2010/main" val="1640211872"/>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B536C-D961-A2B1-506B-48C493EC8B7A}"/>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DF1A8D0-941B-7B78-7C6B-1DAE99A3BEAE}"/>
              </a:ext>
              <a:ext uri="{C183D7F6-B498-43B3-948B-1728B52AA6E4}">
                <adec:decorative xmlns:adec="http://schemas.microsoft.com/office/drawing/2017/decorative" val="1"/>
              </a:ext>
            </a:extLst>
          </p:cNvPr>
          <p:cNvSpPr/>
          <p:nvPr/>
        </p:nvSpPr>
        <p:spPr bwMode="auto">
          <a:xfrm>
            <a:off x="304798" y="1441172"/>
            <a:ext cx="6996753" cy="5123139"/>
          </a:xfrm>
          <a:prstGeom prst="roundRect">
            <a:avLst>
              <a:gd name="adj" fmla="val 2447"/>
            </a:avLst>
          </a:prstGeom>
          <a:gradFill flip="none" rotWithShape="1">
            <a:gsLst>
              <a:gs pos="0">
                <a:schemeClr val="bg1"/>
              </a:gs>
              <a:gs pos="100000">
                <a:schemeClr val="bg1">
                  <a:alpha val="0"/>
                </a:schemeClr>
              </a:gs>
            </a:gsLst>
            <a:lin ang="54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15" name="Rectangle: Rounded Corners 14">
            <a:extLst>
              <a:ext uri="{FF2B5EF4-FFF2-40B4-BE49-F238E27FC236}">
                <a16:creationId xmlns:a16="http://schemas.microsoft.com/office/drawing/2014/main" id="{1D4791FD-22F3-270A-B0D3-E65B52430C66}"/>
              </a:ext>
              <a:ext uri="{C183D7F6-B498-43B3-948B-1728B52AA6E4}">
                <adec:decorative xmlns:adec="http://schemas.microsoft.com/office/drawing/2017/decorative" val="1"/>
              </a:ext>
            </a:extLst>
          </p:cNvPr>
          <p:cNvSpPr/>
          <p:nvPr/>
        </p:nvSpPr>
        <p:spPr bwMode="auto">
          <a:xfrm>
            <a:off x="304798" y="293688"/>
            <a:ext cx="6996753" cy="1041001"/>
          </a:xfrm>
          <a:prstGeom prst="roundRect">
            <a:avLst>
              <a:gd name="adj" fmla="val 9999"/>
            </a:avLst>
          </a:prstGeom>
          <a:gradFill flip="none" rotWithShape="1">
            <a:gsLst>
              <a:gs pos="0">
                <a:schemeClr val="bg1"/>
              </a:gs>
              <a:gs pos="100000">
                <a:schemeClr val="bg1"/>
              </a:gs>
            </a:gsLst>
            <a:lin ang="54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16" name="Title 15">
            <a:extLst>
              <a:ext uri="{FF2B5EF4-FFF2-40B4-BE49-F238E27FC236}">
                <a16:creationId xmlns:a16="http://schemas.microsoft.com/office/drawing/2014/main" id="{6FBB01DB-FC1C-FE70-F9AE-92359A28B02F}"/>
              </a:ext>
              <a:ext uri="{C183D7F6-B498-43B3-948B-1728B52AA6E4}">
                <adec:decorative xmlns:adec="http://schemas.microsoft.com/office/drawing/2017/decorative" val="1"/>
              </a:ext>
            </a:extLst>
          </p:cNvPr>
          <p:cNvSpPr>
            <a:spLocks noGrp="1"/>
          </p:cNvSpPr>
          <p:nvPr>
            <p:ph type="title"/>
          </p:nvPr>
        </p:nvSpPr>
        <p:spPr/>
        <p:txBody>
          <a:bodyPr/>
          <a:lstStyle/>
          <a:p>
            <a:r>
              <a:rPr lang="en-US" sz="2000">
                <a:latin typeface="+mj-lt"/>
              </a:rPr>
              <a:t>Agent use cases—Sales</a:t>
            </a:r>
          </a:p>
        </p:txBody>
      </p:sp>
      <p:pic>
        <p:nvPicPr>
          <p:cNvPr id="18" name="Picture 17">
            <a:extLst>
              <a:ext uri="{FF2B5EF4-FFF2-40B4-BE49-F238E27FC236}">
                <a16:creationId xmlns:a16="http://schemas.microsoft.com/office/drawing/2014/main" id="{650C65BF-4062-7BFF-A980-EB71C4370AB3}"/>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a:ext>
            </a:extLst>
          </a:blip>
          <a:srcRect l="39693" t="1" b="39692"/>
          <a:stretch/>
        </p:blipFill>
        <p:spPr>
          <a:xfrm rot="16200000">
            <a:off x="-124104" y="773050"/>
            <a:ext cx="869316" cy="82276"/>
          </a:xfrm>
          <a:prstGeom prst="roundRect">
            <a:avLst>
              <a:gd name="adj" fmla="val 50000"/>
            </a:avLst>
          </a:prstGeom>
        </p:spPr>
      </p:pic>
      <p:sp>
        <p:nvSpPr>
          <p:cNvPr id="2" name="Rectangle: Rounded Corners 1">
            <a:extLst>
              <a:ext uri="{FF2B5EF4-FFF2-40B4-BE49-F238E27FC236}">
                <a16:creationId xmlns:a16="http://schemas.microsoft.com/office/drawing/2014/main" id="{2F1F9C3D-18CC-DDE2-30FC-D62A29CE6A7E}"/>
              </a:ext>
              <a:ext uri="{C183D7F6-B498-43B3-948B-1728B52AA6E4}">
                <adec:decorative xmlns:adec="http://schemas.microsoft.com/office/drawing/2017/decorative" val="1"/>
              </a:ext>
            </a:extLst>
          </p:cNvPr>
          <p:cNvSpPr/>
          <p:nvPr/>
        </p:nvSpPr>
        <p:spPr bwMode="auto">
          <a:xfrm>
            <a:off x="7410734" y="293689"/>
            <a:ext cx="4476465" cy="6270624"/>
          </a:xfrm>
          <a:prstGeom prst="roundRect">
            <a:avLst>
              <a:gd name="adj" fmla="val 2329"/>
            </a:avLst>
          </a:prstGeom>
          <a:gradFill flip="none" rotWithShape="1">
            <a:gsLst>
              <a:gs pos="61000">
                <a:schemeClr val="bg1"/>
              </a:gs>
              <a:gs pos="100000">
                <a:schemeClr val="bg1">
                  <a:alpha val="0"/>
                </a:schemeClr>
              </a:gs>
            </a:gsLst>
            <a:lin ang="81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5" name="TextBox 4">
            <a:extLst>
              <a:ext uri="{FF2B5EF4-FFF2-40B4-BE49-F238E27FC236}">
                <a16:creationId xmlns:a16="http://schemas.microsoft.com/office/drawing/2014/main" id="{EE25A815-8ED5-4E9F-1119-6DA3C005E15B}"/>
              </a:ext>
            </a:extLst>
          </p:cNvPr>
          <p:cNvSpPr txBox="1"/>
          <p:nvPr/>
        </p:nvSpPr>
        <p:spPr>
          <a:xfrm>
            <a:off x="1705969" y="660011"/>
            <a:ext cx="4805493" cy="308354"/>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1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91F2C"/>
                </a:solidFill>
                <a:effectLst/>
                <a:uLnTx/>
                <a:uFillTx/>
                <a:latin typeface="Segoe Sans Display Semibold"/>
                <a:ea typeface="+mn-ea"/>
                <a:cs typeface="+mn-cs"/>
              </a:rPr>
              <a:t>Agent use cases—Sales</a:t>
            </a:r>
          </a:p>
        </p:txBody>
      </p:sp>
      <p:sp>
        <p:nvSpPr>
          <p:cNvPr id="7" name="TextBox 6">
            <a:extLst>
              <a:ext uri="{FF2B5EF4-FFF2-40B4-BE49-F238E27FC236}">
                <a16:creationId xmlns:a16="http://schemas.microsoft.com/office/drawing/2014/main" id="{40F9FE5B-EC5E-9D99-5D50-D6F6FD0835AE}"/>
              </a:ext>
            </a:extLst>
          </p:cNvPr>
          <p:cNvSpPr txBox="1"/>
          <p:nvPr/>
        </p:nvSpPr>
        <p:spPr>
          <a:xfrm>
            <a:off x="654758" y="1593085"/>
            <a:ext cx="5910411" cy="308354"/>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2000" b="0" i="0" u="none" strike="noStrike" kern="1200" cap="none" spc="0" normalizeH="0" baseline="0" noProof="0">
                <a:ln>
                  <a:noFill/>
                </a:ln>
                <a:gradFill flip="none" rotWithShape="1">
                  <a:gsLst>
                    <a:gs pos="0">
                      <a:srgbClr val="FF5C39"/>
                    </a:gs>
                    <a:gs pos="35000">
                      <a:srgbClr val="C03BC4"/>
                    </a:gs>
                    <a:gs pos="100000">
                      <a:srgbClr val="0078D4"/>
                    </a:gs>
                  </a:gsLst>
                  <a:path path="circle">
                    <a:fillToRect r="100000" b="100000"/>
                  </a:path>
                  <a:tileRect l="-100000" t="-100000"/>
                </a:gradFill>
                <a:effectLst/>
                <a:uLnTx/>
                <a:uFillTx/>
                <a:latin typeface="Segoe Sans Display Semibold"/>
                <a:ea typeface="+mn-ea"/>
                <a:cs typeface="+mn-cs"/>
              </a:rPr>
              <a:t>Business benefits</a:t>
            </a:r>
          </a:p>
        </p:txBody>
      </p:sp>
      <p:graphicFrame>
        <p:nvGraphicFramePr>
          <p:cNvPr id="4" name="Table 3">
            <a:extLst>
              <a:ext uri="{FF2B5EF4-FFF2-40B4-BE49-F238E27FC236}">
                <a16:creationId xmlns:a16="http://schemas.microsoft.com/office/drawing/2014/main" id="{D251E4DF-88D4-703D-516A-E1E0AD2DD2BC}"/>
              </a:ext>
            </a:extLst>
          </p:cNvPr>
          <p:cNvGraphicFramePr>
            <a:graphicFrameLocks noGrp="1"/>
          </p:cNvGraphicFramePr>
          <p:nvPr/>
        </p:nvGraphicFramePr>
        <p:xfrm>
          <a:off x="654759" y="1933033"/>
          <a:ext cx="6298776" cy="3439796"/>
        </p:xfrm>
        <a:graphic>
          <a:graphicData uri="http://schemas.openxmlformats.org/drawingml/2006/table">
            <a:tbl>
              <a:tblPr firstRow="1" bandRow="1">
                <a:tableStyleId>{5C22544A-7EE6-4342-B048-85BDC9FD1C3A}</a:tableStyleId>
              </a:tblPr>
              <a:tblGrid>
                <a:gridCol w="512709">
                  <a:extLst>
                    <a:ext uri="{9D8B030D-6E8A-4147-A177-3AD203B41FA5}">
                      <a16:colId xmlns:a16="http://schemas.microsoft.com/office/drawing/2014/main" val="3519508713"/>
                    </a:ext>
                  </a:extLst>
                </a:gridCol>
                <a:gridCol w="1493281">
                  <a:extLst>
                    <a:ext uri="{9D8B030D-6E8A-4147-A177-3AD203B41FA5}">
                      <a16:colId xmlns:a16="http://schemas.microsoft.com/office/drawing/2014/main" val="3539295186"/>
                    </a:ext>
                  </a:extLst>
                </a:gridCol>
                <a:gridCol w="4292786">
                  <a:extLst>
                    <a:ext uri="{9D8B030D-6E8A-4147-A177-3AD203B41FA5}">
                      <a16:colId xmlns:a16="http://schemas.microsoft.com/office/drawing/2014/main" val="2567683236"/>
                    </a:ext>
                  </a:extLst>
                </a:gridCol>
              </a:tblGrid>
              <a:tr h="1387114">
                <a:tc>
                  <a:txBody>
                    <a:bodyPr/>
                    <a:lstStyle/>
                    <a:p>
                      <a:pPr>
                        <a:lnSpc>
                          <a:spcPct val="110000"/>
                        </a:lnSpc>
                        <a:spcAft>
                          <a:spcPts val="400"/>
                        </a:spcAft>
                      </a:pPr>
                      <a:endParaRPr lang="en-US" sz="1000">
                        <a:solidFill>
                          <a:srgbClr val="091F2C"/>
                        </a:solidFill>
                      </a:endParaRPr>
                    </a:p>
                  </a:txBody>
                  <a:tcPr marT="137160" marB="182880">
                    <a:lnL w="12700" cmpd="sng">
                      <a:noFill/>
                    </a:lnL>
                    <a:lnR w="12700" cmpd="sng">
                      <a:noFill/>
                    </a:lnR>
                    <a:lnT w="12700" cmpd="sng">
                      <a:noFill/>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Sales Chat </a:t>
                      </a:r>
                    </a:p>
                  </a:txBody>
                  <a:tcPr marT="137160" marB="182880">
                    <a:lnL w="12700" cmpd="sng">
                      <a:noFill/>
                    </a:lnL>
                    <a:lnR w="12700" cmpd="sng">
                      <a:noFill/>
                    </a:lnR>
                    <a:lnT w="12700" cmpd="sng">
                      <a:noFill/>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mn-lt"/>
                          <a:ea typeface="+mn-ea"/>
                          <a:cs typeface="+mn-cs"/>
                        </a:rPr>
                        <a:t>Gives sellers actionable customer insights in seconds, bringing together all the scattered, hard-to-find data across their CRM, meetings, emails, and the web. All it takes is a simple, natural language prompt like “give me a list of open deals that are ripe for closing” or “what should I know about the key decision-makers on this account going into our meeting tomorrow?” </a:t>
                      </a:r>
                    </a:p>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mn-lt"/>
                          <a:ea typeface="+mn-ea"/>
                          <a:cs typeface="+mn-cs"/>
                        </a:rPr>
                        <a:t>Opportunity coaching – you can ask which products would you recommend for opportunity? And what sales enablement content? </a:t>
                      </a:r>
                    </a:p>
                  </a:txBody>
                  <a:tcPr marR="0" marT="137160" marB="182880">
                    <a:lnL w="12700" cmpd="sng">
                      <a:noFill/>
                    </a:lnL>
                    <a:lnR w="12700" cmpd="sng">
                      <a:noFill/>
                    </a:lnR>
                    <a:lnT w="12700" cmpd="sng">
                      <a:noFill/>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6729550"/>
                  </a:ext>
                </a:extLst>
              </a:tr>
              <a:tr h="1700586">
                <a:tc>
                  <a:txBody>
                    <a:bodyPr/>
                    <a:lstStyle/>
                    <a:p>
                      <a:pPr>
                        <a:lnSpc>
                          <a:spcPct val="110000"/>
                        </a:lnSpc>
                        <a:spcAft>
                          <a:spcPts val="400"/>
                        </a:spcAft>
                      </a:pPr>
                      <a:endParaRPr lang="en-US" sz="1000">
                        <a:solidFill>
                          <a:srgbClr val="091F2C"/>
                        </a:solidFill>
                      </a:endParaRPr>
                    </a:p>
                  </a:txBody>
                  <a:tcPr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Sales Agent</a:t>
                      </a:r>
                    </a:p>
                  </a:txBody>
                  <a:tcPr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mj-lt"/>
                          <a:ea typeface="+mn-ea"/>
                          <a:cs typeface="+mn-cs"/>
                        </a:rPr>
                        <a:t>Assistive: </a:t>
                      </a:r>
                      <a:r>
                        <a:rPr kumimoji="0" lang="en-US" sz="1000" b="0" i="0" u="none" strike="noStrike" kern="1200" cap="none" spc="0" normalizeH="0" baseline="0" noProof="0">
                          <a:ln>
                            <a:noFill/>
                          </a:ln>
                          <a:solidFill>
                            <a:srgbClr val="091F2C"/>
                          </a:solidFill>
                          <a:effectLst/>
                          <a:uLnTx/>
                          <a:uFillTx/>
                          <a:latin typeface="+mn-lt"/>
                          <a:ea typeface="+mn-ea"/>
                          <a:cs typeface="+mn-cs"/>
                        </a:rPr>
                        <a:t>Helps sellers qualify and prioritize leads by leveraging research from various data sources, including CRM and LinkedIn. It provides personalized outreach for prioritized leads and drafts emails for sellers. </a:t>
                      </a:r>
                    </a:p>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mj-lt"/>
                          <a:ea typeface="+mn-ea"/>
                          <a:cs typeface="+mn-cs"/>
                        </a:rPr>
                        <a:t>Autonomous: </a:t>
                      </a:r>
                      <a:r>
                        <a:rPr kumimoji="0" lang="en-US" sz="1000" b="0" i="0" u="none" strike="noStrike" kern="1200" cap="none" spc="0" normalizeH="0" baseline="0" noProof="0">
                          <a:ln>
                            <a:noFill/>
                          </a:ln>
                          <a:solidFill>
                            <a:srgbClr val="091F2C"/>
                          </a:solidFill>
                          <a:effectLst/>
                          <a:uLnTx/>
                          <a:uFillTx/>
                          <a:latin typeface="+mn-lt"/>
                          <a:ea typeface="+mn-ea"/>
                          <a:cs typeface="+mn-cs"/>
                        </a:rPr>
                        <a:t>Saves sellers hours of drudgery, working autonomously around the clock to build a qualified pipeline of leads. It creates enriched customer profiles with research from your CRM, the web, and other data sources, and integrates natively within Microsoft 365 apps like Teams and Outlook. And it crafts high-quality and personalized emails for </a:t>
                      </a:r>
                      <a:br>
                        <a:rPr kumimoji="0" lang="en-US" sz="1000" b="0" i="0" u="none" strike="noStrike" kern="1200" cap="none" spc="0" normalizeH="0" baseline="0" noProof="0">
                          <a:ln>
                            <a:noFill/>
                          </a:ln>
                          <a:solidFill>
                            <a:srgbClr val="091F2C"/>
                          </a:solidFill>
                          <a:effectLst/>
                          <a:uLnTx/>
                          <a:uFillTx/>
                          <a:latin typeface="+mn-lt"/>
                          <a:ea typeface="+mn-ea"/>
                          <a:cs typeface="+mn-cs"/>
                        </a:rPr>
                      </a:br>
                      <a:r>
                        <a:rPr kumimoji="0" lang="en-US" sz="1000" b="0" i="0" u="none" strike="noStrike" kern="1200" cap="none" spc="0" normalizeH="0" baseline="0" noProof="0">
                          <a:ln>
                            <a:noFill/>
                          </a:ln>
                          <a:solidFill>
                            <a:srgbClr val="091F2C"/>
                          </a:solidFill>
                          <a:effectLst/>
                          <a:uLnTx/>
                          <a:uFillTx/>
                          <a:latin typeface="+mn-lt"/>
                          <a:ea typeface="+mn-ea"/>
                          <a:cs typeface="+mn-cs"/>
                        </a:rPr>
                        <a:t>customer outreach. </a:t>
                      </a:r>
                    </a:p>
                  </a:txBody>
                  <a:tcPr marR="0"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123564"/>
                  </a:ext>
                </a:extLst>
              </a:tr>
            </a:tbl>
          </a:graphicData>
        </a:graphic>
      </p:graphicFrame>
      <p:sp>
        <p:nvSpPr>
          <p:cNvPr id="3" name="TextBox 2">
            <a:extLst>
              <a:ext uri="{FF2B5EF4-FFF2-40B4-BE49-F238E27FC236}">
                <a16:creationId xmlns:a16="http://schemas.microsoft.com/office/drawing/2014/main" id="{8CC957EB-C254-9386-7EBE-3F12D080DA56}"/>
              </a:ext>
            </a:extLst>
          </p:cNvPr>
          <p:cNvSpPr txBox="1"/>
          <p:nvPr/>
        </p:nvSpPr>
        <p:spPr>
          <a:xfrm>
            <a:off x="7758753" y="687781"/>
            <a:ext cx="3777802" cy="5486400"/>
          </a:xfrm>
          <a:prstGeom prst="rect">
            <a:avLst/>
          </a:prstGeom>
          <a:noFill/>
        </p:spPr>
        <p:txBody>
          <a:bodyPr wrap="square" lIns="0" tIns="0" rIns="0" bIns="0" rtlCol="0">
            <a:noAutofit/>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2000" b="0" i="0" u="none" strike="noStrike" kern="1200" cap="none" spc="0" normalizeH="0" baseline="0" noProof="0">
                <a:ln>
                  <a:noFill/>
                </a:ln>
                <a:gradFill flip="none" rotWithShape="1">
                  <a:gsLst>
                    <a:gs pos="0">
                      <a:srgbClr val="FF5C39"/>
                    </a:gs>
                    <a:gs pos="35000">
                      <a:srgbClr val="C03BC4"/>
                    </a:gs>
                    <a:gs pos="100000">
                      <a:srgbClr val="0078D4"/>
                    </a:gs>
                  </a:gsLst>
                  <a:path path="circle">
                    <a:fillToRect r="100000" b="100000"/>
                  </a:path>
                  <a:tileRect l="-100000" t="-100000"/>
                </a:gradFill>
                <a:effectLst/>
                <a:uLnTx/>
                <a:uFillTx/>
                <a:latin typeface="Segoe Sans Display Semibold"/>
                <a:ea typeface="+mn-ea"/>
                <a:cs typeface="+mn-cs"/>
              </a:rPr>
              <a:t>Prioritization</a:t>
            </a:r>
          </a:p>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The top priorities of focus:</a:t>
            </a:r>
          </a:p>
          <a:p>
            <a:pPr marL="0" marR="0" lvl="0" indent="0" algn="l" defTabSz="914367" rtl="0" eaLnBrk="1" fontAlgn="auto" latinLnBrk="0" hangingPunct="1">
              <a:lnSpc>
                <a:spcPct val="110000"/>
              </a:lnSpc>
              <a:spcBef>
                <a:spcPts val="0"/>
              </a:spcBef>
              <a:spcAft>
                <a:spcPts val="400"/>
              </a:spcAft>
              <a:buClrTx/>
              <a:buSzTx/>
              <a:buFontTx/>
              <a:buNone/>
              <a:tabLst/>
              <a:defRPr/>
            </a:pPr>
            <a:endParaRPr kumimoji="0" lang="en-US" sz="1000" b="0" i="0" u="none" strike="noStrike" kern="1200" cap="none" spc="0" normalizeH="0" baseline="0" noProof="0">
              <a:ln>
                <a:noFill/>
              </a:ln>
              <a:solidFill>
                <a:srgbClr val="091F2C"/>
              </a:solidFill>
              <a:effectLst/>
              <a:uLnTx/>
              <a:uFillTx/>
              <a:latin typeface="Segoe Sans Display"/>
              <a:ea typeface="+mn-ea"/>
              <a:cs typeface="+mn-cs"/>
            </a:endParaRP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We applied the "Jobs to be Done" framework to assess business workflows by conducting multiple seller sessions. This helped us identify repetitive manual tasks that sellers handle daily, which reduces their customer engagement time.</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091F2C"/>
              </a:solidFill>
              <a:effectLst/>
              <a:uLnTx/>
              <a:uFillTx/>
              <a:latin typeface="Segoe Sans Display"/>
              <a:ea typeface="+mn-ea"/>
              <a:cs typeface="+mn-cs"/>
            </a:endParaRPr>
          </a:p>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2000" b="0" i="0" u="none" strike="noStrike" kern="1200" cap="none" spc="0" normalizeH="0" baseline="0" noProof="0">
                <a:ln>
                  <a:noFill/>
                </a:ln>
                <a:gradFill flip="none" rotWithShape="1">
                  <a:gsLst>
                    <a:gs pos="0">
                      <a:srgbClr val="FF5C39"/>
                    </a:gs>
                    <a:gs pos="35000">
                      <a:srgbClr val="C03BC4"/>
                    </a:gs>
                    <a:gs pos="100000">
                      <a:srgbClr val="0078D4"/>
                    </a:gs>
                  </a:gsLst>
                  <a:path path="circle">
                    <a:fillToRect r="100000" b="100000"/>
                  </a:path>
                  <a:tileRect l="-100000" t="-100000"/>
                </a:gradFill>
                <a:effectLst/>
                <a:uLnTx/>
                <a:uFillTx/>
                <a:latin typeface="Segoe Sans Display Semibold"/>
                <a:ea typeface="+mn-ea"/>
                <a:cs typeface="+mn-cs"/>
              </a:rPr>
              <a:t>Early key learnings</a:t>
            </a:r>
          </a:p>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Our initial key learnings include:</a:t>
            </a:r>
            <a:b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br>
            <a:endParaRPr kumimoji="0" lang="en-US" sz="1000" b="0" i="0" u="none" strike="noStrike" kern="1200" cap="none" spc="0" normalizeH="0" baseline="0" noProof="0">
              <a:ln>
                <a:noFill/>
              </a:ln>
              <a:solidFill>
                <a:srgbClr val="091F2C"/>
              </a:solidFill>
              <a:effectLst/>
              <a:uLnTx/>
              <a:uFillTx/>
              <a:latin typeface="Segoe Sans Display Semibold"/>
              <a:ea typeface="+mn-ea"/>
              <a:cs typeface="+mn-cs"/>
            </a:endParaRP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Sellers tend to favor conversational terminology, such as using Biz Apps instead of Business Applications, and they prefer to communicate in a manner akin to discussions with peers, without needing to remember details like opportunity IDs.​</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It is essential to consistently gather direct feedback from sellers to improve functionality and generate ideas for new features.​</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Designate champions within teams to facilitate process initiation and recommend key features that can have a significant impact.​</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Begin with phased rollouts, conducting tests with a smaller group before expanding the implementation.</a:t>
            </a:r>
          </a:p>
        </p:txBody>
      </p:sp>
      <p:sp>
        <p:nvSpPr>
          <p:cNvPr id="21" name="Oval 20">
            <a:extLst>
              <a:ext uri="{FF2B5EF4-FFF2-40B4-BE49-F238E27FC236}">
                <a16:creationId xmlns:a16="http://schemas.microsoft.com/office/drawing/2014/main" id="{8E42823E-0035-FF18-0A92-15F6E230C664}"/>
              </a:ext>
              <a:ext uri="{C183D7F6-B498-43B3-948B-1728B52AA6E4}">
                <adec:decorative xmlns:adec="http://schemas.microsoft.com/office/drawing/2017/decorative" val="1"/>
              </a:ext>
            </a:extLst>
          </p:cNvPr>
          <p:cNvSpPr/>
          <p:nvPr/>
        </p:nvSpPr>
        <p:spPr bwMode="auto">
          <a:xfrm>
            <a:off x="654758" y="4219776"/>
            <a:ext cx="411480" cy="411480"/>
          </a:xfrm>
          <a:prstGeom prst="ellipse">
            <a:avLst/>
          </a:prstGeom>
          <a:solidFill>
            <a:schemeClr val="bg1"/>
          </a:solidFill>
          <a:ln w="9525">
            <a:gradFill flip="none" rotWithShape="1">
              <a:gsLst>
                <a:gs pos="0">
                  <a:srgbClr val="FFA38B"/>
                </a:gs>
                <a:gs pos="100000">
                  <a:schemeClr val="accent2"/>
                </a:gs>
              </a:gsLst>
              <a:lin ang="27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200" normalizeH="0" baseline="0" noProof="0">
                <a:ln>
                  <a:solidFill>
                    <a:srgbClr val="091F2C"/>
                  </a:solidFill>
                </a:ln>
                <a:solidFill>
                  <a:srgbClr val="091F2C"/>
                </a:solidFill>
                <a:effectLst/>
                <a:uLnTx/>
                <a:uFillTx/>
                <a:latin typeface="Segoe Sans Display Light" pitchFamily="2" charset="0"/>
                <a:ea typeface="+mn-ea"/>
                <a:cs typeface="Segoe Sans Display Light" pitchFamily="2" charset="0"/>
              </a:rPr>
              <a:t>02</a:t>
            </a:r>
          </a:p>
        </p:txBody>
      </p:sp>
      <p:sp>
        <p:nvSpPr>
          <p:cNvPr id="8" name="Oval 7">
            <a:extLst>
              <a:ext uri="{FF2B5EF4-FFF2-40B4-BE49-F238E27FC236}">
                <a16:creationId xmlns:a16="http://schemas.microsoft.com/office/drawing/2014/main" id="{DADCADFC-0E1C-3DB0-8E70-889A33346213}"/>
              </a:ext>
              <a:ext uri="{C183D7F6-B498-43B3-948B-1728B52AA6E4}">
                <adec:decorative xmlns:adec="http://schemas.microsoft.com/office/drawing/2017/decorative" val="1"/>
              </a:ext>
            </a:extLst>
          </p:cNvPr>
          <p:cNvSpPr/>
          <p:nvPr/>
        </p:nvSpPr>
        <p:spPr bwMode="auto">
          <a:xfrm>
            <a:off x="654758" y="2029472"/>
            <a:ext cx="411480" cy="411480"/>
          </a:xfrm>
          <a:prstGeom prst="ellipse">
            <a:avLst/>
          </a:prstGeom>
          <a:solidFill>
            <a:schemeClr val="bg1"/>
          </a:solidFill>
          <a:ln w="9525">
            <a:gradFill flip="none" rotWithShape="1">
              <a:gsLst>
                <a:gs pos="0">
                  <a:srgbClr val="FFA38B"/>
                </a:gs>
                <a:gs pos="100000">
                  <a:schemeClr val="accent2"/>
                </a:gs>
              </a:gsLst>
              <a:lin ang="27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200" normalizeH="0" baseline="0" noProof="0">
                <a:ln>
                  <a:solidFill>
                    <a:srgbClr val="091F2C"/>
                  </a:solidFill>
                </a:ln>
                <a:solidFill>
                  <a:srgbClr val="091F2C"/>
                </a:solidFill>
                <a:effectLst/>
                <a:uLnTx/>
                <a:uFillTx/>
                <a:latin typeface="Segoe Sans Display Light" pitchFamily="2" charset="0"/>
                <a:ea typeface="+mn-ea"/>
                <a:cs typeface="Segoe Sans Display Light" pitchFamily="2" charset="0"/>
              </a:rPr>
              <a:t>01</a:t>
            </a:r>
          </a:p>
        </p:txBody>
      </p:sp>
      <p:pic>
        <p:nvPicPr>
          <p:cNvPr id="12" name="!!Pic2">
            <a:extLst>
              <a:ext uri="{FF2B5EF4-FFF2-40B4-BE49-F238E27FC236}">
                <a16:creationId xmlns:a16="http://schemas.microsoft.com/office/drawing/2014/main" id="{159547D1-9E69-ADE6-51CE-BF0A7918C5ED}"/>
              </a:ext>
              <a:ext uri="{C183D7F6-B498-43B3-948B-1728B52AA6E4}">
                <adec:decorative xmlns:adec="http://schemas.microsoft.com/office/drawing/2017/decorative" val="1"/>
              </a:ext>
            </a:extLst>
          </p:cNvPr>
          <p:cNvPicPr preferRelativeResize="0">
            <a:picLocks noChangeAspect="1"/>
          </p:cNvPicPr>
          <p:nvPr/>
        </p:nvPicPr>
        <p:blipFill>
          <a:blip r:embed="rId4" cstate="print">
            <a:extLst>
              <a:ext uri="{28A0092B-C50C-407E-A947-70E740481C1C}">
                <a14:useLocalDpi xmlns:a14="http://schemas.microsoft.com/office/drawing/2010/main"/>
              </a:ext>
            </a:extLst>
          </a:blip>
          <a:srcRect/>
          <a:stretch/>
        </p:blipFill>
        <p:spPr>
          <a:xfrm>
            <a:off x="654758" y="405900"/>
            <a:ext cx="816579" cy="816576"/>
          </a:xfrm>
          <a:prstGeom prst="roundRect">
            <a:avLst>
              <a:gd name="adj" fmla="val 50000"/>
            </a:avLst>
          </a:prstGeom>
        </p:spPr>
      </p:pic>
    </p:spTree>
    <p:extLst>
      <p:ext uri="{BB962C8B-B14F-4D97-AF65-F5344CB8AC3E}">
        <p14:creationId xmlns:p14="http://schemas.microsoft.com/office/powerpoint/2010/main" val="4148699119"/>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8B982-7D01-E245-3216-8EDAD5E48C7F}"/>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67F7D832-42A4-AB17-28C0-C4BFE426428A}"/>
              </a:ext>
              <a:ext uri="{C183D7F6-B498-43B3-948B-1728B52AA6E4}">
                <adec:decorative xmlns:adec="http://schemas.microsoft.com/office/drawing/2017/decorative" val="1"/>
              </a:ext>
            </a:extLst>
          </p:cNvPr>
          <p:cNvSpPr/>
          <p:nvPr/>
        </p:nvSpPr>
        <p:spPr bwMode="auto">
          <a:xfrm>
            <a:off x="304798" y="1441172"/>
            <a:ext cx="6996753" cy="5123139"/>
          </a:xfrm>
          <a:prstGeom prst="roundRect">
            <a:avLst>
              <a:gd name="adj" fmla="val 2447"/>
            </a:avLst>
          </a:prstGeom>
          <a:gradFill flip="none" rotWithShape="1">
            <a:gsLst>
              <a:gs pos="0">
                <a:schemeClr val="bg1"/>
              </a:gs>
              <a:gs pos="100000">
                <a:schemeClr val="bg1">
                  <a:alpha val="0"/>
                </a:schemeClr>
              </a:gs>
            </a:gsLst>
            <a:lin ang="54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15" name="Rectangle: Rounded Corners 14">
            <a:extLst>
              <a:ext uri="{FF2B5EF4-FFF2-40B4-BE49-F238E27FC236}">
                <a16:creationId xmlns:a16="http://schemas.microsoft.com/office/drawing/2014/main" id="{BB031E96-5D8C-E136-CC60-A9F6A48CFE89}"/>
              </a:ext>
              <a:ext uri="{C183D7F6-B498-43B3-948B-1728B52AA6E4}">
                <adec:decorative xmlns:adec="http://schemas.microsoft.com/office/drawing/2017/decorative" val="1"/>
              </a:ext>
            </a:extLst>
          </p:cNvPr>
          <p:cNvSpPr/>
          <p:nvPr/>
        </p:nvSpPr>
        <p:spPr bwMode="auto">
          <a:xfrm>
            <a:off x="304798" y="293688"/>
            <a:ext cx="6996753" cy="1041001"/>
          </a:xfrm>
          <a:prstGeom prst="roundRect">
            <a:avLst>
              <a:gd name="adj" fmla="val 9999"/>
            </a:avLst>
          </a:prstGeom>
          <a:gradFill flip="none" rotWithShape="1">
            <a:gsLst>
              <a:gs pos="0">
                <a:schemeClr val="bg1"/>
              </a:gs>
              <a:gs pos="100000">
                <a:schemeClr val="bg1"/>
              </a:gs>
            </a:gsLst>
            <a:lin ang="54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16" name="Title 15">
            <a:extLst>
              <a:ext uri="{FF2B5EF4-FFF2-40B4-BE49-F238E27FC236}">
                <a16:creationId xmlns:a16="http://schemas.microsoft.com/office/drawing/2014/main" id="{AFB6DA98-E490-6FCD-3DA7-9FB884FDCB95}"/>
              </a:ext>
              <a:ext uri="{C183D7F6-B498-43B3-948B-1728B52AA6E4}">
                <adec:decorative xmlns:adec="http://schemas.microsoft.com/office/drawing/2017/decorative" val="1"/>
              </a:ext>
            </a:extLst>
          </p:cNvPr>
          <p:cNvSpPr>
            <a:spLocks noGrp="1"/>
          </p:cNvSpPr>
          <p:nvPr>
            <p:ph type="title"/>
          </p:nvPr>
        </p:nvSpPr>
        <p:spPr/>
        <p:txBody>
          <a:bodyPr/>
          <a:lstStyle/>
          <a:p>
            <a:r>
              <a:rPr lang="en-US" sz="2000">
                <a:latin typeface="+mj-lt"/>
              </a:rPr>
              <a:t>Agent use cases—Supply Chain</a:t>
            </a:r>
          </a:p>
        </p:txBody>
      </p:sp>
      <p:pic>
        <p:nvPicPr>
          <p:cNvPr id="18" name="Picture 17">
            <a:extLst>
              <a:ext uri="{FF2B5EF4-FFF2-40B4-BE49-F238E27FC236}">
                <a16:creationId xmlns:a16="http://schemas.microsoft.com/office/drawing/2014/main" id="{25B50C19-C2FF-DCD0-E15B-18791640FEF6}"/>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a:ext>
            </a:extLst>
          </a:blip>
          <a:srcRect l="39693" t="1" b="39692"/>
          <a:stretch/>
        </p:blipFill>
        <p:spPr>
          <a:xfrm rot="16200000">
            <a:off x="-124104" y="773050"/>
            <a:ext cx="869316" cy="82276"/>
          </a:xfrm>
          <a:prstGeom prst="roundRect">
            <a:avLst>
              <a:gd name="adj" fmla="val 50000"/>
            </a:avLst>
          </a:prstGeom>
        </p:spPr>
      </p:pic>
      <p:sp>
        <p:nvSpPr>
          <p:cNvPr id="2" name="Rectangle: Rounded Corners 1">
            <a:extLst>
              <a:ext uri="{FF2B5EF4-FFF2-40B4-BE49-F238E27FC236}">
                <a16:creationId xmlns:a16="http://schemas.microsoft.com/office/drawing/2014/main" id="{534A028A-6E7E-3937-6F8E-8FB4CFFA37A2}"/>
              </a:ext>
              <a:ext uri="{C183D7F6-B498-43B3-948B-1728B52AA6E4}">
                <adec:decorative xmlns:adec="http://schemas.microsoft.com/office/drawing/2017/decorative" val="1"/>
              </a:ext>
            </a:extLst>
          </p:cNvPr>
          <p:cNvSpPr/>
          <p:nvPr/>
        </p:nvSpPr>
        <p:spPr bwMode="auto">
          <a:xfrm>
            <a:off x="7410734" y="293689"/>
            <a:ext cx="4476465" cy="6270624"/>
          </a:xfrm>
          <a:prstGeom prst="roundRect">
            <a:avLst>
              <a:gd name="adj" fmla="val 2329"/>
            </a:avLst>
          </a:prstGeom>
          <a:gradFill flip="none" rotWithShape="1">
            <a:gsLst>
              <a:gs pos="61000">
                <a:schemeClr val="bg1"/>
              </a:gs>
              <a:gs pos="100000">
                <a:schemeClr val="bg1">
                  <a:alpha val="0"/>
                </a:schemeClr>
              </a:gs>
            </a:gsLst>
            <a:lin ang="8100000" scaled="1"/>
            <a:tileRect/>
          </a:gradFill>
          <a:ln>
            <a:noFill/>
            <a:headEnd type="none" w="med" len="med"/>
            <a:tailEnd type="none" w="med" len="med"/>
          </a:ln>
          <a:effectLst>
            <a:outerShdw blurRad="2540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5" name="TextBox 4">
            <a:extLst>
              <a:ext uri="{FF2B5EF4-FFF2-40B4-BE49-F238E27FC236}">
                <a16:creationId xmlns:a16="http://schemas.microsoft.com/office/drawing/2014/main" id="{C78F4626-5EB2-F00F-4893-7E716D492B61}"/>
              </a:ext>
            </a:extLst>
          </p:cNvPr>
          <p:cNvSpPr txBox="1"/>
          <p:nvPr/>
        </p:nvSpPr>
        <p:spPr>
          <a:xfrm>
            <a:off x="1705969" y="660011"/>
            <a:ext cx="4805493" cy="308354"/>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1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91F2C"/>
                </a:solidFill>
                <a:effectLst/>
                <a:uLnTx/>
                <a:uFillTx/>
                <a:latin typeface="Segoe Sans Display Semibold"/>
                <a:ea typeface="+mn-ea"/>
                <a:cs typeface="+mn-cs"/>
              </a:rPr>
              <a:t>Agent use cases—Supply Chain</a:t>
            </a:r>
          </a:p>
        </p:txBody>
      </p:sp>
      <p:sp>
        <p:nvSpPr>
          <p:cNvPr id="7" name="TextBox 6">
            <a:extLst>
              <a:ext uri="{FF2B5EF4-FFF2-40B4-BE49-F238E27FC236}">
                <a16:creationId xmlns:a16="http://schemas.microsoft.com/office/drawing/2014/main" id="{C22A1316-09B5-FB76-F5FF-F227AE537750}"/>
              </a:ext>
            </a:extLst>
          </p:cNvPr>
          <p:cNvSpPr txBox="1"/>
          <p:nvPr/>
        </p:nvSpPr>
        <p:spPr>
          <a:xfrm>
            <a:off x="654758" y="1593085"/>
            <a:ext cx="5910411" cy="308354"/>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2000" b="0" i="0" u="none" strike="noStrike" kern="1200" cap="none" spc="0" normalizeH="0" baseline="0" noProof="0">
                <a:ln>
                  <a:noFill/>
                </a:ln>
                <a:gradFill flip="none" rotWithShape="1">
                  <a:gsLst>
                    <a:gs pos="0">
                      <a:srgbClr val="FF5C39"/>
                    </a:gs>
                    <a:gs pos="35000">
                      <a:srgbClr val="C03BC4"/>
                    </a:gs>
                    <a:gs pos="100000">
                      <a:srgbClr val="0078D4"/>
                    </a:gs>
                  </a:gsLst>
                  <a:path path="circle">
                    <a:fillToRect r="100000" b="100000"/>
                  </a:path>
                  <a:tileRect l="-100000" t="-100000"/>
                </a:gradFill>
                <a:effectLst/>
                <a:uLnTx/>
                <a:uFillTx/>
                <a:latin typeface="Segoe Sans Display Semibold"/>
                <a:ea typeface="+mn-ea"/>
                <a:cs typeface="+mn-cs"/>
              </a:rPr>
              <a:t>Business benefits</a:t>
            </a:r>
          </a:p>
        </p:txBody>
      </p:sp>
      <p:graphicFrame>
        <p:nvGraphicFramePr>
          <p:cNvPr id="4" name="Table 3">
            <a:extLst>
              <a:ext uri="{FF2B5EF4-FFF2-40B4-BE49-F238E27FC236}">
                <a16:creationId xmlns:a16="http://schemas.microsoft.com/office/drawing/2014/main" id="{239AB5BB-144C-A817-1CA5-419282CC1016}"/>
              </a:ext>
            </a:extLst>
          </p:cNvPr>
          <p:cNvGraphicFramePr>
            <a:graphicFrameLocks noGrp="1"/>
          </p:cNvGraphicFramePr>
          <p:nvPr/>
        </p:nvGraphicFramePr>
        <p:xfrm>
          <a:off x="654759" y="1933033"/>
          <a:ext cx="6298776" cy="3704592"/>
        </p:xfrm>
        <a:graphic>
          <a:graphicData uri="http://schemas.openxmlformats.org/drawingml/2006/table">
            <a:tbl>
              <a:tblPr firstRow="1" bandRow="1">
                <a:tableStyleId>{5C22544A-7EE6-4342-B048-85BDC9FD1C3A}</a:tableStyleId>
              </a:tblPr>
              <a:tblGrid>
                <a:gridCol w="512709">
                  <a:extLst>
                    <a:ext uri="{9D8B030D-6E8A-4147-A177-3AD203B41FA5}">
                      <a16:colId xmlns:a16="http://schemas.microsoft.com/office/drawing/2014/main" val="3519508713"/>
                    </a:ext>
                  </a:extLst>
                </a:gridCol>
                <a:gridCol w="1493281">
                  <a:extLst>
                    <a:ext uri="{9D8B030D-6E8A-4147-A177-3AD203B41FA5}">
                      <a16:colId xmlns:a16="http://schemas.microsoft.com/office/drawing/2014/main" val="3539295186"/>
                    </a:ext>
                  </a:extLst>
                </a:gridCol>
                <a:gridCol w="4292786">
                  <a:extLst>
                    <a:ext uri="{9D8B030D-6E8A-4147-A177-3AD203B41FA5}">
                      <a16:colId xmlns:a16="http://schemas.microsoft.com/office/drawing/2014/main" val="2567683236"/>
                    </a:ext>
                  </a:extLst>
                </a:gridCol>
              </a:tblGrid>
              <a:tr h="349963">
                <a:tc>
                  <a:txBody>
                    <a:bodyPr/>
                    <a:lstStyle/>
                    <a:p>
                      <a:pPr>
                        <a:lnSpc>
                          <a:spcPct val="110000"/>
                        </a:lnSpc>
                        <a:spcAft>
                          <a:spcPts val="400"/>
                        </a:spcAft>
                      </a:pPr>
                      <a:endParaRPr lang="en-US" sz="1000">
                        <a:solidFill>
                          <a:srgbClr val="091F2C"/>
                        </a:solidFill>
                      </a:endParaRPr>
                    </a:p>
                  </a:txBody>
                  <a:tcPr marT="137160" marB="182880">
                    <a:lnL w="12700" cmpd="sng">
                      <a:noFill/>
                    </a:lnL>
                    <a:lnR w="12700" cmpd="sng">
                      <a:noFill/>
                    </a:lnR>
                    <a:lnT w="12700" cmpd="sng">
                      <a:noFill/>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Supply Chain </a:t>
                      </a:r>
                      <a:b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b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Planning Agent</a:t>
                      </a:r>
                    </a:p>
                  </a:txBody>
                  <a:tcPr marT="137160" marB="182880">
                    <a:lnL w="12700" cmpd="sng">
                      <a:noFill/>
                    </a:lnL>
                    <a:lnR w="12700" cmpd="sng">
                      <a:noFill/>
                    </a:lnR>
                    <a:lnT w="12700" cmpd="sng">
                      <a:noFill/>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mn-lt"/>
                          <a:ea typeface="+mn-ea"/>
                          <a:cs typeface="+mn-cs"/>
                        </a:rPr>
                        <a:t>Visibility into power capabilities and space constraints at any one of our 300+ datacenters, along with power and space requirements of multiple versions and generations of our servers and GPUs. Provides fast insight into server rack and component supply based on inventory and manufacturing data as well as shipping capabilities, so planners can ensure the necessary resources to meet specific customer demands.</a:t>
                      </a:r>
                    </a:p>
                  </a:txBody>
                  <a:tcPr marR="0" marT="137160" marB="182880">
                    <a:lnL w="12700" cmpd="sng">
                      <a:noFill/>
                    </a:lnL>
                    <a:lnR w="12700" cmpd="sng">
                      <a:noFill/>
                    </a:lnR>
                    <a:lnT w="12700" cmpd="sng">
                      <a:noFill/>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6729550"/>
                  </a:ext>
                </a:extLst>
              </a:tr>
              <a:tr h="0">
                <a:tc>
                  <a:txBody>
                    <a:bodyPr/>
                    <a:lstStyle/>
                    <a:p>
                      <a:pPr>
                        <a:lnSpc>
                          <a:spcPct val="110000"/>
                        </a:lnSpc>
                        <a:spcAft>
                          <a:spcPts val="400"/>
                        </a:spcAft>
                      </a:pPr>
                      <a:endParaRPr lang="en-US" sz="1000">
                        <a:solidFill>
                          <a:srgbClr val="091F2C"/>
                        </a:solidFill>
                      </a:endParaRPr>
                    </a:p>
                  </a:txBody>
                  <a:tcPr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Product Design </a:t>
                      </a:r>
                      <a:b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b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Agent</a:t>
                      </a:r>
                    </a:p>
                  </a:txBody>
                  <a:tcPr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mn-lt"/>
                          <a:ea typeface="+mn-ea"/>
                          <a:cs typeface="+mn-cs"/>
                        </a:rPr>
                        <a:t>Gives hardware design engineers fast insight into components used in past designs to analyze reuse scenarios, spec and failure analysis, cost, lead time, and end-of-life.</a:t>
                      </a:r>
                    </a:p>
                  </a:txBody>
                  <a:tcPr marR="0"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123564"/>
                  </a:ext>
                </a:extLst>
              </a:tr>
              <a:tr h="0">
                <a:tc>
                  <a:txBody>
                    <a:bodyPr/>
                    <a:lstStyle/>
                    <a:p>
                      <a:pPr>
                        <a:lnSpc>
                          <a:spcPct val="110000"/>
                        </a:lnSpc>
                        <a:spcAft>
                          <a:spcPts val="400"/>
                        </a:spcAft>
                      </a:pPr>
                      <a:endParaRPr lang="en-US" sz="1000">
                        <a:solidFill>
                          <a:srgbClr val="091F2C"/>
                        </a:solidFill>
                      </a:endParaRPr>
                    </a:p>
                  </a:txBody>
                  <a:tcPr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Sourcing Agent</a:t>
                      </a:r>
                    </a:p>
                  </a:txBody>
                  <a:tcPr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mn-lt"/>
                          <a:ea typeface="+mn-ea"/>
                          <a:cs typeface="+mn-cs"/>
                        </a:rPr>
                        <a:t>Provides nuanced insights around suppler delivery performance in less than 5 minutes (instead of 1 hour for data extraction/analysis).</a:t>
                      </a:r>
                    </a:p>
                  </a:txBody>
                  <a:tcPr marR="0"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805424"/>
                  </a:ext>
                </a:extLst>
              </a:tr>
              <a:tr h="0">
                <a:tc>
                  <a:txBody>
                    <a:bodyPr/>
                    <a:lstStyle/>
                    <a:p>
                      <a:pPr>
                        <a:lnSpc>
                          <a:spcPct val="110000"/>
                        </a:lnSpc>
                        <a:spcAft>
                          <a:spcPts val="400"/>
                        </a:spcAft>
                      </a:pPr>
                      <a:endParaRPr lang="en-US" sz="1000">
                        <a:solidFill>
                          <a:srgbClr val="091F2C"/>
                        </a:solidFill>
                      </a:endParaRPr>
                    </a:p>
                  </a:txBody>
                  <a:tcPr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Logistics Agent</a:t>
                      </a:r>
                    </a:p>
                  </a:txBody>
                  <a:tcPr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mn-lt"/>
                          <a:ea typeface="+mn-ea"/>
                          <a:cs typeface="+mn-cs"/>
                        </a:rPr>
                        <a:t>Significantly reduces manual work by automating approval and routing of invoices and transport spot quotes, and speeds urgent needs like intercepting fraudulent packages, tracing lost packages.</a:t>
                      </a:r>
                    </a:p>
                  </a:txBody>
                  <a:tcPr marR="0" marT="182880" marB="182880" anchor="ctr">
                    <a:lnL w="12700" cmpd="sng">
                      <a:noFill/>
                    </a:lnL>
                    <a:lnR w="12700" cmpd="sng">
                      <a:noFill/>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361200"/>
                  </a:ext>
                </a:extLst>
              </a:tr>
            </a:tbl>
          </a:graphicData>
        </a:graphic>
      </p:graphicFrame>
      <p:sp>
        <p:nvSpPr>
          <p:cNvPr id="3" name="TextBox 2">
            <a:extLst>
              <a:ext uri="{FF2B5EF4-FFF2-40B4-BE49-F238E27FC236}">
                <a16:creationId xmlns:a16="http://schemas.microsoft.com/office/drawing/2014/main" id="{1C36AE97-D346-C6E5-867C-A1EF4535DF12}"/>
              </a:ext>
            </a:extLst>
          </p:cNvPr>
          <p:cNvSpPr txBox="1"/>
          <p:nvPr/>
        </p:nvSpPr>
        <p:spPr>
          <a:xfrm>
            <a:off x="7758753" y="687781"/>
            <a:ext cx="3777802" cy="5486400"/>
          </a:xfrm>
          <a:prstGeom prst="rect">
            <a:avLst/>
          </a:prstGeom>
          <a:noFill/>
        </p:spPr>
        <p:txBody>
          <a:bodyPr wrap="square" lIns="0" tIns="0" rIns="0" bIns="0" rtlCol="0">
            <a:noAutofit/>
          </a:bodyPr>
          <a:lstStyle/>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2000" b="0" i="0" u="none" strike="noStrike" kern="1200" cap="none" spc="0" normalizeH="0" baseline="0" noProof="0">
                <a:ln>
                  <a:noFill/>
                </a:ln>
                <a:gradFill flip="none" rotWithShape="1">
                  <a:gsLst>
                    <a:gs pos="0">
                      <a:srgbClr val="FF5C39"/>
                    </a:gs>
                    <a:gs pos="35000">
                      <a:srgbClr val="C03BC4"/>
                    </a:gs>
                    <a:gs pos="100000">
                      <a:srgbClr val="0078D4"/>
                    </a:gs>
                  </a:gsLst>
                  <a:path path="circle">
                    <a:fillToRect r="100000" b="100000"/>
                  </a:path>
                  <a:tileRect l="-100000" t="-100000"/>
                </a:gradFill>
                <a:effectLst/>
                <a:uLnTx/>
                <a:uFillTx/>
                <a:latin typeface="Segoe Sans Display Semibold"/>
                <a:ea typeface="+mn-ea"/>
                <a:cs typeface="+mn-cs"/>
              </a:rPr>
              <a:t>Prioritization</a:t>
            </a:r>
          </a:p>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The top priorities of focus:</a:t>
            </a:r>
          </a:p>
          <a:p>
            <a:pPr marL="0" marR="0" lvl="0" indent="0" algn="l" defTabSz="914367" rtl="0" eaLnBrk="1" fontAlgn="auto" latinLnBrk="0" hangingPunct="1">
              <a:lnSpc>
                <a:spcPct val="110000"/>
              </a:lnSpc>
              <a:spcBef>
                <a:spcPts val="0"/>
              </a:spcBef>
              <a:spcAft>
                <a:spcPts val="400"/>
              </a:spcAft>
              <a:buClrTx/>
              <a:buSzTx/>
              <a:buFontTx/>
              <a:buNone/>
              <a:tabLst/>
              <a:defRPr/>
            </a:pPr>
            <a:endParaRPr kumimoji="0" lang="en-US" sz="1000" b="0" i="0" u="none" strike="noStrike" kern="1200" cap="none" spc="0" normalizeH="0" baseline="0" noProof="0">
              <a:ln>
                <a:noFill/>
              </a:ln>
              <a:solidFill>
                <a:srgbClr val="091F2C"/>
              </a:solidFill>
              <a:effectLst/>
              <a:uLnTx/>
              <a:uFillTx/>
              <a:latin typeface="Segoe Sans Display"/>
              <a:ea typeface="+mn-ea"/>
              <a:cs typeface="+mn-cs"/>
            </a:endParaRP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Idea submissions were solicited through Shark Tank and </a:t>
            </a:r>
            <a:br>
              <a:rPr kumimoji="0" lang="en-US" sz="1000" b="0" i="0" u="none" strike="noStrike" kern="1200" cap="none" spc="0" normalizeH="0" baseline="0" noProof="0">
                <a:ln>
                  <a:noFill/>
                </a:ln>
                <a:solidFill>
                  <a:srgbClr val="091F2C"/>
                </a:solidFill>
                <a:effectLst/>
                <a:uLnTx/>
                <a:uFillTx/>
                <a:latin typeface="Segoe Sans Display"/>
                <a:ea typeface="+mn-ea"/>
                <a:cs typeface="+mn-cs"/>
              </a:rPr>
            </a:br>
            <a:r>
              <a:rPr kumimoji="0" lang="en-US" sz="1000" b="0" i="0" u="none" strike="noStrike" kern="1200" cap="none" spc="0" normalizeH="0" baseline="0" noProof="0">
                <a:ln>
                  <a:noFill/>
                </a:ln>
                <a:solidFill>
                  <a:srgbClr val="091F2C"/>
                </a:solidFill>
                <a:effectLst/>
                <a:uLnTx/>
                <a:uFillTx/>
                <a:latin typeface="Segoe Sans Display"/>
                <a:ea typeface="+mn-ea"/>
                <a:cs typeface="+mn-cs"/>
              </a:rPr>
              <a:t>Hackathon-style competitions and challenges.</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Developed a pipeline of experimental projects and proofs </a:t>
            </a:r>
            <a:br>
              <a:rPr kumimoji="0" lang="en-US" sz="1000" b="0" i="0" u="none" strike="noStrike" kern="1200" cap="none" spc="0" normalizeH="0" baseline="0" noProof="0">
                <a:ln>
                  <a:noFill/>
                </a:ln>
                <a:solidFill>
                  <a:srgbClr val="091F2C"/>
                </a:solidFill>
                <a:effectLst/>
                <a:uLnTx/>
                <a:uFillTx/>
                <a:latin typeface="Segoe Sans Display"/>
                <a:ea typeface="+mn-ea"/>
                <a:cs typeface="+mn-cs"/>
              </a:rPr>
            </a:br>
            <a:r>
              <a:rPr kumimoji="0" lang="en-US" sz="1000" b="0" i="0" u="none" strike="noStrike" kern="1200" cap="none" spc="0" normalizeH="0" baseline="0" noProof="0">
                <a:ln>
                  <a:noFill/>
                </a:ln>
                <a:solidFill>
                  <a:srgbClr val="091F2C"/>
                </a:solidFill>
                <a:effectLst/>
                <a:uLnTx/>
                <a:uFillTx/>
                <a:latin typeface="Segoe Sans Display"/>
                <a:ea typeface="+mn-ea"/>
                <a:cs typeface="+mn-cs"/>
              </a:rPr>
              <a:t>of concepts.</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Developed a prioritized product roadmap for the </a:t>
            </a:r>
            <a:br>
              <a:rPr kumimoji="0" lang="en-US" sz="1000" b="0" i="0" u="none" strike="noStrike" kern="1200" cap="none" spc="0" normalizeH="0" baseline="0" noProof="0">
                <a:ln>
                  <a:noFill/>
                </a:ln>
                <a:solidFill>
                  <a:srgbClr val="091F2C"/>
                </a:solidFill>
                <a:effectLst/>
                <a:uLnTx/>
                <a:uFillTx/>
                <a:latin typeface="Segoe Sans Display"/>
                <a:ea typeface="+mn-ea"/>
                <a:cs typeface="+mn-cs"/>
              </a:rPr>
            </a:br>
            <a:r>
              <a:rPr kumimoji="0" lang="en-US" sz="1000" b="0" i="0" u="none" strike="noStrike" kern="1200" cap="none" spc="0" normalizeH="0" baseline="0" noProof="0">
                <a:ln>
                  <a:noFill/>
                </a:ln>
                <a:solidFill>
                  <a:srgbClr val="091F2C"/>
                </a:solidFill>
                <a:effectLst/>
                <a:uLnTx/>
                <a:uFillTx/>
                <a:latin typeface="Segoe Sans Display"/>
                <a:ea typeface="+mn-ea"/>
                <a:cs typeface="+mn-cs"/>
              </a:rPr>
              <a:t>Supply Chain organization.</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091F2C"/>
              </a:solidFill>
              <a:effectLst/>
              <a:uLnTx/>
              <a:uFillTx/>
              <a:latin typeface="Segoe Sans Display"/>
              <a:ea typeface="+mn-ea"/>
              <a:cs typeface="+mn-cs"/>
            </a:endParaRPr>
          </a:p>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2000" b="0" i="0" u="none" strike="noStrike" kern="1200" cap="none" spc="0" normalizeH="0" baseline="0" noProof="0">
                <a:ln>
                  <a:noFill/>
                </a:ln>
                <a:gradFill flip="none" rotWithShape="1">
                  <a:gsLst>
                    <a:gs pos="0">
                      <a:srgbClr val="FF5C39"/>
                    </a:gs>
                    <a:gs pos="35000">
                      <a:srgbClr val="C03BC4"/>
                    </a:gs>
                    <a:gs pos="100000">
                      <a:srgbClr val="0078D4"/>
                    </a:gs>
                  </a:gsLst>
                  <a:path path="circle">
                    <a:fillToRect r="100000" b="100000"/>
                  </a:path>
                  <a:tileRect l="-100000" t="-100000"/>
                </a:gradFill>
                <a:effectLst/>
                <a:uLnTx/>
                <a:uFillTx/>
                <a:latin typeface="Segoe Sans Display Semibold"/>
                <a:ea typeface="+mn-ea"/>
                <a:cs typeface="+mn-cs"/>
              </a:rPr>
              <a:t>Early key learnings</a:t>
            </a:r>
          </a:p>
          <a:p>
            <a:pPr marL="0" marR="0" lvl="0" indent="0" algn="l" defTabSz="914367"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Our initial key learnings include:</a:t>
            </a:r>
            <a:b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br>
            <a:endParaRPr kumimoji="0" lang="en-US" sz="1000" b="0" i="0" u="none" strike="noStrike" kern="1200" cap="none" spc="0" normalizeH="0" baseline="0" noProof="0">
              <a:ln>
                <a:noFill/>
              </a:ln>
              <a:solidFill>
                <a:srgbClr val="091F2C"/>
              </a:solidFill>
              <a:effectLst/>
              <a:uLnTx/>
              <a:uFillTx/>
              <a:latin typeface="Segoe Sans Display Semibold"/>
              <a:ea typeface="+mn-ea"/>
              <a:cs typeface="+mn-cs"/>
            </a:endParaRP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Build solutions alongside users/customers.</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Set up an AI Champions Community of early adopters to promote AI advocacy.</a:t>
            </a:r>
          </a:p>
          <a:p>
            <a:pPr marL="171450" marR="0" lvl="0" indent="-171450" algn="l" defTabSz="914367" rtl="0" eaLnBrk="1" fontAlgn="auto" latinLnBrk="0" hangingPunct="1">
              <a:lnSpc>
                <a:spcPct val="11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Continuously listen to user feedback, iterate, experiment and incorporate lessons learned into new features.</a:t>
            </a:r>
          </a:p>
        </p:txBody>
      </p:sp>
      <p:sp>
        <p:nvSpPr>
          <p:cNvPr id="21" name="Oval 20">
            <a:extLst>
              <a:ext uri="{FF2B5EF4-FFF2-40B4-BE49-F238E27FC236}">
                <a16:creationId xmlns:a16="http://schemas.microsoft.com/office/drawing/2014/main" id="{59DFB1A2-CB88-6096-B217-4D3EDC0A889A}"/>
              </a:ext>
              <a:ext uri="{C183D7F6-B498-43B3-948B-1728B52AA6E4}">
                <adec:decorative xmlns:adec="http://schemas.microsoft.com/office/drawing/2017/decorative" val="1"/>
              </a:ext>
            </a:extLst>
          </p:cNvPr>
          <p:cNvSpPr/>
          <p:nvPr/>
        </p:nvSpPr>
        <p:spPr bwMode="auto">
          <a:xfrm>
            <a:off x="654758" y="3493799"/>
            <a:ext cx="411480" cy="411480"/>
          </a:xfrm>
          <a:prstGeom prst="ellipse">
            <a:avLst/>
          </a:prstGeom>
          <a:solidFill>
            <a:schemeClr val="bg1"/>
          </a:solidFill>
          <a:ln w="9525">
            <a:gradFill flip="none" rotWithShape="1">
              <a:gsLst>
                <a:gs pos="0">
                  <a:srgbClr val="FFA38B"/>
                </a:gs>
                <a:gs pos="100000">
                  <a:schemeClr val="accent2"/>
                </a:gs>
              </a:gsLst>
              <a:lin ang="27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200" normalizeH="0" baseline="0" noProof="0">
                <a:ln>
                  <a:solidFill>
                    <a:srgbClr val="091F2C"/>
                  </a:solidFill>
                </a:ln>
                <a:solidFill>
                  <a:srgbClr val="091F2C"/>
                </a:solidFill>
                <a:effectLst/>
                <a:uLnTx/>
                <a:uFillTx/>
                <a:latin typeface="Segoe Sans Display Light" pitchFamily="2" charset="0"/>
                <a:ea typeface="+mn-ea"/>
                <a:cs typeface="Segoe Sans Display Light" pitchFamily="2" charset="0"/>
              </a:rPr>
              <a:t>02</a:t>
            </a:r>
          </a:p>
        </p:txBody>
      </p:sp>
      <p:sp>
        <p:nvSpPr>
          <p:cNvPr id="28" name="Oval 27">
            <a:extLst>
              <a:ext uri="{FF2B5EF4-FFF2-40B4-BE49-F238E27FC236}">
                <a16:creationId xmlns:a16="http://schemas.microsoft.com/office/drawing/2014/main" id="{6DD47F4E-A734-4722-A816-B44C62D5D511}"/>
              </a:ext>
              <a:ext uri="{C183D7F6-B498-43B3-948B-1728B52AA6E4}">
                <adec:decorative xmlns:adec="http://schemas.microsoft.com/office/drawing/2017/decorative" val="1"/>
              </a:ext>
            </a:extLst>
          </p:cNvPr>
          <p:cNvSpPr/>
          <p:nvPr/>
        </p:nvSpPr>
        <p:spPr bwMode="auto">
          <a:xfrm>
            <a:off x="654758" y="5005348"/>
            <a:ext cx="411480" cy="411480"/>
          </a:xfrm>
          <a:prstGeom prst="ellipse">
            <a:avLst/>
          </a:prstGeom>
          <a:solidFill>
            <a:schemeClr val="bg1"/>
          </a:solidFill>
          <a:ln w="9525">
            <a:gradFill flip="none" rotWithShape="1">
              <a:gsLst>
                <a:gs pos="0">
                  <a:srgbClr val="FFA38B"/>
                </a:gs>
                <a:gs pos="100000">
                  <a:schemeClr val="accent2"/>
                </a:gs>
              </a:gsLst>
              <a:lin ang="27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200" normalizeH="0" baseline="0" noProof="0">
                <a:ln>
                  <a:solidFill>
                    <a:srgbClr val="091F2C"/>
                  </a:solidFill>
                </a:ln>
                <a:solidFill>
                  <a:srgbClr val="091F2C"/>
                </a:solidFill>
                <a:effectLst/>
                <a:uLnTx/>
                <a:uFillTx/>
                <a:latin typeface="Segoe Sans Display Light" pitchFamily="2" charset="0"/>
                <a:ea typeface="+mn-ea"/>
                <a:cs typeface="Segoe Sans Display Light" pitchFamily="2" charset="0"/>
              </a:rPr>
              <a:t>04</a:t>
            </a:r>
          </a:p>
        </p:txBody>
      </p:sp>
      <p:sp>
        <p:nvSpPr>
          <p:cNvPr id="8" name="Oval 7">
            <a:extLst>
              <a:ext uri="{FF2B5EF4-FFF2-40B4-BE49-F238E27FC236}">
                <a16:creationId xmlns:a16="http://schemas.microsoft.com/office/drawing/2014/main" id="{E679565E-C8FC-6094-95AD-5810B7F8289D}"/>
              </a:ext>
              <a:ext uri="{C183D7F6-B498-43B3-948B-1728B52AA6E4}">
                <adec:decorative xmlns:adec="http://schemas.microsoft.com/office/drawing/2017/decorative" val="1"/>
              </a:ext>
            </a:extLst>
          </p:cNvPr>
          <p:cNvSpPr/>
          <p:nvPr/>
        </p:nvSpPr>
        <p:spPr bwMode="auto">
          <a:xfrm>
            <a:off x="654758" y="2029472"/>
            <a:ext cx="411480" cy="411480"/>
          </a:xfrm>
          <a:prstGeom prst="ellipse">
            <a:avLst/>
          </a:prstGeom>
          <a:solidFill>
            <a:schemeClr val="bg1"/>
          </a:solidFill>
          <a:ln w="9525">
            <a:gradFill flip="none" rotWithShape="1">
              <a:gsLst>
                <a:gs pos="0">
                  <a:srgbClr val="FFA38B"/>
                </a:gs>
                <a:gs pos="100000">
                  <a:schemeClr val="accent2"/>
                </a:gs>
              </a:gsLst>
              <a:lin ang="27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200" normalizeH="0" baseline="0" noProof="0">
                <a:ln>
                  <a:solidFill>
                    <a:srgbClr val="091F2C"/>
                  </a:solidFill>
                </a:ln>
                <a:solidFill>
                  <a:srgbClr val="091F2C"/>
                </a:solidFill>
                <a:effectLst/>
                <a:uLnTx/>
                <a:uFillTx/>
                <a:latin typeface="Segoe Sans Display Light" pitchFamily="2" charset="0"/>
                <a:ea typeface="+mn-ea"/>
                <a:cs typeface="Segoe Sans Display Light" pitchFamily="2" charset="0"/>
              </a:rPr>
              <a:t>01</a:t>
            </a:r>
          </a:p>
        </p:txBody>
      </p:sp>
      <p:sp>
        <p:nvSpPr>
          <p:cNvPr id="9" name="Oval 8">
            <a:extLst>
              <a:ext uri="{FF2B5EF4-FFF2-40B4-BE49-F238E27FC236}">
                <a16:creationId xmlns:a16="http://schemas.microsoft.com/office/drawing/2014/main" id="{40EE5C05-748F-5B6F-8CC8-3F904DA60B11}"/>
              </a:ext>
              <a:ext uri="{C183D7F6-B498-43B3-948B-1728B52AA6E4}">
                <adec:decorative xmlns:adec="http://schemas.microsoft.com/office/drawing/2017/decorative" val="1"/>
              </a:ext>
            </a:extLst>
          </p:cNvPr>
          <p:cNvSpPr/>
          <p:nvPr/>
        </p:nvSpPr>
        <p:spPr bwMode="auto">
          <a:xfrm>
            <a:off x="654758" y="4244738"/>
            <a:ext cx="411480" cy="411480"/>
          </a:xfrm>
          <a:prstGeom prst="ellipse">
            <a:avLst/>
          </a:prstGeom>
          <a:solidFill>
            <a:schemeClr val="bg1"/>
          </a:solidFill>
          <a:ln w="9525">
            <a:gradFill flip="none" rotWithShape="1">
              <a:gsLst>
                <a:gs pos="0">
                  <a:srgbClr val="FFA38B"/>
                </a:gs>
                <a:gs pos="100000">
                  <a:schemeClr val="accent2"/>
                </a:gs>
              </a:gsLst>
              <a:lin ang="27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200" normalizeH="0" baseline="0" noProof="0">
                <a:ln>
                  <a:solidFill>
                    <a:srgbClr val="091F2C"/>
                  </a:solidFill>
                </a:ln>
                <a:solidFill>
                  <a:srgbClr val="091F2C"/>
                </a:solidFill>
                <a:effectLst/>
                <a:uLnTx/>
                <a:uFillTx/>
                <a:latin typeface="Segoe Sans Display Light" pitchFamily="2" charset="0"/>
                <a:ea typeface="+mn-ea"/>
                <a:cs typeface="Segoe Sans Display Light" pitchFamily="2" charset="0"/>
              </a:rPr>
              <a:t>03</a:t>
            </a:r>
          </a:p>
        </p:txBody>
      </p:sp>
      <p:pic>
        <p:nvPicPr>
          <p:cNvPr id="12" name="!!Pic2">
            <a:extLst>
              <a:ext uri="{FF2B5EF4-FFF2-40B4-BE49-F238E27FC236}">
                <a16:creationId xmlns:a16="http://schemas.microsoft.com/office/drawing/2014/main" id="{9AEADFB6-23C7-7D72-B05A-C77FCEFA3AB5}"/>
              </a:ext>
              <a:ext uri="{C183D7F6-B498-43B3-948B-1728B52AA6E4}">
                <adec:decorative xmlns:adec="http://schemas.microsoft.com/office/drawing/2017/decorative" val="1"/>
              </a:ext>
            </a:extLst>
          </p:cNvPr>
          <p:cNvPicPr preferRelativeResize="0">
            <a:picLocks noChangeAspect="1"/>
          </p:cNvPicPr>
          <p:nvPr/>
        </p:nvPicPr>
        <p:blipFill>
          <a:blip r:embed="rId4"/>
          <a:srcRect/>
          <a:stretch/>
        </p:blipFill>
        <p:spPr>
          <a:xfrm>
            <a:off x="654758" y="405900"/>
            <a:ext cx="816579" cy="816576"/>
          </a:xfrm>
          <a:prstGeom prst="roundRect">
            <a:avLst>
              <a:gd name="adj" fmla="val 50000"/>
            </a:avLst>
          </a:prstGeom>
        </p:spPr>
      </p:pic>
    </p:spTree>
    <p:extLst>
      <p:ext uri="{BB962C8B-B14F-4D97-AF65-F5344CB8AC3E}">
        <p14:creationId xmlns:p14="http://schemas.microsoft.com/office/powerpoint/2010/main" val="2856146794"/>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3B535-A8D4-9223-F240-F6F14C86D9A5}"/>
              </a:ext>
            </a:extLst>
          </p:cNvPr>
          <p:cNvSpPr>
            <a:spLocks noGrp="1"/>
          </p:cNvSpPr>
          <p:nvPr>
            <p:ph type="title"/>
          </p:nvPr>
        </p:nvSpPr>
        <p:spPr/>
        <p:txBody>
          <a:bodyPr/>
          <a:lstStyle/>
          <a:p>
            <a:r>
              <a:rPr lang="en-US"/>
              <a:t>End</a:t>
            </a:r>
          </a:p>
        </p:txBody>
      </p:sp>
    </p:spTree>
    <p:extLst>
      <p:ext uri="{BB962C8B-B14F-4D97-AF65-F5344CB8AC3E}">
        <p14:creationId xmlns:p14="http://schemas.microsoft.com/office/powerpoint/2010/main" val="1815491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Microsoft 365 Copilot Template">
  <a:themeElements>
    <a:clrScheme name="Microsoft 365 Copilot">
      <a:dk1>
        <a:srgbClr val="091F2C"/>
      </a:dk1>
      <a:lt1>
        <a:srgbClr val="FFFFFF"/>
      </a:lt1>
      <a:dk2>
        <a:srgbClr val="000000"/>
      </a:dk2>
      <a:lt2>
        <a:srgbClr val="FFF8F5"/>
      </a:lt2>
      <a:accent1>
        <a:srgbClr val="0078D4"/>
      </a:accent1>
      <a:accent2>
        <a:srgbClr val="C03BC4"/>
      </a:accent2>
      <a:accent3>
        <a:srgbClr val="FFA38B"/>
      </a:accent3>
      <a:accent4>
        <a:srgbClr val="8661C5"/>
      </a:accent4>
      <a:accent5>
        <a:srgbClr val="8DC8E8"/>
      </a:accent5>
      <a:accent6>
        <a:srgbClr val="FF5C39"/>
      </a:accent6>
      <a:hlink>
        <a:srgbClr val="0078D4"/>
      </a:hlink>
      <a:folHlink>
        <a:srgbClr val="C03BC4"/>
      </a:folHlink>
    </a:clrScheme>
    <a:fontScheme name="FantasyxMSFT">
      <a:majorFont>
        <a:latin typeface="Segoe Sans Display Semibold"/>
        <a:ea typeface=""/>
        <a:cs typeface=""/>
      </a:majorFont>
      <a:minorFont>
        <a:latin typeface="Segoe Sans Display"/>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Presentation1" id="{37823CB9-DC0F-DE49-A7F7-325A4228CCF9}" vid="{6CB80000-F9EA-4D40-9817-2B5CD0D7D27D}"/>
    </a:ext>
  </a:extLst>
</a:theme>
</file>

<file path=ppt/theme/theme2.xml><?xml version="1.0" encoding="utf-8"?>
<a:theme xmlns:a="http://schemas.openxmlformats.org/drawingml/2006/main" name="6_Power Platform Template">
  <a:themeElements>
    <a:clrScheme name="Custom 8">
      <a:dk1>
        <a:srgbClr val="000000"/>
      </a:dk1>
      <a:lt1>
        <a:srgbClr val="FFFFFF"/>
      </a:lt1>
      <a:dk2>
        <a:srgbClr val="2A446F"/>
      </a:dk2>
      <a:lt2>
        <a:srgbClr val="0078D4"/>
      </a:lt2>
      <a:accent1>
        <a:srgbClr val="374649"/>
      </a:accent1>
      <a:accent2>
        <a:srgbClr val="50E6FF"/>
      </a:accent2>
      <a:accent3>
        <a:srgbClr val="742774"/>
      </a:accent3>
      <a:accent4>
        <a:srgbClr val="0B556A"/>
      </a:accent4>
      <a:accent5>
        <a:srgbClr val="222043"/>
      </a:accent5>
      <a:accent6>
        <a:srgbClr val="14938C"/>
      </a:accent6>
      <a:hlink>
        <a:srgbClr val="0078D4"/>
      </a:hlink>
      <a:folHlink>
        <a:srgbClr val="50E6FF"/>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A38B"/>
    </a:custClr>
    <a:custClr name="Light Red">
      <a:srgbClr val="FF5C39"/>
    </a:custClr>
    <a:custClr name="Red">
      <a:srgbClr val="F4364C"/>
    </a:custClr>
    <a:custClr name="Dark Red">
      <a:srgbClr val="73262F"/>
    </a:custClr>
    <a:custClr name="Light Purple">
      <a:srgbClr val="C5B4E3"/>
    </a:custClr>
    <a:custClr name="Light Violet">
      <a:srgbClr val="D59ED7"/>
    </a:custClr>
    <a:custClr name="Red Violet">
      <a:srgbClr val="C03BC4"/>
    </a:custClr>
    <a:custClr name="Dark Violet">
      <a:srgbClr val="702573"/>
    </a:custClr>
    <a:custClr name="Light Teal">
      <a:srgbClr val="B9DCD2"/>
    </a:custClr>
    <a:custClr name="Light Blue">
      <a:srgbClr val="8DC8E8"/>
    </a:custClr>
    <a:custClr name="Brilliant Blue">
      <a:srgbClr val="0078D4"/>
    </a:custClr>
    <a:custClr name="Dark Blue">
      <a:srgbClr val="2A446F"/>
    </a:custClr>
    <a:custClr name="Light Green">
      <a:srgbClr val="D4EC8E"/>
    </a:custClr>
    <a:custClr name="Green">
      <a:srgbClr val="8DE971"/>
    </a:custClr>
    <a:custClr name="Biscay Green">
      <a:srgbClr val="49C5B1"/>
    </a:custClr>
    <a:custClr name="Dark Teal">
      <a:srgbClr val="225B62"/>
    </a:custClr>
    <a:custClr name="Pure White">
      <a:srgbClr val="FFFFFF"/>
    </a:custClr>
    <a:custClr name="Off White">
      <a:srgbClr val="F4F3F5"/>
    </a:custClr>
    <a:custClr name="Extra Light Gray">
      <a:srgbClr val="F2F2F2"/>
    </a:custClr>
    <a:custClr name="Pure Black">
      <a:srgbClr val="000000"/>
    </a:custClr>
  </a:custClrLst>
  <a:extLst>
    <a:ext uri="{05A4C25C-085E-4340-85A3-A5531E510DB2}">
      <thm15:themeFamily xmlns:thm15="http://schemas.microsoft.com/office/thememl/2012/main" name="Presentation1" id="{652C1184-2488-449E-A844-5E413F9B44B9}" vid="{6D0986AC-F46A-4ED2-8B22-83492290F949}"/>
    </a:ext>
  </a:extLst>
</a:theme>
</file>

<file path=ppt/theme/theme3.xml><?xml version="1.0" encoding="utf-8"?>
<a:theme xmlns:a="http://schemas.openxmlformats.org/drawingml/2006/main" name="White Template">
  <a:themeElements>
    <a:clrScheme name="TS_20_Blue on White">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Template starter blue_Dec_2020.potx" id="{F60DA2A4-7D35-412B-A85F-511E557DCA2A}" vid="{DDFB0DE7-416F-435C-AF8D-7B8D3CFFC638}"/>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db49d0b-addc-4e69-9d15-2b0ddb9ef7f2">
      <Terms xmlns="http://schemas.microsoft.com/office/infopath/2007/PartnerControls"/>
    </lcf76f155ced4ddcb4097134ff3c332f>
    <TaxCatchAll xmlns="230e9df3-be65-4c73-a93b-d1236ebd677e" xsi:nil="true"/>
    <_ip_UnifiedCompliancePolicyUIAction xmlns="http://schemas.microsoft.com/sharepoint/v3" xsi:nil="true"/>
    <_ip_UnifiedCompliancePolicyProperties xmlns="http://schemas.microsoft.com/sharepoint/v3" xsi:nil="true"/>
    <Notes xmlns="8db49d0b-addc-4e69-9d15-2b0ddb9ef7f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CA1176B0C10A54CB3E28153ECB27BDE" ma:contentTypeVersion="23" ma:contentTypeDescription="Create a new document." ma:contentTypeScope="" ma:versionID="ab1d95f55bc0224f01a389fbda7a0a97">
  <xsd:schema xmlns:xsd="http://www.w3.org/2001/XMLSchema" xmlns:xs="http://www.w3.org/2001/XMLSchema" xmlns:p="http://schemas.microsoft.com/office/2006/metadata/properties" xmlns:ns1="http://schemas.microsoft.com/sharepoint/v3" xmlns:ns2="8db49d0b-addc-4e69-9d15-2b0ddb9ef7f2" xmlns:ns3="cdac5718-a169-4b30-b695-b4ff72d22e9a" xmlns:ns4="230e9df3-be65-4c73-a93b-d1236ebd677e" targetNamespace="http://schemas.microsoft.com/office/2006/metadata/properties" ma:root="true" ma:fieldsID="9c6e2acd433482d709f4bcc9e96fa46c" ns1:_="" ns2:_="" ns3:_="" ns4:_="">
    <xsd:import namespace="http://schemas.microsoft.com/sharepoint/v3"/>
    <xsd:import namespace="8db49d0b-addc-4e69-9d15-2b0ddb9ef7f2"/>
    <xsd:import namespace="cdac5718-a169-4b30-b695-b4ff72d22e9a"/>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element ref="ns1:_ip_UnifiedCompliancePolicyProperties" minOccurs="0"/>
                <xsd:element ref="ns1:_ip_UnifiedCompliancePolicyUIAction" minOccurs="0"/>
                <xsd:element ref="ns2:Notes" minOccurs="0"/>
                <xsd:element ref="ns2:MediaLengthInSeconds" minOccurs="0"/>
                <xsd:element ref="ns2:lcf76f155ced4ddcb4097134ff3c332f" minOccurs="0"/>
                <xsd:element ref="ns4:TaxCatchAll" minOccurs="0"/>
                <xsd:element ref="ns2:MediaServiceLocation" minOccurs="0"/>
                <xsd:element ref="ns2:MediaServiceSearchProperties" minOccurs="0"/>
                <xsd:element ref="ns2:MediaServiceDocTags" minOccurs="0"/>
                <xsd:element ref="ns2:MediaServiceObjectDetectorVersion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Unified Compliance Policy Properties" ma:hidden="true" ma:internalName="_ip_UnifiedCompliancePolicyProperties">
      <xsd:simpleType>
        <xsd:restriction base="dms:Note"/>
      </xsd:simpleType>
    </xsd:element>
    <xsd:element name="_ip_UnifiedCompliancePolicyUIAction" ma:index="1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db49d0b-addc-4e69-9d15-2b0ddb9ef7f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Notes" ma:index="20" nillable="true" ma:displayName="Notes" ma:format="Dropdown" ma:internalName="Notes">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5" nillable="true" ma:displayName="Location" ma:internalName="MediaServiceLocation"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DocTags" ma:index="27" nillable="true" ma:displayName="MediaServiceDocTags" ma:hidden="true" ma:internalName="MediaServiceDocTags" ma:readOnly="true">
      <xsd:simpleType>
        <xsd:restriction base="dms:Note"/>
      </xsd:simpleType>
    </xsd:element>
    <xsd:element name="MediaServiceObjectDetectorVersions" ma:index="28" nillable="true" ma:displayName="MediaServiceObjectDetectorVersions" ma:hidden="true" ma:indexed="true" ma:internalName="MediaServiceObjectDetectorVersions" ma:readOnly="true">
      <xsd:simpleType>
        <xsd:restriction base="dms:Text"/>
      </xsd:simpleType>
    </xsd:element>
    <xsd:element name="MediaServiceBillingMetadata" ma:index="2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dac5718-a169-4b30-b695-b4ff72d22e9a"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4" nillable="true" ma:displayName="Taxonomy Catch All Column" ma:hidden="true" ma:list="{88e7b9f0-42e3-4975-90f8-b58b1383e256}" ma:internalName="TaxCatchAll" ma:showField="CatchAllData" ma:web="cdac5718-a169-4b30-b695-b4ff72d22e9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990F116-B58F-4255-B05B-DA3808E0E5C6}">
  <ds:schemaRefs>
    <ds:schemaRef ds:uri="http://schemas.microsoft.com/sharepoint/v3"/>
    <ds:schemaRef ds:uri="230e9df3-be65-4c73-a93b-d1236ebd677e"/>
    <ds:schemaRef ds:uri="http://purl.org/dc/terms/"/>
    <ds:schemaRef ds:uri="http://schemas.microsoft.com/office/2006/documentManagement/types"/>
    <ds:schemaRef ds:uri="http://purl.org/dc/dcmitype/"/>
    <ds:schemaRef ds:uri="http://schemas.microsoft.com/office/infopath/2007/PartnerControls"/>
    <ds:schemaRef ds:uri="http://schemas.openxmlformats.org/package/2006/metadata/core-properties"/>
    <ds:schemaRef ds:uri="cdac5718-a169-4b30-b695-b4ff72d22e9a"/>
    <ds:schemaRef ds:uri="http://purl.org/dc/elements/1.1/"/>
    <ds:schemaRef ds:uri="8db49d0b-addc-4e69-9d15-2b0ddb9ef7f2"/>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3.xml><?xml version="1.0" encoding="utf-8"?>
<ds:datastoreItem xmlns:ds="http://schemas.openxmlformats.org/officeDocument/2006/customXml" ds:itemID="{79D07BFB-0CA0-49B2-97AB-57EF683C81A2}">
  <ds:schemaRefs>
    <ds:schemaRef ds:uri="230e9df3-be65-4c73-a93b-d1236ebd677e"/>
    <ds:schemaRef ds:uri="8db49d0b-addc-4e69-9d15-2b0ddb9ef7f2"/>
    <ds:schemaRef ds:uri="cdac5718-a169-4b30-b695-b4ff72d22e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Microsoft365-Copilot-Powerpoint-Template</Template>
  <TotalTime>0</TotalTime>
  <Words>3479</Words>
  <Application>Microsoft Office PowerPoint</Application>
  <PresentationFormat>Widescreen</PresentationFormat>
  <Paragraphs>357</Paragraphs>
  <Slides>13</Slides>
  <Notes>13</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13</vt:i4>
      </vt:variant>
    </vt:vector>
  </HeadingPairs>
  <TitlesOfParts>
    <vt:vector size="25" baseType="lpstr">
      <vt:lpstr>Arial</vt:lpstr>
      <vt:lpstr>Calibri</vt:lpstr>
      <vt:lpstr>Consolas</vt:lpstr>
      <vt:lpstr>Segoe Sans Display</vt:lpstr>
      <vt:lpstr>Segoe Sans Display Light</vt:lpstr>
      <vt:lpstr>Segoe Sans Display Semibold</vt:lpstr>
      <vt:lpstr>Segoe UI</vt:lpstr>
      <vt:lpstr>Segoe UI Semibold</vt:lpstr>
      <vt:lpstr>Wingdings</vt:lpstr>
      <vt:lpstr>Microsoft 365 Copilot Template</vt:lpstr>
      <vt:lpstr>6_Power Platform Template</vt:lpstr>
      <vt:lpstr>White Template</vt:lpstr>
      <vt:lpstr>Copilot and agents at Microsoft  Agent use cases and learnings</vt:lpstr>
      <vt:lpstr>Agents across Microsoft</vt:lpstr>
      <vt:lpstr>Agent use cases across Microsoft</vt:lpstr>
      <vt:lpstr>Agent use cases—Customer Service</vt:lpstr>
      <vt:lpstr>Agent use cases—Finance</vt:lpstr>
      <vt:lpstr>Agent use cases—Human Resources</vt:lpstr>
      <vt:lpstr>Agent use cases—IT</vt:lpstr>
      <vt:lpstr>Agent use cases—Legal</vt:lpstr>
      <vt:lpstr>Agent use cases—Marketing</vt:lpstr>
      <vt:lpstr>Agent use cases—Operations</vt:lpstr>
      <vt:lpstr>Agent use cases—Sales</vt:lpstr>
      <vt:lpstr>Agent use cases—Supply Chain</vt:lpstr>
      <vt:lpstr>End</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Zoe Ha</dc:creator>
  <cp:keywords/>
  <dc:description>Designed by ZUM (contact@zumcom.com)</dc:description>
  <cp:lastModifiedBy>Lisa Proctor (Avenue In Consulting)</cp:lastModifiedBy>
  <cp:revision>2</cp:revision>
  <cp:lastPrinted>2023-02-15T20:48:24Z</cp:lastPrinted>
  <dcterms:created xsi:type="dcterms:W3CDTF">2025-01-31T23:19:58Z</dcterms:created>
  <dcterms:modified xsi:type="dcterms:W3CDTF">2025-03-25T23:09:34Z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0x0101000CA1176B0C10A54CB3E28153ECB27BDE</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Ref">
    <vt:lpwstr>https://api.informationprotection.azure.com/api/72f988bf-86f1-41af-91ab-2d7cd011db47</vt:lpwstr>
  </property>
  <property fmtid="{D5CDD505-2E9C-101B-9397-08002B2CF9AE}" pid="14" name="MSIP_Label_f42aa342-8706-4288-bd11-ebb85995028c_SetDate">
    <vt:lpwstr>2017-08-29T14:27:20.8568347-07:00</vt:lpwstr>
  </property>
  <property fmtid="{D5CDD505-2E9C-101B-9397-08002B2CF9AE}" pid="15" name="MSIP_Label_f42aa342-8706-4288-bd11-ebb85995028c_Name">
    <vt:lpwstr>General</vt:lpwstr>
  </property>
  <property fmtid="{D5CDD505-2E9C-101B-9397-08002B2CF9AE}" pid="16" name="MSIP_Label_f42aa342-8706-4288-bd11-ebb85995028c_Extended_MSFT_Method">
    <vt:lpwstr>Automatic</vt:lpwstr>
  </property>
  <property fmtid="{D5CDD505-2E9C-101B-9397-08002B2CF9AE}" pid="17" name="Sensitivity">
    <vt:lpwstr>General</vt:lpwstr>
  </property>
  <property fmtid="{D5CDD505-2E9C-101B-9397-08002B2CF9AE}" pid="18" name="j7ed6b1749d644c580569ee38d7710d7">
    <vt:lpwstr/>
  </property>
  <property fmtid="{D5CDD505-2E9C-101B-9397-08002B2CF9AE}" pid="19" name="e93e2550f0ac4199ae3cf1406d72085e">
    <vt:lpwstr/>
  </property>
  <property fmtid="{D5CDD505-2E9C-101B-9397-08002B2CF9AE}" pid="20" name="o92d4232daec467abb08246282070aa9">
    <vt:lpwstr/>
  </property>
  <property fmtid="{D5CDD505-2E9C-101B-9397-08002B2CF9AE}" pid="21" name="bc8cca776fa8455c8c00307ee3c527ad">
    <vt:lpwstr/>
  </property>
  <property fmtid="{D5CDD505-2E9C-101B-9397-08002B2CF9AE}" pid="22" name="_dlc_DocIdItemGuid">
    <vt:lpwstr>4230617f-e31b-4f22-8a5a-7761a22ded76</vt:lpwstr>
  </property>
  <property fmtid="{D5CDD505-2E9C-101B-9397-08002B2CF9AE}" pid="23" name="o1dbacbd0e564fc293d11b6c4775302e">
    <vt:lpwstr/>
  </property>
  <property fmtid="{D5CDD505-2E9C-101B-9397-08002B2CF9AE}" pid="24" name="MediaServiceImageTags">
    <vt:lpwstr/>
  </property>
  <property fmtid="{D5CDD505-2E9C-101B-9397-08002B2CF9AE}" pid="25" name="epPlatforms">
    <vt:lpwstr/>
  </property>
</Properties>
</file>