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5731" r:id="rId4"/>
    <p:sldMasterId id="2147485796" r:id="rId5"/>
  </p:sldMasterIdLst>
  <p:notesMasterIdLst>
    <p:notesMasterId r:id="rId34"/>
  </p:notesMasterIdLst>
  <p:handoutMasterIdLst>
    <p:handoutMasterId r:id="rId35"/>
  </p:handoutMasterIdLst>
  <p:sldIdLst>
    <p:sldId id="258" r:id="rId6"/>
    <p:sldId id="263" r:id="rId7"/>
    <p:sldId id="267" r:id="rId8"/>
    <p:sldId id="273" r:id="rId9"/>
    <p:sldId id="260" r:id="rId10"/>
    <p:sldId id="2147483625" r:id="rId11"/>
    <p:sldId id="266" r:id="rId12"/>
    <p:sldId id="265" r:id="rId13"/>
    <p:sldId id="2147483641" r:id="rId14"/>
    <p:sldId id="264" r:id="rId15"/>
    <p:sldId id="271" r:id="rId16"/>
    <p:sldId id="261" r:id="rId17"/>
    <p:sldId id="2147483647" r:id="rId18"/>
    <p:sldId id="276" r:id="rId19"/>
    <p:sldId id="2076138066" r:id="rId20"/>
    <p:sldId id="256" r:id="rId21"/>
    <p:sldId id="2147482727" r:id="rId22"/>
    <p:sldId id="269" r:id="rId23"/>
    <p:sldId id="272" r:id="rId24"/>
    <p:sldId id="274" r:id="rId25"/>
    <p:sldId id="275" r:id="rId26"/>
    <p:sldId id="259" r:id="rId27"/>
    <p:sldId id="280" r:id="rId28"/>
    <p:sldId id="262" r:id="rId29"/>
    <p:sldId id="277" r:id="rId30"/>
    <p:sldId id="278" r:id="rId31"/>
    <p:sldId id="279" r:id="rId32"/>
    <p:sldId id="2147482920" r:id="rId33"/>
  </p:sldIdLst>
  <p:sldSz cx="12192000" cy="6858000"/>
  <p:notesSz cx="7102475" cy="9388475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57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0084816-6205-3F42-3D7A-79D4123FA874}" name="Martin Boam" initials="MB" userId="S::maboam@microsoft.com::d74053f3-094e-4874-ba00-62f2ab693b3a" providerId="AD"/>
  <p188:author id="{66D27F1A-982F-5BEE-7849-327BA1B8490D}" name="Paul Wilcox" initials="PW" userId="S::paul@diamondsolutionsgroup.com::df6802e0-5b6f-4a31-97b7-76e4cee89eef" providerId="AD"/>
  <p188:author id="{8028275A-184D-0DD0-FF33-3225311BA0B9}" name="Alexander Oddoz-Mazet" initials="AO" userId="S::aoddoz@microsoft.com::67cda2e6-3ca0-4b6b-a167-b53406e2615a" providerId="AD"/>
  <p188:author id="{24FAE4CA-6FAE-6FD2-4C43-C598280C9C71}" name="Brock Mullens (BRIDGE PARTNERS LLC)" initials="" userId="S::v-bmullens@microsoft.com::5146b612-22bc-4749-9df8-b11bb1db75fb" providerId="AD"/>
  <p188:author id="{E08D20D6-FB98-6121-10B0-0EED1D7DF1A8}" name="Julie Marie Scalf" initials="JS" userId="66fa2a63e187dac9" providerId="Windows Live"/>
  <p188:author id="{254B16E8-B197-0DFE-E46F-5ECE68C887F9}" name="Michael Aschner" initials="MA" userId="S::Michael@diamondsolutionsgroup.com::1a5b7e12-f528-446b-b4e7-1f014334e45a" providerId="AD"/>
  <p188:author id="{A80F36EA-E1E2-58CB-9B22-4DBE6C294258}" name="Lucas Svaren (24 Seven LLC)" initials="" userId="S::v-lsvaren@microsoft.com::934f1cbd-601a-4358-85c8-a1666ccb1fa3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5FE"/>
    <a:srgbClr val="FFF8F3"/>
    <a:srgbClr val="5B5FC7"/>
    <a:srgbClr val="8189F3"/>
    <a:srgbClr val="8F96F4"/>
    <a:srgbClr val="9299F7"/>
    <a:srgbClr val="F2F2F2"/>
    <a:srgbClr val="5A62C9"/>
    <a:srgbClr val="5253B0"/>
    <a:srgbClr val="8CE9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67789C-E6EF-2646-2820-7AF7AB962841}" v="2" dt="2024-12-09T23:20:19.1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57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heme" Target="theme/theme1.xml"/><Relationship Id="rId21" Type="http://schemas.openxmlformats.org/officeDocument/2006/relationships/slide" Target="slides/slide16.xml"/><Relationship Id="rId34" Type="http://schemas.openxmlformats.org/officeDocument/2006/relationships/notesMaster" Target="notesMasters/notesMaster1.xml"/><Relationship Id="rId42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handoutMaster" Target="handoutMasters/handoutMaster1.xml"/><Relationship Id="rId43" Type="http://schemas.microsoft.com/office/2018/10/relationships/authors" Target="author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er Oddoz-Mazet" userId="67cda2e6-3ca0-4b6b-a167-b53406e2615a" providerId="ADAL" clId="{5A7B5CC8-A329-4BA0-8B7D-FD963378B37E}"/>
    <pc:docChg chg="undo redo custSel addSld delSld modSld sldOrd modSection">
      <pc:chgData name="Alexander Oddoz-Mazet" userId="67cda2e6-3ca0-4b6b-a167-b53406e2615a" providerId="ADAL" clId="{5A7B5CC8-A329-4BA0-8B7D-FD963378B37E}" dt="2024-12-02T17:19:17.337" v="22383" actId="729"/>
      <pc:docMkLst>
        <pc:docMk/>
      </pc:docMkLst>
      <pc:sldChg chg="modNotesTx">
        <pc:chgData name="Alexander Oddoz-Mazet" userId="67cda2e6-3ca0-4b6b-a167-b53406e2615a" providerId="ADAL" clId="{5A7B5CC8-A329-4BA0-8B7D-FD963378B37E}" dt="2024-12-02T03:47:30.053" v="21828" actId="20577"/>
        <pc:sldMkLst>
          <pc:docMk/>
          <pc:sldMk cId="4119963760" sldId="256"/>
        </pc:sldMkLst>
      </pc:sldChg>
      <pc:sldChg chg="addSp delSp modSp mod ord modShow modNotesTx">
        <pc:chgData name="Alexander Oddoz-Mazet" userId="67cda2e6-3ca0-4b6b-a167-b53406e2615a" providerId="ADAL" clId="{5A7B5CC8-A329-4BA0-8B7D-FD963378B37E}" dt="2024-12-02T17:19:17.337" v="22383" actId="729"/>
        <pc:sldMkLst>
          <pc:docMk/>
          <pc:sldMk cId="2810296029" sldId="257"/>
        </pc:sldMkLst>
        <pc:spChg chg="ord">
          <ac:chgData name="Alexander Oddoz-Mazet" userId="67cda2e6-3ca0-4b6b-a167-b53406e2615a" providerId="ADAL" clId="{5A7B5CC8-A329-4BA0-8B7D-FD963378B37E}" dt="2024-12-01T05:35:06.293" v="12247" actId="167"/>
          <ac:spMkLst>
            <pc:docMk/>
            <pc:sldMk cId="2810296029" sldId="257"/>
            <ac:spMk id="2" creationId="{FE925942-1967-95A6-3DEC-20ED9A253058}"/>
          </ac:spMkLst>
        </pc:spChg>
        <pc:spChg chg="add mod ord">
          <ac:chgData name="Alexander Oddoz-Mazet" userId="67cda2e6-3ca0-4b6b-a167-b53406e2615a" providerId="ADAL" clId="{5A7B5CC8-A329-4BA0-8B7D-FD963378B37E}" dt="2024-12-01T05:35:09.993" v="12248" actId="167"/>
          <ac:spMkLst>
            <pc:docMk/>
            <pc:sldMk cId="2810296029" sldId="257"/>
            <ac:spMk id="5" creationId="{D4E06E22-A521-DEED-B8D2-69CC068DB30A}"/>
          </ac:spMkLst>
        </pc:spChg>
        <pc:spChg chg="ord">
          <ac:chgData name="Alexander Oddoz-Mazet" userId="67cda2e6-3ca0-4b6b-a167-b53406e2615a" providerId="ADAL" clId="{5A7B5CC8-A329-4BA0-8B7D-FD963378B37E}" dt="2024-12-01T05:35:20.483" v="12249" actId="166"/>
          <ac:spMkLst>
            <pc:docMk/>
            <pc:sldMk cId="2810296029" sldId="257"/>
            <ac:spMk id="13" creationId="{D26716D2-92D8-482D-02E0-7389009BA9BF}"/>
          </ac:spMkLst>
        </pc:spChg>
        <pc:spChg chg="ord">
          <ac:chgData name="Alexander Oddoz-Mazet" userId="67cda2e6-3ca0-4b6b-a167-b53406e2615a" providerId="ADAL" clId="{5A7B5CC8-A329-4BA0-8B7D-FD963378B37E}" dt="2024-12-01T05:35:30.921" v="12250" actId="166"/>
          <ac:spMkLst>
            <pc:docMk/>
            <pc:sldMk cId="2810296029" sldId="257"/>
            <ac:spMk id="14" creationId="{B85AF1C8-2EBA-5226-6B43-DF5B1C58B7A9}"/>
          </ac:spMkLst>
        </pc:spChg>
        <pc:spChg chg="ord">
          <ac:chgData name="Alexander Oddoz-Mazet" userId="67cda2e6-3ca0-4b6b-a167-b53406e2615a" providerId="ADAL" clId="{5A7B5CC8-A329-4BA0-8B7D-FD963378B37E}" dt="2024-12-01T05:35:47.288" v="12251" actId="166"/>
          <ac:spMkLst>
            <pc:docMk/>
            <pc:sldMk cId="2810296029" sldId="257"/>
            <ac:spMk id="15" creationId="{DFC2B6A7-8C9A-0F7A-5E0E-12E840122A7D}"/>
          </ac:spMkLst>
        </pc:spChg>
        <pc:spChg chg="mod">
          <ac:chgData name="Alexander Oddoz-Mazet" userId="67cda2e6-3ca0-4b6b-a167-b53406e2615a" providerId="ADAL" clId="{5A7B5CC8-A329-4BA0-8B7D-FD963378B37E}" dt="2024-12-01T05:14:00.675" v="9732" actId="20577"/>
          <ac:spMkLst>
            <pc:docMk/>
            <pc:sldMk cId="2810296029" sldId="257"/>
            <ac:spMk id="16" creationId="{B97648E2-8F49-9E11-F9D4-524EEF571934}"/>
          </ac:spMkLst>
        </pc:spChg>
        <pc:spChg chg="ord">
          <ac:chgData name="Alexander Oddoz-Mazet" userId="67cda2e6-3ca0-4b6b-a167-b53406e2615a" providerId="ADAL" clId="{5A7B5CC8-A329-4BA0-8B7D-FD963378B37E}" dt="2024-12-01T05:35:58.193" v="12252" actId="166"/>
          <ac:spMkLst>
            <pc:docMk/>
            <pc:sldMk cId="2810296029" sldId="257"/>
            <ac:spMk id="18" creationId="{B0A4DE57-6E53-7A0A-1FCC-7FFD952E1EB4}"/>
          </ac:spMkLst>
        </pc:spChg>
        <pc:spChg chg="ord">
          <ac:chgData name="Alexander Oddoz-Mazet" userId="67cda2e6-3ca0-4b6b-a167-b53406e2615a" providerId="ADAL" clId="{5A7B5CC8-A329-4BA0-8B7D-FD963378B37E}" dt="2024-12-01T05:36:17.738" v="12254" actId="166"/>
          <ac:spMkLst>
            <pc:docMk/>
            <pc:sldMk cId="2810296029" sldId="257"/>
            <ac:spMk id="19" creationId="{23AE403E-1337-D374-6E29-9E6C76091321}"/>
          </ac:spMkLst>
        </pc:spChg>
        <pc:spChg chg="ord">
          <ac:chgData name="Alexander Oddoz-Mazet" userId="67cda2e6-3ca0-4b6b-a167-b53406e2615a" providerId="ADAL" clId="{5A7B5CC8-A329-4BA0-8B7D-FD963378B37E}" dt="2024-12-01T05:36:06.564" v="12253" actId="166"/>
          <ac:spMkLst>
            <pc:docMk/>
            <pc:sldMk cId="2810296029" sldId="257"/>
            <ac:spMk id="25" creationId="{6F1F5696-14F2-F0C7-E71A-2026EF7A3137}"/>
          </ac:spMkLst>
        </pc:spChg>
        <pc:graphicFrameChg chg="modGraphic">
          <ac:chgData name="Alexander Oddoz-Mazet" userId="67cda2e6-3ca0-4b6b-a167-b53406e2615a" providerId="ADAL" clId="{5A7B5CC8-A329-4BA0-8B7D-FD963378B37E}" dt="2024-12-01T05:13:31.307" v="9731" actId="207"/>
          <ac:graphicFrameMkLst>
            <pc:docMk/>
            <pc:sldMk cId="2810296029" sldId="257"/>
            <ac:graphicFrameMk id="40" creationId="{7CB32519-61CC-ED6F-3175-72043FDF19C1}"/>
          </ac:graphicFrameMkLst>
        </pc:graphicFrameChg>
      </pc:sldChg>
      <pc:sldChg chg="addSp modSp mod modNotesTx">
        <pc:chgData name="Alexander Oddoz-Mazet" userId="67cda2e6-3ca0-4b6b-a167-b53406e2615a" providerId="ADAL" clId="{5A7B5CC8-A329-4BA0-8B7D-FD963378B37E}" dt="2024-12-02T14:30:25.196" v="22333" actId="20577"/>
        <pc:sldMkLst>
          <pc:docMk/>
          <pc:sldMk cId="518553289" sldId="258"/>
        </pc:sldMkLst>
        <pc:spChg chg="add mod">
          <ac:chgData name="Alexander Oddoz-Mazet" userId="67cda2e6-3ca0-4b6b-a167-b53406e2615a" providerId="ADAL" clId="{5A7B5CC8-A329-4BA0-8B7D-FD963378B37E}" dt="2024-12-01T06:35:29.371" v="20702" actId="20577"/>
          <ac:spMkLst>
            <pc:docMk/>
            <pc:sldMk cId="518553289" sldId="258"/>
            <ac:spMk id="4" creationId="{36225A31-09C7-42F0-2DCB-08E5840A7355}"/>
          </ac:spMkLst>
        </pc:spChg>
      </pc:sldChg>
      <pc:sldChg chg="delSp modSp mod modNotesTx">
        <pc:chgData name="Alexander Oddoz-Mazet" userId="67cda2e6-3ca0-4b6b-a167-b53406e2615a" providerId="ADAL" clId="{5A7B5CC8-A329-4BA0-8B7D-FD963378B37E}" dt="2024-12-02T04:21:55.844" v="22022" actId="20577"/>
        <pc:sldMkLst>
          <pc:docMk/>
          <pc:sldMk cId="4111783884" sldId="259"/>
        </pc:sldMkLst>
        <pc:graphicFrameChg chg="mod modGraphic">
          <ac:chgData name="Alexander Oddoz-Mazet" userId="67cda2e6-3ca0-4b6b-a167-b53406e2615a" providerId="ADAL" clId="{5A7B5CC8-A329-4BA0-8B7D-FD963378B37E}" dt="2024-11-30T16:59:06.223" v="1007" actId="255"/>
          <ac:graphicFrameMkLst>
            <pc:docMk/>
            <pc:sldMk cId="4111783884" sldId="259"/>
            <ac:graphicFrameMk id="12" creationId="{B21D9C81-9EE7-6F2C-8F1D-7A42AC0630F7}"/>
          </ac:graphicFrameMkLst>
        </pc:graphicFrameChg>
      </pc:sldChg>
      <pc:sldChg chg="addSp delSp modSp mod modNotesTx">
        <pc:chgData name="Alexander Oddoz-Mazet" userId="67cda2e6-3ca0-4b6b-a167-b53406e2615a" providerId="ADAL" clId="{5A7B5CC8-A329-4BA0-8B7D-FD963378B37E}" dt="2024-12-02T14:49:54.051" v="22347" actId="6549"/>
        <pc:sldMkLst>
          <pc:docMk/>
          <pc:sldMk cId="1129748562" sldId="260"/>
        </pc:sldMkLst>
        <pc:spChg chg="mod">
          <ac:chgData name="Alexander Oddoz-Mazet" userId="67cda2e6-3ca0-4b6b-a167-b53406e2615a" providerId="ADAL" clId="{5A7B5CC8-A329-4BA0-8B7D-FD963378B37E}" dt="2024-11-28T02:11:49.981" v="655" actId="1036"/>
          <ac:spMkLst>
            <pc:docMk/>
            <pc:sldMk cId="1129748562" sldId="260"/>
            <ac:spMk id="2" creationId="{CC0D72E7-BAB4-2679-00FA-2C09DC24FDA7}"/>
          </ac:spMkLst>
        </pc:spChg>
        <pc:spChg chg="mod">
          <ac:chgData name="Alexander Oddoz-Mazet" userId="67cda2e6-3ca0-4b6b-a167-b53406e2615a" providerId="ADAL" clId="{5A7B5CC8-A329-4BA0-8B7D-FD963378B37E}" dt="2024-11-28T02:11:49.981" v="655" actId="1036"/>
          <ac:spMkLst>
            <pc:docMk/>
            <pc:sldMk cId="1129748562" sldId="260"/>
            <ac:spMk id="4" creationId="{5C2863B5-D55D-0CB9-6255-3E33844A4BAC}"/>
          </ac:spMkLst>
        </pc:spChg>
        <pc:spChg chg="add del mod ord">
          <ac:chgData name="Alexander Oddoz-Mazet" userId="67cda2e6-3ca0-4b6b-a167-b53406e2615a" providerId="ADAL" clId="{5A7B5CC8-A329-4BA0-8B7D-FD963378B37E}" dt="2024-11-28T02:14:31.895" v="717" actId="170"/>
          <ac:spMkLst>
            <pc:docMk/>
            <pc:sldMk cId="1129748562" sldId="260"/>
            <ac:spMk id="5" creationId="{D11F088F-8E73-F16A-DD32-183A20537ABF}"/>
          </ac:spMkLst>
        </pc:spChg>
        <pc:spChg chg="add mod">
          <ac:chgData name="Alexander Oddoz-Mazet" userId="67cda2e6-3ca0-4b6b-a167-b53406e2615a" providerId="ADAL" clId="{5A7B5CC8-A329-4BA0-8B7D-FD963378B37E}" dt="2024-11-28T02:13:10.894" v="708" actId="20577"/>
          <ac:spMkLst>
            <pc:docMk/>
            <pc:sldMk cId="1129748562" sldId="260"/>
            <ac:spMk id="6" creationId="{F7E658D1-8BBE-0D58-66F6-346429398AD7}"/>
          </ac:spMkLst>
        </pc:spChg>
        <pc:spChg chg="mod">
          <ac:chgData name="Alexander Oddoz-Mazet" userId="67cda2e6-3ca0-4b6b-a167-b53406e2615a" providerId="ADAL" clId="{5A7B5CC8-A329-4BA0-8B7D-FD963378B37E}" dt="2024-11-28T02:11:49.981" v="655" actId="1036"/>
          <ac:spMkLst>
            <pc:docMk/>
            <pc:sldMk cId="1129748562" sldId="260"/>
            <ac:spMk id="9" creationId="{CAD8780E-D3C9-F187-30D3-7FA5E78EDF4D}"/>
          </ac:spMkLst>
        </pc:spChg>
        <pc:spChg chg="mod">
          <ac:chgData name="Alexander Oddoz-Mazet" userId="67cda2e6-3ca0-4b6b-a167-b53406e2615a" providerId="ADAL" clId="{5A7B5CC8-A329-4BA0-8B7D-FD963378B37E}" dt="2024-11-28T02:11:49.981" v="655" actId="1036"/>
          <ac:spMkLst>
            <pc:docMk/>
            <pc:sldMk cId="1129748562" sldId="260"/>
            <ac:spMk id="11" creationId="{66C5983E-8C28-8D91-6AF7-63B9E9BA4A17}"/>
          </ac:spMkLst>
        </pc:spChg>
        <pc:spChg chg="mod">
          <ac:chgData name="Alexander Oddoz-Mazet" userId="67cda2e6-3ca0-4b6b-a167-b53406e2615a" providerId="ADAL" clId="{5A7B5CC8-A329-4BA0-8B7D-FD963378B37E}" dt="2024-11-28T02:11:49.981" v="655" actId="1036"/>
          <ac:spMkLst>
            <pc:docMk/>
            <pc:sldMk cId="1129748562" sldId="260"/>
            <ac:spMk id="12" creationId="{D50E5DED-7C6F-93E8-4ACB-0265A67F2518}"/>
          </ac:spMkLst>
        </pc:spChg>
        <pc:spChg chg="mod">
          <ac:chgData name="Alexander Oddoz-Mazet" userId="67cda2e6-3ca0-4b6b-a167-b53406e2615a" providerId="ADAL" clId="{5A7B5CC8-A329-4BA0-8B7D-FD963378B37E}" dt="2024-11-28T02:11:49.981" v="655" actId="1036"/>
          <ac:spMkLst>
            <pc:docMk/>
            <pc:sldMk cId="1129748562" sldId="260"/>
            <ac:spMk id="15" creationId="{BE873163-D09C-D57C-9B25-AD36686699C7}"/>
          </ac:spMkLst>
        </pc:spChg>
        <pc:spChg chg="mod">
          <ac:chgData name="Alexander Oddoz-Mazet" userId="67cda2e6-3ca0-4b6b-a167-b53406e2615a" providerId="ADAL" clId="{5A7B5CC8-A329-4BA0-8B7D-FD963378B37E}" dt="2024-11-28T02:11:49.981" v="655" actId="1036"/>
          <ac:spMkLst>
            <pc:docMk/>
            <pc:sldMk cId="1129748562" sldId="260"/>
            <ac:spMk id="17" creationId="{D84F3024-C853-1944-D128-C6EABF6F735D}"/>
          </ac:spMkLst>
        </pc:spChg>
        <pc:spChg chg="mod">
          <ac:chgData name="Alexander Oddoz-Mazet" userId="67cda2e6-3ca0-4b6b-a167-b53406e2615a" providerId="ADAL" clId="{5A7B5CC8-A329-4BA0-8B7D-FD963378B37E}" dt="2024-11-28T02:11:49.981" v="655" actId="1036"/>
          <ac:spMkLst>
            <pc:docMk/>
            <pc:sldMk cId="1129748562" sldId="260"/>
            <ac:spMk id="21" creationId="{ABB8D57F-32B0-C1F6-4D15-88DBD9F33C1B}"/>
          </ac:spMkLst>
        </pc:spChg>
        <pc:spChg chg="mod">
          <ac:chgData name="Alexander Oddoz-Mazet" userId="67cda2e6-3ca0-4b6b-a167-b53406e2615a" providerId="ADAL" clId="{5A7B5CC8-A329-4BA0-8B7D-FD963378B37E}" dt="2024-11-28T02:11:49.981" v="655" actId="1036"/>
          <ac:spMkLst>
            <pc:docMk/>
            <pc:sldMk cId="1129748562" sldId="260"/>
            <ac:spMk id="25" creationId="{CBE8D83A-F97F-3C5C-3502-30080D8C0DAC}"/>
          </ac:spMkLst>
        </pc:spChg>
        <pc:spChg chg="mod">
          <ac:chgData name="Alexander Oddoz-Mazet" userId="67cda2e6-3ca0-4b6b-a167-b53406e2615a" providerId="ADAL" clId="{5A7B5CC8-A329-4BA0-8B7D-FD963378B37E}" dt="2024-11-28T02:11:49.981" v="655" actId="1036"/>
          <ac:spMkLst>
            <pc:docMk/>
            <pc:sldMk cId="1129748562" sldId="260"/>
            <ac:spMk id="36" creationId="{86012BD4-3E21-8B80-F22E-9C245E1407F3}"/>
          </ac:spMkLst>
        </pc:spChg>
        <pc:spChg chg="mod">
          <ac:chgData name="Alexander Oddoz-Mazet" userId="67cda2e6-3ca0-4b6b-a167-b53406e2615a" providerId="ADAL" clId="{5A7B5CC8-A329-4BA0-8B7D-FD963378B37E}" dt="2024-11-28T02:11:49.981" v="655" actId="1036"/>
          <ac:spMkLst>
            <pc:docMk/>
            <pc:sldMk cId="1129748562" sldId="260"/>
            <ac:spMk id="37" creationId="{0C2950C8-75D9-626A-73D0-F5E19BE13964}"/>
          </ac:spMkLst>
        </pc:spChg>
        <pc:spChg chg="mod">
          <ac:chgData name="Alexander Oddoz-Mazet" userId="67cda2e6-3ca0-4b6b-a167-b53406e2615a" providerId="ADAL" clId="{5A7B5CC8-A329-4BA0-8B7D-FD963378B37E}" dt="2024-11-28T02:11:49.981" v="655" actId="1036"/>
          <ac:spMkLst>
            <pc:docMk/>
            <pc:sldMk cId="1129748562" sldId="260"/>
            <ac:spMk id="38" creationId="{BA59A09A-AA27-9376-6F8E-2DCD7BC2E91A}"/>
          </ac:spMkLst>
        </pc:spChg>
        <pc:spChg chg="mod">
          <ac:chgData name="Alexander Oddoz-Mazet" userId="67cda2e6-3ca0-4b6b-a167-b53406e2615a" providerId="ADAL" clId="{5A7B5CC8-A329-4BA0-8B7D-FD963378B37E}" dt="2024-11-28T02:11:49.981" v="655" actId="1036"/>
          <ac:spMkLst>
            <pc:docMk/>
            <pc:sldMk cId="1129748562" sldId="260"/>
            <ac:spMk id="39" creationId="{EEEC9DEA-115A-077E-83FF-328AD850DA25}"/>
          </ac:spMkLst>
        </pc:spChg>
        <pc:spChg chg="mod">
          <ac:chgData name="Alexander Oddoz-Mazet" userId="67cda2e6-3ca0-4b6b-a167-b53406e2615a" providerId="ADAL" clId="{5A7B5CC8-A329-4BA0-8B7D-FD963378B37E}" dt="2024-11-28T02:11:49.981" v="655" actId="1036"/>
          <ac:spMkLst>
            <pc:docMk/>
            <pc:sldMk cId="1129748562" sldId="260"/>
            <ac:spMk id="40" creationId="{BADB3A0A-66B6-5E38-FEA2-C23C5BC47164}"/>
          </ac:spMkLst>
        </pc:spChg>
        <pc:spChg chg="mod">
          <ac:chgData name="Alexander Oddoz-Mazet" userId="67cda2e6-3ca0-4b6b-a167-b53406e2615a" providerId="ADAL" clId="{5A7B5CC8-A329-4BA0-8B7D-FD963378B37E}" dt="2024-11-28T02:11:49.981" v="655" actId="1036"/>
          <ac:spMkLst>
            <pc:docMk/>
            <pc:sldMk cId="1129748562" sldId="260"/>
            <ac:spMk id="41" creationId="{88857CCB-ACEB-A294-DCB4-F9ABDAF07FF9}"/>
          </ac:spMkLst>
        </pc:spChg>
        <pc:spChg chg="mod">
          <ac:chgData name="Alexander Oddoz-Mazet" userId="67cda2e6-3ca0-4b6b-a167-b53406e2615a" providerId="ADAL" clId="{5A7B5CC8-A329-4BA0-8B7D-FD963378B37E}" dt="2024-11-28T02:11:49.981" v="655" actId="1036"/>
          <ac:spMkLst>
            <pc:docMk/>
            <pc:sldMk cId="1129748562" sldId="260"/>
            <ac:spMk id="42" creationId="{3A0704EA-4F10-8869-BABD-F85DC41AE945}"/>
          </ac:spMkLst>
        </pc:spChg>
        <pc:spChg chg="mod">
          <ac:chgData name="Alexander Oddoz-Mazet" userId="67cda2e6-3ca0-4b6b-a167-b53406e2615a" providerId="ADAL" clId="{5A7B5CC8-A329-4BA0-8B7D-FD963378B37E}" dt="2024-11-28T02:11:49.981" v="655" actId="1036"/>
          <ac:spMkLst>
            <pc:docMk/>
            <pc:sldMk cId="1129748562" sldId="260"/>
            <ac:spMk id="43" creationId="{34244557-31E9-CD6C-E1CC-E38E5B8B3DCD}"/>
          </ac:spMkLst>
        </pc:spChg>
        <pc:grpChg chg="mod">
          <ac:chgData name="Alexander Oddoz-Mazet" userId="67cda2e6-3ca0-4b6b-a167-b53406e2615a" providerId="ADAL" clId="{5A7B5CC8-A329-4BA0-8B7D-FD963378B37E}" dt="2024-11-28T02:11:49.981" v="655" actId="1036"/>
          <ac:grpSpMkLst>
            <pc:docMk/>
            <pc:sldMk cId="1129748562" sldId="260"/>
            <ac:grpSpMk id="19" creationId="{5CFBD41F-6652-82A2-1E51-0BD66C3B7534}"/>
          </ac:grpSpMkLst>
        </pc:grpChg>
        <pc:grpChg chg="mod">
          <ac:chgData name="Alexander Oddoz-Mazet" userId="67cda2e6-3ca0-4b6b-a167-b53406e2615a" providerId="ADAL" clId="{5A7B5CC8-A329-4BA0-8B7D-FD963378B37E}" dt="2024-11-28T02:11:49.981" v="655" actId="1036"/>
          <ac:grpSpMkLst>
            <pc:docMk/>
            <pc:sldMk cId="1129748562" sldId="260"/>
            <ac:grpSpMk id="44" creationId="{B966387B-C9EE-BF9E-B851-B1D9A5430B66}"/>
          </ac:grpSpMkLst>
        </pc:grpChg>
        <pc:grpChg chg="mod">
          <ac:chgData name="Alexander Oddoz-Mazet" userId="67cda2e6-3ca0-4b6b-a167-b53406e2615a" providerId="ADAL" clId="{5A7B5CC8-A329-4BA0-8B7D-FD963378B37E}" dt="2024-11-28T02:11:49.981" v="655" actId="1036"/>
          <ac:grpSpMkLst>
            <pc:docMk/>
            <pc:sldMk cId="1129748562" sldId="260"/>
            <ac:grpSpMk id="45" creationId="{3AD4B095-7B0A-D8BD-C468-5341AA391575}"/>
          </ac:grpSpMkLst>
        </pc:grpChg>
        <pc:picChg chg="add mod ord">
          <ac:chgData name="Alexander Oddoz-Mazet" userId="67cda2e6-3ca0-4b6b-a167-b53406e2615a" providerId="ADAL" clId="{5A7B5CC8-A329-4BA0-8B7D-FD963378B37E}" dt="2024-11-28T02:15:04.331" v="722" actId="14100"/>
          <ac:picMkLst>
            <pc:docMk/>
            <pc:sldMk cId="1129748562" sldId="260"/>
            <ac:picMk id="3" creationId="{380D0944-7DA3-D599-DEF3-A93267BB468D}"/>
          </ac:picMkLst>
        </pc:picChg>
        <pc:picChg chg="mod">
          <ac:chgData name="Alexander Oddoz-Mazet" userId="67cda2e6-3ca0-4b6b-a167-b53406e2615a" providerId="ADAL" clId="{5A7B5CC8-A329-4BA0-8B7D-FD963378B37E}" dt="2024-11-28T02:11:49.981" v="655" actId="1036"/>
          <ac:picMkLst>
            <pc:docMk/>
            <pc:sldMk cId="1129748562" sldId="260"/>
            <ac:picMk id="10" creationId="{8B8F4CC3-0EF2-600D-85D1-BB0D760BF054}"/>
          </ac:picMkLst>
        </pc:picChg>
        <pc:picChg chg="mod">
          <ac:chgData name="Alexander Oddoz-Mazet" userId="67cda2e6-3ca0-4b6b-a167-b53406e2615a" providerId="ADAL" clId="{5A7B5CC8-A329-4BA0-8B7D-FD963378B37E}" dt="2024-11-28T02:11:49.981" v="655" actId="1036"/>
          <ac:picMkLst>
            <pc:docMk/>
            <pc:sldMk cId="1129748562" sldId="260"/>
            <ac:picMk id="20" creationId="{5C426860-C3DD-BCD0-AF8F-146FB4ED5D79}"/>
          </ac:picMkLst>
        </pc:picChg>
        <pc:picChg chg="mod">
          <ac:chgData name="Alexander Oddoz-Mazet" userId="67cda2e6-3ca0-4b6b-a167-b53406e2615a" providerId="ADAL" clId="{5A7B5CC8-A329-4BA0-8B7D-FD963378B37E}" dt="2024-11-28T02:11:49.981" v="655" actId="1036"/>
          <ac:picMkLst>
            <pc:docMk/>
            <pc:sldMk cId="1129748562" sldId="260"/>
            <ac:picMk id="22" creationId="{785513B5-A3AD-0F52-16CC-836AFFFA2D8F}"/>
          </ac:picMkLst>
        </pc:picChg>
        <pc:picChg chg="mod">
          <ac:chgData name="Alexander Oddoz-Mazet" userId="67cda2e6-3ca0-4b6b-a167-b53406e2615a" providerId="ADAL" clId="{5A7B5CC8-A329-4BA0-8B7D-FD963378B37E}" dt="2024-11-28T02:11:49.981" v="655" actId="1036"/>
          <ac:picMkLst>
            <pc:docMk/>
            <pc:sldMk cId="1129748562" sldId="260"/>
            <ac:picMk id="30" creationId="{11C2D149-D485-7BC9-308F-53811F9493DD}"/>
          </ac:picMkLst>
        </pc:picChg>
        <pc:picChg chg="mod">
          <ac:chgData name="Alexander Oddoz-Mazet" userId="67cda2e6-3ca0-4b6b-a167-b53406e2615a" providerId="ADAL" clId="{5A7B5CC8-A329-4BA0-8B7D-FD963378B37E}" dt="2024-11-28T02:11:49.981" v="655" actId="1036"/>
          <ac:picMkLst>
            <pc:docMk/>
            <pc:sldMk cId="1129748562" sldId="260"/>
            <ac:picMk id="35" creationId="{0F33468A-38FC-DFEA-DF72-4D516F3E84EF}"/>
          </ac:picMkLst>
        </pc:picChg>
        <pc:picChg chg="mod">
          <ac:chgData name="Alexander Oddoz-Mazet" userId="67cda2e6-3ca0-4b6b-a167-b53406e2615a" providerId="ADAL" clId="{5A7B5CC8-A329-4BA0-8B7D-FD963378B37E}" dt="2024-11-28T02:11:49.981" v="655" actId="1036"/>
          <ac:picMkLst>
            <pc:docMk/>
            <pc:sldMk cId="1129748562" sldId="260"/>
            <ac:picMk id="1028" creationId="{577D30EC-55B1-CCA7-9B2D-9532B0268A9B}"/>
          </ac:picMkLst>
        </pc:picChg>
        <pc:picChg chg="mod">
          <ac:chgData name="Alexander Oddoz-Mazet" userId="67cda2e6-3ca0-4b6b-a167-b53406e2615a" providerId="ADAL" clId="{5A7B5CC8-A329-4BA0-8B7D-FD963378B37E}" dt="2024-11-28T02:11:49.981" v="655" actId="1036"/>
          <ac:picMkLst>
            <pc:docMk/>
            <pc:sldMk cId="1129748562" sldId="260"/>
            <ac:picMk id="1052" creationId="{2574FEE5-9524-DD63-7E75-683D03432CA7}"/>
          </ac:picMkLst>
        </pc:picChg>
      </pc:sldChg>
      <pc:sldChg chg="addSp delSp modSp add mod modNotesTx">
        <pc:chgData name="Alexander Oddoz-Mazet" userId="67cda2e6-3ca0-4b6b-a167-b53406e2615a" providerId="ADAL" clId="{5A7B5CC8-A329-4BA0-8B7D-FD963378B37E}" dt="2024-12-01T18:55:34.517" v="21660" actId="20577"/>
        <pc:sldMkLst>
          <pc:docMk/>
          <pc:sldMk cId="234067159" sldId="261"/>
        </pc:sldMkLst>
        <pc:spChg chg="add del mod">
          <ac:chgData name="Alexander Oddoz-Mazet" userId="67cda2e6-3ca0-4b6b-a167-b53406e2615a" providerId="ADAL" clId="{5A7B5CC8-A329-4BA0-8B7D-FD963378B37E}" dt="2024-12-01T04:24:50.445" v="7066" actId="478"/>
          <ac:spMkLst>
            <pc:docMk/>
            <pc:sldMk cId="234067159" sldId="261"/>
            <ac:spMk id="2" creationId="{4A76CC7C-D73A-3338-B4B2-E335836BA054}"/>
          </ac:spMkLst>
        </pc:spChg>
        <pc:graphicFrameChg chg="mod modGraphic">
          <ac:chgData name="Alexander Oddoz-Mazet" userId="67cda2e6-3ca0-4b6b-a167-b53406e2615a" providerId="ADAL" clId="{5A7B5CC8-A329-4BA0-8B7D-FD963378B37E}" dt="2024-12-01T03:03:00.122" v="3628" actId="207"/>
          <ac:graphicFrameMkLst>
            <pc:docMk/>
            <pc:sldMk cId="234067159" sldId="261"/>
            <ac:graphicFrameMk id="4" creationId="{CD94A076-8FE7-4385-2D6D-8B33B8409B4A}"/>
          </ac:graphicFrameMkLst>
        </pc:graphicFrameChg>
      </pc:sldChg>
      <pc:sldChg chg="delSp del mod">
        <pc:chgData name="Alexander Oddoz-Mazet" userId="67cda2e6-3ca0-4b6b-a167-b53406e2615a" providerId="ADAL" clId="{5A7B5CC8-A329-4BA0-8B7D-FD963378B37E}" dt="2024-11-30T16:55:59.757" v="909" actId="47"/>
        <pc:sldMkLst>
          <pc:docMk/>
          <pc:sldMk cId="2289028093" sldId="261"/>
        </pc:sldMkLst>
      </pc:sldChg>
      <pc:sldChg chg="add del">
        <pc:chgData name="Alexander Oddoz-Mazet" userId="67cda2e6-3ca0-4b6b-a167-b53406e2615a" providerId="ADAL" clId="{5A7B5CC8-A329-4BA0-8B7D-FD963378B37E}" dt="2024-12-01T02:50:57.691" v="3497" actId="47"/>
        <pc:sldMkLst>
          <pc:docMk/>
          <pc:sldMk cId="3056149784" sldId="261"/>
        </pc:sldMkLst>
      </pc:sldChg>
      <pc:sldChg chg="delSp add mod modNotesTx">
        <pc:chgData name="Alexander Oddoz-Mazet" userId="67cda2e6-3ca0-4b6b-a167-b53406e2615a" providerId="ADAL" clId="{5A7B5CC8-A329-4BA0-8B7D-FD963378B37E}" dt="2024-12-02T04:34:10.745" v="22218" actId="6549"/>
        <pc:sldMkLst>
          <pc:docMk/>
          <pc:sldMk cId="741601765" sldId="262"/>
        </pc:sldMkLst>
        <pc:spChg chg="del">
          <ac:chgData name="Alexander Oddoz-Mazet" userId="67cda2e6-3ca0-4b6b-a167-b53406e2615a" providerId="ADAL" clId="{5A7B5CC8-A329-4BA0-8B7D-FD963378B37E}" dt="2024-12-02T04:33:14.452" v="22166" actId="478"/>
          <ac:spMkLst>
            <pc:docMk/>
            <pc:sldMk cId="741601765" sldId="262"/>
            <ac:spMk id="4" creationId="{E6D6EAD4-43E9-577A-A668-169D80DDA387}"/>
          </ac:spMkLst>
        </pc:spChg>
        <pc:spChg chg="del">
          <ac:chgData name="Alexander Oddoz-Mazet" userId="67cda2e6-3ca0-4b6b-a167-b53406e2615a" providerId="ADAL" clId="{5A7B5CC8-A329-4BA0-8B7D-FD963378B37E}" dt="2024-12-02T04:33:14.452" v="22166" actId="478"/>
          <ac:spMkLst>
            <pc:docMk/>
            <pc:sldMk cId="741601765" sldId="262"/>
            <ac:spMk id="12" creationId="{5EE1A186-C68F-7359-8147-EF8E02C363F9}"/>
          </ac:spMkLst>
        </pc:spChg>
        <pc:spChg chg="del">
          <ac:chgData name="Alexander Oddoz-Mazet" userId="67cda2e6-3ca0-4b6b-a167-b53406e2615a" providerId="ADAL" clId="{5A7B5CC8-A329-4BA0-8B7D-FD963378B37E}" dt="2024-12-02T04:33:14.452" v="22166" actId="478"/>
          <ac:spMkLst>
            <pc:docMk/>
            <pc:sldMk cId="741601765" sldId="262"/>
            <ac:spMk id="21" creationId="{8F137E14-F33C-8290-AE09-CEFE13A85790}"/>
          </ac:spMkLst>
        </pc:spChg>
        <pc:spChg chg="del">
          <ac:chgData name="Alexander Oddoz-Mazet" userId="67cda2e6-3ca0-4b6b-a167-b53406e2615a" providerId="ADAL" clId="{5A7B5CC8-A329-4BA0-8B7D-FD963378B37E}" dt="2024-12-02T04:33:14.452" v="22166" actId="478"/>
          <ac:spMkLst>
            <pc:docMk/>
            <pc:sldMk cId="741601765" sldId="262"/>
            <ac:spMk id="22" creationId="{87AD2635-4687-7801-508B-3DFE29189F3D}"/>
          </ac:spMkLst>
        </pc:spChg>
        <pc:spChg chg="del">
          <ac:chgData name="Alexander Oddoz-Mazet" userId="67cda2e6-3ca0-4b6b-a167-b53406e2615a" providerId="ADAL" clId="{5A7B5CC8-A329-4BA0-8B7D-FD963378B37E}" dt="2024-12-02T04:33:14.452" v="22166" actId="478"/>
          <ac:spMkLst>
            <pc:docMk/>
            <pc:sldMk cId="741601765" sldId="262"/>
            <ac:spMk id="25" creationId="{DFFAE095-B347-8A8F-86CF-30DFE370F099}"/>
          </ac:spMkLst>
        </pc:spChg>
        <pc:spChg chg="del">
          <ac:chgData name="Alexander Oddoz-Mazet" userId="67cda2e6-3ca0-4b6b-a167-b53406e2615a" providerId="ADAL" clId="{5A7B5CC8-A329-4BA0-8B7D-FD963378B37E}" dt="2024-12-02T04:33:14.452" v="22166" actId="478"/>
          <ac:spMkLst>
            <pc:docMk/>
            <pc:sldMk cId="741601765" sldId="262"/>
            <ac:spMk id="28" creationId="{D2FF7216-6637-79FB-D051-FD54D6D1E4B3}"/>
          </ac:spMkLst>
        </pc:spChg>
        <pc:spChg chg="del">
          <ac:chgData name="Alexander Oddoz-Mazet" userId="67cda2e6-3ca0-4b6b-a167-b53406e2615a" providerId="ADAL" clId="{5A7B5CC8-A329-4BA0-8B7D-FD963378B37E}" dt="2024-12-02T04:33:14.452" v="22166" actId="478"/>
          <ac:spMkLst>
            <pc:docMk/>
            <pc:sldMk cId="741601765" sldId="262"/>
            <ac:spMk id="45" creationId="{25777180-5223-F370-23E4-E243A7451CF8}"/>
          </ac:spMkLst>
        </pc:spChg>
        <pc:spChg chg="del">
          <ac:chgData name="Alexander Oddoz-Mazet" userId="67cda2e6-3ca0-4b6b-a167-b53406e2615a" providerId="ADAL" clId="{5A7B5CC8-A329-4BA0-8B7D-FD963378B37E}" dt="2024-12-02T04:33:14.452" v="22166" actId="478"/>
          <ac:spMkLst>
            <pc:docMk/>
            <pc:sldMk cId="741601765" sldId="262"/>
            <ac:spMk id="70" creationId="{D85DA29E-4C0F-F871-6E8C-C31498AA347B}"/>
          </ac:spMkLst>
        </pc:spChg>
        <pc:spChg chg="del">
          <ac:chgData name="Alexander Oddoz-Mazet" userId="67cda2e6-3ca0-4b6b-a167-b53406e2615a" providerId="ADAL" clId="{5A7B5CC8-A329-4BA0-8B7D-FD963378B37E}" dt="2024-12-02T04:33:14.452" v="22166" actId="478"/>
          <ac:spMkLst>
            <pc:docMk/>
            <pc:sldMk cId="741601765" sldId="262"/>
            <ac:spMk id="77" creationId="{A75B5E5F-070D-7558-87EC-60B44A9D39C7}"/>
          </ac:spMkLst>
        </pc:spChg>
        <pc:spChg chg="del">
          <ac:chgData name="Alexander Oddoz-Mazet" userId="67cda2e6-3ca0-4b6b-a167-b53406e2615a" providerId="ADAL" clId="{5A7B5CC8-A329-4BA0-8B7D-FD963378B37E}" dt="2024-12-02T04:33:14.452" v="22166" actId="478"/>
          <ac:spMkLst>
            <pc:docMk/>
            <pc:sldMk cId="741601765" sldId="262"/>
            <ac:spMk id="78" creationId="{841B71EC-7FC3-7746-E336-EE566EEFB16B}"/>
          </ac:spMkLst>
        </pc:spChg>
      </pc:sldChg>
      <pc:sldChg chg="delSp modSp del mod modNotesTx">
        <pc:chgData name="Alexander Oddoz-Mazet" userId="67cda2e6-3ca0-4b6b-a167-b53406e2615a" providerId="ADAL" clId="{5A7B5CC8-A329-4BA0-8B7D-FD963378B37E}" dt="2024-12-02T04:32:41.679" v="22157" actId="47"/>
        <pc:sldMkLst>
          <pc:docMk/>
          <pc:sldMk cId="2114021794" sldId="262"/>
        </pc:sldMkLst>
        <pc:spChg chg="del">
          <ac:chgData name="Alexander Oddoz-Mazet" userId="67cda2e6-3ca0-4b6b-a167-b53406e2615a" providerId="ADAL" clId="{5A7B5CC8-A329-4BA0-8B7D-FD963378B37E}" dt="2024-12-02T04:27:48.286" v="22028" actId="478"/>
          <ac:spMkLst>
            <pc:docMk/>
            <pc:sldMk cId="2114021794" sldId="262"/>
            <ac:spMk id="4" creationId="{F6A987AE-E8DE-7560-5EF2-8DB5392924A4}"/>
          </ac:spMkLst>
        </pc:spChg>
        <pc:spChg chg="del">
          <ac:chgData name="Alexander Oddoz-Mazet" userId="67cda2e6-3ca0-4b6b-a167-b53406e2615a" providerId="ADAL" clId="{5A7B5CC8-A329-4BA0-8B7D-FD963378B37E}" dt="2024-12-02T04:28:03.168" v="22031" actId="478"/>
          <ac:spMkLst>
            <pc:docMk/>
            <pc:sldMk cId="2114021794" sldId="262"/>
            <ac:spMk id="6" creationId="{F7A3FB8F-8D21-06B5-8189-9C6FBA060FB3}"/>
          </ac:spMkLst>
        </pc:spChg>
        <pc:spChg chg="del">
          <ac:chgData name="Alexander Oddoz-Mazet" userId="67cda2e6-3ca0-4b6b-a167-b53406e2615a" providerId="ADAL" clId="{5A7B5CC8-A329-4BA0-8B7D-FD963378B37E}" dt="2024-12-02T04:27:48.286" v="22028" actId="478"/>
          <ac:spMkLst>
            <pc:docMk/>
            <pc:sldMk cId="2114021794" sldId="262"/>
            <ac:spMk id="7" creationId="{A3F7727D-DBD9-DB41-E134-A1936798EDB2}"/>
          </ac:spMkLst>
        </pc:spChg>
        <pc:spChg chg="del">
          <ac:chgData name="Alexander Oddoz-Mazet" userId="67cda2e6-3ca0-4b6b-a167-b53406e2615a" providerId="ADAL" clId="{5A7B5CC8-A329-4BA0-8B7D-FD963378B37E}" dt="2024-12-02T04:27:48.286" v="22028" actId="478"/>
          <ac:spMkLst>
            <pc:docMk/>
            <pc:sldMk cId="2114021794" sldId="262"/>
            <ac:spMk id="8" creationId="{20D0F6DE-41EE-099C-2EB6-51C021EEA6E3}"/>
          </ac:spMkLst>
        </pc:spChg>
        <pc:spChg chg="del">
          <ac:chgData name="Alexander Oddoz-Mazet" userId="67cda2e6-3ca0-4b6b-a167-b53406e2615a" providerId="ADAL" clId="{5A7B5CC8-A329-4BA0-8B7D-FD963378B37E}" dt="2024-12-02T04:27:48.286" v="22028" actId="478"/>
          <ac:spMkLst>
            <pc:docMk/>
            <pc:sldMk cId="2114021794" sldId="262"/>
            <ac:spMk id="9" creationId="{1051A655-911A-8A0E-0FB6-AE4B957995C3}"/>
          </ac:spMkLst>
        </pc:spChg>
        <pc:spChg chg="del">
          <ac:chgData name="Alexander Oddoz-Mazet" userId="67cda2e6-3ca0-4b6b-a167-b53406e2615a" providerId="ADAL" clId="{5A7B5CC8-A329-4BA0-8B7D-FD963378B37E}" dt="2024-12-02T04:27:48.286" v="22028" actId="478"/>
          <ac:spMkLst>
            <pc:docMk/>
            <pc:sldMk cId="2114021794" sldId="262"/>
            <ac:spMk id="14" creationId="{493E3620-63DC-157A-C249-443232D746B2}"/>
          </ac:spMkLst>
        </pc:spChg>
        <pc:spChg chg="del">
          <ac:chgData name="Alexander Oddoz-Mazet" userId="67cda2e6-3ca0-4b6b-a167-b53406e2615a" providerId="ADAL" clId="{5A7B5CC8-A329-4BA0-8B7D-FD963378B37E}" dt="2024-12-02T04:27:48.286" v="22028" actId="478"/>
          <ac:spMkLst>
            <pc:docMk/>
            <pc:sldMk cId="2114021794" sldId="262"/>
            <ac:spMk id="22" creationId="{A8D42CBA-40FB-578B-8C90-D86AF1A4AE81}"/>
          </ac:spMkLst>
        </pc:spChg>
        <pc:spChg chg="del">
          <ac:chgData name="Alexander Oddoz-Mazet" userId="67cda2e6-3ca0-4b6b-a167-b53406e2615a" providerId="ADAL" clId="{5A7B5CC8-A329-4BA0-8B7D-FD963378B37E}" dt="2024-12-02T04:27:59.093" v="22029" actId="478"/>
          <ac:spMkLst>
            <pc:docMk/>
            <pc:sldMk cId="2114021794" sldId="262"/>
            <ac:spMk id="23" creationId="{98E480B3-0710-B370-68E5-B2684DC55CF6}"/>
          </ac:spMkLst>
        </pc:spChg>
        <pc:spChg chg="del">
          <ac:chgData name="Alexander Oddoz-Mazet" userId="67cda2e6-3ca0-4b6b-a167-b53406e2615a" providerId="ADAL" clId="{5A7B5CC8-A329-4BA0-8B7D-FD963378B37E}" dt="2024-12-02T04:27:48.286" v="22028" actId="478"/>
          <ac:spMkLst>
            <pc:docMk/>
            <pc:sldMk cId="2114021794" sldId="262"/>
            <ac:spMk id="45" creationId="{88CB49A0-C1ED-65D3-620F-2C1AE171220E}"/>
          </ac:spMkLst>
        </pc:spChg>
        <pc:spChg chg="del">
          <ac:chgData name="Alexander Oddoz-Mazet" userId="67cda2e6-3ca0-4b6b-a167-b53406e2615a" providerId="ADAL" clId="{5A7B5CC8-A329-4BA0-8B7D-FD963378B37E}" dt="2024-12-02T04:27:48.286" v="22028" actId="478"/>
          <ac:spMkLst>
            <pc:docMk/>
            <pc:sldMk cId="2114021794" sldId="262"/>
            <ac:spMk id="68" creationId="{3A2592CF-7F02-C73D-F821-30D45CCEF3CA}"/>
          </ac:spMkLst>
        </pc:spChg>
        <pc:spChg chg="del">
          <ac:chgData name="Alexander Oddoz-Mazet" userId="67cda2e6-3ca0-4b6b-a167-b53406e2615a" providerId="ADAL" clId="{5A7B5CC8-A329-4BA0-8B7D-FD963378B37E}" dt="2024-12-02T04:27:48.286" v="22028" actId="478"/>
          <ac:spMkLst>
            <pc:docMk/>
            <pc:sldMk cId="2114021794" sldId="262"/>
            <ac:spMk id="71" creationId="{7C87114F-595D-97A9-A284-AB6F8A0F5DC7}"/>
          </ac:spMkLst>
        </pc:spChg>
        <pc:spChg chg="del">
          <ac:chgData name="Alexander Oddoz-Mazet" userId="67cda2e6-3ca0-4b6b-a167-b53406e2615a" providerId="ADAL" clId="{5A7B5CC8-A329-4BA0-8B7D-FD963378B37E}" dt="2024-12-02T04:28:01.153" v="22030" actId="478"/>
          <ac:spMkLst>
            <pc:docMk/>
            <pc:sldMk cId="2114021794" sldId="262"/>
            <ac:spMk id="74" creationId="{D2D314D4-CCD3-4766-BCD4-A5BB8B1BDD99}"/>
          </ac:spMkLst>
        </pc:spChg>
        <pc:spChg chg="del">
          <ac:chgData name="Alexander Oddoz-Mazet" userId="67cda2e6-3ca0-4b6b-a167-b53406e2615a" providerId="ADAL" clId="{5A7B5CC8-A329-4BA0-8B7D-FD963378B37E}" dt="2024-12-02T04:27:59.093" v="22029" actId="478"/>
          <ac:spMkLst>
            <pc:docMk/>
            <pc:sldMk cId="2114021794" sldId="262"/>
            <ac:spMk id="75" creationId="{52D17205-6E46-5802-5B21-C2855C25D06D}"/>
          </ac:spMkLst>
        </pc:spChg>
        <pc:spChg chg="del">
          <ac:chgData name="Alexander Oddoz-Mazet" userId="67cda2e6-3ca0-4b6b-a167-b53406e2615a" providerId="ADAL" clId="{5A7B5CC8-A329-4BA0-8B7D-FD963378B37E}" dt="2024-12-02T04:27:48.286" v="22028" actId="478"/>
          <ac:spMkLst>
            <pc:docMk/>
            <pc:sldMk cId="2114021794" sldId="262"/>
            <ac:spMk id="77" creationId="{559B909D-18F6-D572-06D7-B524F2EC89FF}"/>
          </ac:spMkLst>
        </pc:spChg>
        <pc:picChg chg="mod">
          <ac:chgData name="Alexander Oddoz-Mazet" userId="67cda2e6-3ca0-4b6b-a167-b53406e2615a" providerId="ADAL" clId="{5A7B5CC8-A329-4BA0-8B7D-FD963378B37E}" dt="2024-12-02T04:30:39.569" v="22079" actId="1035"/>
          <ac:picMkLst>
            <pc:docMk/>
            <pc:sldMk cId="2114021794" sldId="262"/>
            <ac:picMk id="27" creationId="{FAEA6250-EB6C-296F-E476-D2AA096F1354}"/>
          </ac:picMkLst>
        </pc:picChg>
      </pc:sldChg>
      <pc:sldChg chg="modNotesTx">
        <pc:chgData name="Alexander Oddoz-Mazet" userId="67cda2e6-3ca0-4b6b-a167-b53406e2615a" providerId="ADAL" clId="{5A7B5CC8-A329-4BA0-8B7D-FD963378B37E}" dt="2024-12-02T14:58:39.626" v="22382" actId="20577"/>
        <pc:sldMkLst>
          <pc:docMk/>
          <pc:sldMk cId="4081909767" sldId="263"/>
        </pc:sldMkLst>
      </pc:sldChg>
      <pc:sldChg chg="modSp mod modNotesTx">
        <pc:chgData name="Alexander Oddoz-Mazet" userId="67cda2e6-3ca0-4b6b-a167-b53406e2615a" providerId="ADAL" clId="{5A7B5CC8-A329-4BA0-8B7D-FD963378B37E}" dt="2024-12-01T18:54:07.220" v="21653" actId="6549"/>
        <pc:sldMkLst>
          <pc:docMk/>
          <pc:sldMk cId="4292373622" sldId="264"/>
        </pc:sldMkLst>
        <pc:spChg chg="mod">
          <ac:chgData name="Alexander Oddoz-Mazet" userId="67cda2e6-3ca0-4b6b-a167-b53406e2615a" providerId="ADAL" clId="{5A7B5CC8-A329-4BA0-8B7D-FD963378B37E}" dt="2024-12-01T02:49:14.336" v="3492" actId="20577"/>
          <ac:spMkLst>
            <pc:docMk/>
            <pc:sldMk cId="4292373622" sldId="264"/>
            <ac:spMk id="11" creationId="{B7595C09-B388-BDB2-BA55-60861BDD04DA}"/>
          </ac:spMkLst>
        </pc:spChg>
        <pc:spChg chg="mod">
          <ac:chgData name="Alexander Oddoz-Mazet" userId="67cda2e6-3ca0-4b6b-a167-b53406e2615a" providerId="ADAL" clId="{5A7B5CC8-A329-4BA0-8B7D-FD963378B37E}" dt="2024-12-01T02:57:00.877" v="3588" actId="14100"/>
          <ac:spMkLst>
            <pc:docMk/>
            <pc:sldMk cId="4292373622" sldId="264"/>
            <ac:spMk id="22" creationId="{2896F074-8A6E-82E7-3FCD-BECC98A918B1}"/>
          </ac:spMkLst>
        </pc:spChg>
        <pc:graphicFrameChg chg="mod modGraphic">
          <ac:chgData name="Alexander Oddoz-Mazet" userId="67cda2e6-3ca0-4b6b-a167-b53406e2615a" providerId="ADAL" clId="{5A7B5CC8-A329-4BA0-8B7D-FD963378B37E}" dt="2024-12-01T03:02:50.821" v="3627" actId="207"/>
          <ac:graphicFrameMkLst>
            <pc:docMk/>
            <pc:sldMk cId="4292373622" sldId="264"/>
            <ac:graphicFrameMk id="4" creationId="{BB9CAFAF-8C85-57C7-B303-A0256B6F8DAA}"/>
          </ac:graphicFrameMkLst>
        </pc:graphicFrameChg>
      </pc:sldChg>
      <pc:sldChg chg="modNotesTx">
        <pc:chgData name="Alexander Oddoz-Mazet" userId="67cda2e6-3ca0-4b6b-a167-b53406e2615a" providerId="ADAL" clId="{5A7B5CC8-A329-4BA0-8B7D-FD963378B37E}" dt="2024-12-01T18:50:44.617" v="21599" actId="20577"/>
        <pc:sldMkLst>
          <pc:docMk/>
          <pc:sldMk cId="1456109103" sldId="265"/>
        </pc:sldMkLst>
      </pc:sldChg>
      <pc:sldChg chg="modNotesTx">
        <pc:chgData name="Alexander Oddoz-Mazet" userId="67cda2e6-3ca0-4b6b-a167-b53406e2615a" providerId="ADAL" clId="{5A7B5CC8-A329-4BA0-8B7D-FD963378B37E}" dt="2024-12-01T18:49:26.159" v="21572" actId="113"/>
        <pc:sldMkLst>
          <pc:docMk/>
          <pc:sldMk cId="2605177343" sldId="266"/>
        </pc:sldMkLst>
      </pc:sldChg>
      <pc:sldChg chg="addSp delSp modSp add mod modNotesTx">
        <pc:chgData name="Alexander Oddoz-Mazet" userId="67cda2e6-3ca0-4b6b-a167-b53406e2615a" providerId="ADAL" clId="{5A7B5CC8-A329-4BA0-8B7D-FD963378B37E}" dt="2024-12-01T18:29:47.327" v="21095" actId="20577"/>
        <pc:sldMkLst>
          <pc:docMk/>
          <pc:sldMk cId="256192576" sldId="267"/>
        </pc:sldMkLst>
        <pc:spChg chg="mod">
          <ac:chgData name="Alexander Oddoz-Mazet" userId="67cda2e6-3ca0-4b6b-a167-b53406e2615a" providerId="ADAL" clId="{5A7B5CC8-A329-4BA0-8B7D-FD963378B37E}" dt="2024-11-28T02:04:54.065" v="70" actId="1036"/>
          <ac:spMkLst>
            <pc:docMk/>
            <pc:sldMk cId="256192576" sldId="267"/>
            <ac:spMk id="20" creationId="{686C66A7-E59F-6EDC-E5AE-8F84D634021C}"/>
          </ac:spMkLst>
        </pc:spChg>
        <pc:spChg chg="add mod">
          <ac:chgData name="Alexander Oddoz-Mazet" userId="67cda2e6-3ca0-4b6b-a167-b53406e2615a" providerId="ADAL" clId="{5A7B5CC8-A329-4BA0-8B7D-FD963378B37E}" dt="2024-11-28T02:04:46.551" v="51" actId="20577"/>
          <ac:spMkLst>
            <pc:docMk/>
            <pc:sldMk cId="256192576" sldId="267"/>
            <ac:spMk id="22" creationId="{24205BF2-EB81-2386-1352-30C5A0C1A4DB}"/>
          </ac:spMkLst>
        </pc:spChg>
        <pc:spChg chg="add mod ord">
          <ac:chgData name="Alexander Oddoz-Mazet" userId="67cda2e6-3ca0-4b6b-a167-b53406e2615a" providerId="ADAL" clId="{5A7B5CC8-A329-4BA0-8B7D-FD963378B37E}" dt="2024-11-28T02:04:19.940" v="11" actId="167"/>
          <ac:spMkLst>
            <pc:docMk/>
            <pc:sldMk cId="256192576" sldId="267"/>
            <ac:spMk id="23" creationId="{412891B5-97AB-E9BD-55DB-7D497CDF0F95}"/>
          </ac:spMkLst>
        </pc:spChg>
        <pc:picChg chg="add mod ord">
          <ac:chgData name="Alexander Oddoz-Mazet" userId="67cda2e6-3ca0-4b6b-a167-b53406e2615a" providerId="ADAL" clId="{5A7B5CC8-A329-4BA0-8B7D-FD963378B37E}" dt="2024-11-28T02:04:28.593" v="12" actId="167"/>
          <ac:picMkLst>
            <pc:docMk/>
            <pc:sldMk cId="256192576" sldId="267"/>
            <ac:picMk id="21" creationId="{D1114D4B-3D7B-6489-E0ED-67D4F31804CF}"/>
          </ac:picMkLst>
        </pc:picChg>
      </pc:sldChg>
      <pc:sldChg chg="add del">
        <pc:chgData name="Alexander Oddoz-Mazet" userId="67cda2e6-3ca0-4b6b-a167-b53406e2615a" providerId="ADAL" clId="{5A7B5CC8-A329-4BA0-8B7D-FD963378B37E}" dt="2024-11-28T02:15:44.540" v="724" actId="47"/>
        <pc:sldMkLst>
          <pc:docMk/>
          <pc:sldMk cId="2332033710" sldId="268"/>
        </pc:sldMkLst>
      </pc:sldChg>
      <pc:sldChg chg="delSp modSp add mod modShow modNotesTx">
        <pc:chgData name="Alexander Oddoz-Mazet" userId="67cda2e6-3ca0-4b6b-a167-b53406e2615a" providerId="ADAL" clId="{5A7B5CC8-A329-4BA0-8B7D-FD963378B37E}" dt="2024-12-02T17:19:17.337" v="22383" actId="729"/>
        <pc:sldMkLst>
          <pc:docMk/>
          <pc:sldMk cId="2890223827" sldId="268"/>
        </pc:sldMkLst>
        <pc:spChg chg="mod">
          <ac:chgData name="Alexander Oddoz-Mazet" userId="67cda2e6-3ca0-4b6b-a167-b53406e2615a" providerId="ADAL" clId="{5A7B5CC8-A329-4BA0-8B7D-FD963378B37E}" dt="2024-12-01T05:30:59.316" v="12083" actId="1036"/>
          <ac:spMkLst>
            <pc:docMk/>
            <pc:sldMk cId="2890223827" sldId="268"/>
            <ac:spMk id="6" creationId="{BE54123C-BED6-6758-D515-5B630115B320}"/>
          </ac:spMkLst>
        </pc:spChg>
        <pc:spChg chg="mod">
          <ac:chgData name="Alexander Oddoz-Mazet" userId="67cda2e6-3ca0-4b6b-a167-b53406e2615a" providerId="ADAL" clId="{5A7B5CC8-A329-4BA0-8B7D-FD963378B37E}" dt="2024-12-01T05:30:59.316" v="12083" actId="1036"/>
          <ac:spMkLst>
            <pc:docMk/>
            <pc:sldMk cId="2890223827" sldId="268"/>
            <ac:spMk id="7" creationId="{C2299814-C9A8-C37E-5E42-82424819AE4A}"/>
          </ac:spMkLst>
        </pc:spChg>
        <pc:spChg chg="mod">
          <ac:chgData name="Alexander Oddoz-Mazet" userId="67cda2e6-3ca0-4b6b-a167-b53406e2615a" providerId="ADAL" clId="{5A7B5CC8-A329-4BA0-8B7D-FD963378B37E}" dt="2024-12-01T05:30:59.316" v="12083" actId="1036"/>
          <ac:spMkLst>
            <pc:docMk/>
            <pc:sldMk cId="2890223827" sldId="268"/>
            <ac:spMk id="8" creationId="{BAF06116-C08E-9EC6-836C-C8D88309621F}"/>
          </ac:spMkLst>
        </pc:spChg>
        <pc:spChg chg="del mod">
          <ac:chgData name="Alexander Oddoz-Mazet" userId="67cda2e6-3ca0-4b6b-a167-b53406e2615a" providerId="ADAL" clId="{5A7B5CC8-A329-4BA0-8B7D-FD963378B37E}" dt="2024-12-01T05:29:38.511" v="12024"/>
          <ac:spMkLst>
            <pc:docMk/>
            <pc:sldMk cId="2890223827" sldId="268"/>
            <ac:spMk id="10" creationId="{1D7CA060-0C23-3779-EC42-29A4F5C1B5E1}"/>
          </ac:spMkLst>
        </pc:spChg>
        <pc:spChg chg="del">
          <ac:chgData name="Alexander Oddoz-Mazet" userId="67cda2e6-3ca0-4b6b-a167-b53406e2615a" providerId="ADAL" clId="{5A7B5CC8-A329-4BA0-8B7D-FD963378B37E}" dt="2024-12-01T05:29:41.768" v="12025" actId="478"/>
          <ac:spMkLst>
            <pc:docMk/>
            <pc:sldMk cId="2890223827" sldId="268"/>
            <ac:spMk id="11" creationId="{D0F1C6F1-4DD9-D2BD-FE4B-38A4D96FFE5E}"/>
          </ac:spMkLst>
        </pc:spChg>
        <pc:spChg chg="del">
          <ac:chgData name="Alexander Oddoz-Mazet" userId="67cda2e6-3ca0-4b6b-a167-b53406e2615a" providerId="ADAL" clId="{5A7B5CC8-A329-4BA0-8B7D-FD963378B37E}" dt="2024-12-01T05:29:38.504" v="12022" actId="478"/>
          <ac:spMkLst>
            <pc:docMk/>
            <pc:sldMk cId="2890223827" sldId="268"/>
            <ac:spMk id="12" creationId="{3EF8A945-8757-7F15-E5B2-F2F072011F29}"/>
          </ac:spMkLst>
        </pc:spChg>
        <pc:spChg chg="del">
          <ac:chgData name="Alexander Oddoz-Mazet" userId="67cda2e6-3ca0-4b6b-a167-b53406e2615a" providerId="ADAL" clId="{5A7B5CC8-A329-4BA0-8B7D-FD963378B37E}" dt="2024-12-01T05:29:44.778" v="12026" actId="478"/>
          <ac:spMkLst>
            <pc:docMk/>
            <pc:sldMk cId="2890223827" sldId="268"/>
            <ac:spMk id="13" creationId="{D9F0CAC8-7E64-DAD3-7E62-8183E4FA9E1D}"/>
          </ac:spMkLst>
        </pc:spChg>
        <pc:spChg chg="del">
          <ac:chgData name="Alexander Oddoz-Mazet" userId="67cda2e6-3ca0-4b6b-a167-b53406e2615a" providerId="ADAL" clId="{5A7B5CC8-A329-4BA0-8B7D-FD963378B37E}" dt="2024-12-01T05:29:55.457" v="12031" actId="478"/>
          <ac:spMkLst>
            <pc:docMk/>
            <pc:sldMk cId="2890223827" sldId="268"/>
            <ac:spMk id="14" creationId="{3C33A8DB-B3AB-5523-E936-D99A65B82FFD}"/>
          </ac:spMkLst>
        </pc:spChg>
        <pc:spChg chg="del">
          <ac:chgData name="Alexander Oddoz-Mazet" userId="67cda2e6-3ca0-4b6b-a167-b53406e2615a" providerId="ADAL" clId="{5A7B5CC8-A329-4BA0-8B7D-FD963378B37E}" dt="2024-12-01T05:29:45.955" v="12027" actId="478"/>
          <ac:spMkLst>
            <pc:docMk/>
            <pc:sldMk cId="2890223827" sldId="268"/>
            <ac:spMk id="15" creationId="{823B0642-955D-B1C4-CB8F-B69DA9721FDB}"/>
          </ac:spMkLst>
        </pc:spChg>
        <pc:spChg chg="del">
          <ac:chgData name="Alexander Oddoz-Mazet" userId="67cda2e6-3ca0-4b6b-a167-b53406e2615a" providerId="ADAL" clId="{5A7B5CC8-A329-4BA0-8B7D-FD963378B37E}" dt="2024-12-01T05:29:48.023" v="12028" actId="478"/>
          <ac:spMkLst>
            <pc:docMk/>
            <pc:sldMk cId="2890223827" sldId="268"/>
            <ac:spMk id="18" creationId="{17936DD0-AD09-1EEA-E30C-44E52EB91D95}"/>
          </ac:spMkLst>
        </pc:spChg>
        <pc:spChg chg="del">
          <ac:chgData name="Alexander Oddoz-Mazet" userId="67cda2e6-3ca0-4b6b-a167-b53406e2615a" providerId="ADAL" clId="{5A7B5CC8-A329-4BA0-8B7D-FD963378B37E}" dt="2024-12-01T05:29:51.587" v="12030" actId="478"/>
          <ac:spMkLst>
            <pc:docMk/>
            <pc:sldMk cId="2890223827" sldId="268"/>
            <ac:spMk id="19" creationId="{561480E7-DCFD-E3FB-C090-54208EA7E674}"/>
          </ac:spMkLst>
        </pc:spChg>
        <pc:spChg chg="del">
          <ac:chgData name="Alexander Oddoz-Mazet" userId="67cda2e6-3ca0-4b6b-a167-b53406e2615a" providerId="ADAL" clId="{5A7B5CC8-A329-4BA0-8B7D-FD963378B37E}" dt="2024-12-01T05:29:49.719" v="12029" actId="478"/>
          <ac:spMkLst>
            <pc:docMk/>
            <pc:sldMk cId="2890223827" sldId="268"/>
            <ac:spMk id="25" creationId="{8BAE95AE-5269-C97D-18B8-D5456B983EC3}"/>
          </ac:spMkLst>
        </pc:spChg>
        <pc:graphicFrameChg chg="mod modGraphic">
          <ac:chgData name="Alexander Oddoz-Mazet" userId="67cda2e6-3ca0-4b6b-a167-b53406e2615a" providerId="ADAL" clId="{5A7B5CC8-A329-4BA0-8B7D-FD963378B37E}" dt="2024-12-01T05:30:01.011" v="12062" actId="1036"/>
          <ac:graphicFrameMkLst>
            <pc:docMk/>
            <pc:sldMk cId="2890223827" sldId="268"/>
            <ac:graphicFrameMk id="40" creationId="{9A37DB45-BBFC-AAE7-19CD-879AD373A66E}"/>
          </ac:graphicFrameMkLst>
        </pc:graphicFrameChg>
        <pc:cxnChg chg="del">
          <ac:chgData name="Alexander Oddoz-Mazet" userId="67cda2e6-3ca0-4b6b-a167-b53406e2615a" providerId="ADAL" clId="{5A7B5CC8-A329-4BA0-8B7D-FD963378B37E}" dt="2024-12-01T05:30:54.256" v="12063" actId="478"/>
          <ac:cxnSpMkLst>
            <pc:docMk/>
            <pc:sldMk cId="2890223827" sldId="268"/>
            <ac:cxnSpMk id="9" creationId="{FAAECF2D-AD1B-5AEA-E899-59554FD930A5}"/>
          </ac:cxnSpMkLst>
        </pc:cxnChg>
        <pc:cxnChg chg="del">
          <ac:chgData name="Alexander Oddoz-Mazet" userId="67cda2e6-3ca0-4b6b-a167-b53406e2615a" providerId="ADAL" clId="{5A7B5CC8-A329-4BA0-8B7D-FD963378B37E}" dt="2024-12-01T05:31:03.789" v="12084" actId="478"/>
          <ac:cxnSpMkLst>
            <pc:docMk/>
            <pc:sldMk cId="2890223827" sldId="268"/>
            <ac:cxnSpMk id="17" creationId="{8A6321CE-ACB9-641F-CB78-D3B40003890C}"/>
          </ac:cxnSpMkLst>
        </pc:cxnChg>
        <pc:cxnChg chg="del">
          <ac:chgData name="Alexander Oddoz-Mazet" userId="67cda2e6-3ca0-4b6b-a167-b53406e2615a" providerId="ADAL" clId="{5A7B5CC8-A329-4BA0-8B7D-FD963378B37E}" dt="2024-12-01T05:31:05.707" v="12085" actId="478"/>
          <ac:cxnSpMkLst>
            <pc:docMk/>
            <pc:sldMk cId="2890223827" sldId="268"/>
            <ac:cxnSpMk id="20" creationId="{41AE3F40-E8B0-BB1B-BE4F-6EC2FD248C8B}"/>
          </ac:cxnSpMkLst>
        </pc:cxnChg>
      </pc:sldChg>
      <pc:sldChg chg="delSp add mod modNotesTx">
        <pc:chgData name="Alexander Oddoz-Mazet" userId="67cda2e6-3ca0-4b6b-a167-b53406e2615a" providerId="ADAL" clId="{5A7B5CC8-A329-4BA0-8B7D-FD963378B37E}" dt="2024-12-02T04:09:36.324" v="21953" actId="20577"/>
        <pc:sldMkLst>
          <pc:docMk/>
          <pc:sldMk cId="2770837259" sldId="269"/>
        </pc:sldMkLst>
        <pc:spChg chg="del">
          <ac:chgData name="Alexander Oddoz-Mazet" userId="67cda2e6-3ca0-4b6b-a167-b53406e2615a" providerId="ADAL" clId="{5A7B5CC8-A329-4BA0-8B7D-FD963378B37E}" dt="2024-12-01T05:49:50.989" v="14077" actId="478"/>
          <ac:spMkLst>
            <pc:docMk/>
            <pc:sldMk cId="2770837259" sldId="269"/>
            <ac:spMk id="17" creationId="{5E9C8D71-CBAA-8449-D27E-6FA58A47E9D8}"/>
          </ac:spMkLst>
        </pc:spChg>
        <pc:spChg chg="del">
          <ac:chgData name="Alexander Oddoz-Mazet" userId="67cda2e6-3ca0-4b6b-a167-b53406e2615a" providerId="ADAL" clId="{5A7B5CC8-A329-4BA0-8B7D-FD963378B37E}" dt="2024-12-01T05:49:50.989" v="14077" actId="478"/>
          <ac:spMkLst>
            <pc:docMk/>
            <pc:sldMk cId="2770837259" sldId="269"/>
            <ac:spMk id="26" creationId="{5B09EED5-DF93-52C3-C497-9E94545A1B5E}"/>
          </ac:spMkLst>
        </pc:spChg>
        <pc:spChg chg="del">
          <ac:chgData name="Alexander Oddoz-Mazet" userId="67cda2e6-3ca0-4b6b-a167-b53406e2615a" providerId="ADAL" clId="{5A7B5CC8-A329-4BA0-8B7D-FD963378B37E}" dt="2024-12-01T05:49:50.989" v="14077" actId="478"/>
          <ac:spMkLst>
            <pc:docMk/>
            <pc:sldMk cId="2770837259" sldId="269"/>
            <ac:spMk id="27" creationId="{AAA780B6-1C2F-0289-C66F-23197D21089A}"/>
          </ac:spMkLst>
        </pc:spChg>
        <pc:spChg chg="del">
          <ac:chgData name="Alexander Oddoz-Mazet" userId="67cda2e6-3ca0-4b6b-a167-b53406e2615a" providerId="ADAL" clId="{5A7B5CC8-A329-4BA0-8B7D-FD963378B37E}" dt="2024-12-01T05:49:50.989" v="14077" actId="478"/>
          <ac:spMkLst>
            <pc:docMk/>
            <pc:sldMk cId="2770837259" sldId="269"/>
            <ac:spMk id="29" creationId="{B7E0AC76-EC1B-342A-50C3-D6CFAACF048C}"/>
          </ac:spMkLst>
        </pc:spChg>
        <pc:spChg chg="del">
          <ac:chgData name="Alexander Oddoz-Mazet" userId="67cda2e6-3ca0-4b6b-a167-b53406e2615a" providerId="ADAL" clId="{5A7B5CC8-A329-4BA0-8B7D-FD963378B37E}" dt="2024-12-01T05:49:50.989" v="14077" actId="478"/>
          <ac:spMkLst>
            <pc:docMk/>
            <pc:sldMk cId="2770837259" sldId="269"/>
            <ac:spMk id="30" creationId="{693D981A-3E17-C3A9-41C2-F2CE481963FF}"/>
          </ac:spMkLst>
        </pc:spChg>
        <pc:spChg chg="del">
          <ac:chgData name="Alexander Oddoz-Mazet" userId="67cda2e6-3ca0-4b6b-a167-b53406e2615a" providerId="ADAL" clId="{5A7B5CC8-A329-4BA0-8B7D-FD963378B37E}" dt="2024-12-01T05:49:50.989" v="14077" actId="478"/>
          <ac:spMkLst>
            <pc:docMk/>
            <pc:sldMk cId="2770837259" sldId="269"/>
            <ac:spMk id="32" creationId="{B707D81D-5ED9-F037-08AC-3A6410EC8334}"/>
          </ac:spMkLst>
        </pc:spChg>
        <pc:spChg chg="del">
          <ac:chgData name="Alexander Oddoz-Mazet" userId="67cda2e6-3ca0-4b6b-a167-b53406e2615a" providerId="ADAL" clId="{5A7B5CC8-A329-4BA0-8B7D-FD963378B37E}" dt="2024-12-01T05:49:50.989" v="14077" actId="478"/>
          <ac:spMkLst>
            <pc:docMk/>
            <pc:sldMk cId="2770837259" sldId="269"/>
            <ac:spMk id="33" creationId="{130CAFEC-46E3-7A5D-3169-F216BF703AE2}"/>
          </ac:spMkLst>
        </pc:spChg>
        <pc:spChg chg="del">
          <ac:chgData name="Alexander Oddoz-Mazet" userId="67cda2e6-3ca0-4b6b-a167-b53406e2615a" providerId="ADAL" clId="{5A7B5CC8-A329-4BA0-8B7D-FD963378B37E}" dt="2024-12-01T05:49:50.989" v="14077" actId="478"/>
          <ac:spMkLst>
            <pc:docMk/>
            <pc:sldMk cId="2770837259" sldId="269"/>
            <ac:spMk id="34" creationId="{EE58C0D6-753F-7E1A-92AA-D5FA60AB28AF}"/>
          </ac:spMkLst>
        </pc:spChg>
        <pc:spChg chg="del">
          <ac:chgData name="Alexander Oddoz-Mazet" userId="67cda2e6-3ca0-4b6b-a167-b53406e2615a" providerId="ADAL" clId="{5A7B5CC8-A329-4BA0-8B7D-FD963378B37E}" dt="2024-12-01T05:49:50.989" v="14077" actId="478"/>
          <ac:spMkLst>
            <pc:docMk/>
            <pc:sldMk cId="2770837259" sldId="269"/>
            <ac:spMk id="36" creationId="{63D12B8C-57AF-9FCC-8151-BEB4A8F70208}"/>
          </ac:spMkLst>
        </pc:spChg>
        <pc:spChg chg="del">
          <ac:chgData name="Alexander Oddoz-Mazet" userId="67cda2e6-3ca0-4b6b-a167-b53406e2615a" providerId="ADAL" clId="{5A7B5CC8-A329-4BA0-8B7D-FD963378B37E}" dt="2024-12-01T05:49:50.989" v="14077" actId="478"/>
          <ac:spMkLst>
            <pc:docMk/>
            <pc:sldMk cId="2770837259" sldId="269"/>
            <ac:spMk id="37" creationId="{97338C5A-0DDF-5A11-A00D-A06AFE89BC53}"/>
          </ac:spMkLst>
        </pc:spChg>
      </pc:sldChg>
      <pc:sldChg chg="add del">
        <pc:chgData name="Alexander Oddoz-Mazet" userId="67cda2e6-3ca0-4b6b-a167-b53406e2615a" providerId="ADAL" clId="{5A7B5CC8-A329-4BA0-8B7D-FD963378B37E}" dt="2024-12-01T05:12:48.965" v="9727" actId="47"/>
        <pc:sldMkLst>
          <pc:docMk/>
          <pc:sldMk cId="3286592554" sldId="269"/>
        </pc:sldMkLst>
      </pc:sldChg>
      <pc:sldChg chg="addSp delSp modSp add mod modShow modNotesTx">
        <pc:chgData name="Alexander Oddoz-Mazet" userId="67cda2e6-3ca0-4b6b-a167-b53406e2615a" providerId="ADAL" clId="{5A7B5CC8-A329-4BA0-8B7D-FD963378B37E}" dt="2024-12-02T17:19:17.337" v="22383" actId="729"/>
        <pc:sldMkLst>
          <pc:docMk/>
          <pc:sldMk cId="946921331" sldId="270"/>
        </pc:sldMkLst>
        <pc:spChg chg="add mod ord">
          <ac:chgData name="Alexander Oddoz-Mazet" userId="67cda2e6-3ca0-4b6b-a167-b53406e2615a" providerId="ADAL" clId="{5A7B5CC8-A329-4BA0-8B7D-FD963378B37E}" dt="2024-12-01T05:33:17.128" v="12192" actId="1038"/>
          <ac:spMkLst>
            <pc:docMk/>
            <pc:sldMk cId="946921331" sldId="270"/>
            <ac:spMk id="5" creationId="{89AE0C08-2FC8-B86B-60C2-5680B6D2B21A}"/>
          </ac:spMkLst>
        </pc:spChg>
        <pc:spChg chg="mod">
          <ac:chgData name="Alexander Oddoz-Mazet" userId="67cda2e6-3ca0-4b6b-a167-b53406e2615a" providerId="ADAL" clId="{5A7B5CC8-A329-4BA0-8B7D-FD963378B37E}" dt="2024-12-01T05:31:47.263" v="12127" actId="1036"/>
          <ac:spMkLst>
            <pc:docMk/>
            <pc:sldMk cId="946921331" sldId="270"/>
            <ac:spMk id="6" creationId="{049A7463-3FC3-5622-E041-127D88EE0930}"/>
          </ac:spMkLst>
        </pc:spChg>
        <pc:spChg chg="mod">
          <ac:chgData name="Alexander Oddoz-Mazet" userId="67cda2e6-3ca0-4b6b-a167-b53406e2615a" providerId="ADAL" clId="{5A7B5CC8-A329-4BA0-8B7D-FD963378B37E}" dt="2024-12-01T05:31:47.263" v="12127" actId="1036"/>
          <ac:spMkLst>
            <pc:docMk/>
            <pc:sldMk cId="946921331" sldId="270"/>
            <ac:spMk id="7" creationId="{F064B421-F314-0499-9E42-BF1028AAA2A8}"/>
          </ac:spMkLst>
        </pc:spChg>
        <pc:spChg chg="mod">
          <ac:chgData name="Alexander Oddoz-Mazet" userId="67cda2e6-3ca0-4b6b-a167-b53406e2615a" providerId="ADAL" clId="{5A7B5CC8-A329-4BA0-8B7D-FD963378B37E}" dt="2024-12-01T05:31:47.263" v="12127" actId="1036"/>
          <ac:spMkLst>
            <pc:docMk/>
            <pc:sldMk cId="946921331" sldId="270"/>
            <ac:spMk id="8" creationId="{913DAE51-82CC-350E-81E8-84E4BE02F19F}"/>
          </ac:spMkLst>
        </pc:spChg>
        <pc:spChg chg="mod ord">
          <ac:chgData name="Alexander Oddoz-Mazet" userId="67cda2e6-3ca0-4b6b-a167-b53406e2615a" providerId="ADAL" clId="{5A7B5CC8-A329-4BA0-8B7D-FD963378B37E}" dt="2024-12-01T05:33:42.671" v="12193" actId="166"/>
          <ac:spMkLst>
            <pc:docMk/>
            <pc:sldMk cId="946921331" sldId="270"/>
            <ac:spMk id="10" creationId="{B889274B-39A1-58D7-890A-A0C30DD24BCF}"/>
          </ac:spMkLst>
        </pc:spChg>
        <pc:spChg chg="mod">
          <ac:chgData name="Alexander Oddoz-Mazet" userId="67cda2e6-3ca0-4b6b-a167-b53406e2615a" providerId="ADAL" clId="{5A7B5CC8-A329-4BA0-8B7D-FD963378B37E}" dt="2024-12-01T05:31:47.263" v="12127" actId="1036"/>
          <ac:spMkLst>
            <pc:docMk/>
            <pc:sldMk cId="946921331" sldId="270"/>
            <ac:spMk id="11" creationId="{2F8F1A8E-8FBC-3D26-D099-40D613741549}"/>
          </ac:spMkLst>
        </pc:spChg>
        <pc:spChg chg="mod ord">
          <ac:chgData name="Alexander Oddoz-Mazet" userId="67cda2e6-3ca0-4b6b-a167-b53406e2615a" providerId="ADAL" clId="{5A7B5CC8-A329-4BA0-8B7D-FD963378B37E}" dt="2024-12-01T05:34:13.708" v="12194" actId="166"/>
          <ac:spMkLst>
            <pc:docMk/>
            <pc:sldMk cId="946921331" sldId="270"/>
            <ac:spMk id="12" creationId="{C9759294-5ABD-C8A5-B6E0-B284F792F1F1}"/>
          </ac:spMkLst>
        </pc:spChg>
        <pc:spChg chg="del">
          <ac:chgData name="Alexander Oddoz-Mazet" userId="67cda2e6-3ca0-4b6b-a167-b53406e2615a" providerId="ADAL" clId="{5A7B5CC8-A329-4BA0-8B7D-FD963378B37E}" dt="2024-12-01T05:31:19.020" v="12086" actId="478"/>
          <ac:spMkLst>
            <pc:docMk/>
            <pc:sldMk cId="946921331" sldId="270"/>
            <ac:spMk id="13" creationId="{3CFD6FEC-A0E3-C4E0-D913-AA78EF89C12C}"/>
          </ac:spMkLst>
        </pc:spChg>
        <pc:spChg chg="del">
          <ac:chgData name="Alexander Oddoz-Mazet" userId="67cda2e6-3ca0-4b6b-a167-b53406e2615a" providerId="ADAL" clId="{5A7B5CC8-A329-4BA0-8B7D-FD963378B37E}" dt="2024-12-01T05:31:21.046" v="12087" actId="478"/>
          <ac:spMkLst>
            <pc:docMk/>
            <pc:sldMk cId="946921331" sldId="270"/>
            <ac:spMk id="14" creationId="{2F897D72-BDDA-7681-0C70-1A7B51858808}"/>
          </ac:spMkLst>
        </pc:spChg>
        <pc:spChg chg="del">
          <ac:chgData name="Alexander Oddoz-Mazet" userId="67cda2e6-3ca0-4b6b-a167-b53406e2615a" providerId="ADAL" clId="{5A7B5CC8-A329-4BA0-8B7D-FD963378B37E}" dt="2024-12-01T05:31:22.485" v="12088" actId="478"/>
          <ac:spMkLst>
            <pc:docMk/>
            <pc:sldMk cId="946921331" sldId="270"/>
            <ac:spMk id="15" creationId="{BE3D7B93-EFB3-3BAB-021E-32CA1F52AF6B}"/>
          </ac:spMkLst>
        </pc:spChg>
        <pc:spChg chg="del">
          <ac:chgData name="Alexander Oddoz-Mazet" userId="67cda2e6-3ca0-4b6b-a167-b53406e2615a" providerId="ADAL" clId="{5A7B5CC8-A329-4BA0-8B7D-FD963378B37E}" dt="2024-12-01T05:31:24.137" v="12089" actId="478"/>
          <ac:spMkLst>
            <pc:docMk/>
            <pc:sldMk cId="946921331" sldId="270"/>
            <ac:spMk id="18" creationId="{724A3B9E-3047-DF8E-E14E-B09FC6179B43}"/>
          </ac:spMkLst>
        </pc:spChg>
        <pc:spChg chg="del">
          <ac:chgData name="Alexander Oddoz-Mazet" userId="67cda2e6-3ca0-4b6b-a167-b53406e2615a" providerId="ADAL" clId="{5A7B5CC8-A329-4BA0-8B7D-FD963378B37E}" dt="2024-12-01T05:31:31.600" v="12091" actId="478"/>
          <ac:spMkLst>
            <pc:docMk/>
            <pc:sldMk cId="946921331" sldId="270"/>
            <ac:spMk id="19" creationId="{A6747D80-246E-A33A-E74D-EB4D661B7DB5}"/>
          </ac:spMkLst>
        </pc:spChg>
        <pc:spChg chg="add mod">
          <ac:chgData name="Alexander Oddoz-Mazet" userId="67cda2e6-3ca0-4b6b-a167-b53406e2615a" providerId="ADAL" clId="{5A7B5CC8-A329-4BA0-8B7D-FD963378B37E}" dt="2024-12-01T05:34:24.022" v="12240" actId="1035"/>
          <ac:spMkLst>
            <pc:docMk/>
            <pc:sldMk cId="946921331" sldId="270"/>
            <ac:spMk id="24" creationId="{6737EE73-D838-2BCE-AD8A-BD51286D16F0}"/>
          </ac:spMkLst>
        </pc:spChg>
        <pc:spChg chg="del">
          <ac:chgData name="Alexander Oddoz-Mazet" userId="67cda2e6-3ca0-4b6b-a167-b53406e2615a" providerId="ADAL" clId="{5A7B5CC8-A329-4BA0-8B7D-FD963378B37E}" dt="2024-12-01T05:31:29.593" v="12090" actId="478"/>
          <ac:spMkLst>
            <pc:docMk/>
            <pc:sldMk cId="946921331" sldId="270"/>
            <ac:spMk id="25" creationId="{0F1117CC-89A8-84A7-A0D9-F46B4CD931F4}"/>
          </ac:spMkLst>
        </pc:spChg>
        <pc:graphicFrameChg chg="modGraphic">
          <ac:chgData name="Alexander Oddoz-Mazet" userId="67cda2e6-3ca0-4b6b-a167-b53406e2615a" providerId="ADAL" clId="{5A7B5CC8-A329-4BA0-8B7D-FD963378B37E}" dt="2024-12-01T05:13:24.234" v="9730" actId="207"/>
          <ac:graphicFrameMkLst>
            <pc:docMk/>
            <pc:sldMk cId="946921331" sldId="270"/>
            <ac:graphicFrameMk id="40" creationId="{579976AC-B884-964E-FEB8-AF279E475863}"/>
          </ac:graphicFrameMkLst>
        </pc:graphicFrameChg>
        <pc:cxnChg chg="del">
          <ac:chgData name="Alexander Oddoz-Mazet" userId="67cda2e6-3ca0-4b6b-a167-b53406e2615a" providerId="ADAL" clId="{5A7B5CC8-A329-4BA0-8B7D-FD963378B37E}" dt="2024-12-01T05:32:00.951" v="12128" actId="478"/>
          <ac:cxnSpMkLst>
            <pc:docMk/>
            <pc:sldMk cId="946921331" sldId="270"/>
            <ac:cxnSpMk id="9" creationId="{5501EB85-94BC-884F-75EA-7BB1C1B06230}"/>
          </ac:cxnSpMkLst>
        </pc:cxnChg>
        <pc:cxnChg chg="del">
          <ac:chgData name="Alexander Oddoz-Mazet" userId="67cda2e6-3ca0-4b6b-a167-b53406e2615a" providerId="ADAL" clId="{5A7B5CC8-A329-4BA0-8B7D-FD963378B37E}" dt="2024-12-01T05:31:36.431" v="12092" actId="478"/>
          <ac:cxnSpMkLst>
            <pc:docMk/>
            <pc:sldMk cId="946921331" sldId="270"/>
            <ac:cxnSpMk id="17" creationId="{64E0ECB7-FC22-B73B-D935-76F1F6CB5582}"/>
          </ac:cxnSpMkLst>
        </pc:cxnChg>
        <pc:cxnChg chg="del">
          <ac:chgData name="Alexander Oddoz-Mazet" userId="67cda2e6-3ca0-4b6b-a167-b53406e2615a" providerId="ADAL" clId="{5A7B5CC8-A329-4BA0-8B7D-FD963378B37E}" dt="2024-12-01T05:31:38.978" v="12093" actId="478"/>
          <ac:cxnSpMkLst>
            <pc:docMk/>
            <pc:sldMk cId="946921331" sldId="270"/>
            <ac:cxnSpMk id="20" creationId="{349D12CB-B596-F95C-5B2A-6DE60AD5645C}"/>
          </ac:cxnSpMkLst>
        </pc:cxnChg>
      </pc:sldChg>
      <pc:sldChg chg="modSp add mod modNotesTx">
        <pc:chgData name="Alexander Oddoz-Mazet" userId="67cda2e6-3ca0-4b6b-a167-b53406e2615a" providerId="ADAL" clId="{5A7B5CC8-A329-4BA0-8B7D-FD963378B37E}" dt="2024-12-01T18:54:29.789" v="21658" actId="6549"/>
        <pc:sldMkLst>
          <pc:docMk/>
          <pc:sldMk cId="231402857" sldId="271"/>
        </pc:sldMkLst>
        <pc:graphicFrameChg chg="mod modGraphic">
          <ac:chgData name="Alexander Oddoz-Mazet" userId="67cda2e6-3ca0-4b6b-a167-b53406e2615a" providerId="ADAL" clId="{5A7B5CC8-A329-4BA0-8B7D-FD963378B37E}" dt="2024-12-01T03:02:41.531" v="3626" actId="207"/>
          <ac:graphicFrameMkLst>
            <pc:docMk/>
            <pc:sldMk cId="231402857" sldId="271"/>
            <ac:graphicFrameMk id="4" creationId="{D6240CBE-2C32-B409-7AE6-06831EC4E30F}"/>
          </ac:graphicFrameMkLst>
        </pc:graphicFrameChg>
      </pc:sldChg>
      <pc:sldChg chg="add del">
        <pc:chgData name="Alexander Oddoz-Mazet" userId="67cda2e6-3ca0-4b6b-a167-b53406e2615a" providerId="ADAL" clId="{5A7B5CC8-A329-4BA0-8B7D-FD963378B37E}" dt="2024-12-01T02:50:58.808" v="3498" actId="47"/>
        <pc:sldMkLst>
          <pc:docMk/>
          <pc:sldMk cId="1096754922" sldId="271"/>
        </pc:sldMkLst>
      </pc:sldChg>
      <pc:sldChg chg="delSp add mod modNotesTx">
        <pc:chgData name="Alexander Oddoz-Mazet" userId="67cda2e6-3ca0-4b6b-a167-b53406e2615a" providerId="ADAL" clId="{5A7B5CC8-A329-4BA0-8B7D-FD963378B37E}" dt="2024-12-01T06:11:26.880" v="16448" actId="20577"/>
        <pc:sldMkLst>
          <pc:docMk/>
          <pc:sldMk cId="141993892" sldId="272"/>
        </pc:sldMkLst>
        <pc:spChg chg="del">
          <ac:chgData name="Alexander Oddoz-Mazet" userId="67cda2e6-3ca0-4b6b-a167-b53406e2615a" providerId="ADAL" clId="{5A7B5CC8-A329-4BA0-8B7D-FD963378B37E}" dt="2024-12-01T05:49:59.849" v="14078" actId="478"/>
          <ac:spMkLst>
            <pc:docMk/>
            <pc:sldMk cId="141993892" sldId="272"/>
            <ac:spMk id="26" creationId="{8590AEDB-76CB-2F5D-1218-BF720F643B33}"/>
          </ac:spMkLst>
        </pc:spChg>
        <pc:spChg chg="del">
          <ac:chgData name="Alexander Oddoz-Mazet" userId="67cda2e6-3ca0-4b6b-a167-b53406e2615a" providerId="ADAL" clId="{5A7B5CC8-A329-4BA0-8B7D-FD963378B37E}" dt="2024-12-01T05:49:59.849" v="14078" actId="478"/>
          <ac:spMkLst>
            <pc:docMk/>
            <pc:sldMk cId="141993892" sldId="272"/>
            <ac:spMk id="27" creationId="{E38A2374-6B3F-8ECE-1AC8-F8E3E65A31BF}"/>
          </ac:spMkLst>
        </pc:spChg>
        <pc:spChg chg="del">
          <ac:chgData name="Alexander Oddoz-Mazet" userId="67cda2e6-3ca0-4b6b-a167-b53406e2615a" providerId="ADAL" clId="{5A7B5CC8-A329-4BA0-8B7D-FD963378B37E}" dt="2024-12-01T05:49:59.849" v="14078" actId="478"/>
          <ac:spMkLst>
            <pc:docMk/>
            <pc:sldMk cId="141993892" sldId="272"/>
            <ac:spMk id="29" creationId="{41685526-73DB-0AEC-F61D-77FAD11285B8}"/>
          </ac:spMkLst>
        </pc:spChg>
        <pc:spChg chg="del">
          <ac:chgData name="Alexander Oddoz-Mazet" userId="67cda2e6-3ca0-4b6b-a167-b53406e2615a" providerId="ADAL" clId="{5A7B5CC8-A329-4BA0-8B7D-FD963378B37E}" dt="2024-12-01T05:49:59.849" v="14078" actId="478"/>
          <ac:spMkLst>
            <pc:docMk/>
            <pc:sldMk cId="141993892" sldId="272"/>
            <ac:spMk id="30" creationId="{97329DF6-00BC-91FF-F499-1C1AA5E50611}"/>
          </ac:spMkLst>
        </pc:spChg>
        <pc:spChg chg="del">
          <ac:chgData name="Alexander Oddoz-Mazet" userId="67cda2e6-3ca0-4b6b-a167-b53406e2615a" providerId="ADAL" clId="{5A7B5CC8-A329-4BA0-8B7D-FD963378B37E}" dt="2024-12-01T05:49:59.849" v="14078" actId="478"/>
          <ac:spMkLst>
            <pc:docMk/>
            <pc:sldMk cId="141993892" sldId="272"/>
            <ac:spMk id="33" creationId="{63E375AD-3BB8-9662-16E6-5B8023DA279B}"/>
          </ac:spMkLst>
        </pc:spChg>
        <pc:spChg chg="del">
          <ac:chgData name="Alexander Oddoz-Mazet" userId="67cda2e6-3ca0-4b6b-a167-b53406e2615a" providerId="ADAL" clId="{5A7B5CC8-A329-4BA0-8B7D-FD963378B37E}" dt="2024-12-01T05:49:59.849" v="14078" actId="478"/>
          <ac:spMkLst>
            <pc:docMk/>
            <pc:sldMk cId="141993892" sldId="272"/>
            <ac:spMk id="34" creationId="{B605D2B5-CAC8-6327-9A8C-4F26C0943C7B}"/>
          </ac:spMkLst>
        </pc:spChg>
      </pc:sldChg>
      <pc:sldChg chg="addSp delSp modSp mod">
        <pc:chgData name="Alexander Oddoz-Mazet" userId="67cda2e6-3ca0-4b6b-a167-b53406e2615a" providerId="ADAL" clId="{5A7B5CC8-A329-4BA0-8B7D-FD963378B37E}" dt="2024-11-28T02:10:39.112" v="586" actId="1037"/>
        <pc:sldMkLst>
          <pc:docMk/>
          <pc:sldMk cId="1255653076" sldId="273"/>
        </pc:sldMkLst>
        <pc:spChg chg="mod">
          <ac:chgData name="Alexander Oddoz-Mazet" userId="67cda2e6-3ca0-4b6b-a167-b53406e2615a" providerId="ADAL" clId="{5A7B5CC8-A329-4BA0-8B7D-FD963378B37E}" dt="2024-11-28T02:10:39.112" v="586" actId="1037"/>
          <ac:spMkLst>
            <pc:docMk/>
            <pc:sldMk cId="1255653076" sldId="273"/>
            <ac:spMk id="6" creationId="{8AEBFBE6-8724-F990-366E-58A783BED5D0}"/>
          </ac:spMkLst>
        </pc:spChg>
        <pc:spChg chg="add mod ord">
          <ac:chgData name="Alexander Oddoz-Mazet" userId="67cda2e6-3ca0-4b6b-a167-b53406e2615a" providerId="ADAL" clId="{5A7B5CC8-A329-4BA0-8B7D-FD963378B37E}" dt="2024-11-28T02:09:42.335" v="564" actId="167"/>
          <ac:spMkLst>
            <pc:docMk/>
            <pc:sldMk cId="1255653076" sldId="273"/>
            <ac:spMk id="7" creationId="{5D9F5F7F-1C46-E287-C527-CAA0EBDF10CB}"/>
          </ac:spMkLst>
        </pc:spChg>
        <pc:spChg chg="add mod">
          <ac:chgData name="Alexander Oddoz-Mazet" userId="67cda2e6-3ca0-4b6b-a167-b53406e2615a" providerId="ADAL" clId="{5A7B5CC8-A329-4BA0-8B7D-FD963378B37E}" dt="2024-11-28T02:05:36.192" v="100" actId="20577"/>
          <ac:spMkLst>
            <pc:docMk/>
            <pc:sldMk cId="1255653076" sldId="273"/>
            <ac:spMk id="9" creationId="{212E5AA2-01E3-2FD8-E9CF-8E5987234FFE}"/>
          </ac:spMkLst>
        </pc:spChg>
        <pc:spChg chg="mod">
          <ac:chgData name="Alexander Oddoz-Mazet" userId="67cda2e6-3ca0-4b6b-a167-b53406e2615a" providerId="ADAL" clId="{5A7B5CC8-A329-4BA0-8B7D-FD963378B37E}" dt="2024-11-28T02:06:49.038" v="162" actId="1036"/>
          <ac:spMkLst>
            <pc:docMk/>
            <pc:sldMk cId="1255653076" sldId="273"/>
            <ac:spMk id="10" creationId="{E53FA7F7-EAD0-B04B-12AC-F4204CB8BA8B}"/>
          </ac:spMkLst>
        </pc:spChg>
        <pc:spChg chg="add mod ord">
          <ac:chgData name="Alexander Oddoz-Mazet" userId="67cda2e6-3ca0-4b6b-a167-b53406e2615a" providerId="ADAL" clId="{5A7B5CC8-A329-4BA0-8B7D-FD963378B37E}" dt="2024-11-28T02:07:46.050" v="191" actId="167"/>
          <ac:spMkLst>
            <pc:docMk/>
            <pc:sldMk cId="1255653076" sldId="273"/>
            <ac:spMk id="11" creationId="{57D656A2-8328-7041-75C3-70C678C28B6C}"/>
          </ac:spMkLst>
        </pc:spChg>
        <pc:spChg chg="mod ord">
          <ac:chgData name="Alexander Oddoz-Mazet" userId="67cda2e6-3ca0-4b6b-a167-b53406e2615a" providerId="ADAL" clId="{5A7B5CC8-A329-4BA0-8B7D-FD963378B37E}" dt="2024-11-28T02:08:11.213" v="193" actId="164"/>
          <ac:spMkLst>
            <pc:docMk/>
            <pc:sldMk cId="1255653076" sldId="273"/>
            <ac:spMk id="13" creationId="{73E33246-ED7D-DF69-56CA-93EBC963876E}"/>
          </ac:spMkLst>
        </pc:spChg>
        <pc:spChg chg="add del mod ord">
          <ac:chgData name="Alexander Oddoz-Mazet" userId="67cda2e6-3ca0-4b6b-a167-b53406e2615a" providerId="ADAL" clId="{5A7B5CC8-A329-4BA0-8B7D-FD963378B37E}" dt="2024-11-28T02:09:05.715" v="562" actId="1038"/>
          <ac:spMkLst>
            <pc:docMk/>
            <pc:sldMk cId="1255653076" sldId="273"/>
            <ac:spMk id="16" creationId="{9D1B9BDE-C8B8-3ACC-5DA9-36735F3B0A7A}"/>
          </ac:spMkLst>
        </pc:spChg>
        <pc:grpChg chg="ord">
          <ac:chgData name="Alexander Oddoz-Mazet" userId="67cda2e6-3ca0-4b6b-a167-b53406e2615a" providerId="ADAL" clId="{5A7B5CC8-A329-4BA0-8B7D-FD963378B37E}" dt="2024-11-28T02:10:29.994" v="571" actId="167"/>
          <ac:grpSpMkLst>
            <pc:docMk/>
            <pc:sldMk cId="1255653076" sldId="273"/>
            <ac:grpSpMk id="3" creationId="{F0AE6046-F0E5-3260-57E5-65E55A4F467C}"/>
          </ac:grpSpMkLst>
        </pc:grpChg>
        <pc:grpChg chg="add mod">
          <ac:chgData name="Alexander Oddoz-Mazet" userId="67cda2e6-3ca0-4b6b-a167-b53406e2615a" providerId="ADAL" clId="{5A7B5CC8-A329-4BA0-8B7D-FD963378B37E}" dt="2024-11-28T02:08:11.213" v="193" actId="164"/>
          <ac:grpSpMkLst>
            <pc:docMk/>
            <pc:sldMk cId="1255653076" sldId="273"/>
            <ac:grpSpMk id="12" creationId="{A1BC14BD-60F2-37D9-3C77-C2683DD0F972}"/>
          </ac:grpSpMkLst>
        </pc:grpChg>
        <pc:grpChg chg="mod ord">
          <ac:chgData name="Alexander Oddoz-Mazet" userId="67cda2e6-3ca0-4b6b-a167-b53406e2615a" providerId="ADAL" clId="{5A7B5CC8-A329-4BA0-8B7D-FD963378B37E}" dt="2024-11-28T02:07:58.893" v="192" actId="166"/>
          <ac:grpSpMkLst>
            <pc:docMk/>
            <pc:sldMk cId="1255653076" sldId="273"/>
            <ac:grpSpMk id="18" creationId="{F9F6343F-11E5-F1A5-6893-B684A80166FC}"/>
          </ac:grpSpMkLst>
        </pc:grpChg>
        <pc:graphicFrameChg chg="mod ord">
          <ac:chgData name="Alexander Oddoz-Mazet" userId="67cda2e6-3ca0-4b6b-a167-b53406e2615a" providerId="ADAL" clId="{5A7B5CC8-A329-4BA0-8B7D-FD963378B37E}" dt="2024-11-28T02:08:42.657" v="381" actId="1038"/>
          <ac:graphicFrameMkLst>
            <pc:docMk/>
            <pc:sldMk cId="1255653076" sldId="273"/>
            <ac:graphicFrameMk id="8" creationId="{E945D013-E0FD-649D-D607-C07DAA2313F2}"/>
          </ac:graphicFrameMkLst>
        </pc:graphicFrameChg>
        <pc:picChg chg="add mod ord">
          <ac:chgData name="Alexander Oddoz-Mazet" userId="67cda2e6-3ca0-4b6b-a167-b53406e2615a" providerId="ADAL" clId="{5A7B5CC8-A329-4BA0-8B7D-FD963378B37E}" dt="2024-11-28T02:10:10.535" v="568" actId="167"/>
          <ac:picMkLst>
            <pc:docMk/>
            <pc:sldMk cId="1255653076" sldId="273"/>
            <ac:picMk id="2" creationId="{4AB32335-017D-1454-8031-FDA927A7B697}"/>
          </ac:picMkLst>
        </pc:picChg>
      </pc:sldChg>
      <pc:sldChg chg="delSp add mod modNotesTx">
        <pc:chgData name="Alexander Oddoz-Mazet" userId="67cda2e6-3ca0-4b6b-a167-b53406e2615a" providerId="ADAL" clId="{5A7B5CC8-A329-4BA0-8B7D-FD963378B37E}" dt="2024-12-02T04:18:00.065" v="21985" actId="20577"/>
        <pc:sldMkLst>
          <pc:docMk/>
          <pc:sldMk cId="1792965597" sldId="274"/>
        </pc:sldMkLst>
        <pc:spChg chg="del">
          <ac:chgData name="Alexander Oddoz-Mazet" userId="67cda2e6-3ca0-4b6b-a167-b53406e2615a" providerId="ADAL" clId="{5A7B5CC8-A329-4BA0-8B7D-FD963378B37E}" dt="2024-12-01T05:50:08.202" v="14079" actId="478"/>
          <ac:spMkLst>
            <pc:docMk/>
            <pc:sldMk cId="1792965597" sldId="274"/>
            <ac:spMk id="29" creationId="{A9DAEC9A-6BBA-B3F0-9627-53758FC30A21}"/>
          </ac:spMkLst>
        </pc:spChg>
        <pc:spChg chg="del">
          <ac:chgData name="Alexander Oddoz-Mazet" userId="67cda2e6-3ca0-4b6b-a167-b53406e2615a" providerId="ADAL" clId="{5A7B5CC8-A329-4BA0-8B7D-FD963378B37E}" dt="2024-12-01T05:50:08.202" v="14079" actId="478"/>
          <ac:spMkLst>
            <pc:docMk/>
            <pc:sldMk cId="1792965597" sldId="274"/>
            <ac:spMk id="30" creationId="{0F75A8B0-4487-8565-5DDE-2113830F49E4}"/>
          </ac:spMkLst>
        </pc:spChg>
        <pc:spChg chg="del">
          <ac:chgData name="Alexander Oddoz-Mazet" userId="67cda2e6-3ca0-4b6b-a167-b53406e2615a" providerId="ADAL" clId="{5A7B5CC8-A329-4BA0-8B7D-FD963378B37E}" dt="2024-12-01T05:50:08.202" v="14079" actId="478"/>
          <ac:spMkLst>
            <pc:docMk/>
            <pc:sldMk cId="1792965597" sldId="274"/>
            <ac:spMk id="34" creationId="{42A38E06-000E-4BF6-0837-1DAA7408821C}"/>
          </ac:spMkLst>
        </pc:spChg>
      </pc:sldChg>
      <pc:sldChg chg="add modNotesTx">
        <pc:chgData name="Alexander Oddoz-Mazet" userId="67cda2e6-3ca0-4b6b-a167-b53406e2615a" providerId="ADAL" clId="{5A7B5CC8-A329-4BA0-8B7D-FD963378B37E}" dt="2024-12-02T04:20:21.369" v="22014" actId="6549"/>
        <pc:sldMkLst>
          <pc:docMk/>
          <pc:sldMk cId="4014978818" sldId="275"/>
        </pc:sldMkLst>
      </pc:sldChg>
      <pc:sldChg chg="add modNotesTx">
        <pc:chgData name="Alexander Oddoz-Mazet" userId="67cda2e6-3ca0-4b6b-a167-b53406e2615a" providerId="ADAL" clId="{5A7B5CC8-A329-4BA0-8B7D-FD963378B37E}" dt="2024-12-02T03:42:05.649" v="21783" actId="20577"/>
        <pc:sldMkLst>
          <pc:docMk/>
          <pc:sldMk cId="3628120281" sldId="276"/>
        </pc:sldMkLst>
      </pc:sldChg>
      <pc:sldChg chg="delSp modSp add del mod">
        <pc:chgData name="Alexander Oddoz-Mazet" userId="67cda2e6-3ca0-4b6b-a167-b53406e2615a" providerId="ADAL" clId="{5A7B5CC8-A329-4BA0-8B7D-FD963378B37E}" dt="2024-12-02T04:32:32.028" v="22154" actId="47"/>
        <pc:sldMkLst>
          <pc:docMk/>
          <pc:sldMk cId="473308036" sldId="277"/>
        </pc:sldMkLst>
        <pc:spChg chg="del">
          <ac:chgData name="Alexander Oddoz-Mazet" userId="67cda2e6-3ca0-4b6b-a167-b53406e2615a" providerId="ADAL" clId="{5A7B5CC8-A329-4BA0-8B7D-FD963378B37E}" dt="2024-12-02T04:28:41.213" v="22032" actId="478"/>
          <ac:spMkLst>
            <pc:docMk/>
            <pc:sldMk cId="473308036" sldId="277"/>
            <ac:spMk id="2" creationId="{D8D8B603-D30A-52C2-D11A-2F19818A87A6}"/>
          </ac:spMkLst>
        </pc:spChg>
        <pc:spChg chg="del">
          <ac:chgData name="Alexander Oddoz-Mazet" userId="67cda2e6-3ca0-4b6b-a167-b53406e2615a" providerId="ADAL" clId="{5A7B5CC8-A329-4BA0-8B7D-FD963378B37E}" dt="2024-12-02T04:28:41.213" v="22032" actId="478"/>
          <ac:spMkLst>
            <pc:docMk/>
            <pc:sldMk cId="473308036" sldId="277"/>
            <ac:spMk id="6" creationId="{5E884492-FD7A-4601-7DB6-B7CCA59B745D}"/>
          </ac:spMkLst>
        </pc:spChg>
        <pc:spChg chg="del">
          <ac:chgData name="Alexander Oddoz-Mazet" userId="67cda2e6-3ca0-4b6b-a167-b53406e2615a" providerId="ADAL" clId="{5A7B5CC8-A329-4BA0-8B7D-FD963378B37E}" dt="2024-12-02T04:28:41.213" v="22032" actId="478"/>
          <ac:spMkLst>
            <pc:docMk/>
            <pc:sldMk cId="473308036" sldId="277"/>
            <ac:spMk id="12" creationId="{5C0D4620-DE08-DCFB-FAD5-EDF1235EE63F}"/>
          </ac:spMkLst>
        </pc:spChg>
        <pc:spChg chg="del">
          <ac:chgData name="Alexander Oddoz-Mazet" userId="67cda2e6-3ca0-4b6b-a167-b53406e2615a" providerId="ADAL" clId="{5A7B5CC8-A329-4BA0-8B7D-FD963378B37E}" dt="2024-12-02T04:28:41.213" v="22032" actId="478"/>
          <ac:spMkLst>
            <pc:docMk/>
            <pc:sldMk cId="473308036" sldId="277"/>
            <ac:spMk id="45" creationId="{5B59A619-2203-B55C-9C8B-9D104B7694C6}"/>
          </ac:spMkLst>
        </pc:spChg>
        <pc:spChg chg="del">
          <ac:chgData name="Alexander Oddoz-Mazet" userId="67cda2e6-3ca0-4b6b-a167-b53406e2615a" providerId="ADAL" clId="{5A7B5CC8-A329-4BA0-8B7D-FD963378B37E}" dt="2024-12-02T04:28:41.213" v="22032" actId="478"/>
          <ac:spMkLst>
            <pc:docMk/>
            <pc:sldMk cId="473308036" sldId="277"/>
            <ac:spMk id="66" creationId="{81535EF0-D680-1311-A9F6-D6FE2ACD7717}"/>
          </ac:spMkLst>
        </pc:spChg>
        <pc:spChg chg="del">
          <ac:chgData name="Alexander Oddoz-Mazet" userId="67cda2e6-3ca0-4b6b-a167-b53406e2615a" providerId="ADAL" clId="{5A7B5CC8-A329-4BA0-8B7D-FD963378B37E}" dt="2024-12-02T04:28:41.213" v="22032" actId="478"/>
          <ac:spMkLst>
            <pc:docMk/>
            <pc:sldMk cId="473308036" sldId="277"/>
            <ac:spMk id="68" creationId="{80B30564-7287-8B50-1578-5DABC3BDDB42}"/>
          </ac:spMkLst>
        </pc:spChg>
        <pc:spChg chg="del">
          <ac:chgData name="Alexander Oddoz-Mazet" userId="67cda2e6-3ca0-4b6b-a167-b53406e2615a" providerId="ADAL" clId="{5A7B5CC8-A329-4BA0-8B7D-FD963378B37E}" dt="2024-12-02T04:28:41.213" v="22032" actId="478"/>
          <ac:spMkLst>
            <pc:docMk/>
            <pc:sldMk cId="473308036" sldId="277"/>
            <ac:spMk id="70" creationId="{EF1D681B-0CE6-80BC-BC13-3706B5F75A69}"/>
          </ac:spMkLst>
        </pc:spChg>
        <pc:spChg chg="del">
          <ac:chgData name="Alexander Oddoz-Mazet" userId="67cda2e6-3ca0-4b6b-a167-b53406e2615a" providerId="ADAL" clId="{5A7B5CC8-A329-4BA0-8B7D-FD963378B37E}" dt="2024-12-02T04:28:41.213" v="22032" actId="478"/>
          <ac:spMkLst>
            <pc:docMk/>
            <pc:sldMk cId="473308036" sldId="277"/>
            <ac:spMk id="71" creationId="{D32BCEA4-27F2-119D-8B9E-4C41C1B58A73}"/>
          </ac:spMkLst>
        </pc:spChg>
        <pc:spChg chg="del">
          <ac:chgData name="Alexander Oddoz-Mazet" userId="67cda2e6-3ca0-4b6b-a167-b53406e2615a" providerId="ADAL" clId="{5A7B5CC8-A329-4BA0-8B7D-FD963378B37E}" dt="2024-12-02T04:28:41.213" v="22032" actId="478"/>
          <ac:spMkLst>
            <pc:docMk/>
            <pc:sldMk cId="473308036" sldId="277"/>
            <ac:spMk id="74" creationId="{72B964C6-F3D2-A7C6-A5B8-46C1204EA686}"/>
          </ac:spMkLst>
        </pc:spChg>
        <pc:spChg chg="del">
          <ac:chgData name="Alexander Oddoz-Mazet" userId="67cda2e6-3ca0-4b6b-a167-b53406e2615a" providerId="ADAL" clId="{5A7B5CC8-A329-4BA0-8B7D-FD963378B37E}" dt="2024-12-02T04:28:41.213" v="22032" actId="478"/>
          <ac:spMkLst>
            <pc:docMk/>
            <pc:sldMk cId="473308036" sldId="277"/>
            <ac:spMk id="78" creationId="{B12AF3DE-30C0-CAF8-5E1B-8CB9852A154E}"/>
          </ac:spMkLst>
        </pc:spChg>
        <pc:picChg chg="mod">
          <ac:chgData name="Alexander Oddoz-Mazet" userId="67cda2e6-3ca0-4b6b-a167-b53406e2615a" providerId="ADAL" clId="{5A7B5CC8-A329-4BA0-8B7D-FD963378B37E}" dt="2024-12-02T04:30:48.764" v="22116" actId="1035"/>
          <ac:picMkLst>
            <pc:docMk/>
            <pc:sldMk cId="473308036" sldId="277"/>
            <ac:picMk id="27" creationId="{D3426433-F023-602D-CF1E-6F0F290DAC1D}"/>
          </ac:picMkLst>
        </pc:picChg>
      </pc:sldChg>
      <pc:sldChg chg="delSp add mod modNotesTx">
        <pc:chgData name="Alexander Oddoz-Mazet" userId="67cda2e6-3ca0-4b6b-a167-b53406e2615a" providerId="ADAL" clId="{5A7B5CC8-A329-4BA0-8B7D-FD963378B37E}" dt="2024-12-02T04:34:22.231" v="22220" actId="6549"/>
        <pc:sldMkLst>
          <pc:docMk/>
          <pc:sldMk cId="2848683991" sldId="277"/>
        </pc:sldMkLst>
        <pc:spChg chg="del">
          <ac:chgData name="Alexander Oddoz-Mazet" userId="67cda2e6-3ca0-4b6b-a167-b53406e2615a" providerId="ADAL" clId="{5A7B5CC8-A329-4BA0-8B7D-FD963378B37E}" dt="2024-12-02T04:33:20.511" v="22167" actId="478"/>
          <ac:spMkLst>
            <pc:docMk/>
            <pc:sldMk cId="2848683991" sldId="277"/>
            <ac:spMk id="4" creationId="{43553868-601F-2556-6483-E8A3B3C0C5E1}"/>
          </ac:spMkLst>
        </pc:spChg>
        <pc:spChg chg="del">
          <ac:chgData name="Alexander Oddoz-Mazet" userId="67cda2e6-3ca0-4b6b-a167-b53406e2615a" providerId="ADAL" clId="{5A7B5CC8-A329-4BA0-8B7D-FD963378B37E}" dt="2024-12-02T04:33:20.511" v="22167" actId="478"/>
          <ac:spMkLst>
            <pc:docMk/>
            <pc:sldMk cId="2848683991" sldId="277"/>
            <ac:spMk id="25" creationId="{7B8EB5EF-0BA3-F151-D4B8-5141CB04C477}"/>
          </ac:spMkLst>
        </pc:spChg>
        <pc:spChg chg="del">
          <ac:chgData name="Alexander Oddoz-Mazet" userId="67cda2e6-3ca0-4b6b-a167-b53406e2615a" providerId="ADAL" clId="{5A7B5CC8-A329-4BA0-8B7D-FD963378B37E}" dt="2024-12-02T04:33:20.511" v="22167" actId="478"/>
          <ac:spMkLst>
            <pc:docMk/>
            <pc:sldMk cId="2848683991" sldId="277"/>
            <ac:spMk id="28" creationId="{FE19C179-229B-924F-0A7B-B4753E2A697C}"/>
          </ac:spMkLst>
        </pc:spChg>
        <pc:spChg chg="del">
          <ac:chgData name="Alexander Oddoz-Mazet" userId="67cda2e6-3ca0-4b6b-a167-b53406e2615a" providerId="ADAL" clId="{5A7B5CC8-A329-4BA0-8B7D-FD963378B37E}" dt="2024-12-02T04:33:20.511" v="22167" actId="478"/>
          <ac:spMkLst>
            <pc:docMk/>
            <pc:sldMk cId="2848683991" sldId="277"/>
            <ac:spMk id="45" creationId="{4CB11DBE-D83A-B5E3-48C1-BE095479B0C5}"/>
          </ac:spMkLst>
        </pc:spChg>
        <pc:spChg chg="del">
          <ac:chgData name="Alexander Oddoz-Mazet" userId="67cda2e6-3ca0-4b6b-a167-b53406e2615a" providerId="ADAL" clId="{5A7B5CC8-A329-4BA0-8B7D-FD963378B37E}" dt="2024-12-02T04:33:20.511" v="22167" actId="478"/>
          <ac:spMkLst>
            <pc:docMk/>
            <pc:sldMk cId="2848683991" sldId="277"/>
            <ac:spMk id="68" creationId="{C10FA47A-ED96-794C-A730-E9F508FCD936}"/>
          </ac:spMkLst>
        </pc:spChg>
        <pc:spChg chg="del">
          <ac:chgData name="Alexander Oddoz-Mazet" userId="67cda2e6-3ca0-4b6b-a167-b53406e2615a" providerId="ADAL" clId="{5A7B5CC8-A329-4BA0-8B7D-FD963378B37E}" dt="2024-12-02T04:33:20.511" v="22167" actId="478"/>
          <ac:spMkLst>
            <pc:docMk/>
            <pc:sldMk cId="2848683991" sldId="277"/>
            <ac:spMk id="70" creationId="{6B07B5AC-E11C-6132-083E-9A64FF1AC6CE}"/>
          </ac:spMkLst>
        </pc:spChg>
        <pc:spChg chg="del">
          <ac:chgData name="Alexander Oddoz-Mazet" userId="67cda2e6-3ca0-4b6b-a167-b53406e2615a" providerId="ADAL" clId="{5A7B5CC8-A329-4BA0-8B7D-FD963378B37E}" dt="2024-12-02T04:33:20.511" v="22167" actId="478"/>
          <ac:spMkLst>
            <pc:docMk/>
            <pc:sldMk cId="2848683991" sldId="277"/>
            <ac:spMk id="71" creationId="{9F61C612-0D51-FB98-A7AA-C47AB998175B}"/>
          </ac:spMkLst>
        </pc:spChg>
        <pc:spChg chg="del">
          <ac:chgData name="Alexander Oddoz-Mazet" userId="67cda2e6-3ca0-4b6b-a167-b53406e2615a" providerId="ADAL" clId="{5A7B5CC8-A329-4BA0-8B7D-FD963378B37E}" dt="2024-12-02T04:33:20.511" v="22167" actId="478"/>
          <ac:spMkLst>
            <pc:docMk/>
            <pc:sldMk cId="2848683991" sldId="277"/>
            <ac:spMk id="77" creationId="{4AB2D167-2173-064D-D979-DE427632E3B9}"/>
          </ac:spMkLst>
        </pc:spChg>
        <pc:spChg chg="del">
          <ac:chgData name="Alexander Oddoz-Mazet" userId="67cda2e6-3ca0-4b6b-a167-b53406e2615a" providerId="ADAL" clId="{5A7B5CC8-A329-4BA0-8B7D-FD963378B37E}" dt="2024-12-02T04:33:20.511" v="22167" actId="478"/>
          <ac:spMkLst>
            <pc:docMk/>
            <pc:sldMk cId="2848683991" sldId="277"/>
            <ac:spMk id="78" creationId="{CB7714FE-58C4-81C6-4362-B5C070E464B6}"/>
          </ac:spMkLst>
        </pc:spChg>
      </pc:sldChg>
      <pc:sldChg chg="delSp add del mod">
        <pc:chgData name="Alexander Oddoz-Mazet" userId="67cda2e6-3ca0-4b6b-a167-b53406e2615a" providerId="ADAL" clId="{5A7B5CC8-A329-4BA0-8B7D-FD963378B37E}" dt="2024-12-02T04:32:33.436" v="22155" actId="47"/>
        <pc:sldMkLst>
          <pc:docMk/>
          <pc:sldMk cId="652679807" sldId="278"/>
        </pc:sldMkLst>
        <pc:spChg chg="del">
          <ac:chgData name="Alexander Oddoz-Mazet" userId="67cda2e6-3ca0-4b6b-a167-b53406e2615a" providerId="ADAL" clId="{5A7B5CC8-A329-4BA0-8B7D-FD963378B37E}" dt="2024-12-02T04:28:50.130" v="22033" actId="478"/>
          <ac:spMkLst>
            <pc:docMk/>
            <pc:sldMk cId="652679807" sldId="278"/>
            <ac:spMk id="2" creationId="{87A27F72-7BBE-0C0C-5768-44E707DCB341}"/>
          </ac:spMkLst>
        </pc:spChg>
        <pc:spChg chg="del">
          <ac:chgData name="Alexander Oddoz-Mazet" userId="67cda2e6-3ca0-4b6b-a167-b53406e2615a" providerId="ADAL" clId="{5A7B5CC8-A329-4BA0-8B7D-FD963378B37E}" dt="2024-12-02T04:28:50.130" v="22033" actId="478"/>
          <ac:spMkLst>
            <pc:docMk/>
            <pc:sldMk cId="652679807" sldId="278"/>
            <ac:spMk id="4" creationId="{94E79135-B4CA-F6E3-653D-5B6581FD2A22}"/>
          </ac:spMkLst>
        </pc:spChg>
        <pc:spChg chg="del">
          <ac:chgData name="Alexander Oddoz-Mazet" userId="67cda2e6-3ca0-4b6b-a167-b53406e2615a" providerId="ADAL" clId="{5A7B5CC8-A329-4BA0-8B7D-FD963378B37E}" dt="2024-12-02T04:28:50.130" v="22033" actId="478"/>
          <ac:spMkLst>
            <pc:docMk/>
            <pc:sldMk cId="652679807" sldId="278"/>
            <ac:spMk id="6" creationId="{79B77A4A-F648-E1AB-CABB-CC3A18DB8916}"/>
          </ac:spMkLst>
        </pc:spChg>
        <pc:spChg chg="del">
          <ac:chgData name="Alexander Oddoz-Mazet" userId="67cda2e6-3ca0-4b6b-a167-b53406e2615a" providerId="ADAL" clId="{5A7B5CC8-A329-4BA0-8B7D-FD963378B37E}" dt="2024-12-02T04:28:50.130" v="22033" actId="478"/>
          <ac:spMkLst>
            <pc:docMk/>
            <pc:sldMk cId="652679807" sldId="278"/>
            <ac:spMk id="9" creationId="{12BD82BD-F5CB-2993-012D-8ECF11A6A63C}"/>
          </ac:spMkLst>
        </pc:spChg>
        <pc:spChg chg="del">
          <ac:chgData name="Alexander Oddoz-Mazet" userId="67cda2e6-3ca0-4b6b-a167-b53406e2615a" providerId="ADAL" clId="{5A7B5CC8-A329-4BA0-8B7D-FD963378B37E}" dt="2024-12-02T04:28:50.130" v="22033" actId="478"/>
          <ac:spMkLst>
            <pc:docMk/>
            <pc:sldMk cId="652679807" sldId="278"/>
            <ac:spMk id="25" creationId="{6788858F-5EF8-C41F-762A-C31107AD12E9}"/>
          </ac:spMkLst>
        </pc:spChg>
        <pc:spChg chg="del">
          <ac:chgData name="Alexander Oddoz-Mazet" userId="67cda2e6-3ca0-4b6b-a167-b53406e2615a" providerId="ADAL" clId="{5A7B5CC8-A329-4BA0-8B7D-FD963378B37E}" dt="2024-12-02T04:28:50.130" v="22033" actId="478"/>
          <ac:spMkLst>
            <pc:docMk/>
            <pc:sldMk cId="652679807" sldId="278"/>
            <ac:spMk id="28" creationId="{3023D23B-111B-E945-FC78-E82DB021E1B1}"/>
          </ac:spMkLst>
        </pc:spChg>
        <pc:spChg chg="del">
          <ac:chgData name="Alexander Oddoz-Mazet" userId="67cda2e6-3ca0-4b6b-a167-b53406e2615a" providerId="ADAL" clId="{5A7B5CC8-A329-4BA0-8B7D-FD963378B37E}" dt="2024-12-02T04:28:50.130" v="22033" actId="478"/>
          <ac:spMkLst>
            <pc:docMk/>
            <pc:sldMk cId="652679807" sldId="278"/>
            <ac:spMk id="70" creationId="{EACD444F-0163-48E8-06C1-2070280D2153}"/>
          </ac:spMkLst>
        </pc:spChg>
        <pc:spChg chg="del">
          <ac:chgData name="Alexander Oddoz-Mazet" userId="67cda2e6-3ca0-4b6b-a167-b53406e2615a" providerId="ADAL" clId="{5A7B5CC8-A329-4BA0-8B7D-FD963378B37E}" dt="2024-12-02T04:28:50.130" v="22033" actId="478"/>
          <ac:spMkLst>
            <pc:docMk/>
            <pc:sldMk cId="652679807" sldId="278"/>
            <ac:spMk id="74" creationId="{1304DBB6-E75E-B041-B3B5-C9A8EA2425E7}"/>
          </ac:spMkLst>
        </pc:spChg>
        <pc:spChg chg="del">
          <ac:chgData name="Alexander Oddoz-Mazet" userId="67cda2e6-3ca0-4b6b-a167-b53406e2615a" providerId="ADAL" clId="{5A7B5CC8-A329-4BA0-8B7D-FD963378B37E}" dt="2024-12-02T04:28:50.130" v="22033" actId="478"/>
          <ac:spMkLst>
            <pc:docMk/>
            <pc:sldMk cId="652679807" sldId="278"/>
            <ac:spMk id="77" creationId="{C60A7D6B-2047-F227-44D9-2510C1E3D5CF}"/>
          </ac:spMkLst>
        </pc:spChg>
        <pc:spChg chg="del">
          <ac:chgData name="Alexander Oddoz-Mazet" userId="67cda2e6-3ca0-4b6b-a167-b53406e2615a" providerId="ADAL" clId="{5A7B5CC8-A329-4BA0-8B7D-FD963378B37E}" dt="2024-12-02T04:28:50.130" v="22033" actId="478"/>
          <ac:spMkLst>
            <pc:docMk/>
            <pc:sldMk cId="652679807" sldId="278"/>
            <ac:spMk id="78" creationId="{72DF4CF9-C1BB-A85F-40A3-0D338A84A532}"/>
          </ac:spMkLst>
        </pc:spChg>
      </pc:sldChg>
      <pc:sldChg chg="delSp add mod modNotesTx">
        <pc:chgData name="Alexander Oddoz-Mazet" userId="67cda2e6-3ca0-4b6b-a167-b53406e2615a" providerId="ADAL" clId="{5A7B5CC8-A329-4BA0-8B7D-FD963378B37E}" dt="2024-12-02T04:34:32.592" v="22222" actId="6549"/>
        <pc:sldMkLst>
          <pc:docMk/>
          <pc:sldMk cId="3691250454" sldId="278"/>
        </pc:sldMkLst>
        <pc:spChg chg="del">
          <ac:chgData name="Alexander Oddoz-Mazet" userId="67cda2e6-3ca0-4b6b-a167-b53406e2615a" providerId="ADAL" clId="{5A7B5CC8-A329-4BA0-8B7D-FD963378B37E}" dt="2024-12-02T04:33:26.240" v="22168" actId="478"/>
          <ac:spMkLst>
            <pc:docMk/>
            <pc:sldMk cId="3691250454" sldId="278"/>
            <ac:spMk id="45" creationId="{EB82A32E-4D51-9D81-99FB-87CAD3F951EF}"/>
          </ac:spMkLst>
        </pc:spChg>
        <pc:spChg chg="del">
          <ac:chgData name="Alexander Oddoz-Mazet" userId="67cda2e6-3ca0-4b6b-a167-b53406e2615a" providerId="ADAL" clId="{5A7B5CC8-A329-4BA0-8B7D-FD963378B37E}" dt="2024-12-02T04:33:28.441" v="22169" actId="478"/>
          <ac:spMkLst>
            <pc:docMk/>
            <pc:sldMk cId="3691250454" sldId="278"/>
            <ac:spMk id="68" creationId="{E9B17901-3926-1685-E331-5C7166F6CE11}"/>
          </ac:spMkLst>
        </pc:spChg>
        <pc:spChg chg="del">
          <ac:chgData name="Alexander Oddoz-Mazet" userId="67cda2e6-3ca0-4b6b-a167-b53406e2615a" providerId="ADAL" clId="{5A7B5CC8-A329-4BA0-8B7D-FD963378B37E}" dt="2024-12-02T04:33:26.240" v="22168" actId="478"/>
          <ac:spMkLst>
            <pc:docMk/>
            <pc:sldMk cId="3691250454" sldId="278"/>
            <ac:spMk id="70" creationId="{A4DAD39D-0758-D1C7-113A-D972D2F07BC0}"/>
          </ac:spMkLst>
        </pc:spChg>
        <pc:spChg chg="del">
          <ac:chgData name="Alexander Oddoz-Mazet" userId="67cda2e6-3ca0-4b6b-a167-b53406e2615a" providerId="ADAL" clId="{5A7B5CC8-A329-4BA0-8B7D-FD963378B37E}" dt="2024-12-02T04:33:26.240" v="22168" actId="478"/>
          <ac:spMkLst>
            <pc:docMk/>
            <pc:sldMk cId="3691250454" sldId="278"/>
            <ac:spMk id="77" creationId="{0865FE1C-37B3-E9F4-CD34-9D7010C82B3A}"/>
          </ac:spMkLst>
        </pc:spChg>
      </pc:sldChg>
      <pc:sldChg chg="delSp modSp add del mod">
        <pc:chgData name="Alexander Oddoz-Mazet" userId="67cda2e6-3ca0-4b6b-a167-b53406e2615a" providerId="ADAL" clId="{5A7B5CC8-A329-4BA0-8B7D-FD963378B37E}" dt="2024-12-02T04:32:34.326" v="22156" actId="47"/>
        <pc:sldMkLst>
          <pc:docMk/>
          <pc:sldMk cId="921609730" sldId="279"/>
        </pc:sldMkLst>
        <pc:spChg chg="del">
          <ac:chgData name="Alexander Oddoz-Mazet" userId="67cda2e6-3ca0-4b6b-a167-b53406e2615a" providerId="ADAL" clId="{5A7B5CC8-A329-4BA0-8B7D-FD963378B37E}" dt="2024-12-02T04:28:56.271" v="22034" actId="478"/>
          <ac:spMkLst>
            <pc:docMk/>
            <pc:sldMk cId="921609730" sldId="279"/>
            <ac:spMk id="2" creationId="{39318042-DFB5-0216-98D1-6269538DBADC}"/>
          </ac:spMkLst>
        </pc:spChg>
        <pc:spChg chg="del">
          <ac:chgData name="Alexander Oddoz-Mazet" userId="67cda2e6-3ca0-4b6b-a167-b53406e2615a" providerId="ADAL" clId="{5A7B5CC8-A329-4BA0-8B7D-FD963378B37E}" dt="2024-12-02T04:28:56.271" v="22034" actId="478"/>
          <ac:spMkLst>
            <pc:docMk/>
            <pc:sldMk cId="921609730" sldId="279"/>
            <ac:spMk id="6" creationId="{4D22CB03-07CE-FAC1-3852-61D434B58D07}"/>
          </ac:spMkLst>
        </pc:spChg>
        <pc:spChg chg="del">
          <ac:chgData name="Alexander Oddoz-Mazet" userId="67cda2e6-3ca0-4b6b-a167-b53406e2615a" providerId="ADAL" clId="{5A7B5CC8-A329-4BA0-8B7D-FD963378B37E}" dt="2024-12-02T04:28:56.271" v="22034" actId="478"/>
          <ac:spMkLst>
            <pc:docMk/>
            <pc:sldMk cId="921609730" sldId="279"/>
            <ac:spMk id="45" creationId="{F5DF4417-7482-D618-AE7E-A47D3C537075}"/>
          </ac:spMkLst>
        </pc:spChg>
        <pc:spChg chg="del">
          <ac:chgData name="Alexander Oddoz-Mazet" userId="67cda2e6-3ca0-4b6b-a167-b53406e2615a" providerId="ADAL" clId="{5A7B5CC8-A329-4BA0-8B7D-FD963378B37E}" dt="2024-12-02T04:28:56.271" v="22034" actId="478"/>
          <ac:spMkLst>
            <pc:docMk/>
            <pc:sldMk cId="921609730" sldId="279"/>
            <ac:spMk id="68" creationId="{0404DAA2-0D65-1B85-F32F-A8FF97B77565}"/>
          </ac:spMkLst>
        </pc:spChg>
        <pc:spChg chg="del">
          <ac:chgData name="Alexander Oddoz-Mazet" userId="67cda2e6-3ca0-4b6b-a167-b53406e2615a" providerId="ADAL" clId="{5A7B5CC8-A329-4BA0-8B7D-FD963378B37E}" dt="2024-12-02T04:28:56.271" v="22034" actId="478"/>
          <ac:spMkLst>
            <pc:docMk/>
            <pc:sldMk cId="921609730" sldId="279"/>
            <ac:spMk id="70" creationId="{F1724C62-321F-91DA-5BE4-0AFAA1864521}"/>
          </ac:spMkLst>
        </pc:spChg>
        <pc:spChg chg="del">
          <ac:chgData name="Alexander Oddoz-Mazet" userId="67cda2e6-3ca0-4b6b-a167-b53406e2615a" providerId="ADAL" clId="{5A7B5CC8-A329-4BA0-8B7D-FD963378B37E}" dt="2024-12-02T04:28:56.271" v="22034" actId="478"/>
          <ac:spMkLst>
            <pc:docMk/>
            <pc:sldMk cId="921609730" sldId="279"/>
            <ac:spMk id="77" creationId="{4E1250E1-8DCF-E351-7413-6276A3CD555F}"/>
          </ac:spMkLst>
        </pc:spChg>
        <pc:picChg chg="mod">
          <ac:chgData name="Alexander Oddoz-Mazet" userId="67cda2e6-3ca0-4b6b-a167-b53406e2615a" providerId="ADAL" clId="{5A7B5CC8-A329-4BA0-8B7D-FD963378B37E}" dt="2024-12-02T04:31:00.449" v="22153" actId="1036"/>
          <ac:picMkLst>
            <pc:docMk/>
            <pc:sldMk cId="921609730" sldId="279"/>
            <ac:picMk id="27" creationId="{665CEC58-C363-ED2F-8C0A-FD48FFB21490}"/>
          </ac:picMkLst>
        </pc:picChg>
      </pc:sldChg>
      <pc:sldChg chg="add modNotesTx">
        <pc:chgData name="Alexander Oddoz-Mazet" userId="67cda2e6-3ca0-4b6b-a167-b53406e2615a" providerId="ADAL" clId="{5A7B5CC8-A329-4BA0-8B7D-FD963378B37E}" dt="2024-12-02T04:34:46.096" v="22224" actId="6549"/>
        <pc:sldMkLst>
          <pc:docMk/>
          <pc:sldMk cId="2301098536" sldId="279"/>
        </pc:sldMkLst>
      </pc:sldChg>
      <pc:sldChg chg="delSp add mod modNotesTx">
        <pc:chgData name="Alexander Oddoz-Mazet" userId="67cda2e6-3ca0-4b6b-a167-b53406e2615a" providerId="ADAL" clId="{5A7B5CC8-A329-4BA0-8B7D-FD963378B37E}" dt="2024-12-02T04:34:00.414" v="22216" actId="6549"/>
        <pc:sldMkLst>
          <pc:docMk/>
          <pc:sldMk cId="2864700209" sldId="280"/>
        </pc:sldMkLst>
        <pc:spChg chg="del">
          <ac:chgData name="Alexander Oddoz-Mazet" userId="67cda2e6-3ca0-4b6b-a167-b53406e2615a" providerId="ADAL" clId="{5A7B5CC8-A329-4BA0-8B7D-FD963378B37E}" dt="2024-12-02T04:33:00.171" v="22163" actId="478"/>
          <ac:spMkLst>
            <pc:docMk/>
            <pc:sldMk cId="2864700209" sldId="280"/>
            <ac:spMk id="7" creationId="{0F2EFBD6-8D1B-7C7E-1464-A9A936C43BCA}"/>
          </ac:spMkLst>
        </pc:spChg>
        <pc:spChg chg="del">
          <ac:chgData name="Alexander Oddoz-Mazet" userId="67cda2e6-3ca0-4b6b-a167-b53406e2615a" providerId="ADAL" clId="{5A7B5CC8-A329-4BA0-8B7D-FD963378B37E}" dt="2024-12-02T04:33:00.171" v="22163" actId="478"/>
          <ac:spMkLst>
            <pc:docMk/>
            <pc:sldMk cId="2864700209" sldId="280"/>
            <ac:spMk id="8" creationId="{C0CA75D1-136F-7A6A-7DCA-FEE4A2115925}"/>
          </ac:spMkLst>
        </pc:spChg>
        <pc:spChg chg="del">
          <ac:chgData name="Alexander Oddoz-Mazet" userId="67cda2e6-3ca0-4b6b-a167-b53406e2615a" providerId="ADAL" clId="{5A7B5CC8-A329-4BA0-8B7D-FD963378B37E}" dt="2024-12-02T04:33:00.171" v="22163" actId="478"/>
          <ac:spMkLst>
            <pc:docMk/>
            <pc:sldMk cId="2864700209" sldId="280"/>
            <ac:spMk id="12" creationId="{3C1A0541-624A-172B-01B6-C19107A2ADC2}"/>
          </ac:spMkLst>
        </pc:spChg>
        <pc:spChg chg="del">
          <ac:chgData name="Alexander Oddoz-Mazet" userId="67cda2e6-3ca0-4b6b-a167-b53406e2615a" providerId="ADAL" clId="{5A7B5CC8-A329-4BA0-8B7D-FD963378B37E}" dt="2024-12-02T04:33:00.171" v="22163" actId="478"/>
          <ac:spMkLst>
            <pc:docMk/>
            <pc:sldMk cId="2864700209" sldId="280"/>
            <ac:spMk id="22" creationId="{14D23602-39E7-8443-495A-528F49B10D69}"/>
          </ac:spMkLst>
        </pc:spChg>
        <pc:spChg chg="del">
          <ac:chgData name="Alexander Oddoz-Mazet" userId="67cda2e6-3ca0-4b6b-a167-b53406e2615a" providerId="ADAL" clId="{5A7B5CC8-A329-4BA0-8B7D-FD963378B37E}" dt="2024-12-02T04:33:00.171" v="22163" actId="478"/>
          <ac:spMkLst>
            <pc:docMk/>
            <pc:sldMk cId="2864700209" sldId="280"/>
            <ac:spMk id="25" creationId="{BE7C1131-3D46-BA62-133D-AFF2655B63B7}"/>
          </ac:spMkLst>
        </pc:spChg>
        <pc:spChg chg="del">
          <ac:chgData name="Alexander Oddoz-Mazet" userId="67cda2e6-3ca0-4b6b-a167-b53406e2615a" providerId="ADAL" clId="{5A7B5CC8-A329-4BA0-8B7D-FD963378B37E}" dt="2024-12-02T04:33:00.171" v="22163" actId="478"/>
          <ac:spMkLst>
            <pc:docMk/>
            <pc:sldMk cId="2864700209" sldId="280"/>
            <ac:spMk id="45" creationId="{BA60E1B1-9717-E589-51D2-40D7CA3DD360}"/>
          </ac:spMkLst>
        </pc:spChg>
        <pc:spChg chg="del">
          <ac:chgData name="Alexander Oddoz-Mazet" userId="67cda2e6-3ca0-4b6b-a167-b53406e2615a" providerId="ADAL" clId="{5A7B5CC8-A329-4BA0-8B7D-FD963378B37E}" dt="2024-12-02T04:33:05.951" v="22165" actId="478"/>
          <ac:spMkLst>
            <pc:docMk/>
            <pc:sldMk cId="2864700209" sldId="280"/>
            <ac:spMk id="47" creationId="{A7FD2290-9E40-ECC5-EC90-23F384743473}"/>
          </ac:spMkLst>
        </pc:spChg>
        <pc:spChg chg="del">
          <ac:chgData name="Alexander Oddoz-Mazet" userId="67cda2e6-3ca0-4b6b-a167-b53406e2615a" providerId="ADAL" clId="{5A7B5CC8-A329-4BA0-8B7D-FD963378B37E}" dt="2024-12-02T04:33:02.743" v="22164" actId="478"/>
          <ac:spMkLst>
            <pc:docMk/>
            <pc:sldMk cId="2864700209" sldId="280"/>
            <ac:spMk id="67" creationId="{4C99124C-4E5F-E54C-3D5E-87E86B84BAA8}"/>
          </ac:spMkLst>
        </pc:spChg>
        <pc:spChg chg="del">
          <ac:chgData name="Alexander Oddoz-Mazet" userId="67cda2e6-3ca0-4b6b-a167-b53406e2615a" providerId="ADAL" clId="{5A7B5CC8-A329-4BA0-8B7D-FD963378B37E}" dt="2024-12-02T04:33:00.171" v="22163" actId="478"/>
          <ac:spMkLst>
            <pc:docMk/>
            <pc:sldMk cId="2864700209" sldId="280"/>
            <ac:spMk id="70" creationId="{136E000E-0A71-66D8-1CC5-EB63F86DFB85}"/>
          </ac:spMkLst>
        </pc:spChg>
        <pc:spChg chg="del">
          <ac:chgData name="Alexander Oddoz-Mazet" userId="67cda2e6-3ca0-4b6b-a167-b53406e2615a" providerId="ADAL" clId="{5A7B5CC8-A329-4BA0-8B7D-FD963378B37E}" dt="2024-12-02T04:33:00.171" v="22163" actId="478"/>
          <ac:spMkLst>
            <pc:docMk/>
            <pc:sldMk cId="2864700209" sldId="280"/>
            <ac:spMk id="71" creationId="{4033AF1F-65DB-C2CC-C7F5-CD1C99FD4E80}"/>
          </ac:spMkLst>
        </pc:spChg>
        <pc:spChg chg="del">
          <ac:chgData name="Alexander Oddoz-Mazet" userId="67cda2e6-3ca0-4b6b-a167-b53406e2615a" providerId="ADAL" clId="{5A7B5CC8-A329-4BA0-8B7D-FD963378B37E}" dt="2024-12-02T04:33:00.171" v="22163" actId="478"/>
          <ac:spMkLst>
            <pc:docMk/>
            <pc:sldMk cId="2864700209" sldId="280"/>
            <ac:spMk id="77" creationId="{761EF512-E219-3F43-739D-6E23881B35C8}"/>
          </ac:spMkLst>
        </pc:spChg>
        <pc:spChg chg="del">
          <ac:chgData name="Alexander Oddoz-Mazet" userId="67cda2e6-3ca0-4b6b-a167-b53406e2615a" providerId="ADAL" clId="{5A7B5CC8-A329-4BA0-8B7D-FD963378B37E}" dt="2024-12-02T04:33:00.171" v="22163" actId="478"/>
          <ac:spMkLst>
            <pc:docMk/>
            <pc:sldMk cId="2864700209" sldId="280"/>
            <ac:spMk id="78" creationId="{7F9897C0-95F2-729F-8888-AB3721648501}"/>
          </ac:spMkLst>
        </pc:spChg>
      </pc:sldChg>
      <pc:sldChg chg="add del">
        <pc:chgData name="Alexander Oddoz-Mazet" userId="67cda2e6-3ca0-4b6b-a167-b53406e2615a" providerId="ADAL" clId="{5A7B5CC8-A329-4BA0-8B7D-FD963378B37E}" dt="2024-12-02T04:33:32.793" v="22170" actId="47"/>
        <pc:sldMkLst>
          <pc:docMk/>
          <pc:sldMk cId="1506808790" sldId="281"/>
        </pc:sldMkLst>
      </pc:sldChg>
      <pc:sldChg chg="add del">
        <pc:chgData name="Alexander Oddoz-Mazet" userId="67cda2e6-3ca0-4b6b-a167-b53406e2615a" providerId="ADAL" clId="{5A7B5CC8-A329-4BA0-8B7D-FD963378B37E}" dt="2024-12-02T04:29:00.194" v="22035" actId="47"/>
        <pc:sldMkLst>
          <pc:docMk/>
          <pc:sldMk cId="2774913849" sldId="281"/>
        </pc:sldMkLst>
      </pc:sldChg>
      <pc:sldChg chg="delSp mod modNotesTx">
        <pc:chgData name="Alexander Oddoz-Mazet" userId="67cda2e6-3ca0-4b6b-a167-b53406e2615a" providerId="ADAL" clId="{5A7B5CC8-A329-4BA0-8B7D-FD963378B37E}" dt="2024-12-02T03:44:16.809" v="21805" actId="20577"/>
        <pc:sldMkLst>
          <pc:docMk/>
          <pc:sldMk cId="3714435771" sldId="2076138066"/>
        </pc:sldMkLst>
      </pc:sldChg>
      <pc:sldChg chg="del">
        <pc:chgData name="Alexander Oddoz-Mazet" userId="67cda2e6-3ca0-4b6b-a167-b53406e2615a" providerId="ADAL" clId="{5A7B5CC8-A329-4BA0-8B7D-FD963378B37E}" dt="2024-11-28T02:18:24.354" v="748" actId="47"/>
        <pc:sldMkLst>
          <pc:docMk/>
          <pc:sldMk cId="1454993419" sldId="2147478062"/>
        </pc:sldMkLst>
      </pc:sldChg>
      <pc:sldChg chg="del">
        <pc:chgData name="Alexander Oddoz-Mazet" userId="67cda2e6-3ca0-4b6b-a167-b53406e2615a" providerId="ADAL" clId="{5A7B5CC8-A329-4BA0-8B7D-FD963378B37E}" dt="2024-11-28T02:15:35.309" v="723" actId="47"/>
        <pc:sldMkLst>
          <pc:docMk/>
          <pc:sldMk cId="2762436499" sldId="2147482383"/>
        </pc:sldMkLst>
      </pc:sldChg>
      <pc:sldChg chg="delSp modSp mod modNotesTx">
        <pc:chgData name="Alexander Oddoz-Mazet" userId="67cda2e6-3ca0-4b6b-a167-b53406e2615a" providerId="ADAL" clId="{5A7B5CC8-A329-4BA0-8B7D-FD963378B37E}" dt="2024-12-02T04:07:48.460" v="21931" actId="20577"/>
        <pc:sldMkLst>
          <pc:docMk/>
          <pc:sldMk cId="1442282790" sldId="2147482727"/>
        </pc:sldMkLst>
        <pc:spChg chg="mod">
          <ac:chgData name="Alexander Oddoz-Mazet" userId="67cda2e6-3ca0-4b6b-a167-b53406e2615a" providerId="ADAL" clId="{5A7B5CC8-A329-4BA0-8B7D-FD963378B37E}" dt="2024-11-28T02:16:55.270" v="745" actId="5793"/>
          <ac:spMkLst>
            <pc:docMk/>
            <pc:sldMk cId="1442282790" sldId="2147482727"/>
            <ac:spMk id="2" creationId="{F80264D4-4FA9-981D-BDFD-96E37A8BC1F4}"/>
          </ac:spMkLst>
        </pc:spChg>
        <pc:spChg chg="del mod">
          <ac:chgData name="Alexander Oddoz-Mazet" userId="67cda2e6-3ca0-4b6b-a167-b53406e2615a" providerId="ADAL" clId="{5A7B5CC8-A329-4BA0-8B7D-FD963378B37E}" dt="2024-12-01T05:49:35.249" v="14073" actId="478"/>
          <ac:spMkLst>
            <pc:docMk/>
            <pc:sldMk cId="1442282790" sldId="2147482727"/>
            <ac:spMk id="17" creationId="{8AC19F27-28CF-5296-DE3A-FCE51953D4DF}"/>
          </ac:spMkLst>
        </pc:spChg>
        <pc:spChg chg="mod">
          <ac:chgData name="Alexander Oddoz-Mazet" userId="67cda2e6-3ca0-4b6b-a167-b53406e2615a" providerId="ADAL" clId="{5A7B5CC8-A329-4BA0-8B7D-FD963378B37E}" dt="2024-11-30T16:52:49.723" v="881" actId="14100"/>
          <ac:spMkLst>
            <pc:docMk/>
            <pc:sldMk cId="1442282790" sldId="2147482727"/>
            <ac:spMk id="18" creationId="{D0865AE2-F986-D725-CECE-49EE4E9BD203}"/>
          </ac:spMkLst>
        </pc:spChg>
        <pc:spChg chg="mod">
          <ac:chgData name="Alexander Oddoz-Mazet" userId="67cda2e6-3ca0-4b6b-a167-b53406e2615a" providerId="ADAL" clId="{5A7B5CC8-A329-4BA0-8B7D-FD963378B37E}" dt="2024-11-30T16:52:08.227" v="841" actId="14100"/>
          <ac:spMkLst>
            <pc:docMk/>
            <pc:sldMk cId="1442282790" sldId="2147482727"/>
            <ac:spMk id="21" creationId="{D945624B-FFAF-D06F-CA5C-2ED918EA6874}"/>
          </ac:spMkLst>
        </pc:spChg>
        <pc:spChg chg="del">
          <ac:chgData name="Alexander Oddoz-Mazet" userId="67cda2e6-3ca0-4b6b-a167-b53406e2615a" providerId="ADAL" clId="{5A7B5CC8-A329-4BA0-8B7D-FD963378B37E}" dt="2024-12-01T05:49:38.556" v="14074" actId="478"/>
          <ac:spMkLst>
            <pc:docMk/>
            <pc:sldMk cId="1442282790" sldId="2147482727"/>
            <ac:spMk id="23" creationId="{CC409C28-17EA-FE42-9569-E4F2EBDE284C}"/>
          </ac:spMkLst>
        </pc:spChg>
        <pc:spChg chg="del mod">
          <ac:chgData name="Alexander Oddoz-Mazet" userId="67cda2e6-3ca0-4b6b-a167-b53406e2615a" providerId="ADAL" clId="{5A7B5CC8-A329-4BA0-8B7D-FD963378B37E}" dt="2024-12-01T05:49:40.453" v="14075" actId="478"/>
          <ac:spMkLst>
            <pc:docMk/>
            <pc:sldMk cId="1442282790" sldId="2147482727"/>
            <ac:spMk id="24" creationId="{3823AA20-6AFE-6C79-297B-E22FEA35225C}"/>
          </ac:spMkLst>
        </pc:spChg>
        <pc:spChg chg="del">
          <ac:chgData name="Alexander Oddoz-Mazet" userId="67cda2e6-3ca0-4b6b-a167-b53406e2615a" providerId="ADAL" clId="{5A7B5CC8-A329-4BA0-8B7D-FD963378B37E}" dt="2024-12-01T05:49:35.249" v="14073" actId="478"/>
          <ac:spMkLst>
            <pc:docMk/>
            <pc:sldMk cId="1442282790" sldId="2147482727"/>
            <ac:spMk id="26" creationId="{BDC4D15C-0C1E-9659-954B-9419D447E9F9}"/>
          </ac:spMkLst>
        </pc:spChg>
        <pc:spChg chg="del mod">
          <ac:chgData name="Alexander Oddoz-Mazet" userId="67cda2e6-3ca0-4b6b-a167-b53406e2615a" providerId="ADAL" clId="{5A7B5CC8-A329-4BA0-8B7D-FD963378B37E}" dt="2024-12-01T05:49:35.249" v="14073" actId="478"/>
          <ac:spMkLst>
            <pc:docMk/>
            <pc:sldMk cId="1442282790" sldId="2147482727"/>
            <ac:spMk id="27" creationId="{2AD2429A-1581-935C-D00B-46B741FAD6AA}"/>
          </ac:spMkLst>
        </pc:spChg>
        <pc:spChg chg="del">
          <ac:chgData name="Alexander Oddoz-Mazet" userId="67cda2e6-3ca0-4b6b-a167-b53406e2615a" providerId="ADAL" clId="{5A7B5CC8-A329-4BA0-8B7D-FD963378B37E}" dt="2024-12-01T05:49:35.249" v="14073" actId="478"/>
          <ac:spMkLst>
            <pc:docMk/>
            <pc:sldMk cId="1442282790" sldId="2147482727"/>
            <ac:spMk id="29" creationId="{E02A625D-738C-85B1-FD94-229AC2D58C35}"/>
          </ac:spMkLst>
        </pc:spChg>
        <pc:spChg chg="del mod">
          <ac:chgData name="Alexander Oddoz-Mazet" userId="67cda2e6-3ca0-4b6b-a167-b53406e2615a" providerId="ADAL" clId="{5A7B5CC8-A329-4BA0-8B7D-FD963378B37E}" dt="2024-12-01T05:49:35.249" v="14073" actId="478"/>
          <ac:spMkLst>
            <pc:docMk/>
            <pc:sldMk cId="1442282790" sldId="2147482727"/>
            <ac:spMk id="30" creationId="{C4300D7C-E761-E09E-7445-5C83373314B4}"/>
          </ac:spMkLst>
        </pc:spChg>
        <pc:spChg chg="del mod">
          <ac:chgData name="Alexander Oddoz-Mazet" userId="67cda2e6-3ca0-4b6b-a167-b53406e2615a" providerId="ADAL" clId="{5A7B5CC8-A329-4BA0-8B7D-FD963378B37E}" dt="2024-12-01T05:49:42.651" v="14076" actId="478"/>
          <ac:spMkLst>
            <pc:docMk/>
            <pc:sldMk cId="1442282790" sldId="2147482727"/>
            <ac:spMk id="31" creationId="{E5657C58-A212-4C4A-E06C-E50B1F4B180D}"/>
          </ac:spMkLst>
        </pc:spChg>
        <pc:spChg chg="del mod">
          <ac:chgData name="Alexander Oddoz-Mazet" userId="67cda2e6-3ca0-4b6b-a167-b53406e2615a" providerId="ADAL" clId="{5A7B5CC8-A329-4BA0-8B7D-FD963378B37E}" dt="2024-12-01T05:49:35.249" v="14073" actId="478"/>
          <ac:spMkLst>
            <pc:docMk/>
            <pc:sldMk cId="1442282790" sldId="2147482727"/>
            <ac:spMk id="32" creationId="{99B2F347-2252-1F9B-4132-7671961DFEA7}"/>
          </ac:spMkLst>
        </pc:spChg>
        <pc:spChg chg="del mod">
          <ac:chgData name="Alexander Oddoz-Mazet" userId="67cda2e6-3ca0-4b6b-a167-b53406e2615a" providerId="ADAL" clId="{5A7B5CC8-A329-4BA0-8B7D-FD963378B37E}" dt="2024-12-01T05:49:35.249" v="14073" actId="478"/>
          <ac:spMkLst>
            <pc:docMk/>
            <pc:sldMk cId="1442282790" sldId="2147482727"/>
            <ac:spMk id="33" creationId="{324F0338-80B6-DBCE-5B49-226E1F79FDD2}"/>
          </ac:spMkLst>
        </pc:spChg>
        <pc:spChg chg="del mod">
          <ac:chgData name="Alexander Oddoz-Mazet" userId="67cda2e6-3ca0-4b6b-a167-b53406e2615a" providerId="ADAL" clId="{5A7B5CC8-A329-4BA0-8B7D-FD963378B37E}" dt="2024-12-01T05:49:35.249" v="14073" actId="478"/>
          <ac:spMkLst>
            <pc:docMk/>
            <pc:sldMk cId="1442282790" sldId="2147482727"/>
            <ac:spMk id="34" creationId="{2F7CB959-2407-7988-37A8-23CB23F8FC28}"/>
          </ac:spMkLst>
        </pc:spChg>
        <pc:spChg chg="del">
          <ac:chgData name="Alexander Oddoz-Mazet" userId="67cda2e6-3ca0-4b6b-a167-b53406e2615a" providerId="ADAL" clId="{5A7B5CC8-A329-4BA0-8B7D-FD963378B37E}" dt="2024-12-01T05:49:35.249" v="14073" actId="478"/>
          <ac:spMkLst>
            <pc:docMk/>
            <pc:sldMk cId="1442282790" sldId="2147482727"/>
            <ac:spMk id="36" creationId="{F0DF9F6E-785E-5AC0-8B19-F14863C28ECC}"/>
          </ac:spMkLst>
        </pc:spChg>
        <pc:spChg chg="del mod">
          <ac:chgData name="Alexander Oddoz-Mazet" userId="67cda2e6-3ca0-4b6b-a167-b53406e2615a" providerId="ADAL" clId="{5A7B5CC8-A329-4BA0-8B7D-FD963378B37E}" dt="2024-12-01T05:49:35.249" v="14073" actId="478"/>
          <ac:spMkLst>
            <pc:docMk/>
            <pc:sldMk cId="1442282790" sldId="2147482727"/>
            <ac:spMk id="37" creationId="{A3311B62-35CB-671D-CAD6-95B465C556EF}"/>
          </ac:spMkLst>
        </pc:spChg>
      </pc:sldChg>
      <pc:sldChg chg="addSp delSp modSp mod modNotesTx">
        <pc:chgData name="Alexander Oddoz-Mazet" userId="67cda2e6-3ca0-4b6b-a167-b53406e2615a" providerId="ADAL" clId="{5A7B5CC8-A329-4BA0-8B7D-FD963378B37E}" dt="2024-12-02T04:35:31.506" v="22311" actId="20577"/>
        <pc:sldMkLst>
          <pc:docMk/>
          <pc:sldMk cId="3116226826" sldId="2147482920"/>
        </pc:sldMkLst>
        <pc:spChg chg="mod">
          <ac:chgData name="Alexander Oddoz-Mazet" userId="67cda2e6-3ca0-4b6b-a167-b53406e2615a" providerId="ADAL" clId="{5A7B5CC8-A329-4BA0-8B7D-FD963378B37E}" dt="2024-11-28T02:36:04.845" v="787" actId="21"/>
          <ac:spMkLst>
            <pc:docMk/>
            <pc:sldMk cId="3116226826" sldId="2147482920"/>
            <ac:spMk id="16" creationId="{BE71A21D-BAD2-EB4D-2606-8F52D0F3529C}"/>
          </ac:spMkLst>
        </pc:spChg>
        <pc:spChg chg="add mod">
          <ac:chgData name="Alexander Oddoz-Mazet" userId="67cda2e6-3ca0-4b6b-a167-b53406e2615a" providerId="ADAL" clId="{5A7B5CC8-A329-4BA0-8B7D-FD963378B37E}" dt="2024-11-28T02:18:10.280" v="746"/>
          <ac:spMkLst>
            <pc:docMk/>
            <pc:sldMk cId="3116226826" sldId="2147482920"/>
            <ac:spMk id="17" creationId="{B4228EAC-9C99-93B1-5BDB-A67AA2B4FA99}"/>
          </ac:spMkLst>
        </pc:spChg>
        <pc:spChg chg="add mod">
          <ac:chgData name="Alexander Oddoz-Mazet" userId="67cda2e6-3ca0-4b6b-a167-b53406e2615a" providerId="ADAL" clId="{5A7B5CC8-A329-4BA0-8B7D-FD963378B37E}" dt="2024-12-01T06:34:13.989" v="20659" actId="1038"/>
          <ac:spMkLst>
            <pc:docMk/>
            <pc:sldMk cId="3116226826" sldId="2147482920"/>
            <ac:spMk id="20" creationId="{8A38263A-8C9C-2E09-D7FE-5027D221B4BE}"/>
          </ac:spMkLst>
        </pc:spChg>
        <pc:spChg chg="mod">
          <ac:chgData name="Alexander Oddoz-Mazet" userId="67cda2e6-3ca0-4b6b-a167-b53406e2615a" providerId="ADAL" clId="{5A7B5CC8-A329-4BA0-8B7D-FD963378B37E}" dt="2024-12-01T06:36:04.071" v="20715" actId="14100"/>
          <ac:spMkLst>
            <pc:docMk/>
            <pc:sldMk cId="3116226826" sldId="2147482920"/>
            <ac:spMk id="21" creationId="{8146620D-43AE-E749-F05B-380AC03B0695}"/>
          </ac:spMkLst>
        </pc:spChg>
        <pc:spChg chg="add mod">
          <ac:chgData name="Alexander Oddoz-Mazet" userId="67cda2e6-3ca0-4b6b-a167-b53406e2615a" providerId="ADAL" clId="{5A7B5CC8-A329-4BA0-8B7D-FD963378B37E}" dt="2024-12-01T06:35:59.672" v="20714" actId="404"/>
          <ac:spMkLst>
            <pc:docMk/>
            <pc:sldMk cId="3116226826" sldId="2147482920"/>
            <ac:spMk id="22" creationId="{3AD26DB1-34A9-750C-373E-AC570CEE55C2}"/>
          </ac:spMkLst>
        </pc:spChg>
        <pc:spChg chg="add mod">
          <ac:chgData name="Alexander Oddoz-Mazet" userId="67cda2e6-3ca0-4b6b-a167-b53406e2615a" providerId="ADAL" clId="{5A7B5CC8-A329-4BA0-8B7D-FD963378B37E}" dt="2024-12-01T06:34:13.989" v="20659" actId="1038"/>
          <ac:spMkLst>
            <pc:docMk/>
            <pc:sldMk cId="3116226826" sldId="2147482920"/>
            <ac:spMk id="23" creationId="{C9DEE3FD-AEDB-2BED-D5F3-6663CA4D0E4F}"/>
          </ac:spMkLst>
        </pc:spChg>
        <pc:spChg chg="add mod">
          <ac:chgData name="Alexander Oddoz-Mazet" userId="67cda2e6-3ca0-4b6b-a167-b53406e2615a" providerId="ADAL" clId="{5A7B5CC8-A329-4BA0-8B7D-FD963378B37E}" dt="2024-12-01T06:34:13.989" v="20659" actId="1038"/>
          <ac:spMkLst>
            <pc:docMk/>
            <pc:sldMk cId="3116226826" sldId="2147482920"/>
            <ac:spMk id="25" creationId="{40E64EC1-E041-FDEF-E8B2-0AD6463B9ED5}"/>
          </ac:spMkLst>
        </pc:spChg>
        <pc:spChg chg="add del mod">
          <ac:chgData name="Alexander Oddoz-Mazet" userId="67cda2e6-3ca0-4b6b-a167-b53406e2615a" providerId="ADAL" clId="{5A7B5CC8-A329-4BA0-8B7D-FD963378B37E}" dt="2024-12-01T06:34:13.989" v="20659" actId="1038"/>
          <ac:spMkLst>
            <pc:docMk/>
            <pc:sldMk cId="3116226826" sldId="2147482920"/>
            <ac:spMk id="27" creationId="{A7498AF5-5155-2A22-1490-9F146937E9CC}"/>
          </ac:spMkLst>
        </pc:spChg>
        <pc:spChg chg="add mod">
          <ac:chgData name="Alexander Oddoz-Mazet" userId="67cda2e6-3ca0-4b6b-a167-b53406e2615a" providerId="ADAL" clId="{5A7B5CC8-A329-4BA0-8B7D-FD963378B37E}" dt="2024-12-01T06:34:13.989" v="20659" actId="1038"/>
          <ac:spMkLst>
            <pc:docMk/>
            <pc:sldMk cId="3116226826" sldId="2147482920"/>
            <ac:spMk id="29" creationId="{6FC783BA-6C1B-1840-946F-8667BE848DF3}"/>
          </ac:spMkLst>
        </pc:spChg>
        <pc:spChg chg="mod">
          <ac:chgData name="Alexander Oddoz-Mazet" userId="67cda2e6-3ca0-4b6b-a167-b53406e2615a" providerId="ADAL" clId="{5A7B5CC8-A329-4BA0-8B7D-FD963378B37E}" dt="2024-12-01T06:33:11.512" v="20570"/>
          <ac:spMkLst>
            <pc:docMk/>
            <pc:sldMk cId="3116226826" sldId="2147482920"/>
            <ac:spMk id="48" creationId="{DD0C076D-00DD-7A18-369A-5D504BEFC10F}"/>
          </ac:spMkLst>
        </pc:spChg>
        <pc:spChg chg="mod">
          <ac:chgData name="Alexander Oddoz-Mazet" userId="67cda2e6-3ca0-4b6b-a167-b53406e2615a" providerId="ADAL" clId="{5A7B5CC8-A329-4BA0-8B7D-FD963378B37E}" dt="2024-11-28T02:18:28.156" v="750" actId="6549"/>
          <ac:spMkLst>
            <pc:docMk/>
            <pc:sldMk cId="3116226826" sldId="2147482920"/>
            <ac:spMk id="52" creationId="{59C09984-398A-4D44-C84F-B1C91817D589}"/>
          </ac:spMkLst>
        </pc:spChg>
        <pc:grpChg chg="mod">
          <ac:chgData name="Alexander Oddoz-Mazet" userId="67cda2e6-3ca0-4b6b-a167-b53406e2615a" providerId="ADAL" clId="{5A7B5CC8-A329-4BA0-8B7D-FD963378B37E}" dt="2024-12-01T06:34:31.609" v="20696" actId="1038"/>
          <ac:grpSpMkLst>
            <pc:docMk/>
            <pc:sldMk cId="3116226826" sldId="2147482920"/>
            <ac:grpSpMk id="11" creationId="{BFEDB82C-0910-0660-F6A9-ED0BA201752B}"/>
          </ac:grpSpMkLst>
        </pc:grpChg>
        <pc:grpChg chg="mod">
          <ac:chgData name="Alexander Oddoz-Mazet" userId="67cda2e6-3ca0-4b6b-a167-b53406e2615a" providerId="ADAL" clId="{5A7B5CC8-A329-4BA0-8B7D-FD963378B37E}" dt="2024-12-01T06:34:31.609" v="20696" actId="1038"/>
          <ac:grpSpMkLst>
            <pc:docMk/>
            <pc:sldMk cId="3116226826" sldId="2147482920"/>
            <ac:grpSpMk id="12" creationId="{CEDEAC72-9C11-37B4-3B99-219B37D78BAA}"/>
          </ac:grpSpMkLst>
        </pc:grpChg>
        <pc:grpChg chg="mod">
          <ac:chgData name="Alexander Oddoz-Mazet" userId="67cda2e6-3ca0-4b6b-a167-b53406e2615a" providerId="ADAL" clId="{5A7B5CC8-A329-4BA0-8B7D-FD963378B37E}" dt="2024-12-01T06:34:31.609" v="20696" actId="1038"/>
          <ac:grpSpMkLst>
            <pc:docMk/>
            <pc:sldMk cId="3116226826" sldId="2147482920"/>
            <ac:grpSpMk id="13" creationId="{B7B15022-C3D8-D84C-08AA-CD5935EDDE62}"/>
          </ac:grpSpMkLst>
        </pc:grpChg>
        <pc:grpChg chg="mod">
          <ac:chgData name="Alexander Oddoz-Mazet" userId="67cda2e6-3ca0-4b6b-a167-b53406e2615a" providerId="ADAL" clId="{5A7B5CC8-A329-4BA0-8B7D-FD963378B37E}" dt="2024-12-01T06:34:31.609" v="20696" actId="1038"/>
          <ac:grpSpMkLst>
            <pc:docMk/>
            <pc:sldMk cId="3116226826" sldId="2147482920"/>
            <ac:grpSpMk id="14" creationId="{BD7B76BA-1AC1-5728-68B6-B5ED085FA763}"/>
          </ac:grpSpMkLst>
        </pc:grpChg>
        <pc:grpChg chg="mod">
          <ac:chgData name="Alexander Oddoz-Mazet" userId="67cda2e6-3ca0-4b6b-a167-b53406e2615a" providerId="ADAL" clId="{5A7B5CC8-A329-4BA0-8B7D-FD963378B37E}" dt="2024-12-01T06:34:31.609" v="20696" actId="1038"/>
          <ac:grpSpMkLst>
            <pc:docMk/>
            <pc:sldMk cId="3116226826" sldId="2147482920"/>
            <ac:grpSpMk id="15" creationId="{E75029C6-09B0-8422-B902-DBC99784869E}"/>
          </ac:grpSpMkLst>
        </pc:grpChg>
      </pc:sldChg>
      <pc:sldChg chg="mod modShow modNotesTx">
        <pc:chgData name="Alexander Oddoz-Mazet" userId="67cda2e6-3ca0-4b6b-a167-b53406e2615a" providerId="ADAL" clId="{5A7B5CC8-A329-4BA0-8B7D-FD963378B37E}" dt="2024-12-01T18:47:13.574" v="21530" actId="20577"/>
        <pc:sldMkLst>
          <pc:docMk/>
          <pc:sldMk cId="2013874969" sldId="2147483625"/>
        </pc:sldMkLst>
      </pc:sldChg>
      <pc:sldChg chg="modNotesTx">
        <pc:chgData name="Alexander Oddoz-Mazet" userId="67cda2e6-3ca0-4b6b-a167-b53406e2615a" providerId="ADAL" clId="{5A7B5CC8-A329-4BA0-8B7D-FD963378B37E}" dt="2024-12-01T18:51:43.848" v="21610" actId="20577"/>
        <pc:sldMkLst>
          <pc:docMk/>
          <pc:sldMk cId="2912321582" sldId="2147483641"/>
        </pc:sldMkLst>
      </pc:sldChg>
      <pc:sldChg chg="addSp delSp modSp mod modAnim modNotesTx">
        <pc:chgData name="Alexander Oddoz-Mazet" userId="67cda2e6-3ca0-4b6b-a167-b53406e2615a" providerId="ADAL" clId="{5A7B5CC8-A329-4BA0-8B7D-FD963378B37E}" dt="2024-12-01T19:02:58.857" v="21678" actId="20577"/>
        <pc:sldMkLst>
          <pc:docMk/>
          <pc:sldMk cId="1112953460" sldId="2147483647"/>
        </pc:sldMkLst>
        <pc:spChg chg="add mod">
          <ac:chgData name="Alexander Oddoz-Mazet" userId="67cda2e6-3ca0-4b6b-a167-b53406e2615a" providerId="ADAL" clId="{5A7B5CC8-A329-4BA0-8B7D-FD963378B37E}" dt="2024-12-01T04:24:39.658" v="7064" actId="1038"/>
          <ac:spMkLst>
            <pc:docMk/>
            <pc:sldMk cId="1112953460" sldId="2147483647"/>
            <ac:spMk id="4" creationId="{62A412E0-A252-026A-9C97-46A4C8E932A7}"/>
          </ac:spMkLst>
        </pc:spChg>
        <pc:spChg chg="mod">
          <ac:chgData name="Alexander Oddoz-Mazet" userId="67cda2e6-3ca0-4b6b-a167-b53406e2615a" providerId="ADAL" clId="{5A7B5CC8-A329-4BA0-8B7D-FD963378B37E}" dt="2024-12-01T04:30:52.147" v="7475" actId="20577"/>
          <ac:spMkLst>
            <pc:docMk/>
            <pc:sldMk cId="1112953460" sldId="2147483647"/>
            <ac:spMk id="21" creationId="{E497A770-78B2-3B68-AF71-6D7A8ED96ACF}"/>
          </ac:spMkLst>
        </pc:spChg>
        <pc:spChg chg="mod">
          <ac:chgData name="Alexander Oddoz-Mazet" userId="67cda2e6-3ca0-4b6b-a167-b53406e2615a" providerId="ADAL" clId="{5A7B5CC8-A329-4BA0-8B7D-FD963378B37E}" dt="2024-12-01T04:45:17.968" v="8357" actId="6549"/>
          <ac:spMkLst>
            <pc:docMk/>
            <pc:sldMk cId="1112953460" sldId="2147483647"/>
            <ac:spMk id="67" creationId="{571D26E8-8410-AFFD-6C05-E88EFC36EDF7}"/>
          </ac:spMkLst>
        </pc:spChg>
        <pc:spChg chg="mod">
          <ac:chgData name="Alexander Oddoz-Mazet" userId="67cda2e6-3ca0-4b6b-a167-b53406e2615a" providerId="ADAL" clId="{5A7B5CC8-A329-4BA0-8B7D-FD963378B37E}" dt="2024-12-01T04:49:13.632" v="8507" actId="20577"/>
          <ac:spMkLst>
            <pc:docMk/>
            <pc:sldMk cId="1112953460" sldId="2147483647"/>
            <ac:spMk id="72" creationId="{2A381CC4-C1B4-CF9E-947F-3E7B82662C03}"/>
          </ac:spMkLst>
        </pc:spChg>
        <pc:spChg chg="mod">
          <ac:chgData name="Alexander Oddoz-Mazet" userId="67cda2e6-3ca0-4b6b-a167-b53406e2615a" providerId="ADAL" clId="{5A7B5CC8-A329-4BA0-8B7D-FD963378B37E}" dt="2024-12-01T04:54:18.276" v="8841" actId="6549"/>
          <ac:spMkLst>
            <pc:docMk/>
            <pc:sldMk cId="1112953460" sldId="2147483647"/>
            <ac:spMk id="77" creationId="{FD7183B9-AEF5-9D01-3338-C1845BCA777F}"/>
          </ac:spMkLst>
        </pc:spChg>
        <pc:spChg chg="del">
          <ac:chgData name="Alexander Oddoz-Mazet" userId="67cda2e6-3ca0-4b6b-a167-b53406e2615a" providerId="ADAL" clId="{5A7B5CC8-A329-4BA0-8B7D-FD963378B37E}" dt="2024-12-01T06:41:58.623" v="20895" actId="478"/>
          <ac:spMkLst>
            <pc:docMk/>
            <pc:sldMk cId="1112953460" sldId="2147483647"/>
            <ac:spMk id="82" creationId="{CB138012-C7AC-00E0-573E-C4F54350E674}"/>
          </ac:spMkLst>
        </pc:spChg>
        <pc:spChg chg="del">
          <ac:chgData name="Alexander Oddoz-Mazet" userId="67cda2e6-3ca0-4b6b-a167-b53406e2615a" providerId="ADAL" clId="{5A7B5CC8-A329-4BA0-8B7D-FD963378B37E}" dt="2024-12-01T06:41:58.623" v="20895" actId="478"/>
          <ac:spMkLst>
            <pc:docMk/>
            <pc:sldMk cId="1112953460" sldId="2147483647"/>
            <ac:spMk id="83" creationId="{4FF46A25-2106-7B97-9200-DCFFA06499FF}"/>
          </ac:spMkLst>
        </pc:spChg>
        <pc:spChg chg="del">
          <ac:chgData name="Alexander Oddoz-Mazet" userId="67cda2e6-3ca0-4b6b-a167-b53406e2615a" providerId="ADAL" clId="{5A7B5CC8-A329-4BA0-8B7D-FD963378B37E}" dt="2024-12-01T06:41:58.623" v="20895" actId="478"/>
          <ac:spMkLst>
            <pc:docMk/>
            <pc:sldMk cId="1112953460" sldId="2147483647"/>
            <ac:spMk id="84" creationId="{0A282ADC-F2C7-2C46-753F-AC4CEEB69DDC}"/>
          </ac:spMkLst>
        </pc:spChg>
        <pc:spChg chg="del">
          <ac:chgData name="Alexander Oddoz-Mazet" userId="67cda2e6-3ca0-4b6b-a167-b53406e2615a" providerId="ADAL" clId="{5A7B5CC8-A329-4BA0-8B7D-FD963378B37E}" dt="2024-12-01T06:41:58.623" v="20895" actId="478"/>
          <ac:spMkLst>
            <pc:docMk/>
            <pc:sldMk cId="1112953460" sldId="2147483647"/>
            <ac:spMk id="88" creationId="{BDA7D111-4A3F-E860-D7B7-8174E3845E88}"/>
          </ac:spMkLst>
        </pc:spChg>
        <pc:spChg chg="del">
          <ac:chgData name="Alexander Oddoz-Mazet" userId="67cda2e6-3ca0-4b6b-a167-b53406e2615a" providerId="ADAL" clId="{5A7B5CC8-A329-4BA0-8B7D-FD963378B37E}" dt="2024-12-01T06:41:58.623" v="20895" actId="478"/>
          <ac:spMkLst>
            <pc:docMk/>
            <pc:sldMk cId="1112953460" sldId="2147483647"/>
            <ac:spMk id="126" creationId="{D53D64DA-2D27-F07B-FF0B-6615292BF4F2}"/>
          </ac:spMkLst>
        </pc:spChg>
        <pc:grpChg chg="del">
          <ac:chgData name="Alexander Oddoz-Mazet" userId="67cda2e6-3ca0-4b6b-a167-b53406e2615a" providerId="ADAL" clId="{5A7B5CC8-A329-4BA0-8B7D-FD963378B37E}" dt="2024-12-01T06:41:58.623" v="20895" actId="478"/>
          <ac:grpSpMkLst>
            <pc:docMk/>
            <pc:sldMk cId="1112953460" sldId="2147483647"/>
            <ac:grpSpMk id="46" creationId="{F9C2F06A-4A7E-5D4D-AF12-35A0257CC841}"/>
          </ac:grpSpMkLst>
        </pc:grpChg>
        <pc:grpChg chg="del">
          <ac:chgData name="Alexander Oddoz-Mazet" userId="67cda2e6-3ca0-4b6b-a167-b53406e2615a" providerId="ADAL" clId="{5A7B5CC8-A329-4BA0-8B7D-FD963378B37E}" dt="2024-12-01T06:41:58.623" v="20895" actId="478"/>
          <ac:grpSpMkLst>
            <pc:docMk/>
            <pc:sldMk cId="1112953460" sldId="2147483647"/>
            <ac:grpSpMk id="48" creationId="{C76C1A8A-4B22-A551-DA8E-576EA228E674}"/>
          </ac:grpSpMkLst>
        </pc:grpChg>
        <pc:grpChg chg="del">
          <ac:chgData name="Alexander Oddoz-Mazet" userId="67cda2e6-3ca0-4b6b-a167-b53406e2615a" providerId="ADAL" clId="{5A7B5CC8-A329-4BA0-8B7D-FD963378B37E}" dt="2024-12-01T06:41:58.623" v="20895" actId="478"/>
          <ac:grpSpMkLst>
            <pc:docMk/>
            <pc:sldMk cId="1112953460" sldId="2147483647"/>
            <ac:grpSpMk id="120" creationId="{95FF1E1C-505F-F029-3399-E1B4D9BF62FD}"/>
          </ac:grpSpMkLst>
        </pc:grpChg>
        <pc:picChg chg="del">
          <ac:chgData name="Alexander Oddoz-Mazet" userId="67cda2e6-3ca0-4b6b-a167-b53406e2615a" providerId="ADAL" clId="{5A7B5CC8-A329-4BA0-8B7D-FD963378B37E}" dt="2024-12-01T06:41:58.623" v="20895" actId="478"/>
          <ac:picMkLst>
            <pc:docMk/>
            <pc:sldMk cId="1112953460" sldId="2147483647"/>
            <ac:picMk id="125" creationId="{73E48D19-B66E-571D-92C1-4AD8C11A5C63}"/>
          </ac:picMkLst>
        </pc:picChg>
        <pc:picChg chg="del">
          <ac:chgData name="Alexander Oddoz-Mazet" userId="67cda2e6-3ca0-4b6b-a167-b53406e2615a" providerId="ADAL" clId="{5A7B5CC8-A329-4BA0-8B7D-FD963378B37E}" dt="2024-12-01T06:41:58.623" v="20895" actId="478"/>
          <ac:picMkLst>
            <pc:docMk/>
            <pc:sldMk cId="1112953460" sldId="2147483647"/>
            <ac:picMk id="127" creationId="{992911CE-0CA4-851A-B7E1-A25C1C06CDDA}"/>
          </ac:picMkLst>
        </pc:picChg>
      </pc:sldChg>
      <pc:sldMasterChg chg="delSldLayout">
        <pc:chgData name="Alexander Oddoz-Mazet" userId="67cda2e6-3ca0-4b6b-a167-b53406e2615a" providerId="ADAL" clId="{5A7B5CC8-A329-4BA0-8B7D-FD963378B37E}" dt="2024-11-28T02:18:24.354" v="748" actId="47"/>
        <pc:sldMasterMkLst>
          <pc:docMk/>
          <pc:sldMasterMk cId="94352378" sldId="2147485731"/>
        </pc:sldMasterMkLst>
        <pc:sldLayoutChg chg="del">
          <pc:chgData name="Alexander Oddoz-Mazet" userId="67cda2e6-3ca0-4b6b-a167-b53406e2615a" providerId="ADAL" clId="{5A7B5CC8-A329-4BA0-8B7D-FD963378B37E}" dt="2024-11-28T02:18:24.354" v="748" actId="47"/>
          <pc:sldLayoutMkLst>
            <pc:docMk/>
            <pc:sldMasterMk cId="94352378" sldId="2147485731"/>
            <pc:sldLayoutMk cId="1210871531" sldId="2147485795"/>
          </pc:sldLayoutMkLst>
        </pc:sldLayoutChg>
      </pc:sldMasterChg>
    </pc:docChg>
  </pc:docChgLst>
  <pc:docChgLst>
    <pc:chgData name="Peter Lurie (He/Him)" userId="3aeea951-0850-4379-b079-5658bdb70133" providerId="ADAL" clId="{B00FA98A-352F-4281-9C3A-EA084F9EB7FD}"/>
    <pc:docChg chg="modNotesMaster modHandout">
      <pc:chgData name="Peter Lurie (He/Him)" userId="3aeea951-0850-4379-b079-5658bdb70133" providerId="ADAL" clId="{B00FA98A-352F-4281-9C3A-EA084F9EB7FD}" dt="2024-12-02T14:11:01.657" v="0"/>
      <pc:docMkLst>
        <pc:docMk/>
      </pc:docMkLst>
    </pc:docChg>
  </pc:docChgLst>
  <pc:docChgLst>
    <pc:chgData name="Martin Boam" userId="d74053f3-094e-4874-ba00-62f2ab693b3a" providerId="ADAL" clId="{7561D815-0CE9-41B3-852A-314CDA71BD5D}"/>
    <pc:docChg chg="undo custSel modSld">
      <pc:chgData name="Martin Boam" userId="d74053f3-094e-4874-ba00-62f2ab693b3a" providerId="ADAL" clId="{7561D815-0CE9-41B3-852A-314CDA71BD5D}" dt="2024-12-02T11:08:13.984" v="10" actId="14100"/>
      <pc:docMkLst>
        <pc:docMk/>
      </pc:docMkLst>
      <pc:sldChg chg="modSp mod">
        <pc:chgData name="Martin Boam" userId="d74053f3-094e-4874-ba00-62f2ab693b3a" providerId="ADAL" clId="{7561D815-0CE9-41B3-852A-314CDA71BD5D}" dt="2024-12-02T11:08:13.984" v="10" actId="14100"/>
        <pc:sldMkLst>
          <pc:docMk/>
          <pc:sldMk cId="3116226826" sldId="2147482920"/>
        </pc:sldMkLst>
        <pc:spChg chg="mod">
          <ac:chgData name="Martin Boam" userId="d74053f3-094e-4874-ba00-62f2ab693b3a" providerId="ADAL" clId="{7561D815-0CE9-41B3-852A-314CDA71BD5D}" dt="2024-11-29T17:55:33.718" v="7" actId="113"/>
          <ac:spMkLst>
            <pc:docMk/>
            <pc:sldMk cId="3116226826" sldId="2147482920"/>
            <ac:spMk id="29" creationId="{6FC783BA-6C1B-1840-946F-8667BE848DF3}"/>
          </ac:spMkLst>
        </pc:spChg>
        <pc:spChg chg="mod">
          <ac:chgData name="Martin Boam" userId="d74053f3-094e-4874-ba00-62f2ab693b3a" providerId="ADAL" clId="{7561D815-0CE9-41B3-852A-314CDA71BD5D}" dt="2024-12-02T11:08:13.984" v="10" actId="14100"/>
          <ac:spMkLst>
            <pc:docMk/>
            <pc:sldMk cId="3116226826" sldId="2147482920"/>
            <ac:spMk id="48" creationId="{DD0C076D-00DD-7A18-369A-5D504BEFC10F}"/>
          </ac:spMkLst>
        </pc:spChg>
      </pc:sldChg>
    </pc:docChg>
  </pc:docChgLst>
  <pc:docChgLst>
    <pc:chgData name="Alexander Oddoz-Mazet" userId="S::aoddoz@microsoft.com::67cda2e6-3ca0-4b6b-a167-b53406e2615a" providerId="AD" clId="Web-{4F67789C-E6EF-2646-2820-7AF7AB962841}"/>
    <pc:docChg chg="modSld">
      <pc:chgData name="Alexander Oddoz-Mazet" userId="S::aoddoz@microsoft.com::67cda2e6-3ca0-4b6b-a167-b53406e2615a" providerId="AD" clId="Web-{4F67789C-E6EF-2646-2820-7AF7AB962841}" dt="2024-12-09T23:20:19.180" v="1"/>
      <pc:docMkLst>
        <pc:docMk/>
      </pc:docMkLst>
      <pc:sldChg chg="addSp delSp">
        <pc:chgData name="Alexander Oddoz-Mazet" userId="S::aoddoz@microsoft.com::67cda2e6-3ca0-4b6b-a167-b53406e2615a" providerId="AD" clId="Web-{4F67789C-E6EF-2646-2820-7AF7AB962841}" dt="2024-12-09T23:20:19.180" v="1"/>
        <pc:sldMkLst>
          <pc:docMk/>
          <pc:sldMk cId="2810296029" sldId="257"/>
        </pc:sldMkLst>
        <pc:graphicFrameChg chg="add del">
          <ac:chgData name="Alexander Oddoz-Mazet" userId="S::aoddoz@microsoft.com::67cda2e6-3ca0-4b6b-a167-b53406e2615a" providerId="AD" clId="Web-{4F67789C-E6EF-2646-2820-7AF7AB962841}" dt="2024-12-09T23:20:19.180" v="1"/>
          <ac:graphicFrameMkLst>
            <pc:docMk/>
            <pc:sldMk cId="2810296029" sldId="257"/>
            <ac:graphicFrameMk id="24" creationId="{5A5EE239-BF8B-1124-71D0-495A43E33513}"/>
          </ac:graphicFrameMkLst>
        </pc:graphicFrameChg>
      </pc:sldChg>
    </pc:docChg>
  </pc:docChgLst>
  <pc:docChgLst>
    <pc:chgData name="Alexander Oddoz-Mazet" userId="S::aoddoz@microsoft.com::67cda2e6-3ca0-4b6b-a167-b53406e2615a" providerId="AD" clId="Web-{D59DF657-3BAF-4560-7B61-8B99B9061ECF}"/>
    <pc:docChg chg="modSld">
      <pc:chgData name="Alexander Oddoz-Mazet" userId="S::aoddoz@microsoft.com::67cda2e6-3ca0-4b6b-a167-b53406e2615a" providerId="AD" clId="Web-{D59DF657-3BAF-4560-7B61-8B99B9061ECF}" dt="2024-11-28T01:44:11.999" v="7"/>
      <pc:docMkLst>
        <pc:docMk/>
      </pc:docMkLst>
      <pc:sldChg chg="addSp delSp modSp">
        <pc:chgData name="Alexander Oddoz-Mazet" userId="S::aoddoz@microsoft.com::67cda2e6-3ca0-4b6b-a167-b53406e2615a" providerId="AD" clId="Web-{D59DF657-3BAF-4560-7B61-8B99B9061ECF}" dt="2024-11-28T01:44:01.718" v="5"/>
        <pc:sldMkLst>
          <pc:docMk/>
          <pc:sldMk cId="4119963760" sldId="256"/>
        </pc:sldMkLst>
      </pc:sldChg>
      <pc:sldChg chg="addSp delSp modSp">
        <pc:chgData name="Alexander Oddoz-Mazet" userId="S::aoddoz@microsoft.com::67cda2e6-3ca0-4b6b-a167-b53406e2615a" providerId="AD" clId="Web-{D59DF657-3BAF-4560-7B61-8B99B9061ECF}" dt="2024-11-28T01:44:11.999" v="7"/>
        <pc:sldMkLst>
          <pc:docMk/>
          <pc:sldMk cId="2810296029" sldId="257"/>
        </pc:sldMkLst>
      </pc:sldChg>
      <pc:sldChg chg="addSp delSp modSp">
        <pc:chgData name="Alexander Oddoz-Mazet" userId="S::aoddoz@microsoft.com::67cda2e6-3ca0-4b6b-a167-b53406e2615a" providerId="AD" clId="Web-{D59DF657-3BAF-4560-7B61-8B99B9061ECF}" dt="2024-11-28T01:43:57.624" v="4"/>
        <pc:sldMkLst>
          <pc:docMk/>
          <pc:sldMk cId="3714435771" sldId="2076138066"/>
        </pc:sldMkLst>
      </pc:sldChg>
      <pc:sldChg chg="modSp">
        <pc:chgData name="Alexander Oddoz-Mazet" userId="S::aoddoz@microsoft.com::67cda2e6-3ca0-4b6b-a167-b53406e2615a" providerId="AD" clId="Web-{D59DF657-3BAF-4560-7B61-8B99B9061ECF}" dt="2024-11-28T01:18:28.204" v="2" actId="20577"/>
        <pc:sldMkLst>
          <pc:docMk/>
          <pc:sldMk cId="1112953460" sldId="2147483647"/>
        </pc:sldMkLst>
        <pc:spChg chg="mod">
          <ac:chgData name="Alexander Oddoz-Mazet" userId="S::aoddoz@microsoft.com::67cda2e6-3ca0-4b6b-a167-b53406e2615a" providerId="AD" clId="Web-{D59DF657-3BAF-4560-7B61-8B99B9061ECF}" dt="2024-11-28T01:18:28.204" v="2" actId="20577"/>
          <ac:spMkLst>
            <pc:docMk/>
            <pc:sldMk cId="1112953460" sldId="2147483647"/>
            <ac:spMk id="21" creationId="{E497A770-78B2-3B68-AF71-6D7A8ED96ACF}"/>
          </ac:spMkLst>
        </pc:spChg>
      </pc:sldChg>
    </pc:docChg>
  </pc:docChgLst>
  <pc:docChgLst>
    <pc:chgData name="Cindy Batzli" userId="S::cbatzli@microsoft.com::f08a5693-3eeb-40c7-a204-f505cfa6cc0f" providerId="AD" clId="Web-{F8107148-6CB5-CA37-3122-FC63D82A5575}"/>
    <pc:docChg chg="addSld delSld modSld modSection">
      <pc:chgData name="Cindy Batzli" userId="S::cbatzli@microsoft.com::f08a5693-3eeb-40c7-a204-f505cfa6cc0f" providerId="AD" clId="Web-{F8107148-6CB5-CA37-3122-FC63D82A5575}" dt="2024-11-28T00:21:16.932" v="122"/>
      <pc:docMkLst>
        <pc:docMk/>
      </pc:docMkLst>
      <pc:sldChg chg="addSp delSp modSp add">
        <pc:chgData name="Cindy Batzli" userId="S::cbatzli@microsoft.com::f08a5693-3eeb-40c7-a204-f505cfa6cc0f" providerId="AD" clId="Web-{F8107148-6CB5-CA37-3122-FC63D82A5575}" dt="2024-11-28T00:21:12.947" v="121"/>
        <pc:sldMkLst>
          <pc:docMk/>
          <pc:sldMk cId="518553289" sldId="258"/>
        </pc:sldMkLst>
        <pc:spChg chg="mod">
          <ac:chgData name="Cindy Batzli" userId="S::cbatzli@microsoft.com::f08a5693-3eeb-40c7-a204-f505cfa6cc0f" providerId="AD" clId="Web-{F8107148-6CB5-CA37-3122-FC63D82A5575}" dt="2024-11-28T00:20:54.947" v="117" actId="1076"/>
          <ac:spMkLst>
            <pc:docMk/>
            <pc:sldMk cId="518553289" sldId="258"/>
            <ac:spMk id="3" creationId="{07DD0453-0735-DA48-954E-076818E23A47}"/>
          </ac:spMkLst>
        </pc:spChg>
        <pc:spChg chg="mod">
          <ac:chgData name="Cindy Batzli" userId="S::cbatzli@microsoft.com::f08a5693-3eeb-40c7-a204-f505cfa6cc0f" providerId="AD" clId="Web-{F8107148-6CB5-CA37-3122-FC63D82A5575}" dt="2024-11-28T00:20:54.962" v="118" actId="1076"/>
          <ac:spMkLst>
            <pc:docMk/>
            <pc:sldMk cId="518553289" sldId="258"/>
            <ac:spMk id="7" creationId="{860556F2-403C-2120-81B8-7E790BB1A92E}"/>
          </ac:spMkLst>
        </pc:spChg>
        <pc:spChg chg="add mod">
          <ac:chgData name="Cindy Batzli" userId="S::cbatzli@microsoft.com::f08a5693-3eeb-40c7-a204-f505cfa6cc0f" providerId="AD" clId="Web-{F8107148-6CB5-CA37-3122-FC63D82A5575}" dt="2024-11-28T00:21:12.947" v="121"/>
          <ac:spMkLst>
            <pc:docMk/>
            <pc:sldMk cId="518553289" sldId="258"/>
            <ac:spMk id="22" creationId="{F4055F54-DC93-F474-E153-7ADDD5DE6AE9}"/>
          </ac:spMkLst>
        </pc:spChg>
        <pc:grpChg chg="add mod">
          <ac:chgData name="Cindy Batzli" userId="S::cbatzli@microsoft.com::f08a5693-3eeb-40c7-a204-f505cfa6cc0f" providerId="AD" clId="Web-{F8107148-6CB5-CA37-3122-FC63D82A5575}" dt="2024-11-28T00:20:54.994" v="119" actId="1076"/>
          <ac:grpSpMkLst>
            <pc:docMk/>
            <pc:sldMk cId="518553289" sldId="258"/>
            <ac:grpSpMk id="16" creationId="{593C1FDE-75B1-D27F-2A4E-F977791561F7}"/>
          </ac:grpSpMkLst>
        </pc:grpChg>
      </pc:sldChg>
      <pc:sldChg chg="del">
        <pc:chgData name="Cindy Batzli" userId="S::cbatzli@microsoft.com::f08a5693-3eeb-40c7-a204-f505cfa6cc0f" providerId="AD" clId="Web-{F8107148-6CB5-CA37-3122-FC63D82A5575}" dt="2024-11-28T00:18:00.127" v="55"/>
        <pc:sldMkLst>
          <pc:docMk/>
          <pc:sldMk cId="969919913" sldId="258"/>
        </pc:sldMkLst>
      </pc:sldChg>
      <pc:sldChg chg="add del mod modShow">
        <pc:chgData name="Cindy Batzli" userId="S::cbatzli@microsoft.com::f08a5693-3eeb-40c7-a204-f505cfa6cc0f" providerId="AD" clId="Web-{F8107148-6CB5-CA37-3122-FC63D82A5575}" dt="2024-11-28T00:21:16.932" v="122"/>
        <pc:sldMkLst>
          <pc:docMk/>
          <pc:sldMk cId="1110680654" sldId="260"/>
        </pc:sldMkLst>
      </pc:sldChg>
      <pc:sldChg chg="modSp add">
        <pc:chgData name="Cindy Batzli" userId="S::cbatzli@microsoft.com::f08a5693-3eeb-40c7-a204-f505cfa6cc0f" providerId="AD" clId="Web-{F8107148-6CB5-CA37-3122-FC63D82A5575}" dt="2024-11-28T00:17:52.002" v="53" actId="20577"/>
        <pc:sldMkLst>
          <pc:docMk/>
          <pc:sldMk cId="4081909767" sldId="263"/>
        </pc:sldMkLst>
        <pc:spChg chg="mod">
          <ac:chgData name="Cindy Batzli" userId="S::cbatzli@microsoft.com::f08a5693-3eeb-40c7-a204-f505cfa6cc0f" providerId="AD" clId="Web-{F8107148-6CB5-CA37-3122-FC63D82A5575}" dt="2024-11-28T00:16:58.328" v="33" actId="20577"/>
          <ac:spMkLst>
            <pc:docMk/>
            <pc:sldMk cId="4081909767" sldId="263"/>
            <ac:spMk id="3" creationId="{6A41F4B5-3123-109D-9980-6192E17B90B9}"/>
          </ac:spMkLst>
        </pc:spChg>
        <pc:spChg chg="mod">
          <ac:chgData name="Cindy Batzli" userId="S::cbatzli@microsoft.com::f08a5693-3eeb-40c7-a204-f505cfa6cc0f" providerId="AD" clId="Web-{F8107148-6CB5-CA37-3122-FC63D82A5575}" dt="2024-11-28T00:17:17.563" v="46" actId="20577"/>
          <ac:spMkLst>
            <pc:docMk/>
            <pc:sldMk cId="4081909767" sldId="263"/>
            <ac:spMk id="4" creationId="{2E8D721D-EC35-C4C0-B021-5BE042031AD0}"/>
          </ac:spMkLst>
        </pc:spChg>
        <pc:spChg chg="mod">
          <ac:chgData name="Cindy Batzli" userId="S::cbatzli@microsoft.com::f08a5693-3eeb-40c7-a204-f505cfa6cc0f" providerId="AD" clId="Web-{F8107148-6CB5-CA37-3122-FC63D82A5575}" dt="2024-11-28T00:17:52.002" v="53" actId="20577"/>
          <ac:spMkLst>
            <pc:docMk/>
            <pc:sldMk cId="4081909767" sldId="263"/>
            <ac:spMk id="20" creationId="{40ED07A0-30A2-5B73-9102-C482238C8A7B}"/>
          </ac:spMkLst>
        </pc:spChg>
        <pc:spChg chg="mod">
          <ac:chgData name="Cindy Batzli" userId="S::cbatzli@microsoft.com::f08a5693-3eeb-40c7-a204-f505cfa6cc0f" providerId="AD" clId="Web-{F8107148-6CB5-CA37-3122-FC63D82A5575}" dt="2024-11-28T00:16:34.765" v="24" actId="20577"/>
          <ac:spMkLst>
            <pc:docMk/>
            <pc:sldMk cId="4081909767" sldId="263"/>
            <ac:spMk id="22" creationId="{29411A57-F7C6-E84B-292D-80159BFB2ED1}"/>
          </ac:spMkLst>
        </pc:spChg>
        <pc:spChg chg="mod">
          <ac:chgData name="Cindy Batzli" userId="S::cbatzli@microsoft.com::f08a5693-3eeb-40c7-a204-f505cfa6cc0f" providerId="AD" clId="Web-{F8107148-6CB5-CA37-3122-FC63D82A5575}" dt="2024-11-28T00:16:48.047" v="29" actId="20577"/>
          <ac:spMkLst>
            <pc:docMk/>
            <pc:sldMk cId="4081909767" sldId="263"/>
            <ac:spMk id="23" creationId="{BA314913-507D-04FB-6722-66D18B59211E}"/>
          </ac:spMkLst>
        </pc:spChg>
      </pc:sldChg>
      <pc:sldChg chg="addSp delSp modSp del">
        <pc:chgData name="Cindy Batzli" userId="S::cbatzli@microsoft.com::f08a5693-3eeb-40c7-a204-f505cfa6cc0f" providerId="AD" clId="Web-{F8107148-6CB5-CA37-3122-FC63D82A5575}" dt="2024-11-28T00:14:25.774" v="5"/>
        <pc:sldMkLst>
          <pc:docMk/>
          <pc:sldMk cId="518553289" sldId="2145707214"/>
        </pc:sldMkLst>
      </pc:sldChg>
      <pc:sldChg chg="del">
        <pc:chgData name="Cindy Batzli" userId="S::cbatzli@microsoft.com::f08a5693-3eeb-40c7-a204-f505cfa6cc0f" providerId="AD" clId="Web-{F8107148-6CB5-CA37-3122-FC63D82A5575}" dt="2024-11-28T00:17:55.767" v="54"/>
        <pc:sldMkLst>
          <pc:docMk/>
          <pc:sldMk cId="2493787325" sldId="2147478116"/>
        </pc:sldMkLst>
      </pc:sldChg>
    </pc:docChg>
  </pc:docChgLst>
  <pc:docChgLst>
    <pc:chgData clId="Web-{F8107148-6CB5-CA37-3122-FC63D82A5575}"/>
    <pc:docChg chg="modSld">
      <pc:chgData name="" userId="" providerId="" clId="Web-{F8107148-6CB5-CA37-3122-FC63D82A5575}" dt="2024-11-28T00:13:38.632" v="1"/>
      <pc:docMkLst>
        <pc:docMk/>
      </pc:docMkLst>
      <pc:sldChg chg="addSp modSp">
        <pc:chgData name="" userId="" providerId="" clId="Web-{F8107148-6CB5-CA37-3122-FC63D82A5575}" dt="2024-11-28T00:13:38.632" v="1"/>
        <pc:sldMkLst>
          <pc:docMk/>
          <pc:sldMk cId="518553289" sldId="2145707214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gradFill>
                <a:gsLst>
                  <a:gs pos="0">
                    <a:schemeClr val="accent1"/>
                  </a:gs>
                  <a:gs pos="99000">
                    <a:srgbClr val="8661C5"/>
                  </a:gs>
                </a:gsLst>
                <a:lin ang="0" scaled="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D6C-9445-8169-B31FF3B0D4F2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D6C-9445-8169-B31FF3B0D4F2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D6C-9445-8169-B31FF3B0D4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2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gradFill>
                <a:gsLst>
                  <a:gs pos="0">
                    <a:schemeClr val="accent1"/>
                  </a:gs>
                  <a:gs pos="99000">
                    <a:srgbClr val="8661C5"/>
                  </a:gs>
                </a:gsLst>
                <a:lin ang="0" scaled="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C50-4008-A2D1-12140321C097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C50-4008-A2D1-12140321C097}"/>
              </c:ext>
            </c:extLst>
          </c:dPt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C50-4008-A2D1-12140321C0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2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884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460F9EC6-89FF-47E1-8594-1A32E3B45134}" type="datetime8">
              <a:rPr lang="en-US" smtClean="0">
                <a:latin typeface="Segoe UI" panose="020B0502040204020203" pitchFamily="34" charset="0"/>
              </a:rPr>
              <a:t>12/11/2024 9:35 AM</a:t>
            </a:fld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917422"/>
            <a:ext cx="6001591" cy="341322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pPr marL="410616" defTabSz="94197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anose="020B0502040204020203" pitchFamily="34" charset="0"/>
                <a:ea typeface="Segoe UI" pitchFamily="34" charset="0"/>
                <a:cs typeface="Segoe UI" panose="020B0502040204020203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989753" y="8917422"/>
            <a:ext cx="1111078" cy="469424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anose="020B0502040204020203" pitchFamily="34" charset="0"/>
              </a:rPr>
              <a:t>‹#›</a:t>
            </a:fld>
            <a:endParaRPr lang="en-US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 b="0" i="0"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919051"/>
            <a:ext cx="6131803" cy="365481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marL="588931" indent="0" algn="l">
              <a:defRPr sz="12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94197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a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 b="0" i="0">
                <a:latin typeface="Segoe UI" panose="020B0502040204020203" pitchFamily="34" charset="0"/>
              </a:defRPr>
            </a:lvl1pPr>
          </a:lstStyle>
          <a:p>
            <a:fld id="{386CE63F-9E7F-4C04-9D0D-FCA25A8E9E86}" type="datetime8">
              <a:rPr lang="en-US" smtClean="0"/>
              <a:pPr/>
              <a:t>12/11/2024 9:35 AM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6119966" y="8917422"/>
            <a:ext cx="980865" cy="469424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 b="0" i="0">
                <a:latin typeface="Segoe UI" panose="020B0502040204020203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b="0" i="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b="0" i="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b="0" i="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b="0" i="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b="0" i="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4197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a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pPr/>
              <a:t>12/11/2024 9:35 AM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96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defTabSz="942255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41979" eaLnBrk="0" hangingPunct="0">
              <a:defRPr/>
            </a:pPr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a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defTabSz="942255">
              <a:defRPr/>
            </a:pPr>
            <a:fld id="{386CE63F-9E7F-4C04-9D0D-FCA25A8E9E86}" type="datetime8">
              <a:rPr lang="en-US">
                <a:solidFill>
                  <a:prstClr val="black"/>
                </a:solidFill>
              </a:rPr>
              <a:pPr defTabSz="942255">
                <a:defRPr/>
              </a:pPr>
              <a:t>12/11/2024 9:35 AM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55">
              <a:defRPr/>
            </a:pPr>
            <a:fld id="{B4008EB6-D09E-4580-8CD6-DDB14511944F}" type="slidenum">
              <a:rPr lang="en-US">
                <a:solidFill>
                  <a:prstClr val="black"/>
                </a:solidFill>
              </a:rPr>
              <a:pPr defTabSz="942255">
                <a:defRPr/>
              </a:pPr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789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F4E94-7663-6617-CA8D-38AC3B23D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295146-3650-344E-8CEF-0673636254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07BD1B-7C88-8085-B9D9-09E8D6470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21023-EB24-8E01-B065-6BBA5BF6D0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89">
              <a:defRPr/>
            </a:pPr>
            <a:fld id="{C7EBDB2E-094D-45B1-9792-5CEDC80EC219}" type="slidenum">
              <a:rPr lang="en-US">
                <a:solidFill>
                  <a:prstClr val="black"/>
                </a:solidFill>
                <a:latin typeface="Aptos" panose="02110004020202020204"/>
              </a:rPr>
              <a:pPr defTabSz="942289">
                <a:defRPr/>
              </a:pPr>
              <a:t>3</a:t>
            </a:fld>
            <a:endParaRPr lang="en-US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798310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2473"/>
              </a:lnSpc>
              <a:buFont typeface="Arial" panose="020B0604020202020204" pitchFamily="34" charset="0"/>
              <a:buNone/>
            </a:pPr>
            <a:endParaRPr lang="en-US" sz="19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defTabSz="942289">
              <a:defRPr/>
            </a:pPr>
            <a:endParaRPr lang="en-US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defTabSz="941979" eaLnBrk="0" hangingPunct="0">
              <a:defRPr/>
            </a:pPr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a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defTabSz="942289">
              <a:defRPr/>
            </a:pPr>
            <a:fld id="{386CE63F-9E7F-4C04-9D0D-FCA25A8E9E86}" type="datetime8">
              <a:rPr lang="en-US">
                <a:solidFill>
                  <a:prstClr val="black"/>
                </a:solidFill>
                <a:latin typeface="Aptos" panose="02110004020202020204"/>
              </a:rPr>
              <a:pPr defTabSz="942289">
                <a:defRPr/>
              </a:pPr>
              <a:t>12/11/2024 9:35 AM</a:t>
            </a:fld>
            <a:endParaRPr lang="en-US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89">
              <a:defRPr/>
            </a:pPr>
            <a:fld id="{B4008EB6-D09E-4580-8CD6-DDB14511944F}" type="slidenum">
              <a:rPr lang="en-US">
                <a:solidFill>
                  <a:prstClr val="black"/>
                </a:solidFill>
                <a:latin typeface="Aptos" panose="02110004020202020204"/>
              </a:rPr>
              <a:pPr defTabSz="942289">
                <a:defRPr/>
              </a:pPr>
              <a:t>4</a:t>
            </a:fld>
            <a:endParaRPr lang="en-US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851376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CB7B9-3F9A-0647-3120-9C78FB45D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A28230-4837-4137-5C9F-67A8A57429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297E22-732B-E1FA-1A7F-6C5E323A46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24"/>
              </a:spcAft>
            </a:pPr>
            <a:endParaRPr lang="en-US" sz="1900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F8B2748B-D1F2-93A1-277C-811C065FA0B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defTabSz="942255">
              <a:defRPr/>
            </a:pPr>
            <a:endParaRPr lang="en-US">
              <a:solidFill>
                <a:prstClr val="black"/>
              </a:solidFill>
              <a:latin typeface="Segoe Sans Display" pitchFamily="2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8D35F-902E-788D-CB72-6F6EBAC456C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41979" eaLnBrk="0" hangingPunct="0">
              <a:defRPr/>
            </a:pPr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Sans Display" pitchFamily="2" charset="0"/>
                <a:ea typeface="Segoe UI" pitchFamily="34" charset="0"/>
                <a:cs typeface="Segoe Sans Display" pitchFamily="2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472531D-B4CA-A6EF-F611-A62F2E2937E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defTabSz="942255">
              <a:defRPr/>
            </a:pPr>
            <a:fld id="{386CE63F-9E7F-4C04-9D0D-FCA25A8E9E86}" type="datetime8">
              <a:rPr lang="en-US">
                <a:solidFill>
                  <a:prstClr val="black"/>
                </a:solidFill>
                <a:latin typeface="Segoe Sans Display" pitchFamily="2" charset="0"/>
              </a:rPr>
              <a:pPr defTabSz="942255">
                <a:defRPr/>
              </a:pPr>
              <a:t>12/11/2024 9:35 AM</a:t>
            </a:fld>
            <a:endParaRPr lang="en-US">
              <a:solidFill>
                <a:prstClr val="black"/>
              </a:solidFill>
              <a:latin typeface="Segoe Sans Display" pitchFamily="2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B58242-05C3-E893-F54E-409B1FC859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55">
              <a:defRPr/>
            </a:pPr>
            <a:fld id="{B4008EB6-D09E-4580-8CD6-DDB14511944F}" type="slidenum">
              <a:rPr lang="en-US">
                <a:solidFill>
                  <a:prstClr val="black"/>
                </a:solidFill>
                <a:latin typeface="Segoe Sans Display" pitchFamily="2" charset="0"/>
              </a:rPr>
              <a:pPr defTabSz="942255">
                <a:defRPr/>
              </a:pPr>
              <a:t>5</a:t>
            </a:fld>
            <a:endParaRPr lang="en-US">
              <a:solidFill>
                <a:prstClr val="black"/>
              </a:solidFill>
              <a:latin typeface="Segoe Sans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7067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0D5EA-3761-8C1E-D849-C9512D58B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C61A49-9067-3088-334F-98D6DF30FA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25CE8F-6603-BAC5-E2F7-4310129F25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07588-3632-DB27-482E-4E1EC1AD64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89">
              <a:defRPr/>
            </a:pPr>
            <a:fld id="{B553D81A-31D8-4BED-A840-9945C5CD30BF}" type="slidenum">
              <a:rPr lang="en-US">
                <a:solidFill>
                  <a:prstClr val="black"/>
                </a:solidFill>
                <a:latin typeface="Aptos" panose="02110004020202020204"/>
              </a:rPr>
              <a:pPr defTabSz="942289">
                <a:defRPr/>
              </a:pPr>
              <a:t>6</a:t>
            </a:fld>
            <a:endParaRPr lang="en-US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345326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0032E-73EB-BE85-995E-769D50B2B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A24105-6262-F58A-A2B2-6DE28B2A6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569912-FA3C-2DC2-A6B4-1AA28D242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33DDC-F275-43D5-482C-8471D7F599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89">
              <a:defRPr/>
            </a:pPr>
            <a:fld id="{B553D81A-31D8-4BED-A840-9945C5CD30BF}" type="slidenum">
              <a:rPr lang="en-US">
                <a:solidFill>
                  <a:prstClr val="black"/>
                </a:solidFill>
                <a:latin typeface="Aptos" panose="02110004020202020204"/>
              </a:rPr>
              <a:pPr defTabSz="942289">
                <a:defRPr/>
              </a:pPr>
              <a:t>7</a:t>
            </a:fld>
            <a:endParaRPr lang="en-US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6848056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217B4-1402-C004-3E2B-BB637C8E9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21FB74-D64E-8202-1941-8673B6AFA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6A0765-2730-BCB5-5854-20FEECA447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6000"/>
              </a:lnSpc>
              <a:spcAft>
                <a:spcPts val="824"/>
              </a:spcAft>
            </a:pPr>
            <a:endParaRPr lang="en-US" sz="1900" dirty="0">
              <a:latin typeface="Aptos" panose="020B00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4A380B-BE2E-5217-22D5-F1F11249F2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89">
              <a:defRPr/>
            </a:pPr>
            <a:fld id="{B553D81A-31D8-4BED-A840-9945C5CD30BF}" type="slidenum">
              <a:rPr lang="en-US">
                <a:solidFill>
                  <a:prstClr val="black"/>
                </a:solidFill>
                <a:latin typeface="Aptos" panose="02110004020202020204"/>
              </a:rPr>
              <a:pPr defTabSz="942289">
                <a:defRPr/>
              </a:pPr>
              <a:t>8</a:t>
            </a:fld>
            <a:endParaRPr lang="en-US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4605296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defTabSz="942255"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41979" eaLnBrk="0" hangingPunct="0">
              <a:defRPr/>
            </a:pPr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a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defTabSz="942255">
              <a:defRPr/>
            </a:pPr>
            <a:fld id="{386CE63F-9E7F-4C04-9D0D-FCA25A8E9E86}" type="datetime8">
              <a:rPr lang="en-US">
                <a:solidFill>
                  <a:prstClr val="black"/>
                </a:solidFill>
              </a:rPr>
              <a:pPr defTabSz="942255">
                <a:defRPr/>
              </a:pPr>
              <a:t>12/11/2024 9:35 AM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55">
              <a:defRPr/>
            </a:pPr>
            <a:fld id="{B4008EB6-D09E-4580-8CD6-DDB14511944F}" type="slidenum">
              <a:rPr lang="en-US">
                <a:solidFill>
                  <a:prstClr val="black"/>
                </a:solidFill>
              </a:rPr>
              <a:pPr defTabSz="942255">
                <a:defRPr/>
              </a:pPr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42278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A3E76-0190-571C-901A-A70F972AE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3A902C-40C2-9EA1-60E8-DC0E5994A3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C81481-6E15-A30B-90C5-28C49849F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8181C-D409-1A54-C504-8A31A96EFA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89">
              <a:defRPr/>
            </a:pPr>
            <a:fld id="{B553D81A-31D8-4BED-A840-9945C5CD30BF}" type="slidenum">
              <a:rPr lang="en-US">
                <a:solidFill>
                  <a:prstClr val="black"/>
                </a:solidFill>
                <a:latin typeface="Aptos" panose="02110004020202020204"/>
              </a:rPr>
              <a:pPr defTabSz="942289">
                <a:defRPr/>
              </a:pPr>
              <a:t>10</a:t>
            </a:fld>
            <a:endParaRPr lang="en-US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8768273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BFFA3-D1DA-8D57-D057-E0D0E7B69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94FDCC-A142-2EF4-DCCE-84681E1981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249669-C076-B192-43D0-E26D799CA8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B9E4F4-9A60-610B-8486-4A81BE0A86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89">
              <a:defRPr/>
            </a:pPr>
            <a:fld id="{B553D81A-31D8-4BED-A840-9945C5CD30BF}" type="slidenum">
              <a:rPr lang="en-US">
                <a:solidFill>
                  <a:prstClr val="black"/>
                </a:solidFill>
                <a:latin typeface="Aptos" panose="02110004020202020204"/>
              </a:rPr>
              <a:pPr defTabSz="942289">
                <a:defRPr/>
              </a:pPr>
              <a:t>11</a:t>
            </a:fld>
            <a:endParaRPr lang="en-US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5820962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0A837-B695-05B7-9805-7F2D508BE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BBCEE9-7AEF-51AD-1C16-4960FBEB35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A1F949-4217-62C0-604F-C52553C375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5309B-0B25-40C1-15FC-C27D2A2106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89">
              <a:defRPr/>
            </a:pPr>
            <a:fld id="{B553D81A-31D8-4BED-A840-9945C5CD30BF}" type="slidenum">
              <a:rPr lang="en-US">
                <a:solidFill>
                  <a:prstClr val="black"/>
                </a:solidFill>
                <a:latin typeface="Aptos" panose="02110004020202020204"/>
              </a:rPr>
              <a:pPr defTabSz="942289">
                <a:defRPr/>
              </a:pPr>
              <a:t>12</a:t>
            </a:fld>
            <a:endParaRPr lang="en-US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0174582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B40E9-7C59-1DAC-8DBC-F975090A8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1B0002-AF20-EB14-53D3-CB81493672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559B43-6E17-06FC-3D4D-37817DDED7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71029">
              <a:defRPr/>
            </a:pPr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94C80A-DE65-7890-1812-2CBAC8EB99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89">
              <a:defRPr/>
            </a:pPr>
            <a:fld id="{9DAA87EF-D186-40FA-ACB5-8F695EB7F868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942289">
                <a:defRPr/>
              </a:pPr>
              <a:t>13</a:t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982051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C7B47-551C-A575-15A2-25B092D90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3C3EE9-D527-E72C-F844-B5D2174B28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3B8C0C-795B-59D0-09CD-D4D4F76D9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71029">
              <a:defRPr/>
            </a:pPr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A094E-CFCF-252F-A7AF-E6C686C66A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89">
              <a:defRPr/>
            </a:pPr>
            <a:fld id="{9DAA87EF-D186-40FA-ACB5-8F695EB7F868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942289">
                <a:defRPr/>
              </a:pPr>
              <a:t>14</a:t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001119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89">
              <a:defRPr/>
            </a:pPr>
            <a:fld id="{AD51BBA8-1486-4982-A3BB-1EA957E1F44C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942289">
                <a:defRPr/>
              </a:pPr>
              <a:t>15</a:t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338230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ED08C-C0F7-7C4D-9685-FAEF43474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7C2B07-DB18-7733-5763-257641BDD1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B145F7-9E59-88CE-8521-2C112F7B7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E0AC2-E90F-E21C-98B9-7623AB6CF7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89">
              <a:defRPr/>
            </a:pPr>
            <a:fld id="{AD51BBA8-1486-4982-A3BB-1EA957E1F44C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942289">
                <a:defRPr/>
              </a:pPr>
              <a:t>16</a:t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985401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4197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a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pPr/>
              <a:t>12/11/2024 9:35 AM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0690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620FA-90EF-BBD6-DD3D-7BE443F3D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B0FC1E-37BD-8CDD-3C73-979F9F39AC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1CBBC0-4BB4-C4E4-807E-693C4AD04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F22B049-690C-67FC-480E-0F51D5D85FE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022CE-FE27-CED3-2B5E-D90167AEA14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4197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a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BA95B46-3674-18F5-E5F1-70D1F65A7C9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pPr/>
              <a:t>12/11/2024 9:35 AM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AA682D-90E5-B65F-C7A2-9F45FDA2C4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11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34985-7659-1C24-3686-38551322E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E1E21E-5E79-04D6-EFD3-16098F2F66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766BB-1768-D019-6497-35D3494647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EA5116B-8112-AC92-EBE6-EAD512586C1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789D5-7FF5-F995-48AC-0A5ECBBB18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4197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a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E5BC9FE-F5C0-5DD4-F2E4-3D9C964D1F0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pPr/>
              <a:t>12/11/2024 9:35 AM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81438E-EEA5-6183-6A7C-7BCDD07118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0907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FB5BF-E545-9AA8-24D2-89B801800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4D3761-5251-EFA6-7273-157255D047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E19687-45D5-9282-C2F1-C21B3843F6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BBA8938-D170-FBF3-FBEE-C5C8894556D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94D72-1EC0-C9A2-B2CB-38A27F9BA58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4197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a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69BA603-CC07-F7A6-6381-B32E009A615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pPr/>
              <a:t>12/11/2024 9:35 AM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2E00FA-20F7-F585-ED9D-AED94B19CB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5892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F7402-4245-30FD-C36C-4BF0C686A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E4AE8F-3FE5-CC95-1489-34D699F0A8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3876E2-34C6-E714-2EAA-D65F3DAFCF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4E2D2C1-F014-FCD0-A0F8-34AB0F17824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5C257-A5DE-52C2-D083-FAC05316770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4197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a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6022A22-7EAC-EE95-099E-E7866DD3739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pPr/>
              <a:t>12/11/2024 9:35 AM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FFF5AA-A8A0-5682-7E6C-B1666BF4C7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7476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4197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a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pPr/>
              <a:t>12/11/2024 9:35 AM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402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A8082-29E3-642C-4E6E-3E1D2DEFE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485D5-DEB4-8609-B8E6-4FF620FAC0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C8E917-EBD4-C36F-5173-03C34AE581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50B80CA-5D5F-11DF-2C77-2BBE1E7BF9F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B1B8C-2A0C-50EC-70EF-575D00312BB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4197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a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6C6C42-2E0D-05B3-AB1A-64BB53FAEB0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pPr/>
              <a:t>12/11/2024 9:35 AM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9BA7BF-C194-5342-4EEB-74311A9C5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7948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58392-7F2C-FF86-72F4-1D1BB4805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2C01F0-C3F9-BECC-182F-71E05AA2EB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D22570-FC43-9E88-DF06-4B2939CEA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1A3ABA8-10CD-4478-4C43-24E661699BA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C17F0-EC53-17E3-6157-9200332AE55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4197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a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2DBD460-DA38-8861-8898-12D9BC783D8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pPr/>
              <a:t>12/11/2024 9:35 AM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C0D44-6AD1-5E0A-D439-71856B95CC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6586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4B09F-C113-548A-7AD5-4B23EE4FD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E233BB-2DC1-25AC-2A98-35E1D1DD1D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648D3A-8070-CD1D-042F-7230472E2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5C1A6F4-1CDC-8FF5-9E9A-E411D724FD8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396D6-3500-7D91-330F-BE8DB7C2A36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4197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a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3556A12-06BA-BF78-0AB8-0781A5556E3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pPr/>
              <a:t>12/11/2024 9:35 AM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3D8FB-413D-AAD6-A6E5-5F88C67656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745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FAE69-259D-DEDB-0253-990C2D0A0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01E591-366F-117C-1CCB-9E963F430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24F17F-08B3-C565-DD1D-35A9E11B65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FAFA9B0E-0E0C-F6F9-D934-C30C2481C62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0E1FF-5BA3-D02A-1467-F0C85635EA5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4197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a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7CBDB42-BC68-7BA7-FA61-AC53D0F8D06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pPr/>
              <a:t>12/11/2024 9:35 AM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9E1FC9-9E50-39D4-40EE-4490DC7B71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4324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08499-6648-A011-C0F8-36A5865F2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E30AAB-2B24-283F-06DD-93FB8CABC8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F0ED83-301E-F683-06EC-FAC0DC1F1B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D48A8D4-0EB1-D791-B62A-21FEB901036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741E6-C95F-8551-FB93-8CE9024C0F8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4197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a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86BB60-0DD2-119A-BDE0-36D0EC42108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pPr/>
              <a:t>12/11/2024 9:35 AM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FBC0F-E025-F583-45F8-B168540679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2484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42289">
              <a:defRPr/>
            </a:pPr>
            <a:fld id="{5E6D6E20-62F0-49A5-BAC1-CB40C2AAA849}" type="slidenum">
              <a:rPr lang="en-US">
                <a:solidFill>
                  <a:prstClr val="black"/>
                </a:solidFill>
                <a:latin typeface="Aptos" panose="02110004020202020204"/>
              </a:rPr>
              <a:pPr defTabSz="942289">
                <a:defRPr/>
              </a:pPr>
              <a:t>28</a:t>
            </a:fld>
            <a:endParaRPr lang="en-US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584749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3.png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C98EF7-0871-A141-CDDA-8BD25D16C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1746"/>
            <a:ext cx="12188952" cy="6854509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B043594-5EAE-05B4-0DB2-4B4F8D9592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2431"/>
            <a:ext cx="4167887" cy="1231106"/>
          </a:xfrm>
        </p:spPr>
        <p:txBody>
          <a:bodyPr wrap="square" anchor="b" anchorCtr="0">
            <a:spAutoFit/>
          </a:bodyPr>
          <a:lstStyle>
            <a:lvl1pPr>
              <a:defRPr sz="4000" b="1" i="0">
                <a:solidFill>
                  <a:srgbClr val="C03BC4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17848AC-25BA-A227-8951-28F27BCF57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338554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200" b="0" i="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13" name="Picture 12" descr="Microsoft Teams Logo">
            <a:extLst>
              <a:ext uri="{FF2B5EF4-FFF2-40B4-BE49-F238E27FC236}">
                <a16:creationId xmlns:a16="http://schemas.microsoft.com/office/drawing/2014/main" id="{A23E166E-3E01-A243-A988-BEDF63ABC78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8039" y="305420"/>
            <a:ext cx="2659872" cy="866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9432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672">
          <p15:clr>
            <a:srgbClr val="5ACBF0"/>
          </p15:clr>
        </p15:guide>
        <p15:guide id="3" pos="3355">
          <p15:clr>
            <a:srgbClr val="5ACBF0"/>
          </p15:clr>
        </p15:guide>
        <p15:guide id="5" orient="horz" pos="1776">
          <p15:clr>
            <a:srgbClr val="FBAE40"/>
          </p15:clr>
        </p15:guide>
        <p15:guide id="7" pos="2996">
          <p15:clr>
            <a:srgbClr val="5ACBF0"/>
          </p15:clr>
        </p15:guide>
        <p15:guide id="8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255037-E488-7B01-DF56-70C28A03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549138" y="244281"/>
            <a:ext cx="6513578" cy="651967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B043594-5EAE-05B4-0DB2-4B4F8D9592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2431"/>
            <a:ext cx="4167887" cy="1231106"/>
          </a:xfrm>
        </p:spPr>
        <p:txBody>
          <a:bodyPr wrap="square" anchor="b" anchorCtr="0">
            <a:spAutoFit/>
          </a:bodyPr>
          <a:lstStyle>
            <a:lvl1pPr>
              <a:defRPr sz="4000" b="1" i="0">
                <a:solidFill>
                  <a:schemeClr val="bg2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17848AC-25BA-A227-8951-28F27BCF57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338554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200" b="0" i="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2" name="Picture 1" descr="Microsoft Teams Logo">
            <a:extLst>
              <a:ext uri="{FF2B5EF4-FFF2-40B4-BE49-F238E27FC236}">
                <a16:creationId xmlns:a16="http://schemas.microsoft.com/office/drawing/2014/main" id="{58B37DDA-DCDE-91D5-D81A-4AAAC5F1FE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8039" y="305421"/>
            <a:ext cx="2659872" cy="866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0134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672">
          <p15:clr>
            <a:srgbClr val="5ACBF0"/>
          </p15:clr>
        </p15:guide>
        <p15:guide id="3" pos="3355">
          <p15:clr>
            <a:srgbClr val="5ACBF0"/>
          </p15:clr>
        </p15:guide>
        <p15:guide id="5" orient="horz" pos="1776">
          <p15:clr>
            <a:srgbClr val="FBAE40"/>
          </p15:clr>
        </p15:guide>
        <p15:guide id="6" orient="horz" pos="2160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B043594-5EAE-05B4-0DB2-4B4F8D9592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2431"/>
            <a:ext cx="4167887" cy="1231106"/>
          </a:xfrm>
        </p:spPr>
        <p:txBody>
          <a:bodyPr wrap="square" anchor="b" anchorCtr="0">
            <a:spAutoFit/>
          </a:bodyPr>
          <a:lstStyle>
            <a:lvl1pPr>
              <a:defRPr sz="4000" b="1" i="0">
                <a:solidFill>
                  <a:schemeClr val="accent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17848AC-25BA-A227-8951-28F27BCF57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338554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200" b="0" i="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13" name="Picture 12" descr="Microsoft Teams Logo">
            <a:extLst>
              <a:ext uri="{FF2B5EF4-FFF2-40B4-BE49-F238E27FC236}">
                <a16:creationId xmlns:a16="http://schemas.microsoft.com/office/drawing/2014/main" id="{A23E166E-3E01-A243-A988-BEDF63ABC7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8039" y="305420"/>
            <a:ext cx="2659872" cy="866473"/>
          </a:xfrm>
          <a:prstGeom prst="rect">
            <a:avLst/>
          </a:prstGeom>
        </p:spPr>
      </p:pic>
      <p:pic>
        <p:nvPicPr>
          <p:cNvPr id="5" name="Picture 4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7611A3DA-7236-6B6F-AD00-2426810461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/>
          </a:blip>
          <a:srcRect r="20200"/>
          <a:stretch/>
        </p:blipFill>
        <p:spPr>
          <a:xfrm>
            <a:off x="4535124" y="451859"/>
            <a:ext cx="7656876" cy="6047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4100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664">
          <p15:clr>
            <a:srgbClr val="5ACBF0"/>
          </p15:clr>
        </p15:guide>
        <p15:guide id="3" pos="3355">
          <p15:clr>
            <a:srgbClr val="5ACBF0"/>
          </p15:clr>
        </p15:guide>
        <p15:guide id="5" orient="horz" pos="1776">
          <p15:clr>
            <a:srgbClr val="FBAE40"/>
          </p15:clr>
        </p15:guide>
        <p15:guide id="6" orient="horz" pos="2156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83BF50A-EEC2-463A-6981-085BB197D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7623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B043594-5EAE-05B4-0DB2-4B4F8D9592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2431"/>
            <a:ext cx="4167887" cy="1231106"/>
          </a:xfrm>
        </p:spPr>
        <p:txBody>
          <a:bodyPr wrap="square" anchor="b" anchorCtr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17848AC-25BA-A227-8951-28F27BCF57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338554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200" b="0" i="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13" name="Picture 12" descr="Microsoft Teams Logo">
            <a:extLst>
              <a:ext uri="{FF2B5EF4-FFF2-40B4-BE49-F238E27FC236}">
                <a16:creationId xmlns:a16="http://schemas.microsoft.com/office/drawing/2014/main" id="{A23E166E-3E01-A243-A988-BEDF63ABC78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8039" y="305420"/>
            <a:ext cx="2659872" cy="866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232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55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95432C5-2EBB-5E7F-F93F-8A3AFDF886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2431"/>
            <a:ext cx="4167887" cy="1231106"/>
          </a:xfrm>
        </p:spPr>
        <p:txBody>
          <a:bodyPr wrap="square" anchor="b" anchorCtr="0">
            <a:spAutoFit/>
          </a:bodyPr>
          <a:lstStyle>
            <a:lvl1pPr>
              <a:defRPr sz="4000" b="1" i="0">
                <a:solidFill>
                  <a:srgbClr val="C03BC4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37FDC5B-95EE-316E-B9A5-79ED64FE8F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338554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200" b="0" i="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2" name="Picture 1" descr="Microsoft Teams Logo">
            <a:extLst>
              <a:ext uri="{FF2B5EF4-FFF2-40B4-BE49-F238E27FC236}">
                <a16:creationId xmlns:a16="http://schemas.microsoft.com/office/drawing/2014/main" id="{231AD60C-6836-B7B6-23F9-D3B8E7B362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8039" y="305420"/>
            <a:ext cx="2659872" cy="866473"/>
          </a:xfrm>
          <a:prstGeom prst="rect">
            <a:avLst/>
          </a:prstGeom>
        </p:spPr>
      </p:pic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9DB5E255-9A2F-DFEA-B90C-F798EC392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4929" r="-7571"/>
            </a:stretch>
          </a:blipFill>
        </p:spPr>
        <p:txBody>
          <a:bodyPr lIns="0" bIns="1280160" anchor="ctr" anchorCtr="1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200" b="0" i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</a:t>
            </a:r>
            <a:br>
              <a:rPr lang="en-US"/>
            </a:br>
            <a:r>
              <a:rPr lang="en-US"/>
              <a:t>or click or tap icon 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22259026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6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485829A-157F-7CF1-48E1-90C475649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1198" t="16587" b="14807"/>
          <a:stretch/>
        </p:blipFill>
        <p:spPr>
          <a:xfrm>
            <a:off x="4898948" y="0"/>
            <a:ext cx="675108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87EBA45-DDFA-7FE4-A32F-48509FB586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302431"/>
            <a:ext cx="4167887" cy="1231106"/>
          </a:xfrm>
        </p:spPr>
        <p:txBody>
          <a:bodyPr wrap="square" anchor="b" anchorCtr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A953CF4-10F8-CADE-4915-A160EFB773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338554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200" b="0" i="0" spc="0" baseline="0">
                <a:solidFill>
                  <a:schemeClr val="accent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6" name="Picture 5" descr="Microsoft Teams Logo">
            <a:extLst>
              <a:ext uri="{FF2B5EF4-FFF2-40B4-BE49-F238E27FC236}">
                <a16:creationId xmlns:a16="http://schemas.microsoft.com/office/drawing/2014/main" id="{875582F2-DFDD-4CC4-AC2E-BA5BF1E4CAB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8039" y="305420"/>
            <a:ext cx="2659872" cy="866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343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7 - blue gradi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7A7F85-9E84-8D8A-7C76-AEB6042EC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7977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3600" b="1" i="0" spc="-50" baseline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338554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200" b="0" i="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7" name="Picture 6" descr="Microsoft Teams Logo">
            <a:extLst>
              <a:ext uri="{FF2B5EF4-FFF2-40B4-BE49-F238E27FC236}">
                <a16:creationId xmlns:a16="http://schemas.microsoft.com/office/drawing/2014/main" id="{5567DD40-CB92-4D5A-9AA9-9409080A9E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8039" y="305421"/>
            <a:ext cx="2659872" cy="866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0880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8 - cream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7977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3600" b="1" i="0" spc="-50" baseline="0">
                <a:solidFill>
                  <a:schemeClr val="accent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338554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200" b="0" i="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Picture 5" descr="Microsoft Teams Logo">
            <a:extLst>
              <a:ext uri="{FF2B5EF4-FFF2-40B4-BE49-F238E27FC236}">
                <a16:creationId xmlns:a16="http://schemas.microsoft.com/office/drawing/2014/main" id="{EFFF51FB-E117-42D5-B29F-49F07B3306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8039" y="305420"/>
            <a:ext cx="2659872" cy="866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1155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C870854-4E23-80A7-5978-B589A5CB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44FBD4-1F8F-7D72-B7A5-E23F0D8CCD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5088637" cy="4308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Agenda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65C8FC-DA66-93F4-B5B3-29F3083CA1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3" y="1664208"/>
            <a:ext cx="5087937" cy="246221"/>
          </a:xfrm>
        </p:spPr>
        <p:txBody>
          <a:bodyPr/>
          <a:lstStyle>
            <a:lvl1pPr marL="457200" indent="-457200">
              <a:spcBef>
                <a:spcPts val="2000"/>
              </a:spcBef>
              <a:buClr>
                <a:schemeClr val="accent1"/>
              </a:buClr>
              <a:buSzPct val="100000"/>
              <a:buFont typeface="+mj-lt"/>
              <a:buAutoNum type="arabicPeriod"/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71450783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0DBD17-ADC6-0101-7D69-94A393B55E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4" y="2019300"/>
            <a:ext cx="1573912" cy="43088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b="1">
                <a:solidFill>
                  <a:srgbClr val="C03BC4"/>
                </a:solidFill>
              </a:defRPr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B438B79-C780-F3C0-7FB6-479DB8C0A1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29013" y="2019300"/>
            <a:ext cx="8080375" cy="3573935"/>
          </a:xfrm>
        </p:spPr>
        <p:txBody>
          <a:bodyPr numCol="2" spcCol="457200">
            <a:noAutofit/>
          </a:bodyPr>
          <a:lstStyle>
            <a:lvl1pPr marL="457200" indent="-457200">
              <a:spcBef>
                <a:spcPts val="2000"/>
              </a:spcBef>
              <a:buClr>
                <a:schemeClr val="accent1"/>
              </a:buClr>
              <a:buSzPct val="100000"/>
              <a:buFont typeface="+mj-lt"/>
              <a:buAutoNum type="arabicPeriod"/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16E643B-5219-30E2-0B3F-DF22E5941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V="1">
            <a:off x="9768744" y="0"/>
            <a:ext cx="2423256" cy="1453936"/>
            <a:chOff x="7810445" y="4229100"/>
            <a:chExt cx="4381555" cy="2628900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37568D52-B50E-8B5B-A4CA-6261E0E470E8}"/>
                </a:ext>
              </a:extLst>
            </p:cNvPr>
            <p:cNvSpPr/>
            <p:nvPr/>
          </p:nvSpPr>
          <p:spPr bwMode="auto">
            <a:xfrm>
              <a:off x="9616869" y="4229100"/>
              <a:ext cx="2575131" cy="2628900"/>
            </a:xfrm>
            <a:custGeom>
              <a:avLst/>
              <a:gdLst>
                <a:gd name="connsiteX0" fmla="*/ 3090339 w 3090339"/>
                <a:gd name="connsiteY0" fmla="*/ 0 h 3154865"/>
                <a:gd name="connsiteX1" fmla="*/ 3090339 w 3090339"/>
                <a:gd name="connsiteY1" fmla="*/ 3154865 h 3154865"/>
                <a:gd name="connsiteX2" fmla="*/ 393 w 3090339"/>
                <a:gd name="connsiteY2" fmla="*/ 3154865 h 3154865"/>
                <a:gd name="connsiteX3" fmla="*/ 0 w 3090339"/>
                <a:gd name="connsiteY3" fmla="*/ 3139336 h 3154865"/>
                <a:gd name="connsiteX4" fmla="*/ 2978992 w 3090339"/>
                <a:gd name="connsiteY4" fmla="*/ 2816 h 3154865"/>
                <a:gd name="connsiteX5" fmla="*/ 3090339 w 3090339"/>
                <a:gd name="connsiteY5" fmla="*/ 0 h 3154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0339" h="3154865">
                  <a:moveTo>
                    <a:pt x="3090339" y="0"/>
                  </a:moveTo>
                  <a:lnTo>
                    <a:pt x="3090339" y="3154865"/>
                  </a:lnTo>
                  <a:lnTo>
                    <a:pt x="393" y="3154865"/>
                  </a:lnTo>
                  <a:lnTo>
                    <a:pt x="0" y="3139336"/>
                  </a:lnTo>
                  <a:cubicBezTo>
                    <a:pt x="0" y="1459031"/>
                    <a:pt x="1319590" y="86931"/>
                    <a:pt x="2978992" y="2816"/>
                  </a:cubicBezTo>
                  <a:lnTo>
                    <a:pt x="3090339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DE971">
                    <a:alpha val="50000"/>
                  </a:srgbClr>
                </a:gs>
                <a:gs pos="100000">
                  <a:srgbClr val="49C5B1">
                    <a:alpha val="50000"/>
                  </a:srgbClr>
                </a:gs>
              </a:gsLst>
              <a:lin ang="0" scaled="1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600" err="1">
                <a:solidFill>
                  <a:srgbClr val="FFFFFF"/>
                </a:solidFill>
                <a:cs typeface="Segoe UI" pitchFamily="34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A6B30AB-5805-A294-815B-B5338A149FD0}"/>
                </a:ext>
              </a:extLst>
            </p:cNvPr>
            <p:cNvSpPr/>
            <p:nvPr/>
          </p:nvSpPr>
          <p:spPr bwMode="auto">
            <a:xfrm>
              <a:off x="7810445" y="5486918"/>
              <a:ext cx="3403656" cy="1371081"/>
            </a:xfrm>
            <a:custGeom>
              <a:avLst/>
              <a:gdLst>
                <a:gd name="connsiteX0" fmla="*/ 1418727 w 2837454"/>
                <a:gd name="connsiteY0" fmla="*/ 0 h 1143000"/>
                <a:gd name="connsiteX1" fmla="*/ 2805986 w 2837454"/>
                <a:gd name="connsiteY1" fmla="*/ 1020615 h 1143000"/>
                <a:gd name="connsiteX2" fmla="*/ 2837454 w 2837454"/>
                <a:gd name="connsiteY2" fmla="*/ 1143000 h 1143000"/>
                <a:gd name="connsiteX3" fmla="*/ 0 w 2837454"/>
                <a:gd name="connsiteY3" fmla="*/ 1143000 h 1143000"/>
                <a:gd name="connsiteX4" fmla="*/ 31468 w 2837454"/>
                <a:gd name="connsiteY4" fmla="*/ 1020615 h 1143000"/>
                <a:gd name="connsiteX5" fmla="*/ 1418727 w 2837454"/>
                <a:gd name="connsiteY5" fmla="*/ 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37454" h="1143000">
                  <a:moveTo>
                    <a:pt x="1418727" y="0"/>
                  </a:moveTo>
                  <a:cubicBezTo>
                    <a:pt x="2070537" y="0"/>
                    <a:pt x="2622074" y="429322"/>
                    <a:pt x="2805986" y="1020615"/>
                  </a:cubicBezTo>
                  <a:lnTo>
                    <a:pt x="2837454" y="1143000"/>
                  </a:lnTo>
                  <a:lnTo>
                    <a:pt x="0" y="1143000"/>
                  </a:lnTo>
                  <a:lnTo>
                    <a:pt x="31468" y="1020615"/>
                  </a:lnTo>
                  <a:cubicBezTo>
                    <a:pt x="215380" y="429322"/>
                    <a:pt x="766917" y="0"/>
                    <a:pt x="141872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B900">
                    <a:alpha val="50000"/>
                  </a:srgbClr>
                </a:gs>
                <a:gs pos="100000">
                  <a:srgbClr val="FFB3BB">
                    <a:alpha val="50000"/>
                  </a:srgbClr>
                </a:gs>
              </a:gsLst>
              <a:lin ang="0" scaled="1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600" err="1">
                <a:solidFill>
                  <a:srgbClr val="FFFFFF"/>
                </a:solidFill>
                <a:cs typeface="Segoe UI" pitchFamily="34" charset="0"/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D04BCECD-2C69-3E3E-96CE-22549A1E2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6589486"/>
            <a:ext cx="12192000" cy="268514"/>
          </a:xfrm>
          <a:prstGeom prst="rect">
            <a:avLst/>
          </a:prstGeom>
          <a:gradFill flip="none" rotWithShape="1">
            <a:gsLst>
              <a:gs pos="0">
                <a:srgbClr val="8DC8E8"/>
              </a:gs>
              <a:gs pos="100000">
                <a:srgbClr val="0078D4"/>
              </a:gs>
            </a:gsLst>
            <a:lin ang="108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600">
                <a:solidFill>
                  <a:srgbClr val="FFFFFF"/>
                </a:solidFill>
                <a:cs typeface="Segoe UI" pitchFamily="34" charset="0"/>
              </a:rPr>
              <a:t>`</a:t>
            </a:r>
          </a:p>
        </p:txBody>
      </p:sp>
    </p:spTree>
    <p:extLst>
      <p:ext uri="{BB962C8B-B14F-4D97-AF65-F5344CB8AC3E}">
        <p14:creationId xmlns:p14="http://schemas.microsoft.com/office/powerpoint/2010/main" val="275008545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E9173C2-F981-EECB-FBF9-58F720021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5F31C9-B56D-FAFD-F364-C9ED47CDE9D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25188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74362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E9173C2-F981-EECB-FBF9-58F720021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5F31C9-B56D-FAFD-F364-C9ED47CDE9D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716157"/>
            <a:ext cx="11025188" cy="45528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EF624E7-1F10-7DA7-A79E-5D9203C88A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8963" y="939800"/>
            <a:ext cx="10231437" cy="276999"/>
          </a:xfrm>
        </p:spPr>
        <p:txBody>
          <a:bodyPr/>
          <a:lstStyle>
            <a:lvl1pPr>
              <a:defRPr sz="18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134884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eyebrow, banner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C3DE1E-D881-BBB5-7E33-7A4E32F65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Gradient">
            <a:extLst>
              <a:ext uri="{FF2B5EF4-FFF2-40B4-BE49-F238E27FC236}">
                <a16:creationId xmlns:a16="http://schemas.microsoft.com/office/drawing/2014/main" id="{AFC9DA1E-A0EA-65A4-2EE1-39494C2325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1251024"/>
            <a:ext cx="12192000" cy="872358"/>
          </a:xfrm>
          <a:prstGeom prst="rect">
            <a:avLst/>
          </a:prstGeom>
          <a:gradFill>
            <a:gsLst>
              <a:gs pos="48000">
                <a:schemeClr val="bg1"/>
              </a:gs>
              <a:gs pos="98319">
                <a:schemeClr val="accent4"/>
              </a:gs>
            </a:gsLst>
            <a:lin ang="0" scaled="1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cs typeface="Segoe UI" pitchFamily="34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75459A5-AE1A-B957-FBE3-E535D1802E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3" y="233970"/>
            <a:ext cx="10231437" cy="215444"/>
          </a:xfrm>
        </p:spPr>
        <p:txBody>
          <a:bodyPr/>
          <a:lstStyle>
            <a:lvl1pPr>
              <a:defRPr sz="14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Intro text">
            <a:extLst>
              <a:ext uri="{FF2B5EF4-FFF2-40B4-BE49-F238E27FC236}">
                <a16:creationId xmlns:a16="http://schemas.microsoft.com/office/drawing/2014/main" id="{E8E4AABC-7CA0-824B-C175-70E4D29CDB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8963" y="1579481"/>
            <a:ext cx="11017250" cy="215444"/>
          </a:xfrm>
        </p:spPr>
        <p:txBody>
          <a:bodyPr anchor="ctr"/>
          <a:lstStyle>
            <a:lvl1pPr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7B992D-5B7D-3FBC-6D38-5085A0E104F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8963" y="2474913"/>
            <a:ext cx="11020425" cy="379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36248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orient="horz" pos="1559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title and content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68C26-5B47-E9A0-19C2-33E53E1FDB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586987" cy="86177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4" name="Content Placeholder">
            <a:extLst>
              <a:ext uri="{FF2B5EF4-FFF2-40B4-BE49-F238E27FC236}">
                <a16:creationId xmlns:a16="http://schemas.microsoft.com/office/drawing/2014/main" id="{CFF0C5A8-9AA4-4DEA-A720-C9DBC45C44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4200" y="1865376"/>
            <a:ext cx="4591050" cy="1351139"/>
          </a:xfrm>
        </p:spPr>
        <p:txBody>
          <a:bodyPr/>
          <a:lstStyle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1734643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0FF0E-5EAE-6DBA-5C26-CA142DB1E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4593337" cy="4308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7F9D2A44-B2BD-41E2-51F6-4EBB61D5C71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1" y="1860550"/>
            <a:ext cx="4021487" cy="1455783"/>
          </a:xfrm>
        </p:spPr>
        <p:txBody>
          <a:bodyPr/>
          <a:lstStyle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5B54B3-551E-DD89-F9E5-BA62B0A8A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1667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C3DE1E-D881-BBB5-7E33-7A4E32F65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456589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C3DE1E-D881-BBB5-7E33-7A4E32F65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092D23-468F-E22B-6B65-A3E3CBD5EB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3" y="939800"/>
            <a:ext cx="10231437" cy="276999"/>
          </a:xfrm>
        </p:spPr>
        <p:txBody>
          <a:bodyPr/>
          <a:lstStyle>
            <a:lvl1pPr>
              <a:defRPr sz="18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899815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yebrow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C3DE1E-D881-BBB5-7E33-7A4E32F65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092D23-468F-E22B-6B65-A3E3CBD5EB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3" y="233970"/>
            <a:ext cx="10231437" cy="215444"/>
          </a:xfrm>
        </p:spPr>
        <p:txBody>
          <a:bodyPr/>
          <a:lstStyle>
            <a:lvl1pPr>
              <a:defRPr sz="1400" cap="all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651728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olid fil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B88B18-B74D-058B-FE73-366E3193A4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8C3DE1E-D881-BBB5-7E33-7A4E32F65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865331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only solid fil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B88B18-B74D-058B-FE73-366E3193A4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8C3DE1E-D881-BBB5-7E33-7A4E32F65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C30A808-B8F7-C34C-A508-F82DF7D418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3" y="939800"/>
            <a:ext cx="10231437" cy="307777"/>
          </a:xfrm>
        </p:spPr>
        <p:txBody>
          <a:bodyPr/>
          <a:lstStyle>
            <a:lvl1pPr marL="0" algn="l" defTabSz="914367" rtl="0" eaLnBrk="1" latinLnBrk="0" hangingPunct="1">
              <a:defRPr lang="en-US" sz="2000" kern="1200" spc="-51" dirty="0">
                <a:gradFill>
                  <a:gsLst>
                    <a:gs pos="0">
                      <a:srgbClr val="FFCF00"/>
                    </a:gs>
                    <a:gs pos="100000">
                      <a:srgbClr val="FFB3BB"/>
                    </a:gs>
                  </a:gsLst>
                  <a:lin ang="2700000" scaled="1"/>
                </a:gradFill>
                <a:latin typeface="+mn-lt"/>
                <a:ea typeface="+mn-ea"/>
                <a:cs typeface="Segoe Sans Display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5760275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9EDF04-2B6B-ED5D-099B-F4BCACBD1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1A3A0625-D4EA-D528-E091-CCBC8EDE43B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620B166-8753-6E50-CF5C-60A6E4FF65F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8102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7257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16F86-16A1-B3CB-6837-27DC27B18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AB593A8B-3FA9-1945-6047-46741D56A8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8963" y="1435100"/>
            <a:ext cx="3273425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E72BC6B-6AAB-2A6B-F644-7C98F0F5A5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62463" y="1435100"/>
            <a:ext cx="3273425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61CDC3C-ED02-5DCF-AE76-774B4EE3FCF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29612" y="1435100"/>
            <a:ext cx="3273425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0751930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743A0-D14D-B18A-9CD6-B55830EB8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C6A4DCF0-0DC0-7CDF-5D3E-9FA1CC8720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8964" y="1435100"/>
            <a:ext cx="2532888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C33EF88-CF46-9655-D29D-5186BD4920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887" y="1435100"/>
            <a:ext cx="2532888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1CB3E15-412D-3E04-270E-41302BF247D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38810" y="1435100"/>
            <a:ext cx="2532888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0323A84-5DD5-BFDC-7710-6D4F7F18132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076500" y="1435100"/>
            <a:ext cx="2532888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44744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8DC3B69-6CD6-5C2A-2AAE-B7C692239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308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DD9AE077-BC53-55AC-9DE2-2732C4FE1F0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5100"/>
            <a:ext cx="1971675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6D1FC40-DA72-94C1-235D-D9FD77B653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46927" y="1435100"/>
            <a:ext cx="1971675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A23B150-2291-5A23-7888-48CCA4FBF39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09654" y="1435100"/>
            <a:ext cx="1971675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C991C04F-896C-8277-374D-91E0DF6D1B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72381" y="1435100"/>
            <a:ext cx="1971675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811BEA-F18C-4122-83DF-5E1C6BE840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35108" y="1435100"/>
            <a:ext cx="1971675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15002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787CE68-382E-9E27-9552-0CDBF3249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271B509-7ED5-6A44-A21F-2ED4CE9996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2416" y="585788"/>
            <a:ext cx="8025384" cy="2946033"/>
          </a:xfrm>
          <a:noFill/>
        </p:spPr>
        <p:txBody>
          <a:bodyPr wrap="square" lIns="0" tIns="0" rIns="0" bIns="0" anchor="b" anchorCtr="0">
            <a:norm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Quote text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8239844E-B1F9-4340-B431-2107F3D0EB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82416" y="4060953"/>
            <a:ext cx="8025384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i="0" spc="0" baseline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931C13-91CA-1E4E-BA2A-D76092953A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2416" y="4383719"/>
            <a:ext cx="8025384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i="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Company or position</a:t>
            </a:r>
          </a:p>
        </p:txBody>
      </p:sp>
      <p:grpSp>
        <p:nvGrpSpPr>
          <p:cNvPr id="12" name="Graphic 5" descr="Quote">
            <a:extLst>
              <a:ext uri="{FF2B5EF4-FFF2-40B4-BE49-F238E27FC236}">
                <a16:creationId xmlns:a16="http://schemas.microsoft.com/office/drawing/2014/main" id="{04D0420E-B315-1849-620A-6CE0537975F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 userDrawn="1"/>
        </p:nvGrpSpPr>
        <p:grpSpPr>
          <a:xfrm>
            <a:off x="584200" y="1195787"/>
            <a:ext cx="2240861" cy="1938528"/>
            <a:chOff x="4486275" y="2043112"/>
            <a:chExt cx="2441571" cy="2112159"/>
          </a:xfrm>
          <a:solidFill>
            <a:schemeClr val="tx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A788D28-8E25-D22B-501B-A62B2E931624}"/>
                </a:ext>
              </a:extLst>
            </p:cNvPr>
            <p:cNvSpPr/>
            <p:nvPr/>
          </p:nvSpPr>
          <p:spPr>
            <a:xfrm>
              <a:off x="4486275" y="2043112"/>
              <a:ext cx="1085994" cy="2112159"/>
            </a:xfrm>
            <a:custGeom>
              <a:avLst/>
              <a:gdLst>
                <a:gd name="connsiteX0" fmla="*/ 1045369 w 1085994"/>
                <a:gd name="connsiteY0" fmla="*/ 0 h 2112159"/>
                <a:gd name="connsiteX1" fmla="*/ 140494 w 1085994"/>
                <a:gd name="connsiteY1" fmla="*/ 0 h 2112159"/>
                <a:gd name="connsiteX2" fmla="*/ 0 w 1085994"/>
                <a:gd name="connsiteY2" fmla="*/ 176213 h 2112159"/>
                <a:gd name="connsiteX3" fmla="*/ 0 w 1085994"/>
                <a:gd name="connsiteY3" fmla="*/ 952500 h 2112159"/>
                <a:gd name="connsiteX4" fmla="*/ 190500 w 1085994"/>
                <a:gd name="connsiteY4" fmla="*/ 1578769 h 2112159"/>
                <a:gd name="connsiteX5" fmla="*/ 1071572 w 1085994"/>
                <a:gd name="connsiteY5" fmla="*/ 2112159 h 2112159"/>
                <a:gd name="connsiteX6" fmla="*/ 1071572 w 1085994"/>
                <a:gd name="connsiteY6" fmla="*/ 1721644 h 2112159"/>
                <a:gd name="connsiteX7" fmla="*/ 495300 w 1085994"/>
                <a:gd name="connsiteY7" fmla="*/ 997744 h 2112159"/>
                <a:gd name="connsiteX8" fmla="*/ 1026319 w 1085994"/>
                <a:gd name="connsiteY8" fmla="*/ 997744 h 2112159"/>
                <a:gd name="connsiteX9" fmla="*/ 1085850 w 1085994"/>
                <a:gd name="connsiteY9" fmla="*/ 945356 h 2112159"/>
                <a:gd name="connsiteX10" fmla="*/ 1085850 w 1085994"/>
                <a:gd name="connsiteY10" fmla="*/ 54769 h 2112159"/>
                <a:gd name="connsiteX11" fmla="*/ 1045369 w 1085994"/>
                <a:gd name="connsiteY11" fmla="*/ 0 h 2112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85994" h="2112159">
                  <a:moveTo>
                    <a:pt x="1045369" y="0"/>
                  </a:moveTo>
                  <a:lnTo>
                    <a:pt x="140494" y="0"/>
                  </a:lnTo>
                  <a:cubicBezTo>
                    <a:pt x="140494" y="0"/>
                    <a:pt x="0" y="23813"/>
                    <a:pt x="0" y="176213"/>
                  </a:cubicBezTo>
                  <a:cubicBezTo>
                    <a:pt x="0" y="285779"/>
                    <a:pt x="0" y="952500"/>
                    <a:pt x="0" y="952500"/>
                  </a:cubicBezTo>
                  <a:cubicBezTo>
                    <a:pt x="0" y="952500"/>
                    <a:pt x="6353" y="1300163"/>
                    <a:pt x="190500" y="1578769"/>
                  </a:cubicBezTo>
                  <a:cubicBezTo>
                    <a:pt x="525247" y="2085213"/>
                    <a:pt x="1071572" y="2112159"/>
                    <a:pt x="1071572" y="2112159"/>
                  </a:cubicBezTo>
                  <a:lnTo>
                    <a:pt x="1071572" y="1721644"/>
                  </a:lnTo>
                  <a:cubicBezTo>
                    <a:pt x="1071572" y="1721644"/>
                    <a:pt x="497681" y="1607344"/>
                    <a:pt x="495300" y="997744"/>
                  </a:cubicBezTo>
                  <a:lnTo>
                    <a:pt x="1026319" y="997744"/>
                  </a:lnTo>
                  <a:cubicBezTo>
                    <a:pt x="1026319" y="997744"/>
                    <a:pt x="1085850" y="992191"/>
                    <a:pt x="1085850" y="945356"/>
                  </a:cubicBezTo>
                  <a:cubicBezTo>
                    <a:pt x="1085850" y="909638"/>
                    <a:pt x="1085850" y="54769"/>
                    <a:pt x="1085850" y="54769"/>
                  </a:cubicBezTo>
                  <a:cubicBezTo>
                    <a:pt x="1085850" y="54769"/>
                    <a:pt x="1090613" y="0"/>
                    <a:pt x="1045369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3229D74-519D-018D-E916-5C3B57CD281C}"/>
                </a:ext>
              </a:extLst>
            </p:cNvPr>
            <p:cNvSpPr/>
            <p:nvPr/>
          </p:nvSpPr>
          <p:spPr>
            <a:xfrm>
              <a:off x="5841996" y="2043112"/>
              <a:ext cx="1085850" cy="2112159"/>
            </a:xfrm>
            <a:custGeom>
              <a:avLst/>
              <a:gdLst>
                <a:gd name="connsiteX0" fmla="*/ 892130 w 1085850"/>
                <a:gd name="connsiteY0" fmla="*/ 0 h 2112159"/>
                <a:gd name="connsiteX1" fmla="*/ 46044 w 1085850"/>
                <a:gd name="connsiteY1" fmla="*/ 0 h 2112159"/>
                <a:gd name="connsiteX2" fmla="*/ 0 w 1085850"/>
                <a:gd name="connsiteY2" fmla="*/ 71333 h 2112159"/>
                <a:gd name="connsiteX3" fmla="*/ 0 w 1085850"/>
                <a:gd name="connsiteY3" fmla="*/ 952500 h 2112159"/>
                <a:gd name="connsiteX4" fmla="*/ 190500 w 1085850"/>
                <a:gd name="connsiteY4" fmla="*/ 1578769 h 2112159"/>
                <a:gd name="connsiteX5" fmla="*/ 1071563 w 1085850"/>
                <a:gd name="connsiteY5" fmla="*/ 2112159 h 2112159"/>
                <a:gd name="connsiteX6" fmla="*/ 1071563 w 1085850"/>
                <a:gd name="connsiteY6" fmla="*/ 1721644 h 2112159"/>
                <a:gd name="connsiteX7" fmla="*/ 495300 w 1085850"/>
                <a:gd name="connsiteY7" fmla="*/ 997744 h 2112159"/>
                <a:gd name="connsiteX8" fmla="*/ 1026319 w 1085850"/>
                <a:gd name="connsiteY8" fmla="*/ 997744 h 2112159"/>
                <a:gd name="connsiteX9" fmla="*/ 1085850 w 1085850"/>
                <a:gd name="connsiteY9" fmla="*/ 945356 h 2112159"/>
                <a:gd name="connsiteX10" fmla="*/ 1085850 w 1085850"/>
                <a:gd name="connsiteY10" fmla="*/ 153991 h 2112159"/>
                <a:gd name="connsiteX11" fmla="*/ 892130 w 1085850"/>
                <a:gd name="connsiteY11" fmla="*/ 0 h 2112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85850" h="2112159">
                  <a:moveTo>
                    <a:pt x="892130" y="0"/>
                  </a:moveTo>
                  <a:lnTo>
                    <a:pt x="46044" y="0"/>
                  </a:lnTo>
                  <a:cubicBezTo>
                    <a:pt x="46044" y="0"/>
                    <a:pt x="0" y="4763"/>
                    <a:pt x="0" y="71333"/>
                  </a:cubicBezTo>
                  <a:cubicBezTo>
                    <a:pt x="0" y="180899"/>
                    <a:pt x="0" y="952500"/>
                    <a:pt x="0" y="952500"/>
                  </a:cubicBezTo>
                  <a:cubicBezTo>
                    <a:pt x="0" y="952500"/>
                    <a:pt x="6353" y="1300163"/>
                    <a:pt x="190500" y="1578769"/>
                  </a:cubicBezTo>
                  <a:cubicBezTo>
                    <a:pt x="525246" y="2085213"/>
                    <a:pt x="1071563" y="2112159"/>
                    <a:pt x="1071563" y="2112159"/>
                  </a:cubicBezTo>
                  <a:lnTo>
                    <a:pt x="1071563" y="1721644"/>
                  </a:lnTo>
                  <a:cubicBezTo>
                    <a:pt x="1071563" y="1721644"/>
                    <a:pt x="497681" y="1607344"/>
                    <a:pt x="495300" y="997744"/>
                  </a:cubicBezTo>
                  <a:lnTo>
                    <a:pt x="1026319" y="997744"/>
                  </a:lnTo>
                  <a:cubicBezTo>
                    <a:pt x="1026319" y="997744"/>
                    <a:pt x="1085850" y="990600"/>
                    <a:pt x="1085850" y="945356"/>
                  </a:cubicBezTo>
                  <a:cubicBezTo>
                    <a:pt x="1085850" y="909638"/>
                    <a:pt x="1085850" y="153991"/>
                    <a:pt x="1085850" y="153991"/>
                  </a:cubicBezTo>
                  <a:cubicBezTo>
                    <a:pt x="1085850" y="153991"/>
                    <a:pt x="1082678" y="0"/>
                    <a:pt x="89213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912196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6E25D-72D6-C4EE-C285-BCEF9463E0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2416" y="585788"/>
            <a:ext cx="8025384" cy="2946033"/>
          </a:xfrm>
          <a:noFill/>
        </p:spPr>
        <p:txBody>
          <a:bodyPr wrap="square" lIns="0" tIns="0" rIns="0" bIns="0" anchor="b" anchorCtr="0">
            <a:norm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Quote text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44E0F64-D555-46D8-2B0F-6941E3612B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82416" y="4060953"/>
            <a:ext cx="8025384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i="0" spc="0" baseline="0">
                <a:solidFill>
                  <a:schemeClr val="accent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0CC7F2DC-DA7A-C66B-6ABF-4917841A28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2416" y="4383719"/>
            <a:ext cx="8025384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i="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Company or position</a:t>
            </a:r>
          </a:p>
        </p:txBody>
      </p:sp>
      <p:grpSp>
        <p:nvGrpSpPr>
          <p:cNvPr id="16" name="Group 15" descr="Quote">
            <a:extLst>
              <a:ext uri="{FF2B5EF4-FFF2-40B4-BE49-F238E27FC236}">
                <a16:creationId xmlns:a16="http://schemas.microsoft.com/office/drawing/2014/main" id="{954FE51A-F367-6FC6-A17B-0F4874C67C4E}"/>
              </a:ext>
            </a:extLst>
          </p:cNvPr>
          <p:cNvGrpSpPr/>
          <p:nvPr userDrawn="1"/>
        </p:nvGrpSpPr>
        <p:grpSpPr>
          <a:xfrm>
            <a:off x="584200" y="1195787"/>
            <a:ext cx="2240861" cy="1938528"/>
            <a:chOff x="584200" y="1195787"/>
            <a:chExt cx="2240861" cy="1938528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CC6456-CB94-A413-BB97-BBC4EA561403}"/>
                </a:ext>
              </a:extLst>
            </p:cNvPr>
            <p:cNvSpPr/>
            <p:nvPr/>
          </p:nvSpPr>
          <p:spPr>
            <a:xfrm>
              <a:off x="584200" y="1195787"/>
              <a:ext cx="996720" cy="1938528"/>
            </a:xfrm>
            <a:custGeom>
              <a:avLst/>
              <a:gdLst>
                <a:gd name="connsiteX0" fmla="*/ 1045369 w 1085994"/>
                <a:gd name="connsiteY0" fmla="*/ 0 h 2112159"/>
                <a:gd name="connsiteX1" fmla="*/ 140494 w 1085994"/>
                <a:gd name="connsiteY1" fmla="*/ 0 h 2112159"/>
                <a:gd name="connsiteX2" fmla="*/ 0 w 1085994"/>
                <a:gd name="connsiteY2" fmla="*/ 176213 h 2112159"/>
                <a:gd name="connsiteX3" fmla="*/ 0 w 1085994"/>
                <a:gd name="connsiteY3" fmla="*/ 952500 h 2112159"/>
                <a:gd name="connsiteX4" fmla="*/ 190500 w 1085994"/>
                <a:gd name="connsiteY4" fmla="*/ 1578769 h 2112159"/>
                <a:gd name="connsiteX5" fmla="*/ 1071572 w 1085994"/>
                <a:gd name="connsiteY5" fmla="*/ 2112159 h 2112159"/>
                <a:gd name="connsiteX6" fmla="*/ 1071572 w 1085994"/>
                <a:gd name="connsiteY6" fmla="*/ 1721644 h 2112159"/>
                <a:gd name="connsiteX7" fmla="*/ 495300 w 1085994"/>
                <a:gd name="connsiteY7" fmla="*/ 997744 h 2112159"/>
                <a:gd name="connsiteX8" fmla="*/ 1026319 w 1085994"/>
                <a:gd name="connsiteY8" fmla="*/ 997744 h 2112159"/>
                <a:gd name="connsiteX9" fmla="*/ 1085850 w 1085994"/>
                <a:gd name="connsiteY9" fmla="*/ 945356 h 2112159"/>
                <a:gd name="connsiteX10" fmla="*/ 1085850 w 1085994"/>
                <a:gd name="connsiteY10" fmla="*/ 54769 h 2112159"/>
                <a:gd name="connsiteX11" fmla="*/ 1045369 w 1085994"/>
                <a:gd name="connsiteY11" fmla="*/ 0 h 2112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85994" h="2112159">
                  <a:moveTo>
                    <a:pt x="1045369" y="0"/>
                  </a:moveTo>
                  <a:lnTo>
                    <a:pt x="140494" y="0"/>
                  </a:lnTo>
                  <a:cubicBezTo>
                    <a:pt x="140494" y="0"/>
                    <a:pt x="0" y="23813"/>
                    <a:pt x="0" y="176213"/>
                  </a:cubicBezTo>
                  <a:cubicBezTo>
                    <a:pt x="0" y="285779"/>
                    <a:pt x="0" y="952500"/>
                    <a:pt x="0" y="952500"/>
                  </a:cubicBezTo>
                  <a:cubicBezTo>
                    <a:pt x="0" y="952500"/>
                    <a:pt x="6353" y="1300163"/>
                    <a:pt x="190500" y="1578769"/>
                  </a:cubicBezTo>
                  <a:cubicBezTo>
                    <a:pt x="525247" y="2085213"/>
                    <a:pt x="1071572" y="2112159"/>
                    <a:pt x="1071572" y="2112159"/>
                  </a:cubicBezTo>
                  <a:lnTo>
                    <a:pt x="1071572" y="1721644"/>
                  </a:lnTo>
                  <a:cubicBezTo>
                    <a:pt x="1071572" y="1721644"/>
                    <a:pt x="497681" y="1607344"/>
                    <a:pt x="495300" y="997744"/>
                  </a:cubicBezTo>
                  <a:lnTo>
                    <a:pt x="1026319" y="997744"/>
                  </a:lnTo>
                  <a:cubicBezTo>
                    <a:pt x="1026319" y="997744"/>
                    <a:pt x="1085850" y="992191"/>
                    <a:pt x="1085850" y="945356"/>
                  </a:cubicBezTo>
                  <a:cubicBezTo>
                    <a:pt x="1085850" y="909638"/>
                    <a:pt x="1085850" y="54769"/>
                    <a:pt x="1085850" y="54769"/>
                  </a:cubicBezTo>
                  <a:cubicBezTo>
                    <a:pt x="1085850" y="54769"/>
                    <a:pt x="1090613" y="0"/>
                    <a:pt x="104536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rgbClr val="C03BC4"/>
                </a:gs>
              </a:gsLst>
              <a:lin ang="540000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E88E77C-D7D7-156A-9FB7-E827111B0CAD}"/>
                </a:ext>
              </a:extLst>
            </p:cNvPr>
            <p:cNvSpPr/>
            <p:nvPr/>
          </p:nvSpPr>
          <p:spPr>
            <a:xfrm>
              <a:off x="1828474" y="1195787"/>
              <a:ext cx="996587" cy="1938528"/>
            </a:xfrm>
            <a:custGeom>
              <a:avLst/>
              <a:gdLst>
                <a:gd name="connsiteX0" fmla="*/ 892130 w 1085850"/>
                <a:gd name="connsiteY0" fmla="*/ 0 h 2112159"/>
                <a:gd name="connsiteX1" fmla="*/ 46044 w 1085850"/>
                <a:gd name="connsiteY1" fmla="*/ 0 h 2112159"/>
                <a:gd name="connsiteX2" fmla="*/ 0 w 1085850"/>
                <a:gd name="connsiteY2" fmla="*/ 71333 h 2112159"/>
                <a:gd name="connsiteX3" fmla="*/ 0 w 1085850"/>
                <a:gd name="connsiteY3" fmla="*/ 952500 h 2112159"/>
                <a:gd name="connsiteX4" fmla="*/ 190500 w 1085850"/>
                <a:gd name="connsiteY4" fmla="*/ 1578769 h 2112159"/>
                <a:gd name="connsiteX5" fmla="*/ 1071563 w 1085850"/>
                <a:gd name="connsiteY5" fmla="*/ 2112159 h 2112159"/>
                <a:gd name="connsiteX6" fmla="*/ 1071563 w 1085850"/>
                <a:gd name="connsiteY6" fmla="*/ 1721644 h 2112159"/>
                <a:gd name="connsiteX7" fmla="*/ 495300 w 1085850"/>
                <a:gd name="connsiteY7" fmla="*/ 997744 h 2112159"/>
                <a:gd name="connsiteX8" fmla="*/ 1026319 w 1085850"/>
                <a:gd name="connsiteY8" fmla="*/ 997744 h 2112159"/>
                <a:gd name="connsiteX9" fmla="*/ 1085850 w 1085850"/>
                <a:gd name="connsiteY9" fmla="*/ 945356 h 2112159"/>
                <a:gd name="connsiteX10" fmla="*/ 1085850 w 1085850"/>
                <a:gd name="connsiteY10" fmla="*/ 153991 h 2112159"/>
                <a:gd name="connsiteX11" fmla="*/ 892130 w 1085850"/>
                <a:gd name="connsiteY11" fmla="*/ 0 h 2112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85850" h="2112159">
                  <a:moveTo>
                    <a:pt x="892130" y="0"/>
                  </a:moveTo>
                  <a:lnTo>
                    <a:pt x="46044" y="0"/>
                  </a:lnTo>
                  <a:cubicBezTo>
                    <a:pt x="46044" y="0"/>
                    <a:pt x="0" y="4763"/>
                    <a:pt x="0" y="71333"/>
                  </a:cubicBezTo>
                  <a:cubicBezTo>
                    <a:pt x="0" y="180899"/>
                    <a:pt x="0" y="952500"/>
                    <a:pt x="0" y="952500"/>
                  </a:cubicBezTo>
                  <a:cubicBezTo>
                    <a:pt x="0" y="952500"/>
                    <a:pt x="6353" y="1300163"/>
                    <a:pt x="190500" y="1578769"/>
                  </a:cubicBezTo>
                  <a:cubicBezTo>
                    <a:pt x="525246" y="2085213"/>
                    <a:pt x="1071563" y="2112159"/>
                    <a:pt x="1071563" y="2112159"/>
                  </a:cubicBezTo>
                  <a:lnTo>
                    <a:pt x="1071563" y="1721644"/>
                  </a:lnTo>
                  <a:cubicBezTo>
                    <a:pt x="1071563" y="1721644"/>
                    <a:pt x="497681" y="1607344"/>
                    <a:pt x="495300" y="997744"/>
                  </a:cubicBezTo>
                  <a:lnTo>
                    <a:pt x="1026319" y="997744"/>
                  </a:lnTo>
                  <a:cubicBezTo>
                    <a:pt x="1026319" y="997744"/>
                    <a:pt x="1085850" y="990600"/>
                    <a:pt x="1085850" y="945356"/>
                  </a:cubicBezTo>
                  <a:cubicBezTo>
                    <a:pt x="1085850" y="909638"/>
                    <a:pt x="1085850" y="153991"/>
                    <a:pt x="1085850" y="153991"/>
                  </a:cubicBezTo>
                  <a:cubicBezTo>
                    <a:pt x="1085850" y="153991"/>
                    <a:pt x="1082678" y="0"/>
                    <a:pt x="89213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rgbClr val="C03BC4"/>
                </a:gs>
              </a:gsLst>
              <a:lin ang="540000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4667142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and content righ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55ED9F-C0BF-BF78-2DE7-838C29664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0453" b="745"/>
          <a:stretch/>
        </p:blipFill>
        <p:spPr>
          <a:xfrm>
            <a:off x="0" y="0"/>
            <a:ext cx="485775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E9173C2-F981-EECB-FBF9-58F720021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998113"/>
            <a:ext cx="3294525" cy="861774"/>
          </a:xfrm>
        </p:spPr>
        <p:txBody>
          <a:bodyPr anchor="ctr" anchorCtr="0"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5F31C9-B56D-FAFD-F364-C9ED47CDE9D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19920" y="1239157"/>
            <a:ext cx="6289468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53205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left and content righ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55ED9F-C0BF-BF78-2DE7-838C29664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0453" b="745"/>
          <a:stretch/>
        </p:blipFill>
        <p:spPr>
          <a:xfrm>
            <a:off x="0" y="0"/>
            <a:ext cx="48577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F59AC7-2A73-89EA-687B-3EB58CD73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567226"/>
            <a:ext cx="3620880" cy="861774"/>
          </a:xfrm>
        </p:spPr>
        <p:txBody>
          <a:bodyPr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2D8EC2D-9F0B-C962-9AFB-DA6CA1DDBA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8964" y="3524614"/>
            <a:ext cx="3837894" cy="276999"/>
          </a:xfrm>
        </p:spPr>
        <p:txBody>
          <a:bodyPr/>
          <a:lstStyle>
            <a:lvl1pPr marL="0" algn="l" defTabSz="914367" rtl="0" eaLnBrk="1" latinLnBrk="0" hangingPunct="1">
              <a:defRPr lang="en-US" sz="1800" kern="1200" spc="-51" dirty="0">
                <a:gradFill>
                  <a:gsLst>
                    <a:gs pos="0">
                      <a:srgbClr val="FFCF00"/>
                    </a:gs>
                    <a:gs pos="100000">
                      <a:srgbClr val="FFB3BB"/>
                    </a:gs>
                  </a:gsLst>
                  <a:lin ang="2700000" scaled="1"/>
                </a:gradFill>
                <a:latin typeface="+mj-lt"/>
                <a:ea typeface="+mn-ea"/>
                <a:cs typeface="Segoe Sans Display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5F31C9-B56D-FAFD-F364-C9ED47CDE9D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19920" y="1239157"/>
            <a:ext cx="6289468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89240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ef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55ED9F-C0BF-BF78-2DE7-838C29664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0453" b="745"/>
          <a:stretch/>
        </p:blipFill>
        <p:spPr>
          <a:xfrm>
            <a:off x="0" y="0"/>
            <a:ext cx="48577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32FACF-F88E-DD20-3EBF-6BBFA8800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3620880" cy="86177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F3F17AC-2579-55C3-FB3A-1BA5F8F665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8963" y="1883664"/>
            <a:ext cx="3840480" cy="208980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44428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 lef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55ED9F-C0BF-BF78-2DE7-838C29664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0453" b="745"/>
          <a:stretch/>
        </p:blipFill>
        <p:spPr>
          <a:xfrm>
            <a:off x="0" y="0"/>
            <a:ext cx="48577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32FACF-F88E-DD20-3EBF-6BBFA8800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3620880" cy="86177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911E10-3DA7-C086-D480-13FB53BA66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8964" y="1414588"/>
            <a:ext cx="3837894" cy="276999"/>
          </a:xfrm>
        </p:spPr>
        <p:txBody>
          <a:bodyPr/>
          <a:lstStyle>
            <a:lvl1pPr marL="0" algn="l" defTabSz="914367" rtl="0" eaLnBrk="1" latinLnBrk="0" hangingPunct="1">
              <a:defRPr lang="en-US" sz="1800" b="0" i="0" kern="1200" spc="-51" baseline="0" dirty="0">
                <a:gradFill>
                  <a:gsLst>
                    <a:gs pos="0">
                      <a:srgbClr val="FFCF00"/>
                    </a:gs>
                    <a:gs pos="100000">
                      <a:srgbClr val="FFB3BB"/>
                    </a:gs>
                  </a:gsLst>
                  <a:lin ang="2700000" scaled="1"/>
                </a:gradFill>
                <a:latin typeface="+mj-lt"/>
                <a:ea typeface="+mn-ea"/>
                <a:cs typeface="Segoe Sans Display" pitchFamily="2" charset="0"/>
              </a:defRPr>
            </a:lvl1pPr>
          </a:lstStyle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BB7E11D9-520A-0DFB-E796-3B958678F7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8963" y="2505456"/>
            <a:ext cx="3840480" cy="208980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1725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eft gradi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7FA88-94B4-0620-39E1-BCF6E219F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4269488" cy="86177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99763A-D388-9F91-BD47-423F4CB68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0453" b="745"/>
          <a:stretch/>
        </p:blipFill>
        <p:spPr>
          <a:xfrm>
            <a:off x="7334250" y="0"/>
            <a:ext cx="485775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DACF3FD-B685-25B3-A01C-C3108C4E74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6410425"/>
            <a:ext cx="5120640" cy="153888"/>
          </a:xfrm>
        </p:spPr>
        <p:txBody>
          <a:bodyPr anchor="b" anchorCtr="0"/>
          <a:lstStyle>
            <a:lvl1pPr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Footnote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39E3799-EFAD-E3ED-2CE8-3BD1AAAD5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8263" y="1591056"/>
            <a:ext cx="466090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4459832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998113"/>
            <a:ext cx="4127692" cy="861774"/>
          </a:xfrm>
        </p:spPr>
        <p:txBody>
          <a:bodyPr wrap="square" anchor="ctr">
            <a:spAutoFit/>
          </a:bodyPr>
          <a:lstStyle>
            <a:lvl1pPr>
              <a:defRPr b="1" i="0">
                <a:solidFill>
                  <a:schemeClr val="accent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142839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89AC358-C00A-E0C8-D68E-CB1E426B7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4399379" cy="4985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cap="none" spc="-50" baseline="0" dirty="0">
                <a:ln w="3175">
                  <a:noFill/>
                </a:ln>
                <a:solidFill>
                  <a:srgbClr val="C03BC4"/>
                </a:solidFill>
                <a:effectLst/>
                <a:latin typeface="+mj-lt"/>
                <a:ea typeface="+mn-ea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8762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8B0274-0436-AC9E-80EC-E8CF0A2920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7" y="3035808"/>
            <a:ext cx="4705240" cy="4985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167D3F33-7FA4-306A-7DE8-3CF9268EDF2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696607"/>
            <a:ext cx="4164583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b="0" i="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2549781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0DD853-A881-FBD4-A8FC-106405887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21" r="2921"/>
          <a:stretch/>
        </p:blipFill>
        <p:spPr>
          <a:xfrm>
            <a:off x="5875153" y="425446"/>
            <a:ext cx="5861764" cy="61388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7" y="3035808"/>
            <a:ext cx="4193082" cy="4985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657457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 with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0DD853-A881-FBD4-A8FC-106405887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21" r="2921"/>
          <a:stretch/>
        </p:blipFill>
        <p:spPr>
          <a:xfrm>
            <a:off x="5875153" y="425446"/>
            <a:ext cx="5861764" cy="61388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7" y="3035808"/>
            <a:ext cx="4193082" cy="498598"/>
          </a:xfrm>
          <a:noFill/>
        </p:spPr>
        <p:txBody>
          <a:bodyPr wrap="square" lIns="0" tIns="0" rIns="0" bIns="0" anchor="t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9F83330-A5DD-D4B1-76FA-C121B565BC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5217" y="1417638"/>
            <a:ext cx="1828800" cy="1477328"/>
          </a:xfrm>
        </p:spPr>
        <p:txBody>
          <a:bodyPr anchor="b" anchorCtr="0"/>
          <a:lstStyle>
            <a:lvl1pPr>
              <a:defRPr kumimoji="0" lang="en-US" sz="9600" b="0" i="0" u="none" strike="noStrike" kern="1200" cap="none" spc="0" normalizeH="0" baseline="0" dirty="0" smtClean="0">
                <a:ln>
                  <a:noFill/>
                </a:ln>
                <a:gradFill flip="none" rotWithShape="1">
                  <a:gsLst>
                    <a:gs pos="0">
                      <a:srgbClr val="D59ED7"/>
                    </a:gs>
                    <a:gs pos="100000">
                      <a:srgbClr val="C03BC4"/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2143239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477913-D3D4-E043-0A7B-A62303AB51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0DD853-A881-FBD4-A8FC-106405887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909"/>
          <a:stretch/>
        </p:blipFill>
        <p:spPr>
          <a:xfrm>
            <a:off x="6096000" y="-1"/>
            <a:ext cx="6095999" cy="685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7" y="3035808"/>
            <a:ext cx="4159628" cy="4985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cap="none" spc="-50" baseline="0" dirty="0">
                <a:ln w="3175">
                  <a:noFill/>
                </a:ln>
                <a:solidFill>
                  <a:schemeClr val="bg2"/>
                </a:solidFill>
                <a:effectLst/>
                <a:latin typeface="+mj-lt"/>
                <a:ea typeface="+mn-ea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227010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8C7816-847B-80B4-5BD2-3181B1FA0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25176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88182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s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0FF0E-5EAE-6DBA-5C26-CA142DB1E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7F9D2A44-B2BD-41E2-51F6-4EBB61D5C71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1" y="1435100"/>
            <a:ext cx="419735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13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2CE3E10-2039-12AE-CC87-57D41C446A4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0" y="1440444"/>
            <a:ext cx="5519928" cy="4828594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b="237"/>
            </a:stretch>
          </a:blipFill>
          <a:effectLst/>
        </p:spPr>
        <p:txBody>
          <a:bodyPr tIns="822960">
            <a:noAutofit/>
          </a:bodyPr>
          <a:lstStyle>
            <a:lvl1pPr marL="0" indent="0" algn="ctr">
              <a:lnSpc>
                <a:spcPts val="1150"/>
              </a:lnSpc>
              <a:spcBef>
                <a:spcPts val="0"/>
              </a:spcBef>
              <a:buFontTx/>
              <a:buNone/>
              <a:defRPr sz="1100" b="0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Drag &amp; drop your </a:t>
            </a:r>
            <a:br>
              <a:rPr lang="en-US"/>
            </a:br>
            <a:r>
              <a:rPr lang="en-US"/>
              <a:t>photo here</a:t>
            </a:r>
            <a:br>
              <a:rPr lang="en-US"/>
            </a:br>
            <a:r>
              <a:rPr lang="en-US"/>
              <a:t> or tap the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4085917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s photo + ph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900D45D-3EA4-7F3B-64A0-D84030EBB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C212A9D4-F5D9-052C-7A34-F2ED042D58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1" y="1435100"/>
            <a:ext cx="419735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13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DC2722A-B914-4AB3-B3B3-7FCC3FDCD48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5999" y="1436687"/>
            <a:ext cx="2609083" cy="3465576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effectLst/>
        </p:spPr>
        <p:txBody>
          <a:bodyPr tIns="822960">
            <a:noAutofit/>
          </a:bodyPr>
          <a:lstStyle>
            <a:lvl1pPr marL="0" indent="0" algn="ctr">
              <a:lnSpc>
                <a:spcPts val="1150"/>
              </a:lnSpc>
              <a:spcBef>
                <a:spcPts val="0"/>
              </a:spcBef>
              <a:buFontTx/>
              <a:buNone/>
              <a:defRPr sz="1100" b="0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Drag &amp; drop your </a:t>
            </a:r>
            <a:br>
              <a:rPr lang="en-US"/>
            </a:br>
            <a:r>
              <a:rPr lang="en-US"/>
              <a:t>photo here</a:t>
            </a:r>
            <a:br>
              <a:rPr lang="en-US"/>
            </a:br>
            <a:r>
              <a:rPr lang="en-US"/>
              <a:t> or tap the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Content Placeholder 13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72302E8-33D2-375D-E6DF-46102EAAFCB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05454" y="1436687"/>
            <a:ext cx="2609083" cy="3465576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effectLst/>
        </p:spPr>
        <p:txBody>
          <a:bodyPr tIns="822960">
            <a:noAutofit/>
          </a:bodyPr>
          <a:lstStyle>
            <a:lvl1pPr marL="0" indent="0" algn="ctr">
              <a:lnSpc>
                <a:spcPts val="1150"/>
              </a:lnSpc>
              <a:spcBef>
                <a:spcPts val="0"/>
              </a:spcBef>
              <a:buFontTx/>
              <a:buNone/>
              <a:defRPr sz="1100" b="0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Drag &amp; drop your </a:t>
            </a:r>
            <a:br>
              <a:rPr lang="en-US"/>
            </a:br>
            <a:r>
              <a:rPr lang="en-US"/>
              <a:t>photo here</a:t>
            </a:r>
            <a:br>
              <a:rPr lang="en-US"/>
            </a:br>
            <a:r>
              <a:rPr lang="en-US"/>
              <a:t> or tap the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1181036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s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CA7FB4-4C42-D1E5-5F50-EE61B75CB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CEEE9CB3-A6B1-2142-9783-61854B6B38C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1" y="1435100"/>
            <a:ext cx="419735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13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FAC5B4A-F3EB-8225-68AA-ED2E4FAF014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1" y="1440441"/>
            <a:ext cx="5519928" cy="3833257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effectLst>
            <a:outerShdw blurRad="254000" dist="12700" dir="5400000" sx="101000" sy="101000" algn="ctr" rotWithShape="0">
              <a:srgbClr val="000000">
                <a:alpha val="20000"/>
              </a:srgbClr>
            </a:outerShdw>
          </a:effectLst>
        </p:spPr>
        <p:txBody>
          <a:bodyPr tIns="1280160">
            <a:noAutofit/>
          </a:bodyPr>
          <a:lstStyle>
            <a:lvl1pPr marL="0" indent="0" algn="ctr">
              <a:lnSpc>
                <a:spcPts val="1150"/>
              </a:lnSpc>
              <a:spcBef>
                <a:spcPts val="0"/>
              </a:spcBef>
              <a:buFontTx/>
              <a:buNone/>
              <a:defRPr sz="1100" b="0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Drag &amp; drop your </a:t>
            </a:r>
            <a:br>
              <a:rPr lang="en-US"/>
            </a:br>
            <a:r>
              <a:rPr lang="en-US"/>
              <a:t>photo here</a:t>
            </a:r>
            <a:br>
              <a:rPr lang="en-US"/>
            </a:br>
            <a:r>
              <a:rPr lang="en-US"/>
              <a:t> or tap the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4072779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2E18FD0C-FA99-4937-92CD-5CF7F279C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6096000" y="0"/>
            <a:ext cx="6096000" cy="6858000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4836" r="-7664"/>
            </a:stretch>
          </a:blipFill>
        </p:spPr>
        <p:txBody>
          <a:bodyPr lIns="0" tIns="2651760" rIns="0" anchor="t" anchorCtr="0">
            <a:noAutofit/>
          </a:bodyPr>
          <a:lstStyle>
            <a:lvl1pPr marL="0" indent="0" algn="ctr">
              <a:lnSpc>
                <a:spcPts val="1150"/>
              </a:lnSpc>
              <a:buNone/>
              <a:defRPr sz="1100" b="0" i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176223-0B1D-495B-0398-0C2D5DA5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567226"/>
            <a:ext cx="3620880" cy="861774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8D90EC4-6BF0-8175-04BB-422A5679BF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8964" y="3524614"/>
            <a:ext cx="3837894" cy="276999"/>
          </a:xfrm>
        </p:spPr>
        <p:txBody>
          <a:bodyPr/>
          <a:lstStyle>
            <a:lvl1pPr marL="0" algn="l" defTabSz="914367" rtl="0" eaLnBrk="1" latinLnBrk="0" hangingPunct="1">
              <a:defRPr lang="en-US" sz="1800" kern="1200" spc="-51" dirty="0">
                <a:solidFill>
                  <a:schemeClr val="accent1"/>
                </a:solidFill>
                <a:latin typeface="+mj-lt"/>
                <a:ea typeface="+mn-ea"/>
                <a:cs typeface="Segoe Sans Display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239323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996525"/>
            <a:ext cx="4159950" cy="861774"/>
          </a:xfrm>
        </p:spPr>
        <p:txBody>
          <a:bodyPr anchor="ctr"/>
          <a:lstStyle>
            <a:lvl1pPr>
              <a:defRPr>
                <a:solidFill>
                  <a:srgbClr val="C03BC4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">
            <a:extLst>
              <a:ext uri="{FF2B5EF4-FFF2-40B4-BE49-F238E27FC236}">
                <a16:creationId xmlns:a16="http://schemas.microsoft.com/office/drawing/2014/main" id="{B0930046-2AEE-69A1-CD4A-4A4775476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6096000" y="0"/>
            <a:ext cx="6096000" cy="6858000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4836" r="-7664"/>
            </a:stretch>
          </a:blipFill>
        </p:spPr>
        <p:txBody>
          <a:bodyPr lIns="0" tIns="2651760" rIns="0" anchor="t" anchorCtr="0">
            <a:noAutofit/>
          </a:bodyPr>
          <a:lstStyle>
            <a:lvl1pPr marL="0" indent="0" algn="ctr">
              <a:lnSpc>
                <a:spcPts val="1150"/>
              </a:lnSpc>
              <a:buNone/>
              <a:defRPr sz="1100" b="0" i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18864872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squar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b="0" i="0">
                <a:solidFill>
                  <a:srgbClr val="A3A3A3"/>
                </a:solidFill>
                <a:latin typeface="Segoe UI" panose="020B0502040204020203" pitchFamily="34" charset="0"/>
              </a:rPr>
              <a:t>ELT layout</a:t>
            </a:r>
          </a:p>
        </p:txBody>
      </p:sp>
      <p:sp>
        <p:nvSpPr>
          <p:cNvPr id="4" name="Picture Placeholder">
            <a:extLst>
              <a:ext uri="{FF2B5EF4-FFF2-40B4-BE49-F238E27FC236}">
                <a16:creationId xmlns:a16="http://schemas.microsoft.com/office/drawing/2014/main" id="{7B1F03DB-F86E-C9A8-D4BA-8510A84E5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6096000" y="0"/>
            <a:ext cx="6096000" cy="6858000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4836" r="-7664"/>
            </a:stretch>
          </a:blipFill>
        </p:spPr>
        <p:txBody>
          <a:bodyPr lIns="0" tIns="2651760" rIns="0" anchor="t" anchorCtr="0">
            <a:noAutofit/>
          </a:bodyPr>
          <a:lstStyle>
            <a:lvl1pPr marL="0" indent="0" algn="ctr">
              <a:lnSpc>
                <a:spcPts val="1150"/>
              </a:lnSpc>
              <a:buNone/>
              <a:defRPr sz="1100" b="0" i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8994A93-7BD2-0F76-9C59-6973F306C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4825566" cy="430887"/>
          </a:xfrm>
        </p:spPr>
        <p:txBody>
          <a:bodyPr/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0" i="0" kern="1200" cap="none" spc="-50" baseline="0" dirty="0" smtClean="0">
                <a:ln w="3175">
                  <a:noFill/>
                </a:ln>
                <a:solidFill>
                  <a:srgbClr val="C03BC4"/>
                </a:solidFill>
                <a:effectLst/>
                <a:latin typeface="+mj-lt"/>
                <a:ea typeface="+mn-ea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EA45E0B4-A127-45E9-D9F8-5E1EFCF6C64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1" y="1435100"/>
            <a:ext cx="419735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197707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FD9D0DEC-DCC4-B460-6AC3-FF3F6499EF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0"/>
            <a:ext cx="12192000" cy="4572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lIns="0" tIns="2560320" rIns="0" anchor="t" anchorCtr="0">
            <a:noAutofit/>
          </a:bodyPr>
          <a:lstStyle>
            <a:lvl1pPr marL="0" indent="0" algn="ctr">
              <a:lnSpc>
                <a:spcPts val="1150"/>
              </a:lnSpc>
              <a:buNone/>
              <a:defRPr sz="1100" b="0" i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above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497683"/>
            <a:ext cx="11018520" cy="430887"/>
          </a:xfrm>
        </p:spPr>
        <p:txBody>
          <a:bodyPr anchor="ctr"/>
          <a:lstStyle>
            <a:lvl1pPr algn="ctr">
              <a:defRPr sz="2800" b="1" i="0">
                <a:solidFill>
                  <a:schemeClr val="accent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28961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927842"/>
            <a:ext cx="11018520" cy="430887"/>
          </a:xfrm>
        </p:spPr>
        <p:txBody>
          <a:bodyPr anchor="ctr"/>
          <a:lstStyle>
            <a:lvl1pPr algn="ctr">
              <a:defRPr sz="2800" b="1" i="0">
                <a:solidFill>
                  <a:schemeClr val="accent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F77AFD1A-5F7C-D140-CA9C-3DEEF4F70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ltGray">
          <a:xfrm>
            <a:off x="0" y="2286000"/>
            <a:ext cx="12192000" cy="4572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lIns="0" tIns="2560320" rIns="0" anchor="t" anchorCtr="0">
            <a:noAutofit/>
          </a:bodyPr>
          <a:lstStyle>
            <a:lvl1pPr marL="0" indent="0" algn="ctr">
              <a:lnSpc>
                <a:spcPts val="1150"/>
              </a:lnSpc>
              <a:buNone/>
              <a:defRPr sz="1100" b="0" i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above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2691710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CCD4E74-2DE2-CC8C-FA20-5CAE0BF66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98FBD80A-90A4-A3FC-74F5-E74D012B41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82612" y="2025651"/>
            <a:ext cx="5365940" cy="347345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lIns="0" tIns="1005840" rIns="0" anchor="t" anchorCtr="0">
            <a:noAutofit/>
          </a:bodyPr>
          <a:lstStyle>
            <a:lvl1pPr marL="0" indent="0" algn="ctr">
              <a:lnSpc>
                <a:spcPts val="1150"/>
              </a:lnSpc>
              <a:buNone/>
              <a:defRPr sz="1100" b="0" i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E4D1B9-7344-A0C2-05FB-001ABD3F461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2613" y="5689600"/>
            <a:ext cx="5368925" cy="246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>
            <a:extLst>
              <a:ext uri="{FF2B5EF4-FFF2-40B4-BE49-F238E27FC236}">
                <a16:creationId xmlns:a16="http://schemas.microsoft.com/office/drawing/2014/main" id="{7FE44BD4-08B8-015E-DE7B-E5BEA8C1B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6242433" y="2025651"/>
            <a:ext cx="5365940" cy="3473450"/>
          </a:xfr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lIns="0" tIns="1005840" rIns="0" anchor="t" anchorCtr="0">
            <a:noAutofit/>
          </a:bodyPr>
          <a:lstStyle>
            <a:lvl1pPr marL="0" indent="0" algn="ctr">
              <a:lnSpc>
                <a:spcPts val="1150"/>
              </a:lnSpc>
              <a:buNone/>
              <a:defRPr sz="1100" b="0" i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C1FE7D3-D4F6-7F8E-4364-8F88922CB54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42433" y="5689600"/>
            <a:ext cx="5368925" cy="246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30291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A304DA6-DDCA-5882-E1C5-28E8344C9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308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 hidden="1">
            <a:extLst>
              <a:ext uri="{FF2B5EF4-FFF2-40B4-BE49-F238E27FC236}">
                <a16:creationId xmlns:a16="http://schemas.microsoft.com/office/drawing/2014/main" id="{094AE9F0-FC08-FA61-CA1F-1343D9AAB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7143"/>
          <a:stretch/>
        </p:blipFill>
        <p:spPr>
          <a:xfrm>
            <a:off x="0" y="3918856"/>
            <a:ext cx="12192000" cy="2939143"/>
          </a:xfrm>
          <a:prstGeom prst="rect">
            <a:avLst/>
          </a:prstGeom>
        </p:spPr>
      </p:pic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8EA6A152-8595-3F05-4FDF-907BFDCEAF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 bwMode="ltGray">
          <a:xfrm>
            <a:off x="588263" y="1705428"/>
            <a:ext cx="3291840" cy="3291840"/>
          </a:xfrm>
          <a:blipFill dpi="0"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wrap="square" lIns="0" tIns="1005840" rIns="0" bIns="0" rtlCol="0" anchor="t" anchorCtr="0">
            <a:noAutofit/>
          </a:bodyPr>
          <a:lstStyle>
            <a:lvl1pPr>
              <a:defRPr lang="en-US" sz="1100">
                <a:solidFill>
                  <a:schemeClr val="accent4"/>
                </a:solidFill>
                <a:latin typeface="Segoe UI" panose="020B0502040204020203" pitchFamily="34" charset="0"/>
              </a:defRPr>
            </a:lvl1pPr>
          </a:lstStyle>
          <a:p>
            <a:pPr lvl="0" algn="ctr">
              <a:lnSpc>
                <a:spcPts val="1150"/>
              </a:lnSpc>
            </a:pPr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DA3915DE-43DA-6634-665B-6770F2EA9B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84200" y="5238633"/>
            <a:ext cx="3291840" cy="861774"/>
          </a:xfrm>
        </p:spPr>
        <p:txBody>
          <a:bodyPr/>
          <a:lstStyle>
            <a:lvl2pPr>
              <a:defRPr/>
            </a:lvl2pPr>
            <a:lvl3pPr>
              <a:defRPr/>
            </a:lvl3pPr>
            <a:lvl4pPr marL="221361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0BDC7F4-8A47-37AA-76B4-2DE58878B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451603" y="1705428"/>
            <a:ext cx="3291840" cy="3291840"/>
          </a:xfr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wrap="square" lIns="0" tIns="1005840" rIns="0" bIns="0" rtlCol="0" anchor="t" anchorCtr="0">
            <a:noAutofit/>
          </a:bodyPr>
          <a:lstStyle>
            <a:lvl1pPr>
              <a:defRPr lang="en-US" sz="1100">
                <a:solidFill>
                  <a:schemeClr val="accent4"/>
                </a:solidFill>
                <a:latin typeface="Segoe UI" panose="020B0502040204020203" pitchFamily="34" charset="0"/>
              </a:defRPr>
            </a:lvl1pPr>
          </a:lstStyle>
          <a:p>
            <a:pPr lvl="0" algn="ctr">
              <a:lnSpc>
                <a:spcPts val="1150"/>
              </a:lnSpc>
            </a:pPr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E7E63FD-24E4-17E8-84FC-7984DF9C17C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448557" y="5238633"/>
            <a:ext cx="3291840" cy="8617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1CE97407-8DEE-8117-1349-282D3AF6C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8314943" y="1705428"/>
            <a:ext cx="3291840" cy="3291840"/>
          </a:xfr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wrap="square" lIns="0" tIns="1005840" rIns="0" bIns="0" rtlCol="0" anchor="t" anchorCtr="0">
            <a:noAutofit/>
          </a:bodyPr>
          <a:lstStyle>
            <a:lvl1pPr>
              <a:defRPr lang="en-US" sz="1100">
                <a:solidFill>
                  <a:schemeClr val="accent4"/>
                </a:solidFill>
                <a:latin typeface="Segoe UI" panose="020B0502040204020203" pitchFamily="34" charset="0"/>
              </a:defRPr>
            </a:lvl1pPr>
          </a:lstStyle>
          <a:p>
            <a:pPr lvl="0" algn="ctr">
              <a:lnSpc>
                <a:spcPts val="1150"/>
              </a:lnSpc>
            </a:pPr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A4B199E-1F40-E763-F3DE-53EC4D49E1F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311897" y="5238633"/>
            <a:ext cx="3291840" cy="8617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0737581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3F1EFBB-03A2-BE83-5407-360258650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1" y="457200"/>
            <a:ext cx="11018520" cy="4308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21D5563C-FB7C-5ABE-4534-449DA7E45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 bwMode="ltGray">
          <a:xfrm>
            <a:off x="584201" y="1872343"/>
            <a:ext cx="2468880" cy="246888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wrap="square" lIns="0" tIns="685800" rIns="0" bIns="0" rtlCol="0" anchor="t" anchorCtr="0">
            <a:noAutofit/>
          </a:bodyPr>
          <a:lstStyle>
            <a:lvl1pPr>
              <a:defRPr lang="en-US" sz="900">
                <a:solidFill>
                  <a:schemeClr val="accent4"/>
                </a:solidFill>
                <a:latin typeface="Segoe UI" panose="020B0502040204020203" pitchFamily="34" charset="0"/>
              </a:defRPr>
            </a:lvl1pPr>
          </a:lstStyle>
          <a:p>
            <a:pPr lvl="0" algn="ctr">
              <a:lnSpc>
                <a:spcPts val="900"/>
              </a:lnSpc>
            </a:pPr>
            <a:r>
              <a:rPr lang="en-US"/>
              <a:t>Drag &amp; drop your </a:t>
            </a:r>
            <a:br>
              <a:rPr lang="en-US"/>
            </a:br>
            <a:r>
              <a:rPr lang="en-US"/>
              <a:t>photo here or click </a:t>
            </a:r>
            <a:br>
              <a:rPr lang="en-US"/>
            </a:br>
            <a:r>
              <a:rPr lang="en-US"/>
              <a:t>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340670F7-B2F0-EFA9-174B-40A92A20FFB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84200" y="4600527"/>
            <a:ext cx="2468563" cy="861774"/>
          </a:xfrm>
        </p:spPr>
        <p:txBody>
          <a:bodyPr/>
          <a:lstStyle>
            <a:lvl2pPr>
              <a:defRPr/>
            </a:lvl2pPr>
            <a:lvl3pPr>
              <a:defRPr/>
            </a:lvl3pPr>
            <a:lvl4pPr marL="221361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DDAE931E-8EDB-E7CD-5B45-4FEE67BB5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3434081" y="1872343"/>
            <a:ext cx="2468880" cy="2468880"/>
          </a:xfrm>
          <a:blipFill dpi="0"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wrap="square" lIns="0" tIns="685800" rIns="0" bIns="0" rtlCol="0" anchor="t" anchorCtr="0">
            <a:noAutofit/>
          </a:bodyPr>
          <a:lstStyle>
            <a:lvl1pPr>
              <a:defRPr lang="en-US" sz="900">
                <a:solidFill>
                  <a:schemeClr val="accent4"/>
                </a:solidFill>
                <a:latin typeface="Segoe UI" panose="020B0502040204020203" pitchFamily="34" charset="0"/>
              </a:defRPr>
            </a:lvl1pPr>
          </a:lstStyle>
          <a:p>
            <a:pPr lvl="0" algn="ctr">
              <a:lnSpc>
                <a:spcPts val="900"/>
              </a:lnSpc>
            </a:pPr>
            <a:r>
              <a:rPr lang="en-US"/>
              <a:t>Drag &amp; drop your </a:t>
            </a:r>
            <a:br>
              <a:rPr lang="en-US"/>
            </a:br>
            <a:r>
              <a:rPr lang="en-US"/>
              <a:t>photo here or click </a:t>
            </a:r>
            <a:br>
              <a:rPr lang="en-US"/>
            </a:br>
            <a:r>
              <a:rPr lang="en-US"/>
              <a:t>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439AE6F-6269-FE95-A52E-515B0E72E1F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434186" y="4600527"/>
            <a:ext cx="2468563" cy="8617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6482EFA3-A812-27DC-DF71-F71A2E835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 bwMode="ltGray">
          <a:xfrm>
            <a:off x="6283961" y="1872343"/>
            <a:ext cx="2468880" cy="2468880"/>
          </a:xfr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wrap="square" lIns="0" tIns="685800" rIns="0" bIns="0" rtlCol="0" anchor="t" anchorCtr="0">
            <a:noAutofit/>
          </a:bodyPr>
          <a:lstStyle>
            <a:lvl1pPr>
              <a:defRPr lang="en-US" sz="900">
                <a:solidFill>
                  <a:schemeClr val="accent4"/>
                </a:solidFill>
                <a:latin typeface="Segoe UI" panose="020B0502040204020203" pitchFamily="34" charset="0"/>
              </a:defRPr>
            </a:lvl1pPr>
          </a:lstStyle>
          <a:p>
            <a:pPr lvl="0" algn="ctr">
              <a:lnSpc>
                <a:spcPts val="900"/>
              </a:lnSpc>
            </a:pPr>
            <a:r>
              <a:rPr lang="en-US"/>
              <a:t>Drag &amp; drop your </a:t>
            </a:r>
            <a:br>
              <a:rPr lang="en-US"/>
            </a:br>
            <a:r>
              <a:rPr lang="en-US"/>
              <a:t>photo here or click </a:t>
            </a:r>
            <a:br>
              <a:rPr lang="en-US"/>
            </a:br>
            <a:r>
              <a:rPr lang="en-US"/>
              <a:t>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79A8FCB-57B7-020B-105A-A2DE5AA8F2A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4172" y="4600527"/>
            <a:ext cx="2468563" cy="8617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65C6E8D-2B53-37CF-515F-B87E1D8DD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133841" y="1872343"/>
            <a:ext cx="2468880" cy="2468880"/>
          </a:xfr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wrap="square" lIns="0" tIns="685800" rIns="0" bIns="0" rtlCol="0" anchor="t" anchorCtr="0">
            <a:noAutofit/>
          </a:bodyPr>
          <a:lstStyle>
            <a:lvl1pPr>
              <a:defRPr lang="en-US" sz="900">
                <a:solidFill>
                  <a:schemeClr val="accent4"/>
                </a:solidFill>
                <a:latin typeface="Segoe UI" panose="020B0502040204020203" pitchFamily="34" charset="0"/>
              </a:defRPr>
            </a:lvl1pPr>
          </a:lstStyle>
          <a:p>
            <a:pPr lvl="0" algn="ctr">
              <a:lnSpc>
                <a:spcPts val="900"/>
              </a:lnSpc>
            </a:pPr>
            <a:r>
              <a:rPr lang="en-US"/>
              <a:t>Drag &amp; drop your </a:t>
            </a:r>
            <a:br>
              <a:rPr lang="en-US"/>
            </a:br>
            <a:r>
              <a:rPr lang="en-US"/>
              <a:t>photo here or click </a:t>
            </a:r>
            <a:br>
              <a:rPr lang="en-US"/>
            </a:br>
            <a:r>
              <a:rPr lang="en-US"/>
              <a:t>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4F8ACD12-568F-29F4-CD72-969BB489708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134158" y="4600527"/>
            <a:ext cx="2468563" cy="8617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579075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hidden="1">
            <a:extLst>
              <a:ext uri="{FF2B5EF4-FFF2-40B4-BE49-F238E27FC236}">
                <a16:creationId xmlns:a16="http://schemas.microsoft.com/office/drawing/2014/main" id="{094AE9F0-FC08-FA61-CA1F-1343D9AAB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7143"/>
          <a:stretch/>
        </p:blipFill>
        <p:spPr>
          <a:xfrm>
            <a:off x="0" y="3918856"/>
            <a:ext cx="12192000" cy="2939143"/>
          </a:xfrm>
          <a:prstGeom prst="rect">
            <a:avLst/>
          </a:prstGeom>
        </p:spPr>
      </p:pic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EA6A152-8595-3F05-4FDF-907BFDCEAFA6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 bwMode="ltGray">
          <a:xfrm>
            <a:off x="2741613" y="2057806"/>
            <a:ext cx="2350641" cy="2350641"/>
          </a:xfrm>
          <a:prstGeom prst="ellipse">
            <a:avLst/>
          </a:prstGeom>
          <a:blipFill dpi="0"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wrap="square" lIns="0" tIns="685800" rIns="0" bIns="0" rtlCol="0" anchor="t" anchorCtr="0">
            <a:noAutofit/>
          </a:bodyPr>
          <a:lstStyle>
            <a:lvl1pPr>
              <a:defRPr lang="en-US" sz="900" dirty="0">
                <a:solidFill>
                  <a:schemeClr val="accent4"/>
                </a:solidFill>
                <a:latin typeface="Segoe UI" panose="020B0502040204020203" pitchFamily="34" charset="0"/>
              </a:defRPr>
            </a:lvl1pPr>
          </a:lstStyle>
          <a:p>
            <a:pPr lvl="0" algn="ctr">
              <a:lnSpc>
                <a:spcPts val="900"/>
              </a:lnSpc>
            </a:pPr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0BDC7F4-8A47-37AA-76B4-2DE58878B286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6609015" y="2057805"/>
            <a:ext cx="2350641" cy="2350641"/>
          </a:xfrm>
          <a:prstGeom prst="ellipse">
            <a:avLst/>
          </a:prstGeom>
          <a:blipFill dpi="0"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wrap="square" lIns="0" tIns="685800" rIns="0" bIns="0" rtlCol="0" anchor="t" anchorCtr="0">
            <a:noAutofit/>
          </a:bodyPr>
          <a:lstStyle>
            <a:lvl1pPr>
              <a:defRPr lang="en-US" sz="900" dirty="0">
                <a:solidFill>
                  <a:schemeClr val="accent4"/>
                </a:solidFill>
                <a:latin typeface="Segoe UI" panose="020B0502040204020203" pitchFamily="34" charset="0"/>
              </a:defRPr>
            </a:lvl1pPr>
          </a:lstStyle>
          <a:p>
            <a:pPr lvl="0" algn="ctr">
              <a:lnSpc>
                <a:spcPts val="900"/>
              </a:lnSpc>
            </a:pPr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678BE48-477D-71E5-A745-4D19E1AE1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75AA16D1-9BFA-E19B-A284-FBEBE340D98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743200" y="4672584"/>
            <a:ext cx="3310128" cy="758952"/>
          </a:xfrm>
        </p:spPr>
        <p:txBody>
          <a:bodyPr/>
          <a:lstStyle>
            <a:lvl2pPr>
              <a:defRPr/>
            </a:lvl2pPr>
            <a:lvl3pPr>
              <a:defRPr/>
            </a:lvl3pPr>
            <a:lvl4pPr marL="221361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2358D518-DAFA-2056-13A1-41F5376CBF4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611112" y="4672584"/>
            <a:ext cx="3310128" cy="758952"/>
          </a:xfrm>
        </p:spPr>
        <p:txBody>
          <a:bodyPr/>
          <a:lstStyle>
            <a:lvl2pPr>
              <a:defRPr/>
            </a:lvl2pPr>
            <a:lvl3pPr>
              <a:defRPr/>
            </a:lvl3pPr>
            <a:lvl4pPr marL="221361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1819255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 full pag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b="0" i="0">
              <a:solidFill>
                <a:srgbClr val="FFFFFF"/>
              </a:solidFill>
              <a:latin typeface="Segoe UI" panose="020B0502040204020203" pitchFamily="34" charset="0"/>
              <a:ea typeface="Segoe UI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93776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585216" tIns="91440" rIns="0" bIns="91440" rtlCol="0">
            <a:spAutoFit/>
          </a:bodyPr>
          <a:lstStyle>
            <a:lvl1pPr marL="0" indent="0">
              <a:buNone/>
              <a:defRPr lang="en-US" sz="1999" b="1" i="0" dirty="0">
                <a:solidFill>
                  <a:srgbClr val="FFFFFF"/>
                </a:solidFill>
                <a:latin typeface="Segoe Pro Display Semibold" panose="020B0702040504020203" pitchFamily="34" charset="0"/>
                <a:cs typeface="Segoe UI Semibold" panose="020B0502040204020203" pitchFamily="34" charset="0"/>
              </a:defRPr>
            </a:lvl1pPr>
          </a:lstStyle>
          <a:p>
            <a:pPr marL="0" lvl="0" indent="0">
              <a:buNone/>
            </a:pPr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1438" y="710247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57306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438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b="0" i="0">
              <a:solidFill>
                <a:srgbClr val="FFFFFF"/>
              </a:solidFill>
              <a:latin typeface="Segoe UI" panose="020B0502040204020203" pitchFamily="34" charset="0"/>
              <a:ea typeface="Segoe UI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 b="1" i="0">
                <a:solidFill>
                  <a:srgbClr val="FFFFFF"/>
                </a:solidFill>
                <a:latin typeface="Segoe Pro Display Semibold" panose="020B07020405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B16131-F6AF-FDB2-A809-BA7F5A5A7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441013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b="0" i="0">
              <a:solidFill>
                <a:srgbClr val="FFFFFF"/>
              </a:solidFill>
              <a:latin typeface="Segoe UI" panose="020B0502040204020203" pitchFamily="34" charset="0"/>
              <a:ea typeface="Segoe UI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 b="1" i="0">
                <a:solidFill>
                  <a:srgbClr val="FFFFFF"/>
                </a:solidFill>
                <a:latin typeface="Segoe Pro Display Semibold" panose="020B07020405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01256B-21C1-0BD5-2528-612ED1DF6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5760A0A-0281-B7EC-9EB8-1B6C37596A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788" y="1227138"/>
            <a:ext cx="11018837" cy="1295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9953699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b="0" i="0">
              <a:solidFill>
                <a:srgbClr val="FFFFFF"/>
              </a:solidFill>
              <a:latin typeface="Segoe UI" panose="020B0502040204020203" pitchFamily="34" charset="0"/>
              <a:ea typeface="Segoe UI" pitchFamily="34" charset="0"/>
              <a:cs typeface="Segoe UI" panose="020B0502040204020203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30887"/>
          </a:xfrm>
        </p:spPr>
        <p:txBody>
          <a:bodyPr/>
          <a:lstStyle>
            <a:lvl1pPr>
              <a:defRPr sz="2800" b="1" i="0">
                <a:solidFill>
                  <a:schemeClr val="tx1"/>
                </a:solidFill>
                <a:latin typeface="Segoe Pro Display Semibold" panose="020B07020405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 b="1" i="0">
                <a:solidFill>
                  <a:srgbClr val="FFFFFF"/>
                </a:solidFill>
                <a:latin typeface="Segoe Pro Display Semibold" panose="020B07020405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92A6924-00A5-5635-7D76-41A9030CF7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788" y="4995863"/>
            <a:ext cx="11018837" cy="1295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4646570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b="0" i="0">
              <a:solidFill>
                <a:srgbClr val="FFFFFF"/>
              </a:solidFill>
              <a:latin typeface="Segoe UI" panose="020B0502040204020203" pitchFamily="34" charset="0"/>
              <a:ea typeface="Segoe UI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 b="1" i="0">
                <a:solidFill>
                  <a:srgbClr val="FFFFFF"/>
                </a:solidFill>
                <a:latin typeface="Segoe Pro Display Semibold" panose="020B07020405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BA410A3-E36D-1F5A-1C17-3A4CCD5DF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4040887" cy="86177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34281562-BE60-D0E5-7E42-3693037B37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789" y="1557338"/>
            <a:ext cx="4040888" cy="1295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71035691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Left s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b="0" i="0">
              <a:solidFill>
                <a:srgbClr val="FFFFFF"/>
              </a:solidFill>
              <a:latin typeface="Segoe UI" panose="020B0502040204020203" pitchFamily="34" charset="0"/>
              <a:ea typeface="Segoe UI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30887"/>
          </a:xfrm>
        </p:spPr>
        <p:txBody>
          <a:bodyPr/>
          <a:lstStyle>
            <a:lvl1pPr>
              <a:defRPr sz="2800" b="1" i="0">
                <a:solidFill>
                  <a:schemeClr val="tx1"/>
                </a:solidFill>
                <a:latin typeface="Segoe Pro Display Semibold" panose="020B07020405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 b="1" i="0">
                <a:solidFill>
                  <a:srgbClr val="FFFFFF"/>
                </a:solidFill>
                <a:latin typeface="Segoe Pro Display Semibold" panose="020B07020405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CCBD11-C889-A211-1B6E-829F89A6C6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575550" y="1336675"/>
            <a:ext cx="4029075" cy="1295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91382853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CF7D35-8134-E1C0-4DD0-1A1100BB4C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338554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i="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3223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cap="none" spc="-50" baseline="0" dirty="0">
                <a:ln w="3175">
                  <a:noFill/>
                </a:ln>
                <a:solidFill>
                  <a:schemeClr val="tx2"/>
                </a:solidFill>
                <a:effectLst/>
                <a:latin typeface="+mj-lt"/>
                <a:ea typeface="+mn-ea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</p:spTree>
    <p:extLst>
      <p:ext uri="{BB962C8B-B14F-4D97-AF65-F5344CB8AC3E}">
        <p14:creationId xmlns:p14="http://schemas.microsoft.com/office/powerpoint/2010/main" val="713197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56153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F89DB9-3E47-DF44-BF1A-37434A56F4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8567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k you.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404911-0EE4-4B65-CAF3-46F93C60C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212320" cy="68783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7AD43B6-0241-B3FB-C35A-DF1098CF7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1198" t="16587" b="14807"/>
          <a:stretch/>
        </p:blipFill>
        <p:spPr>
          <a:xfrm>
            <a:off x="4898948" y="0"/>
            <a:ext cx="675108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4334D10-ACF2-D848-265B-AD4B0820D90D}"/>
              </a:ext>
            </a:extLst>
          </p:cNvPr>
          <p:cNvSpPr txBox="1">
            <a:spLocks/>
          </p:cNvSpPr>
          <p:nvPr userDrawn="1"/>
        </p:nvSpPr>
        <p:spPr>
          <a:xfrm>
            <a:off x="585217" y="3035808"/>
            <a:ext cx="4159628" cy="49859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cap="none" spc="-50" baseline="0" dirty="0">
                <a:ln w="3175">
                  <a:noFill/>
                </a:ln>
                <a:solidFill>
                  <a:schemeClr val="bg2"/>
                </a:solidFill>
                <a:effectLst/>
                <a:latin typeface="+mj-lt"/>
                <a:ea typeface="+mn-ea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2855801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96F46A-A498-388D-413C-98642CC1B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Box 3" descr="This is a copyright notice that should be included on the final slide."/>
          <p:cNvSpPr txBox="1">
            <a:spLocks noChangeArrowheads="1"/>
          </p:cNvSpPr>
          <p:nvPr userDrawn="1"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b="0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© Copyright Microsoft Corporation. All rights reserved. </a:t>
            </a:r>
          </a:p>
        </p:txBody>
      </p:sp>
      <p:pic>
        <p:nvPicPr>
          <p:cNvPr id="5" name="Picture 4" descr="Microsoft Teams Logo">
            <a:extLst>
              <a:ext uri="{FF2B5EF4-FFF2-40B4-BE49-F238E27FC236}">
                <a16:creationId xmlns:a16="http://schemas.microsoft.com/office/drawing/2014/main" id="{286FD364-646F-4818-9F75-F213E270A1C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8039" y="305421"/>
            <a:ext cx="2659872" cy="866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725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b="0" i="0" spc="-51" baseline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5829B-E9DA-3B0A-83BF-B82901FFD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DFD87E4-7165-4B29-06BE-369B178D7C4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11018838" cy="4311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85864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338554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200" b="0" i="0" spc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7977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3600" b="1" i="0" spc="-50" baseline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pic>
        <p:nvPicPr>
          <p:cNvPr id="7" name="Picture 6" descr="Microsoft Teams Logo">
            <a:extLst>
              <a:ext uri="{FF2B5EF4-FFF2-40B4-BE49-F238E27FC236}">
                <a16:creationId xmlns:a16="http://schemas.microsoft.com/office/drawing/2014/main" id="{5567DD40-CB92-4D5A-9AA9-9409080A9E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8039" y="305421"/>
            <a:ext cx="2659872" cy="866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6634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338554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200" b="0" i="0" spc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7977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3600" b="1" i="0" spc="-50" baseline="0">
                <a:solidFill>
                  <a:schemeClr val="accent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pic>
        <p:nvPicPr>
          <p:cNvPr id="6" name="Picture 5" descr="Microsoft Teams Logo">
            <a:extLst>
              <a:ext uri="{FF2B5EF4-FFF2-40B4-BE49-F238E27FC236}">
                <a16:creationId xmlns:a16="http://schemas.microsoft.com/office/drawing/2014/main" id="{EFFF51FB-E117-42D5-B29F-49F07B3306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8039" y="305420"/>
            <a:ext cx="2659872" cy="866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1229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surface with wavy lines&#10;&#10;Description automatically generated">
            <a:extLst>
              <a:ext uri="{FF2B5EF4-FFF2-40B4-BE49-F238E27FC236}">
                <a16:creationId xmlns:a16="http://schemas.microsoft.com/office/drawing/2014/main" id="{B192421A-06EC-4030-4087-57D4031075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75" b="16279"/>
          <a:stretch/>
        </p:blipFill>
        <p:spPr>
          <a:xfrm>
            <a:off x="1" y="0"/>
            <a:ext cx="12192000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952E7AE-D109-7181-38A9-DBF7E9B276A4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0">
                <a:srgbClr val="FFF8F3">
                  <a:alpha val="74000"/>
                </a:srgbClr>
              </a:gs>
              <a:gs pos="82000">
                <a:srgbClr val="FFF8F3">
                  <a:alpha val="91000"/>
                </a:srgbClr>
              </a:gs>
            </a:gsLst>
            <a:lin ang="108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IN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84200" y="3962400"/>
            <a:ext cx="9144000" cy="338554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200" b="0" i="0" spc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sp>
        <p:nvSpPr>
          <p:cNvPr id="9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84200" y="297977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3600" b="1" i="0" spc="-50" baseline="0">
                <a:solidFill>
                  <a:schemeClr val="accent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pic>
        <p:nvPicPr>
          <p:cNvPr id="6" name="Picture 5" descr="Microsoft Teams Logo">
            <a:extLst>
              <a:ext uri="{FF2B5EF4-FFF2-40B4-BE49-F238E27FC236}">
                <a16:creationId xmlns:a16="http://schemas.microsoft.com/office/drawing/2014/main" id="{EFFF51FB-E117-42D5-B29F-49F07B33065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8039" y="305420"/>
            <a:ext cx="2659872" cy="866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3541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169B9E47-D4A7-8F4B-933F-AECD3FED40F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504387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b="0" i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85750" indent="-125413">
              <a:defRPr lang="en-US" sz="1600" b="0" i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38150" indent="-133350">
              <a:defRPr lang="en-US" b="0" i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566738" indent="-114300">
              <a:defRPr lang="en-US" b="0" i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685800" indent="-109538">
              <a:defRPr lang="en-US" b="0" i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8F66FABA-8AB7-CD44-B776-784790DE760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666187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1" i="0">
                <a:solidFill>
                  <a:schemeClr val="tx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80F7ACC-145B-CF45-AAB9-7961394820D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511027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b="0" i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85750" indent="-125413">
              <a:defRPr lang="en-US" sz="1600" b="0" i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38150" indent="-133350">
              <a:defRPr lang="en-US" b="0" i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566738" indent="-114300">
              <a:defRPr lang="en-US" b="0" i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685800" indent="-109538">
              <a:defRPr lang="en-US" b="0" i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D2F0C722-74E8-854E-ABB2-95FEA25740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666187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1" i="0">
                <a:solidFill>
                  <a:schemeClr val="tx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6B6DD043-AF71-E04E-90DA-432FF63F1E3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504387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b="0" i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85750" indent="-125413">
              <a:defRPr lang="en-US" sz="1600" b="0" i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38150" indent="-133350">
              <a:defRPr lang="en-US" b="0" i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566738" indent="-114300">
              <a:defRPr lang="en-US" b="0" i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685800" indent="-109538">
              <a:defRPr lang="en-US" b="0" i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AC708B6-8E29-B54E-B5BC-22D3F3A79D3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666187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1" i="0">
                <a:solidFill>
                  <a:schemeClr val="tx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B9228C5F-84CB-BF4A-8982-6BBE1AE9B2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511027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b="0" i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85750" indent="-125413">
              <a:defRPr lang="en-US" sz="1600" b="0" i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38150" indent="-133350">
              <a:defRPr lang="en-US" b="0" i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566738" indent="-114300">
              <a:defRPr lang="en-US" b="0" i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685800" indent="-109538">
              <a:defRPr lang="en-US" b="0" i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5A33786E-BA2A-7946-B8B0-AFD7EB6632A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666187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1" i="0">
                <a:solidFill>
                  <a:schemeClr val="tx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6876D24-870A-4C04-9294-3311C48026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11018520" cy="430887"/>
          </a:xfrm>
        </p:spPr>
        <p:txBody>
          <a:bodyPr/>
          <a:lstStyle>
            <a:lvl1pPr>
              <a:defRPr sz="2800" b="1" i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701378029"/>
      </p:ext>
    </p:extLst>
  </p:cSld>
  <p:clrMapOvr>
    <a:masterClrMapping/>
  </p:clrMapOvr>
  <p:transition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2DC88330-CF4F-8042-AC6A-DE435746CEE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52948" y="3557617"/>
            <a:ext cx="5790787" cy="307777"/>
          </a:xfrm>
        </p:spPr>
        <p:txBody>
          <a:bodyPr wrap="square">
            <a:spAutoFit/>
          </a:bodyPr>
          <a:lstStyle>
            <a:lvl1pPr marL="0" indent="0">
              <a:buNone/>
              <a:defRPr lang="en-US" sz="2000" dirty="0">
                <a:solidFill>
                  <a:schemeClr val="tx1"/>
                </a:solidFill>
              </a:defRPr>
            </a:lvl1pPr>
            <a:lvl2pPr marL="285750" indent="-125413">
              <a:defRPr lang="en-US" sz="1600" dirty="0">
                <a:solidFill>
                  <a:srgbClr val="747473"/>
                </a:solidFill>
              </a:defRPr>
            </a:lvl2pPr>
            <a:lvl3pPr marL="438150" indent="-133350">
              <a:defRPr lang="en-US" dirty="0">
                <a:solidFill>
                  <a:srgbClr val="747473"/>
                </a:solidFill>
              </a:defRPr>
            </a:lvl3pPr>
            <a:lvl4pPr marL="566738" indent="-114300">
              <a:defRPr lang="en-US" dirty="0">
                <a:solidFill>
                  <a:srgbClr val="747473"/>
                </a:solidFill>
              </a:defRPr>
            </a:lvl4pPr>
            <a:lvl5pPr marL="685800" indent="-109538">
              <a:defRPr lang="en-US" dirty="0">
                <a:solidFill>
                  <a:srgbClr val="747473"/>
                </a:solidFill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D3E8F46-A884-8546-8FB0-7E986E7FF0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84201" y="3557615"/>
            <a:ext cx="467986" cy="30777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 i="0">
                <a:solidFill>
                  <a:srgbClr val="5D5AD5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EB5D655A-3EEA-3F46-8DF9-C02C9731BC5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52948" y="3181835"/>
            <a:ext cx="5790787" cy="307777"/>
          </a:xfrm>
        </p:spPr>
        <p:txBody>
          <a:bodyPr wrap="square">
            <a:spAutoFit/>
          </a:bodyPr>
          <a:lstStyle>
            <a:lvl1pPr marL="0" indent="0">
              <a:buNone/>
              <a:defRPr lang="en-US" sz="2000" dirty="0">
                <a:solidFill>
                  <a:schemeClr val="tx1"/>
                </a:solidFill>
              </a:defRPr>
            </a:lvl1pPr>
            <a:lvl2pPr marL="285750" indent="-125413">
              <a:defRPr lang="en-US" sz="1600" dirty="0">
                <a:solidFill>
                  <a:srgbClr val="747473"/>
                </a:solidFill>
              </a:defRPr>
            </a:lvl2pPr>
            <a:lvl3pPr marL="438150" indent="-133350">
              <a:defRPr lang="en-US" dirty="0">
                <a:solidFill>
                  <a:srgbClr val="747473"/>
                </a:solidFill>
              </a:defRPr>
            </a:lvl3pPr>
            <a:lvl4pPr marL="566738" indent="-114300">
              <a:defRPr lang="en-US" dirty="0">
                <a:solidFill>
                  <a:srgbClr val="747473"/>
                </a:solidFill>
              </a:defRPr>
            </a:lvl4pPr>
            <a:lvl5pPr marL="685800" indent="-109538">
              <a:defRPr lang="en-US" dirty="0">
                <a:solidFill>
                  <a:srgbClr val="747473"/>
                </a:solidFill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384E171F-B0E2-AA4E-9E98-C2FBBB1E35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4201" y="3181835"/>
            <a:ext cx="467986" cy="30777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 i="0">
                <a:solidFill>
                  <a:srgbClr val="5D5AD5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26D69D38-758C-7B49-B3A5-187966E719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52948" y="2806055"/>
            <a:ext cx="5790787" cy="307777"/>
          </a:xfrm>
        </p:spPr>
        <p:txBody>
          <a:bodyPr wrap="square">
            <a:spAutoFit/>
          </a:bodyPr>
          <a:lstStyle>
            <a:lvl1pPr marL="0" indent="0">
              <a:buNone/>
              <a:defRPr lang="en-US" sz="2000" dirty="0">
                <a:solidFill>
                  <a:schemeClr val="tx1"/>
                </a:solidFill>
              </a:defRPr>
            </a:lvl1pPr>
            <a:lvl2pPr marL="285750" indent="-125413">
              <a:defRPr lang="en-US" sz="1600" dirty="0">
                <a:solidFill>
                  <a:srgbClr val="747473"/>
                </a:solidFill>
              </a:defRPr>
            </a:lvl2pPr>
            <a:lvl3pPr marL="438150" indent="-133350">
              <a:defRPr lang="en-US" dirty="0">
                <a:solidFill>
                  <a:srgbClr val="747473"/>
                </a:solidFill>
              </a:defRPr>
            </a:lvl3pPr>
            <a:lvl4pPr marL="566738" indent="-114300">
              <a:defRPr lang="en-US" dirty="0">
                <a:solidFill>
                  <a:srgbClr val="747473"/>
                </a:solidFill>
              </a:defRPr>
            </a:lvl4pPr>
            <a:lvl5pPr marL="685800" indent="-109538">
              <a:defRPr lang="en-US" dirty="0">
                <a:solidFill>
                  <a:srgbClr val="747473"/>
                </a:solidFill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63B61F84-ABD5-8648-B558-796006AA045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4201" y="2806055"/>
            <a:ext cx="467986" cy="30777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 i="0">
                <a:solidFill>
                  <a:srgbClr val="5D5AD5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804F4C3E-9FC0-DB4D-8D21-6D56432FE1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948" y="2417749"/>
            <a:ext cx="5790787" cy="307777"/>
          </a:xfrm>
        </p:spPr>
        <p:txBody>
          <a:bodyPr wrap="square">
            <a:spAutoFit/>
          </a:bodyPr>
          <a:lstStyle>
            <a:lvl1pPr marL="0" indent="0">
              <a:buNone/>
              <a:defRPr lang="en-US" sz="2000" dirty="0">
                <a:solidFill>
                  <a:schemeClr val="tx1"/>
                </a:solidFill>
              </a:defRPr>
            </a:lvl1pPr>
            <a:lvl2pPr marL="285750" indent="-125413">
              <a:defRPr lang="en-US" sz="1600" dirty="0">
                <a:solidFill>
                  <a:srgbClr val="747473"/>
                </a:solidFill>
              </a:defRPr>
            </a:lvl2pPr>
            <a:lvl3pPr marL="438150" indent="-133350">
              <a:defRPr lang="en-US" dirty="0">
                <a:solidFill>
                  <a:srgbClr val="747473"/>
                </a:solidFill>
              </a:defRPr>
            </a:lvl3pPr>
            <a:lvl4pPr marL="566738" indent="-114300">
              <a:defRPr lang="en-US" dirty="0">
                <a:solidFill>
                  <a:srgbClr val="747473"/>
                </a:solidFill>
              </a:defRPr>
            </a:lvl4pPr>
            <a:lvl5pPr marL="685800" indent="-109538">
              <a:defRPr lang="en-US" dirty="0">
                <a:solidFill>
                  <a:srgbClr val="747473"/>
                </a:solidFill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31D50A13-4F84-9246-AAE0-27B2B835174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201" y="2417747"/>
            <a:ext cx="467986" cy="30777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 i="0">
                <a:solidFill>
                  <a:srgbClr val="5D5AD5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78C925AD-00CE-2349-8207-C79406FC49D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52948" y="2041967"/>
            <a:ext cx="5790787" cy="307777"/>
          </a:xfrm>
        </p:spPr>
        <p:txBody>
          <a:bodyPr wrap="square">
            <a:spAutoFit/>
          </a:bodyPr>
          <a:lstStyle>
            <a:lvl1pPr marL="0" indent="0">
              <a:buNone/>
              <a:defRPr lang="en-US" sz="2000" dirty="0">
                <a:solidFill>
                  <a:schemeClr val="tx1"/>
                </a:solidFill>
              </a:defRPr>
            </a:lvl1pPr>
            <a:lvl2pPr marL="285750" indent="-125413">
              <a:defRPr lang="en-US" sz="1600" dirty="0">
                <a:solidFill>
                  <a:srgbClr val="747473"/>
                </a:solidFill>
              </a:defRPr>
            </a:lvl2pPr>
            <a:lvl3pPr marL="438150" indent="-133350">
              <a:defRPr lang="en-US" dirty="0">
                <a:solidFill>
                  <a:srgbClr val="747473"/>
                </a:solidFill>
              </a:defRPr>
            </a:lvl3pPr>
            <a:lvl4pPr marL="566738" indent="-114300">
              <a:defRPr lang="en-US" dirty="0">
                <a:solidFill>
                  <a:srgbClr val="747473"/>
                </a:solidFill>
              </a:defRPr>
            </a:lvl4pPr>
            <a:lvl5pPr marL="685800" indent="-109538">
              <a:defRPr lang="en-US" dirty="0">
                <a:solidFill>
                  <a:srgbClr val="747473"/>
                </a:solidFill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59C73EE-192A-DC41-998B-295E17CA67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4201" y="2041967"/>
            <a:ext cx="467986" cy="30777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 i="0">
                <a:solidFill>
                  <a:srgbClr val="5D5AD5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EDCCC92-5800-7840-A07F-7142E9682A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2948" y="1666187"/>
            <a:ext cx="5790787" cy="307777"/>
          </a:xfrm>
        </p:spPr>
        <p:txBody>
          <a:bodyPr wrap="square">
            <a:spAutoFit/>
          </a:bodyPr>
          <a:lstStyle>
            <a:lvl1pPr marL="0" indent="0">
              <a:buNone/>
              <a:defRPr lang="en-US" sz="2000" dirty="0">
                <a:solidFill>
                  <a:schemeClr val="tx1"/>
                </a:solidFill>
              </a:defRPr>
            </a:lvl1pPr>
            <a:lvl2pPr marL="285750" indent="-125413">
              <a:defRPr lang="en-US" sz="1600" dirty="0">
                <a:solidFill>
                  <a:srgbClr val="747473"/>
                </a:solidFill>
              </a:defRPr>
            </a:lvl2pPr>
            <a:lvl3pPr marL="438150" indent="-133350">
              <a:defRPr lang="en-US" dirty="0">
                <a:solidFill>
                  <a:srgbClr val="747473"/>
                </a:solidFill>
              </a:defRPr>
            </a:lvl3pPr>
            <a:lvl4pPr marL="566738" indent="-114300">
              <a:defRPr lang="en-US" dirty="0">
                <a:solidFill>
                  <a:srgbClr val="747473"/>
                </a:solidFill>
              </a:defRPr>
            </a:lvl4pPr>
            <a:lvl5pPr marL="685800" indent="-109538">
              <a:defRPr lang="en-US" dirty="0">
                <a:solidFill>
                  <a:srgbClr val="747473"/>
                </a:solidFill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E8E2107F-D756-284E-A18C-EC19015DFD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1" y="1666187"/>
            <a:ext cx="467986" cy="30777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 i="0">
                <a:solidFill>
                  <a:srgbClr val="5D5AD5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7F93F86-C8E9-4C2B-8A89-9651C91CBE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11018520" cy="430887"/>
          </a:xfrm>
        </p:spPr>
        <p:txBody>
          <a:bodyPr/>
          <a:lstStyle>
            <a:lvl1pPr>
              <a:defRPr sz="2800" b="1" i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093525304"/>
      </p:ext>
    </p:extLst>
  </p:cSld>
  <p:clrMapOvr>
    <a:masterClrMapping/>
  </p:clrMapOvr>
  <p:transition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787CE68-382E-9E27-9552-0CDBF3249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931C13-91CA-1E4E-BA2A-D76092953A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2416" y="4383719"/>
            <a:ext cx="8025384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i="0" spc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Company or position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8239844E-B1F9-4340-B431-2107F3D0EB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82416" y="4060953"/>
            <a:ext cx="8025384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i="0" spc="0" baseline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271B509-7ED5-6A44-A21F-2ED4CE9996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2416" y="585788"/>
            <a:ext cx="8025384" cy="2946033"/>
          </a:xfrm>
          <a:noFill/>
        </p:spPr>
        <p:txBody>
          <a:bodyPr wrap="square" lIns="0" tIns="0" rIns="0" bIns="0" anchor="b" anchorCtr="0">
            <a:norm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Quote text</a:t>
            </a:r>
          </a:p>
        </p:txBody>
      </p:sp>
      <p:pic>
        <p:nvPicPr>
          <p:cNvPr id="7" name="Picture 6" descr="Quotation mark">
            <a:extLst>
              <a:ext uri="{FF2B5EF4-FFF2-40B4-BE49-F238E27FC236}">
                <a16:creationId xmlns:a16="http://schemas.microsoft.com/office/drawing/2014/main" id="{EABB847D-C857-0388-8E19-D6724CB4046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4200" y="1195786"/>
            <a:ext cx="2226687" cy="1938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8474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0CC7F2DC-DA7A-C66B-6ABF-4917841A28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2416" y="4383719"/>
            <a:ext cx="8025384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 i="0" spc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Company or position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44E0F64-D555-46D8-2B0F-6941E3612B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82416" y="4060953"/>
            <a:ext cx="8025384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1" i="0" spc="0" baseline="0">
                <a:solidFill>
                  <a:schemeClr val="accent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E6E25D-72D6-C4EE-C285-BCEF9463E0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2416" y="585788"/>
            <a:ext cx="8025384" cy="2946033"/>
          </a:xfrm>
          <a:noFill/>
        </p:spPr>
        <p:txBody>
          <a:bodyPr wrap="square" lIns="0" tIns="0" rIns="0" bIns="0" anchor="b" anchorCtr="0">
            <a:norm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Quote text</a:t>
            </a:r>
          </a:p>
        </p:txBody>
      </p:sp>
      <p:pic>
        <p:nvPicPr>
          <p:cNvPr id="4" name="Picture 3" descr="Quotation mark">
            <a:extLst>
              <a:ext uri="{FF2B5EF4-FFF2-40B4-BE49-F238E27FC236}">
                <a16:creationId xmlns:a16="http://schemas.microsoft.com/office/drawing/2014/main" id="{298CE0A9-070B-8C0A-DE4D-0D7941F180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4200" y="1195786"/>
            <a:ext cx="2231136" cy="194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164055"/>
      </p:ext>
    </p:extLst>
  </p:cSld>
  <p:clrMapOvr>
    <a:masterClrMapping/>
  </p:clrMapOvr>
  <p:transition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48612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30887"/>
          </a:xfrm>
        </p:spPr>
        <p:txBody>
          <a:bodyPr/>
          <a:lstStyle>
            <a:lvl1pPr>
              <a:defRPr sz="2800" b="1" i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945400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1551194"/>
          </a:xfrm>
        </p:spPr>
        <p:txBody>
          <a:bodyPr wrap="square">
            <a:sp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30887"/>
          </a:xfrm>
        </p:spPr>
        <p:txBody>
          <a:bodyPr/>
          <a:lstStyle>
            <a:lvl1pPr>
              <a:defRPr sz="2800" b="1" i="0"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843258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30887"/>
          </a:xfrm>
        </p:spPr>
        <p:txBody>
          <a:bodyPr/>
          <a:lstStyle>
            <a:lvl1pPr>
              <a:defRPr sz="2800" b="1" i="0">
                <a:solidFill>
                  <a:schemeClr val="accent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68E845C-8088-0BD9-D526-9F4B435278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88263" y="6642100"/>
            <a:ext cx="1828800" cy="153888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IN"/>
              <a:t>Microsoft Confidential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0C64FE-F087-B826-FDDC-B4A2D294E5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horzOverflow="overflow" lIns="0" tIns="0" rIns="0" bIns="0">
            <a:spAutoFit/>
          </a:bodyPr>
          <a:lstStyle>
            <a:lvl1pPr algn="r">
              <a:defRPr lang="en-IN" sz="1000" smtClean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3302E203-FB2E-47FD-8059-ECB6D4F4A0D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3267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099"/>
            <a:ext cx="5211763" cy="4776129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776128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b="0" i="0">
                <a:solidFill>
                  <a:srgbClr val="A3A3A3"/>
                </a:solidFill>
                <a:latin typeface="Segoe UI" panose="020B0502040204020203" pitchFamily="34" charset="0"/>
              </a:rPr>
              <a:t>ELT layout</a:t>
            </a: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1927E47F-95A6-7AE2-8312-56EC75F54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30887"/>
          </a:xfrm>
        </p:spPr>
        <p:txBody>
          <a:bodyPr/>
          <a:lstStyle>
            <a:lvl1pPr>
              <a:defRPr sz="2800" b="1" i="0"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50338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551194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4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652462" indent="0">
              <a:buFont typeface="Wingdings" panose="05000000000000000000" pitchFamily="2" charset="2"/>
              <a:buNone/>
              <a:defRPr sz="1400"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551194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4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0850" indent="0">
              <a:buFont typeface="Wingdings" panose="05000000000000000000" pitchFamily="2" charset="2"/>
              <a:buNone/>
              <a:tabLst/>
              <a:defRPr sz="1600"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652462" indent="0">
              <a:buFont typeface="Wingdings" panose="05000000000000000000" pitchFamily="2" charset="2"/>
              <a:buNone/>
              <a:defRPr sz="1400"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854075" indent="0">
              <a:buFont typeface="Wingdings" panose="05000000000000000000" pitchFamily="2" charset="2"/>
              <a:buNone/>
              <a:tabLst/>
              <a:defRPr sz="1400"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FCD25B73-BA9B-D0D3-895E-354C0E82E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30887"/>
          </a:xfrm>
        </p:spPr>
        <p:txBody>
          <a:bodyPr/>
          <a:lstStyle>
            <a:lvl1pPr>
              <a:defRPr sz="2800" b="1" i="0"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8618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369332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400" b="1" i="0">
                <a:solidFill>
                  <a:schemeClr val="accent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369332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400" b="1" i="0">
                <a:solidFill>
                  <a:schemeClr val="accent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234FC4D5-DD95-271F-83C3-A4DBBDBB6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30887"/>
          </a:xfrm>
        </p:spPr>
        <p:txBody>
          <a:bodyPr/>
          <a:lstStyle>
            <a:lvl1pPr>
              <a:defRPr sz="2800" b="1" i="0"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6532345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369332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400" b="1" i="0">
                <a:solidFill>
                  <a:schemeClr val="accent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369332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400" b="1" i="0">
                <a:solidFill>
                  <a:schemeClr val="accent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2E000F64-0D2A-DE0E-F822-A5AD8F9C5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30887"/>
          </a:xfrm>
        </p:spPr>
        <p:txBody>
          <a:bodyPr/>
          <a:lstStyle>
            <a:lvl1pPr>
              <a:defRPr sz="2800" b="1" i="0"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14025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 b="1" i="0">
                <a:solidFill>
                  <a:schemeClr val="accent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 b="1" i="0">
                <a:solidFill>
                  <a:schemeClr val="accent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 b="1" i="0">
                <a:solidFill>
                  <a:schemeClr val="accent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422F4B52-9A8D-87A5-C075-8CF28727C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30887"/>
          </a:xfrm>
        </p:spPr>
        <p:txBody>
          <a:bodyPr/>
          <a:lstStyle>
            <a:lvl1pPr>
              <a:defRPr sz="2800" b="1" i="0"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618991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1" i="0">
                <a:solidFill>
                  <a:schemeClr val="accent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1" i="0">
                <a:solidFill>
                  <a:schemeClr val="accent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1" i="0">
                <a:solidFill>
                  <a:schemeClr val="accent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1" i="0">
                <a:solidFill>
                  <a:schemeClr val="accent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315E08ED-402C-303C-0402-682BEA62A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30887"/>
          </a:xfrm>
        </p:spPr>
        <p:txBody>
          <a:bodyPr/>
          <a:lstStyle>
            <a:lvl1pPr>
              <a:defRPr sz="2800" b="1" i="0"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8713115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 Bullet with Subtitle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1" i="0">
                <a:solidFill>
                  <a:schemeClr val="accent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1" i="0">
                <a:solidFill>
                  <a:schemeClr val="accent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1" i="0">
                <a:solidFill>
                  <a:schemeClr val="accent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1" i="0">
                <a:solidFill>
                  <a:schemeClr val="accent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1" i="0">
                <a:solidFill>
                  <a:schemeClr val="accent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7B0422C1-FB4E-64F8-296F-F4E83E7B1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30887"/>
          </a:xfrm>
        </p:spPr>
        <p:txBody>
          <a:bodyPr/>
          <a:lstStyle>
            <a:lvl1pPr>
              <a:defRPr sz="2800" b="1" i="0"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899867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11DCB628-7CC1-0234-DEFA-BB347232CE0D}"/>
              </a:ext>
            </a:extLst>
          </p:cNvPr>
          <p:cNvSpPr txBox="1">
            <a:spLocks/>
          </p:cNvSpPr>
          <p:nvPr userDrawn="1"/>
        </p:nvSpPr>
        <p:spPr>
          <a:xfrm>
            <a:off x="588263" y="457200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i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Text Semibold" pitchFamily="2" charset="0"/>
              </a:defRPr>
            </a:lvl1pPr>
          </a:lstStyle>
          <a:p>
            <a:r>
              <a:rPr lang="en-US" b="1" i="0">
                <a:latin typeface="Segoe UI Semibold" panose="020B0502040204020203" pitchFamily="34" charset="0"/>
                <a:cs typeface="Segoe UI Semibold" panose="020B0502040204020203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207954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998113"/>
            <a:ext cx="4127692" cy="861774"/>
          </a:xfrm>
        </p:spPr>
        <p:txBody>
          <a:bodyPr wrap="square" anchor="ctr">
            <a:spAutoFit/>
          </a:bodyPr>
          <a:lstStyle>
            <a:lvl1pPr>
              <a:defRPr b="1" i="0">
                <a:solidFill>
                  <a:schemeClr val="accent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57561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619538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430887"/>
          </a:xfrm>
        </p:spPr>
        <p:txBody>
          <a:bodyPr anchor="t"/>
          <a:lstStyle>
            <a:lvl1pPr>
              <a:defRPr sz="2800" b="1" i="0">
                <a:solidFill>
                  <a:schemeClr val="accent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55606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3211969"/>
            <a:ext cx="3182027" cy="430887"/>
          </a:xfrm>
        </p:spPr>
        <p:txBody>
          <a:bodyPr anchor="ctr"/>
          <a:lstStyle>
            <a:lvl1pPr>
              <a:defRPr sz="2800" b="1" i="0">
                <a:solidFill>
                  <a:schemeClr val="accent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b="0" i="0">
                <a:solidFill>
                  <a:srgbClr val="A3A3A3"/>
                </a:solidFill>
                <a:latin typeface="Segoe UI" panose="020B0502040204020203" pitchFamily="34" charset="0"/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1663206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 full pag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b="0" i="0">
              <a:solidFill>
                <a:srgbClr val="FFFFFF"/>
              </a:solidFill>
              <a:latin typeface="Segoe UI" panose="020B0502040204020203" pitchFamily="34" charset="0"/>
              <a:ea typeface="Segoe UI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93776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585216" tIns="91440" rIns="0" bIns="91440" rtlCol="0">
            <a:spAutoFit/>
          </a:bodyPr>
          <a:lstStyle>
            <a:lvl1pPr marL="0" indent="0">
              <a:buNone/>
              <a:defRPr lang="en-US" sz="1999" b="1" i="0" dirty="0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marL="0" lvl="0" indent="0">
              <a:buNone/>
            </a:pPr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1438" y="710247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461803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438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8755"/>
            <a:ext cx="11018520" cy="430887"/>
          </a:xfrm>
        </p:spPr>
        <p:txBody>
          <a:bodyPr anchor="ctr"/>
          <a:lstStyle>
            <a:lvl1pPr>
              <a:defRPr sz="2800" b="1" i="0"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b="0" i="0">
              <a:solidFill>
                <a:srgbClr val="FFFFFF"/>
              </a:solidFill>
              <a:latin typeface="Segoe UI" panose="020B0502040204020203" pitchFamily="34" charset="0"/>
              <a:ea typeface="Segoe UI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 b="1" i="0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396336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30887"/>
          </a:xfrm>
        </p:spPr>
        <p:txBody>
          <a:bodyPr/>
          <a:lstStyle>
            <a:lvl1pPr>
              <a:defRPr sz="2800" b="1" i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 b="0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b="0" i="0">
              <a:solidFill>
                <a:srgbClr val="FFFFFF"/>
              </a:solidFill>
              <a:latin typeface="Segoe UI" panose="020B0502040204020203" pitchFamily="34" charset="0"/>
              <a:ea typeface="Segoe UI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 b="1" i="0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229004050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b="0" i="0">
              <a:solidFill>
                <a:srgbClr val="FFFFFF"/>
              </a:solidFill>
              <a:latin typeface="Segoe UI" panose="020B0502040204020203" pitchFamily="34" charset="0"/>
              <a:ea typeface="Segoe UI" pitchFamily="34" charset="0"/>
              <a:cs typeface="Segoe UI" panose="020B0502040204020203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30887"/>
          </a:xfrm>
        </p:spPr>
        <p:txBody>
          <a:bodyPr/>
          <a:lstStyle>
            <a:lvl1pPr>
              <a:defRPr sz="2800" b="1" i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 b="1" i="0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 b="0" i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5272728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30887"/>
          </a:xfrm>
        </p:spPr>
        <p:txBody>
          <a:bodyPr/>
          <a:lstStyle>
            <a:lvl1pPr>
              <a:defRPr sz="2800" b="1" i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b="0" i="0">
              <a:solidFill>
                <a:srgbClr val="FFFFFF"/>
              </a:solidFill>
              <a:latin typeface="Segoe UI" panose="020B0502040204020203" pitchFamily="34" charset="0"/>
              <a:ea typeface="Segoe UI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 b="1" i="0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122354720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Left s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b="0" i="0">
              <a:solidFill>
                <a:srgbClr val="FFFFFF"/>
              </a:solidFill>
              <a:latin typeface="Segoe UI" panose="020B0502040204020203" pitchFamily="34" charset="0"/>
              <a:ea typeface="Segoe UI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30887"/>
          </a:xfrm>
        </p:spPr>
        <p:txBody>
          <a:bodyPr/>
          <a:lstStyle>
            <a:lvl1pPr>
              <a:defRPr sz="2800" b="1" i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 b="1" i="0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09358531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338554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b="0" i="0" spc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3223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cap="none" spc="-50" baseline="0" dirty="0">
                <a:ln w="3175">
                  <a:noFill/>
                </a:ln>
                <a:solidFill>
                  <a:schemeClr val="tx2"/>
                </a:solidFill>
                <a:effectLst/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</p:spTree>
    <p:extLst>
      <p:ext uri="{BB962C8B-B14F-4D97-AF65-F5344CB8AC3E}">
        <p14:creationId xmlns:p14="http://schemas.microsoft.com/office/powerpoint/2010/main" val="10578405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13089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4F3C2F-884D-BA8E-8799-BD6F13520AFF}"/>
              </a:ext>
            </a:extLst>
          </p:cNvPr>
          <p:cNvSpPr/>
          <p:nvPr userDrawn="1"/>
        </p:nvSpPr>
        <p:spPr bwMode="auto">
          <a:xfrm>
            <a:off x="0" y="0"/>
            <a:ext cx="4065588" cy="6858000"/>
          </a:xfrm>
          <a:prstGeom prst="rect">
            <a:avLst/>
          </a:prstGeom>
          <a:solidFill>
            <a:schemeClr val="tx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5D3EF9-62BD-F17C-D811-CF24704C50C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4200" y="6642100"/>
            <a:ext cx="1828800" cy="123111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064242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85913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ew picture_layou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surface with wavy lines&#10;&#10;Description automatically generated">
            <a:extLst>
              <a:ext uri="{FF2B5EF4-FFF2-40B4-BE49-F238E27FC236}">
                <a16:creationId xmlns:a16="http://schemas.microsoft.com/office/drawing/2014/main" id="{0B51D83E-9CED-4A49-98C3-7653F2B299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6279"/>
          <a:stretch/>
        </p:blipFill>
        <p:spPr>
          <a:xfrm>
            <a:off x="0" y="0"/>
            <a:ext cx="12287251" cy="68580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80F5614-085D-9FB1-5AAC-E4123EAF4647}"/>
              </a:ext>
            </a:extLst>
          </p:cNvPr>
          <p:cNvSpPr>
            <a:spLocks/>
          </p:cNvSpPr>
          <p:nvPr userDrawn="1"/>
        </p:nvSpPr>
        <p:spPr bwMode="auto">
          <a:xfrm>
            <a:off x="0" y="0"/>
            <a:ext cx="12287251" cy="6858000"/>
          </a:xfrm>
          <a:prstGeom prst="rect">
            <a:avLst/>
          </a:prstGeom>
          <a:gradFill>
            <a:gsLst>
              <a:gs pos="0">
                <a:srgbClr val="FFF8F3">
                  <a:alpha val="44000"/>
                </a:srgbClr>
              </a:gs>
              <a:gs pos="95000">
                <a:srgbClr val="FFF8F3">
                  <a:alpha val="91000"/>
                </a:srgbClr>
              </a:gs>
            </a:gsLst>
            <a:lin ang="16200000" scaled="1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IN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85E9E62E-4914-A2E9-A5BE-099B823DC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dirty="0">
                <a:effectLst>
                  <a:outerShdw blurRad="25400" dist="38100" dir="5400000" algn="t" rotWithShape="0">
                    <a:prstClr val="black">
                      <a:alpha val="15000"/>
                    </a:prstClr>
                  </a:outerShdw>
                </a:effectLst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2FB3351-95CA-7802-0596-1041BE6E15CB}"/>
              </a:ext>
            </a:extLst>
          </p:cNvPr>
          <p:cNvSpPr/>
          <p:nvPr userDrawn="1"/>
        </p:nvSpPr>
        <p:spPr bwMode="auto">
          <a:xfrm>
            <a:off x="504825" y="1436688"/>
            <a:ext cx="4509627" cy="5127625"/>
          </a:xfrm>
          <a:prstGeom prst="roundRect">
            <a:avLst>
              <a:gd name="adj" fmla="val 6881"/>
            </a:avLst>
          </a:prstGeom>
          <a:solidFill>
            <a:srgbClr val="FFFFFF"/>
          </a:solidFill>
          <a:ln w="6455" cap="flat">
            <a:noFill/>
            <a:prstDash val="solid"/>
            <a:miter/>
          </a:ln>
          <a:effectLst>
            <a:outerShdw blurRad="406400" sx="102000" sy="102000" algn="ctr" rotWithShape="0">
              <a:prstClr val="black">
                <a:alpha val="16000"/>
              </a:prstClr>
            </a:outerShdw>
          </a:effectLst>
        </p:spPr>
        <p:txBody>
          <a:bodyPr rtlCol="0" anchor="ctr"/>
          <a:lstStyle/>
          <a:p>
            <a:pPr lvl="0"/>
            <a:endParaRPr lang="en-IN" err="1">
              <a:solidFill>
                <a:schemeClr val="tx1"/>
              </a:solidFill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6503930-2818-4F8F-F0C8-16AA17C5339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336691" y="1436689"/>
            <a:ext cx="6272697" cy="3520315"/>
          </a:xfrm>
          <a:prstGeom prst="roundRect">
            <a:avLst>
              <a:gd name="adj" fmla="val 7468"/>
            </a:avLst>
          </a:prstGeom>
          <a:effectLst>
            <a:outerShdw blurRad="3048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N"/>
              <a:t>Click to insert image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3928BCCA-6C23-A14D-3CE5-FADA5AED6F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3742" y="3275111"/>
            <a:ext cx="4057334" cy="307777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1A69DD75-EADE-F6B1-3A91-4FDC977B666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1060" y="3763803"/>
            <a:ext cx="3930016" cy="246221"/>
          </a:xfrm>
        </p:spPr>
        <p:txBody>
          <a:bodyPr/>
          <a:lstStyle>
            <a:lvl1pPr marL="174625" indent="-174625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add bullets</a:t>
            </a:r>
            <a:endParaRPr lang="en-IN"/>
          </a:p>
        </p:txBody>
      </p:sp>
      <p:sp>
        <p:nvSpPr>
          <p:cNvPr id="8" name="Picture Placeholder 16">
            <a:extLst>
              <a:ext uri="{FF2B5EF4-FFF2-40B4-BE49-F238E27FC236}">
                <a16:creationId xmlns:a16="http://schemas.microsoft.com/office/drawing/2014/main" id="{B7B1C44A-5BC8-A504-2CAE-03F1FF0F4FF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2880712" y="1975043"/>
            <a:ext cx="836879" cy="838960"/>
          </a:xfrm>
          <a:custGeom>
            <a:avLst/>
            <a:gdLst>
              <a:gd name="connsiteX0" fmla="*/ 2024380 w 4048760"/>
              <a:gd name="connsiteY0" fmla="*/ 0 h 4048760"/>
              <a:gd name="connsiteX1" fmla="*/ 4048760 w 4048760"/>
              <a:gd name="connsiteY1" fmla="*/ 2024380 h 4048760"/>
              <a:gd name="connsiteX2" fmla="*/ 2024380 w 4048760"/>
              <a:gd name="connsiteY2" fmla="*/ 4048760 h 4048760"/>
              <a:gd name="connsiteX3" fmla="*/ 0 w 4048760"/>
              <a:gd name="connsiteY3" fmla="*/ 2024380 h 4048760"/>
              <a:gd name="connsiteX4" fmla="*/ 2024380 w 4048760"/>
              <a:gd name="connsiteY4" fmla="*/ 0 h 4048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8760" h="4048760">
                <a:moveTo>
                  <a:pt x="2024380" y="0"/>
                </a:moveTo>
                <a:cubicBezTo>
                  <a:pt x="3142414" y="0"/>
                  <a:pt x="4048760" y="906346"/>
                  <a:pt x="4048760" y="2024380"/>
                </a:cubicBezTo>
                <a:cubicBezTo>
                  <a:pt x="4048760" y="3142414"/>
                  <a:pt x="3142414" y="4048760"/>
                  <a:pt x="2024380" y="4048760"/>
                </a:cubicBezTo>
                <a:cubicBezTo>
                  <a:pt x="906346" y="4048760"/>
                  <a:pt x="0" y="3142414"/>
                  <a:pt x="0" y="2024380"/>
                </a:cubicBezTo>
                <a:cubicBezTo>
                  <a:pt x="0" y="906346"/>
                  <a:pt x="906346" y="0"/>
                  <a:pt x="2024380" y="0"/>
                </a:cubicBezTo>
                <a:close/>
              </a:path>
            </a:pathLst>
          </a:custGeom>
          <a:effectLst>
            <a:outerShdw blurRad="4191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IN"/>
              <a:t>Click to add picture</a:t>
            </a:r>
          </a:p>
        </p:txBody>
      </p:sp>
      <p:sp>
        <p:nvSpPr>
          <p:cNvPr id="9" name="Picture Placeholder 16">
            <a:extLst>
              <a:ext uri="{FF2B5EF4-FFF2-40B4-BE49-F238E27FC236}">
                <a16:creationId xmlns:a16="http://schemas.microsoft.com/office/drawing/2014/main" id="{964DB1D8-DADB-60E5-87D9-24A9D9A8A70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954197" y="1975043"/>
            <a:ext cx="836879" cy="838960"/>
          </a:xfrm>
          <a:custGeom>
            <a:avLst/>
            <a:gdLst>
              <a:gd name="connsiteX0" fmla="*/ 2024380 w 4048760"/>
              <a:gd name="connsiteY0" fmla="*/ 0 h 4048760"/>
              <a:gd name="connsiteX1" fmla="*/ 4048760 w 4048760"/>
              <a:gd name="connsiteY1" fmla="*/ 2024380 h 4048760"/>
              <a:gd name="connsiteX2" fmla="*/ 2024380 w 4048760"/>
              <a:gd name="connsiteY2" fmla="*/ 4048760 h 4048760"/>
              <a:gd name="connsiteX3" fmla="*/ 0 w 4048760"/>
              <a:gd name="connsiteY3" fmla="*/ 2024380 h 4048760"/>
              <a:gd name="connsiteX4" fmla="*/ 2024380 w 4048760"/>
              <a:gd name="connsiteY4" fmla="*/ 0 h 4048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8760" h="4048760">
                <a:moveTo>
                  <a:pt x="2024380" y="0"/>
                </a:moveTo>
                <a:cubicBezTo>
                  <a:pt x="3142414" y="0"/>
                  <a:pt x="4048760" y="906346"/>
                  <a:pt x="4048760" y="2024380"/>
                </a:cubicBezTo>
                <a:cubicBezTo>
                  <a:pt x="4048760" y="3142414"/>
                  <a:pt x="3142414" y="4048760"/>
                  <a:pt x="2024380" y="4048760"/>
                </a:cubicBezTo>
                <a:cubicBezTo>
                  <a:pt x="906346" y="4048760"/>
                  <a:pt x="0" y="3142414"/>
                  <a:pt x="0" y="2024380"/>
                </a:cubicBezTo>
                <a:cubicBezTo>
                  <a:pt x="0" y="906346"/>
                  <a:pt x="906346" y="0"/>
                  <a:pt x="2024380" y="0"/>
                </a:cubicBezTo>
                <a:close/>
              </a:path>
            </a:pathLst>
          </a:custGeom>
          <a:effectLst>
            <a:outerShdw blurRad="4191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IN"/>
              <a:t>Click to add picture</a:t>
            </a:r>
          </a:p>
        </p:txBody>
      </p:sp>
      <p:sp>
        <p:nvSpPr>
          <p:cNvPr id="10" name="Picture Placeholder 16">
            <a:extLst>
              <a:ext uri="{FF2B5EF4-FFF2-40B4-BE49-F238E27FC236}">
                <a16:creationId xmlns:a16="http://schemas.microsoft.com/office/drawing/2014/main" id="{4E928576-2A94-E118-251E-C4333BAF9F4F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33742" y="1975043"/>
            <a:ext cx="836879" cy="838960"/>
          </a:xfrm>
          <a:custGeom>
            <a:avLst/>
            <a:gdLst>
              <a:gd name="connsiteX0" fmla="*/ 2024380 w 4048760"/>
              <a:gd name="connsiteY0" fmla="*/ 0 h 4048760"/>
              <a:gd name="connsiteX1" fmla="*/ 4048760 w 4048760"/>
              <a:gd name="connsiteY1" fmla="*/ 2024380 h 4048760"/>
              <a:gd name="connsiteX2" fmla="*/ 2024380 w 4048760"/>
              <a:gd name="connsiteY2" fmla="*/ 4048760 h 4048760"/>
              <a:gd name="connsiteX3" fmla="*/ 0 w 4048760"/>
              <a:gd name="connsiteY3" fmla="*/ 2024380 h 4048760"/>
              <a:gd name="connsiteX4" fmla="*/ 2024380 w 4048760"/>
              <a:gd name="connsiteY4" fmla="*/ 0 h 4048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8760" h="4048760">
                <a:moveTo>
                  <a:pt x="2024380" y="0"/>
                </a:moveTo>
                <a:cubicBezTo>
                  <a:pt x="3142414" y="0"/>
                  <a:pt x="4048760" y="906346"/>
                  <a:pt x="4048760" y="2024380"/>
                </a:cubicBezTo>
                <a:cubicBezTo>
                  <a:pt x="4048760" y="3142414"/>
                  <a:pt x="3142414" y="4048760"/>
                  <a:pt x="2024380" y="4048760"/>
                </a:cubicBezTo>
                <a:cubicBezTo>
                  <a:pt x="906346" y="4048760"/>
                  <a:pt x="0" y="3142414"/>
                  <a:pt x="0" y="2024380"/>
                </a:cubicBezTo>
                <a:cubicBezTo>
                  <a:pt x="0" y="906346"/>
                  <a:pt x="906346" y="0"/>
                  <a:pt x="2024380" y="0"/>
                </a:cubicBezTo>
                <a:close/>
              </a:path>
            </a:pathLst>
          </a:custGeom>
          <a:effectLst>
            <a:outerShdw blurRad="4191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IN"/>
              <a:t>Click to add picture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84C47DB8-F9A9-66C3-42CE-007E4B9D30E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807227" y="1975043"/>
            <a:ext cx="836879" cy="838960"/>
          </a:xfrm>
          <a:custGeom>
            <a:avLst/>
            <a:gdLst>
              <a:gd name="connsiteX0" fmla="*/ 2024380 w 4048760"/>
              <a:gd name="connsiteY0" fmla="*/ 0 h 4048760"/>
              <a:gd name="connsiteX1" fmla="*/ 4048760 w 4048760"/>
              <a:gd name="connsiteY1" fmla="*/ 2024380 h 4048760"/>
              <a:gd name="connsiteX2" fmla="*/ 2024380 w 4048760"/>
              <a:gd name="connsiteY2" fmla="*/ 4048760 h 4048760"/>
              <a:gd name="connsiteX3" fmla="*/ 0 w 4048760"/>
              <a:gd name="connsiteY3" fmla="*/ 2024380 h 4048760"/>
              <a:gd name="connsiteX4" fmla="*/ 2024380 w 4048760"/>
              <a:gd name="connsiteY4" fmla="*/ 0 h 4048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8760" h="4048760">
                <a:moveTo>
                  <a:pt x="2024380" y="0"/>
                </a:moveTo>
                <a:cubicBezTo>
                  <a:pt x="3142414" y="0"/>
                  <a:pt x="4048760" y="906346"/>
                  <a:pt x="4048760" y="2024380"/>
                </a:cubicBezTo>
                <a:cubicBezTo>
                  <a:pt x="4048760" y="3142414"/>
                  <a:pt x="3142414" y="4048760"/>
                  <a:pt x="2024380" y="4048760"/>
                </a:cubicBezTo>
                <a:cubicBezTo>
                  <a:pt x="906346" y="4048760"/>
                  <a:pt x="0" y="3142414"/>
                  <a:pt x="0" y="2024380"/>
                </a:cubicBezTo>
                <a:cubicBezTo>
                  <a:pt x="0" y="906346"/>
                  <a:pt x="906346" y="0"/>
                  <a:pt x="2024380" y="0"/>
                </a:cubicBezTo>
                <a:close/>
              </a:path>
            </a:pathLst>
          </a:custGeom>
          <a:effectLst>
            <a:outerShdw blurRad="4191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IN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034139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92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ew picture_layou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surface with wavy lines&#10;&#10;Description automatically generated">
            <a:extLst>
              <a:ext uri="{FF2B5EF4-FFF2-40B4-BE49-F238E27FC236}">
                <a16:creationId xmlns:a16="http://schemas.microsoft.com/office/drawing/2014/main" id="{0B51D83E-9CED-4A49-98C3-7653F2B299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6279"/>
          <a:stretch/>
        </p:blipFill>
        <p:spPr>
          <a:xfrm>
            <a:off x="0" y="0"/>
            <a:ext cx="12287251" cy="68580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80F5614-085D-9FB1-5AAC-E4123EAF4647}"/>
              </a:ext>
            </a:extLst>
          </p:cNvPr>
          <p:cNvSpPr>
            <a:spLocks/>
          </p:cNvSpPr>
          <p:nvPr userDrawn="1"/>
        </p:nvSpPr>
        <p:spPr bwMode="auto">
          <a:xfrm>
            <a:off x="0" y="0"/>
            <a:ext cx="12287251" cy="6858000"/>
          </a:xfrm>
          <a:prstGeom prst="rect">
            <a:avLst/>
          </a:prstGeom>
          <a:gradFill>
            <a:gsLst>
              <a:gs pos="0">
                <a:srgbClr val="FFF8F3">
                  <a:alpha val="44000"/>
                </a:srgbClr>
              </a:gs>
              <a:gs pos="95000">
                <a:srgbClr val="FFF8F3">
                  <a:alpha val="91000"/>
                </a:srgbClr>
              </a:gs>
            </a:gsLst>
            <a:lin ang="16200000" scaled="1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IN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898F48A-7D79-764A-B9E1-9B39A2796B34}"/>
              </a:ext>
            </a:extLst>
          </p:cNvPr>
          <p:cNvPicPr>
            <a:picLocks/>
          </p:cNvPicPr>
          <p:nvPr userDrawn="1"/>
        </p:nvPicPr>
        <p:blipFill rotWithShape="1">
          <a:blip r:embed="rId3"/>
          <a:srcRect l="23972" b="75863"/>
          <a:stretch/>
        </p:blipFill>
        <p:spPr>
          <a:xfrm>
            <a:off x="0" y="3327473"/>
            <a:ext cx="10435400" cy="3520316"/>
          </a:xfrm>
          <a:prstGeom prst="rect">
            <a:avLst/>
          </a:prstGeom>
        </p:spPr>
      </p:pic>
      <p:pic>
        <p:nvPicPr>
          <p:cNvPr id="23" name="Picture Placeholder 3" descr="A group of orange and yellow leaves&#10;&#10;Description automatically generated">
            <a:extLst>
              <a:ext uri="{FF2B5EF4-FFF2-40B4-BE49-F238E27FC236}">
                <a16:creationId xmlns:a16="http://schemas.microsoft.com/office/drawing/2014/main" id="{3B6B0D46-290B-09E8-4C9D-7A008B8F83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23765" r="47723" b="48117"/>
          <a:stretch/>
        </p:blipFill>
        <p:spPr>
          <a:xfrm flipH="1">
            <a:off x="-19050" y="5549900"/>
            <a:ext cx="2432050" cy="13081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85E9E62E-4914-A2E9-A5BE-099B823DC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dirty="0">
                <a:effectLst>
                  <a:outerShdw blurRad="25400" dist="38100" dir="5400000" algn="t" rotWithShape="0">
                    <a:prstClr val="black">
                      <a:alpha val="15000"/>
                    </a:prstClr>
                  </a:outerShdw>
                </a:effectLst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6503930-2818-4F8F-F0C8-16AA17C5339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336691" y="1436689"/>
            <a:ext cx="6272697" cy="3520315"/>
          </a:xfrm>
          <a:prstGeom prst="roundRect">
            <a:avLst>
              <a:gd name="adj" fmla="val 7468"/>
            </a:avLst>
          </a:prstGeom>
          <a:effectLst>
            <a:outerShdw blurRad="3048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N"/>
              <a:t>Click to insert image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2FB3351-95CA-7802-0596-1041BE6E15CB}"/>
              </a:ext>
            </a:extLst>
          </p:cNvPr>
          <p:cNvSpPr/>
          <p:nvPr userDrawn="1"/>
        </p:nvSpPr>
        <p:spPr bwMode="auto">
          <a:xfrm>
            <a:off x="504825" y="1436688"/>
            <a:ext cx="4509627" cy="5127625"/>
          </a:xfrm>
          <a:prstGeom prst="roundRect">
            <a:avLst>
              <a:gd name="adj" fmla="val 6881"/>
            </a:avLst>
          </a:prstGeom>
          <a:solidFill>
            <a:srgbClr val="FFFFFF"/>
          </a:solidFill>
          <a:ln w="6455" cap="flat">
            <a:noFill/>
            <a:prstDash val="solid"/>
            <a:miter/>
          </a:ln>
          <a:effectLst>
            <a:outerShdw blurRad="406400" sx="102000" sy="102000" algn="ctr" rotWithShape="0">
              <a:prstClr val="black">
                <a:alpha val="16000"/>
              </a:prstClr>
            </a:outerShdw>
          </a:effectLst>
        </p:spPr>
        <p:txBody>
          <a:bodyPr rtlCol="0" anchor="ctr"/>
          <a:lstStyle/>
          <a:p>
            <a:pPr lvl="0"/>
            <a:endParaRPr lang="en-IN" err="1">
              <a:solidFill>
                <a:schemeClr val="tx1"/>
              </a:solidFill>
            </a:endParaRP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3928BCCA-6C23-A14D-3CE5-FADA5AED6F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3742" y="3275111"/>
            <a:ext cx="4057334" cy="307777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1A69DD75-EADE-F6B1-3A91-4FDC977B666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1060" y="3763803"/>
            <a:ext cx="3930016" cy="246221"/>
          </a:xfrm>
        </p:spPr>
        <p:txBody>
          <a:bodyPr/>
          <a:lstStyle>
            <a:lvl1pPr marL="174625" indent="-174625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add bullets</a:t>
            </a:r>
            <a:endParaRPr lang="en-IN"/>
          </a:p>
        </p:txBody>
      </p:sp>
      <p:sp>
        <p:nvSpPr>
          <p:cNvPr id="8" name="Picture Placeholder 16">
            <a:extLst>
              <a:ext uri="{FF2B5EF4-FFF2-40B4-BE49-F238E27FC236}">
                <a16:creationId xmlns:a16="http://schemas.microsoft.com/office/drawing/2014/main" id="{B7B1C44A-5BC8-A504-2CAE-03F1FF0F4FF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2880712" y="1975043"/>
            <a:ext cx="836879" cy="838960"/>
          </a:xfrm>
          <a:custGeom>
            <a:avLst/>
            <a:gdLst>
              <a:gd name="connsiteX0" fmla="*/ 2024380 w 4048760"/>
              <a:gd name="connsiteY0" fmla="*/ 0 h 4048760"/>
              <a:gd name="connsiteX1" fmla="*/ 4048760 w 4048760"/>
              <a:gd name="connsiteY1" fmla="*/ 2024380 h 4048760"/>
              <a:gd name="connsiteX2" fmla="*/ 2024380 w 4048760"/>
              <a:gd name="connsiteY2" fmla="*/ 4048760 h 4048760"/>
              <a:gd name="connsiteX3" fmla="*/ 0 w 4048760"/>
              <a:gd name="connsiteY3" fmla="*/ 2024380 h 4048760"/>
              <a:gd name="connsiteX4" fmla="*/ 2024380 w 4048760"/>
              <a:gd name="connsiteY4" fmla="*/ 0 h 4048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8760" h="4048760">
                <a:moveTo>
                  <a:pt x="2024380" y="0"/>
                </a:moveTo>
                <a:cubicBezTo>
                  <a:pt x="3142414" y="0"/>
                  <a:pt x="4048760" y="906346"/>
                  <a:pt x="4048760" y="2024380"/>
                </a:cubicBezTo>
                <a:cubicBezTo>
                  <a:pt x="4048760" y="3142414"/>
                  <a:pt x="3142414" y="4048760"/>
                  <a:pt x="2024380" y="4048760"/>
                </a:cubicBezTo>
                <a:cubicBezTo>
                  <a:pt x="906346" y="4048760"/>
                  <a:pt x="0" y="3142414"/>
                  <a:pt x="0" y="2024380"/>
                </a:cubicBezTo>
                <a:cubicBezTo>
                  <a:pt x="0" y="906346"/>
                  <a:pt x="906346" y="0"/>
                  <a:pt x="2024380" y="0"/>
                </a:cubicBezTo>
                <a:close/>
              </a:path>
            </a:pathLst>
          </a:custGeom>
          <a:effectLst>
            <a:outerShdw blurRad="4191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IN"/>
              <a:t>Click to add picture</a:t>
            </a:r>
          </a:p>
        </p:txBody>
      </p:sp>
      <p:sp>
        <p:nvSpPr>
          <p:cNvPr id="9" name="Picture Placeholder 16">
            <a:extLst>
              <a:ext uri="{FF2B5EF4-FFF2-40B4-BE49-F238E27FC236}">
                <a16:creationId xmlns:a16="http://schemas.microsoft.com/office/drawing/2014/main" id="{964DB1D8-DADB-60E5-87D9-24A9D9A8A70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954197" y="1975043"/>
            <a:ext cx="836879" cy="838960"/>
          </a:xfrm>
          <a:custGeom>
            <a:avLst/>
            <a:gdLst>
              <a:gd name="connsiteX0" fmla="*/ 2024380 w 4048760"/>
              <a:gd name="connsiteY0" fmla="*/ 0 h 4048760"/>
              <a:gd name="connsiteX1" fmla="*/ 4048760 w 4048760"/>
              <a:gd name="connsiteY1" fmla="*/ 2024380 h 4048760"/>
              <a:gd name="connsiteX2" fmla="*/ 2024380 w 4048760"/>
              <a:gd name="connsiteY2" fmla="*/ 4048760 h 4048760"/>
              <a:gd name="connsiteX3" fmla="*/ 0 w 4048760"/>
              <a:gd name="connsiteY3" fmla="*/ 2024380 h 4048760"/>
              <a:gd name="connsiteX4" fmla="*/ 2024380 w 4048760"/>
              <a:gd name="connsiteY4" fmla="*/ 0 h 4048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8760" h="4048760">
                <a:moveTo>
                  <a:pt x="2024380" y="0"/>
                </a:moveTo>
                <a:cubicBezTo>
                  <a:pt x="3142414" y="0"/>
                  <a:pt x="4048760" y="906346"/>
                  <a:pt x="4048760" y="2024380"/>
                </a:cubicBezTo>
                <a:cubicBezTo>
                  <a:pt x="4048760" y="3142414"/>
                  <a:pt x="3142414" y="4048760"/>
                  <a:pt x="2024380" y="4048760"/>
                </a:cubicBezTo>
                <a:cubicBezTo>
                  <a:pt x="906346" y="4048760"/>
                  <a:pt x="0" y="3142414"/>
                  <a:pt x="0" y="2024380"/>
                </a:cubicBezTo>
                <a:cubicBezTo>
                  <a:pt x="0" y="906346"/>
                  <a:pt x="906346" y="0"/>
                  <a:pt x="2024380" y="0"/>
                </a:cubicBezTo>
                <a:close/>
              </a:path>
            </a:pathLst>
          </a:custGeom>
          <a:effectLst>
            <a:outerShdw blurRad="4191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IN"/>
              <a:t>Click to add picture</a:t>
            </a:r>
          </a:p>
        </p:txBody>
      </p:sp>
      <p:sp>
        <p:nvSpPr>
          <p:cNvPr id="10" name="Picture Placeholder 16">
            <a:extLst>
              <a:ext uri="{FF2B5EF4-FFF2-40B4-BE49-F238E27FC236}">
                <a16:creationId xmlns:a16="http://schemas.microsoft.com/office/drawing/2014/main" id="{4E928576-2A94-E118-251E-C4333BAF9F4F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33742" y="1975043"/>
            <a:ext cx="836879" cy="838960"/>
          </a:xfrm>
          <a:custGeom>
            <a:avLst/>
            <a:gdLst>
              <a:gd name="connsiteX0" fmla="*/ 2024380 w 4048760"/>
              <a:gd name="connsiteY0" fmla="*/ 0 h 4048760"/>
              <a:gd name="connsiteX1" fmla="*/ 4048760 w 4048760"/>
              <a:gd name="connsiteY1" fmla="*/ 2024380 h 4048760"/>
              <a:gd name="connsiteX2" fmla="*/ 2024380 w 4048760"/>
              <a:gd name="connsiteY2" fmla="*/ 4048760 h 4048760"/>
              <a:gd name="connsiteX3" fmla="*/ 0 w 4048760"/>
              <a:gd name="connsiteY3" fmla="*/ 2024380 h 4048760"/>
              <a:gd name="connsiteX4" fmla="*/ 2024380 w 4048760"/>
              <a:gd name="connsiteY4" fmla="*/ 0 h 4048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8760" h="4048760">
                <a:moveTo>
                  <a:pt x="2024380" y="0"/>
                </a:moveTo>
                <a:cubicBezTo>
                  <a:pt x="3142414" y="0"/>
                  <a:pt x="4048760" y="906346"/>
                  <a:pt x="4048760" y="2024380"/>
                </a:cubicBezTo>
                <a:cubicBezTo>
                  <a:pt x="4048760" y="3142414"/>
                  <a:pt x="3142414" y="4048760"/>
                  <a:pt x="2024380" y="4048760"/>
                </a:cubicBezTo>
                <a:cubicBezTo>
                  <a:pt x="906346" y="4048760"/>
                  <a:pt x="0" y="3142414"/>
                  <a:pt x="0" y="2024380"/>
                </a:cubicBezTo>
                <a:cubicBezTo>
                  <a:pt x="0" y="906346"/>
                  <a:pt x="906346" y="0"/>
                  <a:pt x="2024380" y="0"/>
                </a:cubicBezTo>
                <a:close/>
              </a:path>
            </a:pathLst>
          </a:custGeom>
          <a:effectLst>
            <a:outerShdw blurRad="4191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IN"/>
              <a:t>Click to add picture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84C47DB8-F9A9-66C3-42CE-007E4B9D30E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807227" y="1975043"/>
            <a:ext cx="836879" cy="838960"/>
          </a:xfrm>
          <a:custGeom>
            <a:avLst/>
            <a:gdLst>
              <a:gd name="connsiteX0" fmla="*/ 2024380 w 4048760"/>
              <a:gd name="connsiteY0" fmla="*/ 0 h 4048760"/>
              <a:gd name="connsiteX1" fmla="*/ 4048760 w 4048760"/>
              <a:gd name="connsiteY1" fmla="*/ 2024380 h 4048760"/>
              <a:gd name="connsiteX2" fmla="*/ 2024380 w 4048760"/>
              <a:gd name="connsiteY2" fmla="*/ 4048760 h 4048760"/>
              <a:gd name="connsiteX3" fmla="*/ 0 w 4048760"/>
              <a:gd name="connsiteY3" fmla="*/ 2024380 h 4048760"/>
              <a:gd name="connsiteX4" fmla="*/ 2024380 w 4048760"/>
              <a:gd name="connsiteY4" fmla="*/ 0 h 4048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8760" h="4048760">
                <a:moveTo>
                  <a:pt x="2024380" y="0"/>
                </a:moveTo>
                <a:cubicBezTo>
                  <a:pt x="3142414" y="0"/>
                  <a:pt x="4048760" y="906346"/>
                  <a:pt x="4048760" y="2024380"/>
                </a:cubicBezTo>
                <a:cubicBezTo>
                  <a:pt x="4048760" y="3142414"/>
                  <a:pt x="3142414" y="4048760"/>
                  <a:pt x="2024380" y="4048760"/>
                </a:cubicBezTo>
                <a:cubicBezTo>
                  <a:pt x="906346" y="4048760"/>
                  <a:pt x="0" y="3142414"/>
                  <a:pt x="0" y="2024380"/>
                </a:cubicBezTo>
                <a:cubicBezTo>
                  <a:pt x="0" y="906346"/>
                  <a:pt x="906346" y="0"/>
                  <a:pt x="2024380" y="0"/>
                </a:cubicBezTo>
                <a:close/>
              </a:path>
            </a:pathLst>
          </a:custGeom>
          <a:effectLst>
            <a:outerShdw blurRad="4191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IN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964877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92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ew picture_layou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surface with wavy lines&#10;&#10;Description automatically generated">
            <a:extLst>
              <a:ext uri="{FF2B5EF4-FFF2-40B4-BE49-F238E27FC236}">
                <a16:creationId xmlns:a16="http://schemas.microsoft.com/office/drawing/2014/main" id="{0B51D83E-9CED-4A49-98C3-7653F2B299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6279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9124C6E-4CF1-16F5-6F50-5450DD3D02FE}"/>
              </a:ext>
            </a:extLst>
          </p:cNvPr>
          <p:cNvSpPr>
            <a:spLocks/>
          </p:cNvSpPr>
          <p:nvPr userDrawn="1"/>
        </p:nvSpPr>
        <p:spPr bwMode="auto">
          <a:xfrm>
            <a:off x="-1" y="0"/>
            <a:ext cx="12192001" cy="6858000"/>
          </a:xfrm>
          <a:custGeom>
            <a:avLst/>
            <a:gdLst>
              <a:gd name="connsiteX0" fmla="*/ 0 w 12192001"/>
              <a:gd name="connsiteY0" fmla="*/ 0 h 6858000"/>
              <a:gd name="connsiteX1" fmla="*/ 12192001 w 12192001"/>
              <a:gd name="connsiteY1" fmla="*/ 0 h 6858000"/>
              <a:gd name="connsiteX2" fmla="*/ 12192001 w 12192001"/>
              <a:gd name="connsiteY2" fmla="*/ 6858000 h 6858000"/>
              <a:gd name="connsiteX3" fmla="*/ 0 w 1219200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1" h="6858000">
                <a:moveTo>
                  <a:pt x="0" y="0"/>
                </a:moveTo>
                <a:lnTo>
                  <a:pt x="12192001" y="0"/>
                </a:lnTo>
                <a:lnTo>
                  <a:pt x="12192001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FFF8F3">
                  <a:alpha val="44000"/>
                </a:srgbClr>
              </a:gs>
              <a:gs pos="95000">
                <a:srgbClr val="FFF8F3">
                  <a:alpha val="91000"/>
                </a:srgbClr>
              </a:gs>
            </a:gsLst>
            <a:lin ang="16200000" scaled="1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IN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95D4260-EBC5-7A1B-46FC-5B1C9E0A5D80}"/>
              </a:ext>
            </a:extLst>
          </p:cNvPr>
          <p:cNvSpPr/>
          <p:nvPr userDrawn="1"/>
        </p:nvSpPr>
        <p:spPr bwMode="auto">
          <a:xfrm>
            <a:off x="1" y="0"/>
            <a:ext cx="11720051" cy="6305585"/>
          </a:xfrm>
          <a:custGeom>
            <a:avLst/>
            <a:gdLst>
              <a:gd name="connsiteX0" fmla="*/ 0 w 11720051"/>
              <a:gd name="connsiteY0" fmla="*/ 0 h 6305585"/>
              <a:gd name="connsiteX1" fmla="*/ 11720051 w 11720051"/>
              <a:gd name="connsiteY1" fmla="*/ 0 h 6305585"/>
              <a:gd name="connsiteX2" fmla="*/ 11720051 w 11720051"/>
              <a:gd name="connsiteY2" fmla="*/ 388023 h 6305585"/>
              <a:gd name="connsiteX3" fmla="*/ 11686123 w 11720051"/>
              <a:gd name="connsiteY3" fmla="*/ 454266 h 6305585"/>
              <a:gd name="connsiteX4" fmla="*/ 1854866 w 11720051"/>
              <a:gd name="connsiteY4" fmla="*/ 6305585 h 6305585"/>
              <a:gd name="connsiteX5" fmla="*/ 291230 w 11720051"/>
              <a:gd name="connsiteY5" fmla="*/ 6197113 h 6305585"/>
              <a:gd name="connsiteX6" fmla="*/ 0 w 11720051"/>
              <a:gd name="connsiteY6" fmla="*/ 6151214 h 6305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20051" h="6305585">
                <a:moveTo>
                  <a:pt x="0" y="0"/>
                </a:moveTo>
                <a:lnTo>
                  <a:pt x="11720051" y="0"/>
                </a:lnTo>
                <a:lnTo>
                  <a:pt x="11720051" y="388023"/>
                </a:lnTo>
                <a:lnTo>
                  <a:pt x="11686123" y="454266"/>
                </a:lnTo>
                <a:cubicBezTo>
                  <a:pt x="9792791" y="3939575"/>
                  <a:pt x="6100134" y="6305585"/>
                  <a:pt x="1854866" y="6305585"/>
                </a:cubicBezTo>
                <a:cubicBezTo>
                  <a:pt x="1324208" y="6305585"/>
                  <a:pt x="802184" y="6268616"/>
                  <a:pt x="291230" y="6197113"/>
                </a:cubicBezTo>
                <a:lnTo>
                  <a:pt x="0" y="6151214"/>
                </a:lnTo>
                <a:close/>
              </a:path>
            </a:pathLst>
          </a:custGeom>
          <a:gradFill flip="none" rotWithShape="1">
            <a:gsLst>
              <a:gs pos="935">
                <a:schemeClr val="bg1">
                  <a:lumMod val="95000"/>
                  <a:alpha val="0"/>
                </a:schemeClr>
              </a:gs>
              <a:gs pos="28000">
                <a:schemeClr val="bg1"/>
              </a:gs>
              <a:gs pos="100000">
                <a:schemeClr val="accent4"/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IN" sz="2000" err="1">
              <a:solidFill>
                <a:srgbClr val="FFFFFF"/>
              </a:solidFill>
              <a:cs typeface="Segoe UI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042F3B8-E385-E0C3-39B6-C59F00F03C4C}"/>
              </a:ext>
            </a:extLst>
          </p:cNvPr>
          <p:cNvSpPr/>
          <p:nvPr userDrawn="1"/>
        </p:nvSpPr>
        <p:spPr>
          <a:xfrm rot="16200000" flipH="1" flipV="1">
            <a:off x="5292004" y="-156298"/>
            <a:ext cx="1722295" cy="12306301"/>
          </a:xfrm>
          <a:custGeom>
            <a:avLst/>
            <a:gdLst>
              <a:gd name="connsiteX0" fmla="*/ 899 w 1722295"/>
              <a:gd name="connsiteY0" fmla="*/ 3568059 h 12306301"/>
              <a:gd name="connsiteX1" fmla="*/ 166496 w 1722295"/>
              <a:gd name="connsiteY1" fmla="*/ 1993634 h 12306301"/>
              <a:gd name="connsiteX2" fmla="*/ 914240 w 1722295"/>
              <a:gd name="connsiteY2" fmla="*/ 199589 h 12306301"/>
              <a:gd name="connsiteX3" fmla="*/ 1066558 w 1722295"/>
              <a:gd name="connsiteY3" fmla="*/ 0 h 12306301"/>
              <a:gd name="connsiteX4" fmla="*/ 1722295 w 1722295"/>
              <a:gd name="connsiteY4" fmla="*/ 0 h 12306301"/>
              <a:gd name="connsiteX5" fmla="*/ 1722295 w 1722295"/>
              <a:gd name="connsiteY5" fmla="*/ 12306301 h 12306301"/>
              <a:gd name="connsiteX6" fmla="*/ 1148689 w 1722295"/>
              <a:gd name="connsiteY6" fmla="*/ 12306301 h 12306301"/>
              <a:gd name="connsiteX7" fmla="*/ 1179610 w 1722295"/>
              <a:gd name="connsiteY7" fmla="*/ 12174864 h 12306301"/>
              <a:gd name="connsiteX8" fmla="*/ 1259133 w 1722295"/>
              <a:gd name="connsiteY8" fmla="*/ 11737953 h 12306301"/>
              <a:gd name="connsiteX9" fmla="*/ 1141364 w 1722295"/>
              <a:gd name="connsiteY9" fmla="*/ 8134254 h 12306301"/>
              <a:gd name="connsiteX10" fmla="*/ 9237 w 1722295"/>
              <a:gd name="connsiteY10" fmla="*/ 3797767 h 12306301"/>
              <a:gd name="connsiteX11" fmla="*/ 899 w 1722295"/>
              <a:gd name="connsiteY11" fmla="*/ 3568059 h 12306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22295" h="12306301">
                <a:moveTo>
                  <a:pt x="899" y="3568059"/>
                </a:moveTo>
                <a:cubicBezTo>
                  <a:pt x="-8292" y="3031430"/>
                  <a:pt x="53430" y="2492336"/>
                  <a:pt x="166496" y="1993634"/>
                </a:cubicBezTo>
                <a:cubicBezTo>
                  <a:pt x="324661" y="1295742"/>
                  <a:pt x="586517" y="675415"/>
                  <a:pt x="914240" y="199589"/>
                </a:cubicBezTo>
                <a:lnTo>
                  <a:pt x="1066558" y="0"/>
                </a:lnTo>
                <a:lnTo>
                  <a:pt x="1722295" y="0"/>
                </a:lnTo>
                <a:lnTo>
                  <a:pt x="1722295" y="12306301"/>
                </a:lnTo>
                <a:lnTo>
                  <a:pt x="1148689" y="12306301"/>
                </a:lnTo>
                <a:lnTo>
                  <a:pt x="1179610" y="12174864"/>
                </a:lnTo>
                <a:cubicBezTo>
                  <a:pt x="1209526" y="12031306"/>
                  <a:pt x="1236088" y="11885529"/>
                  <a:pt x="1259133" y="11737953"/>
                </a:cubicBezTo>
                <a:cubicBezTo>
                  <a:pt x="1443499" y="10557352"/>
                  <a:pt x="1401204" y="9269159"/>
                  <a:pt x="1141364" y="8134254"/>
                </a:cubicBezTo>
                <a:cubicBezTo>
                  <a:pt x="800908" y="6647909"/>
                  <a:pt x="98031" y="5395027"/>
                  <a:pt x="9237" y="3797767"/>
                </a:cubicBezTo>
                <a:cubicBezTo>
                  <a:pt x="4973" y="3721331"/>
                  <a:pt x="2213" y="3644720"/>
                  <a:pt x="899" y="3568059"/>
                </a:cubicBezTo>
                <a:close/>
              </a:path>
            </a:pathLst>
          </a:custGeom>
          <a:gradFill flip="none" rotWithShape="1">
            <a:gsLst>
              <a:gs pos="935">
                <a:schemeClr val="bg1">
                  <a:lumMod val="95000"/>
                  <a:alpha val="0"/>
                </a:schemeClr>
              </a:gs>
              <a:gs pos="28000">
                <a:schemeClr val="bg1"/>
              </a:gs>
              <a:gs pos="100000">
                <a:schemeClr val="accent4"/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cs typeface="Segoe UI" pitchFamily="34" charset="0"/>
            </a:endParaRPr>
          </a:p>
        </p:txBody>
      </p:sp>
      <p:pic>
        <p:nvPicPr>
          <p:cNvPr id="12" name="Picture Placeholder 3" descr="A group of orange and yellow leaves&#10;&#10;Description automatically generated">
            <a:extLst>
              <a:ext uri="{FF2B5EF4-FFF2-40B4-BE49-F238E27FC236}">
                <a16:creationId xmlns:a16="http://schemas.microsoft.com/office/drawing/2014/main" id="{8451E002-4C6F-CA19-3935-36EB57A0DE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" t="23765" r="51673" b="48117"/>
          <a:stretch/>
        </p:blipFill>
        <p:spPr>
          <a:xfrm flipH="1">
            <a:off x="0" y="5434913"/>
            <a:ext cx="2248252" cy="1308100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D36179E-BDFD-DB61-64D1-163A336F5111}"/>
              </a:ext>
            </a:extLst>
          </p:cNvPr>
          <p:cNvSpPr/>
          <p:nvPr userDrawn="1"/>
        </p:nvSpPr>
        <p:spPr>
          <a:xfrm>
            <a:off x="9073898" y="1"/>
            <a:ext cx="3118102" cy="2042501"/>
          </a:xfrm>
          <a:custGeom>
            <a:avLst/>
            <a:gdLst>
              <a:gd name="connsiteX0" fmla="*/ 0 w 3118102"/>
              <a:gd name="connsiteY0" fmla="*/ 0 h 2042501"/>
              <a:gd name="connsiteX1" fmla="*/ 3118102 w 3118102"/>
              <a:gd name="connsiteY1" fmla="*/ 0 h 2042501"/>
              <a:gd name="connsiteX2" fmla="*/ 3118102 w 3118102"/>
              <a:gd name="connsiteY2" fmla="*/ 2042501 h 2042501"/>
              <a:gd name="connsiteX3" fmla="*/ 2996629 w 3118102"/>
              <a:gd name="connsiteY3" fmla="*/ 1874410 h 2042501"/>
              <a:gd name="connsiteX4" fmla="*/ 2561671 w 3118102"/>
              <a:gd name="connsiteY4" fmla="*/ 1432649 h 2042501"/>
              <a:gd name="connsiteX5" fmla="*/ 1891325 w 3118102"/>
              <a:gd name="connsiteY5" fmla="*/ 1269595 h 2042501"/>
              <a:gd name="connsiteX6" fmla="*/ 702320 w 3118102"/>
              <a:gd name="connsiteY6" fmla="*/ 1115623 h 2042501"/>
              <a:gd name="connsiteX7" fmla="*/ 16508 w 3118102"/>
              <a:gd name="connsiteY7" fmla="*/ 137287 h 2042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18102" h="2042501">
                <a:moveTo>
                  <a:pt x="0" y="0"/>
                </a:moveTo>
                <a:lnTo>
                  <a:pt x="3118102" y="0"/>
                </a:lnTo>
                <a:lnTo>
                  <a:pt x="3118102" y="2042501"/>
                </a:lnTo>
                <a:lnTo>
                  <a:pt x="2996629" y="1874410"/>
                </a:lnTo>
                <a:cubicBezTo>
                  <a:pt x="2868081" y="1696320"/>
                  <a:pt x="2734545" y="1528909"/>
                  <a:pt x="2561671" y="1432649"/>
                </a:cubicBezTo>
                <a:cubicBezTo>
                  <a:pt x="2349814" y="1314689"/>
                  <a:pt x="2111745" y="1274559"/>
                  <a:pt x="1891325" y="1269595"/>
                </a:cubicBezTo>
                <a:cubicBezTo>
                  <a:pt x="1491589" y="1260619"/>
                  <a:pt x="1085897" y="1316061"/>
                  <a:pt x="702320" y="1115623"/>
                </a:cubicBezTo>
                <a:cubicBezTo>
                  <a:pt x="390214" y="952529"/>
                  <a:pt x="103592" y="599510"/>
                  <a:pt x="16508" y="137287"/>
                </a:cubicBezTo>
                <a:close/>
              </a:path>
            </a:pathLst>
          </a:custGeom>
          <a:solidFill>
            <a:schemeClr val="bg1">
              <a:alpha val="64000"/>
            </a:schemeClr>
          </a:solidFill>
          <a:ln>
            <a:noFill/>
            <a:headEnd type="none" w="med" len="med"/>
            <a:tailEnd type="none" w="med" len="med"/>
          </a:ln>
          <a:effectLst>
            <a:outerShdw blurRad="254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cs typeface="Segoe UI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D537A8F-AA4F-0DF5-5FEA-0E678C881FA7}"/>
              </a:ext>
            </a:extLst>
          </p:cNvPr>
          <p:cNvSpPr/>
          <p:nvPr userDrawn="1"/>
        </p:nvSpPr>
        <p:spPr bwMode="auto">
          <a:xfrm>
            <a:off x="504825" y="1436688"/>
            <a:ext cx="4509627" cy="5127625"/>
          </a:xfrm>
          <a:prstGeom prst="roundRect">
            <a:avLst>
              <a:gd name="adj" fmla="val 6881"/>
            </a:avLst>
          </a:prstGeom>
          <a:solidFill>
            <a:srgbClr val="FFFFFF"/>
          </a:solidFill>
          <a:ln w="6455" cap="flat">
            <a:noFill/>
            <a:prstDash val="solid"/>
            <a:miter/>
          </a:ln>
          <a:effectLst>
            <a:outerShdw blurRad="406400" sx="102000" sy="102000" algn="ctr" rotWithShape="0">
              <a:prstClr val="black">
                <a:alpha val="16000"/>
              </a:prstClr>
            </a:outerShdw>
          </a:effectLst>
        </p:spPr>
        <p:txBody>
          <a:bodyPr rtlCol="0" anchor="ctr"/>
          <a:lstStyle/>
          <a:p>
            <a:pPr lvl="0"/>
            <a:endParaRPr lang="en-IN" err="1">
              <a:solidFill>
                <a:schemeClr val="tx1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FD10D75-05C8-9E7F-40A4-6A75C27999C2}"/>
              </a:ext>
            </a:extLst>
          </p:cNvPr>
          <p:cNvSpPr/>
          <p:nvPr userDrawn="1"/>
        </p:nvSpPr>
        <p:spPr>
          <a:xfrm rot="15300000">
            <a:off x="10741740" y="5282142"/>
            <a:ext cx="1509950" cy="1844215"/>
          </a:xfrm>
          <a:custGeom>
            <a:avLst/>
            <a:gdLst>
              <a:gd name="connsiteX0" fmla="*/ 1509950 w 1509950"/>
              <a:gd name="connsiteY0" fmla="*/ 1844215 h 1844215"/>
              <a:gd name="connsiteX1" fmla="*/ 0 w 1509950"/>
              <a:gd name="connsiteY1" fmla="*/ 1439625 h 1844215"/>
              <a:gd name="connsiteX2" fmla="*/ 543996 w 1509950"/>
              <a:gd name="connsiteY2" fmla="*/ 0 h 1844215"/>
              <a:gd name="connsiteX3" fmla="*/ 545473 w 1509950"/>
              <a:gd name="connsiteY3" fmla="*/ 327 h 1844215"/>
              <a:gd name="connsiteX4" fmla="*/ 1255493 w 1509950"/>
              <a:gd name="connsiteY4" fmla="*/ 493332 h 1844215"/>
              <a:gd name="connsiteX5" fmla="*/ 1287386 w 1509950"/>
              <a:gd name="connsiteY5" fmla="*/ 951326 h 1844215"/>
              <a:gd name="connsiteX6" fmla="*/ 1382450 w 1509950"/>
              <a:gd name="connsiteY6" fmla="*/ 1399439 h 1844215"/>
              <a:gd name="connsiteX7" fmla="*/ 1507414 w 1509950"/>
              <a:gd name="connsiteY7" fmla="*/ 1832458 h 1844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09950" h="1844215">
                <a:moveTo>
                  <a:pt x="1509950" y="1844215"/>
                </a:moveTo>
                <a:lnTo>
                  <a:pt x="0" y="1439625"/>
                </a:lnTo>
                <a:lnTo>
                  <a:pt x="543996" y="0"/>
                </a:lnTo>
                <a:lnTo>
                  <a:pt x="545473" y="327"/>
                </a:lnTo>
                <a:cubicBezTo>
                  <a:pt x="844066" y="72343"/>
                  <a:pt x="1172729" y="200106"/>
                  <a:pt x="1255493" y="493332"/>
                </a:cubicBezTo>
                <a:cubicBezTo>
                  <a:pt x="1298084" y="644225"/>
                  <a:pt x="1271780" y="798432"/>
                  <a:pt x="1287386" y="951326"/>
                </a:cubicBezTo>
                <a:cubicBezTo>
                  <a:pt x="1302854" y="1103156"/>
                  <a:pt x="1340540" y="1252173"/>
                  <a:pt x="1382450" y="1399439"/>
                </a:cubicBezTo>
                <a:cubicBezTo>
                  <a:pt x="1423441" y="1543452"/>
                  <a:pt x="1470034" y="1687185"/>
                  <a:pt x="1507414" y="1832458"/>
                </a:cubicBezTo>
                <a:close/>
              </a:path>
            </a:pathLst>
          </a:custGeom>
          <a:gradFill flip="none" rotWithShape="1">
            <a:gsLst>
              <a:gs pos="935">
                <a:schemeClr val="bg1">
                  <a:lumMod val="95000"/>
                  <a:alpha val="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cs typeface="Segoe UI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85E9E62E-4914-A2E9-A5BE-099B823DC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dirty="0">
                <a:effectLst>
                  <a:outerShdw blurRad="25400" dist="38100" dir="5400000" algn="t" rotWithShape="0">
                    <a:prstClr val="black">
                      <a:alpha val="15000"/>
                    </a:prstClr>
                  </a:outerShdw>
                </a:effectLst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6503930-2818-4F8F-F0C8-16AA17C5339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336691" y="1436689"/>
            <a:ext cx="6272697" cy="3520315"/>
          </a:xfrm>
          <a:prstGeom prst="roundRect">
            <a:avLst>
              <a:gd name="adj" fmla="val 7468"/>
            </a:avLst>
          </a:prstGeom>
          <a:effectLst>
            <a:outerShdw blurRad="3048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N"/>
              <a:t>Click to insert image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3928BCCA-6C23-A14D-3CE5-FADA5AED6F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3742" y="3275111"/>
            <a:ext cx="4057334" cy="307777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  <a:endParaRPr lang="en-IN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1A69DD75-EADE-F6B1-3A91-4FDC977B666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1060" y="3763803"/>
            <a:ext cx="3930016" cy="246221"/>
          </a:xfrm>
        </p:spPr>
        <p:txBody>
          <a:bodyPr/>
          <a:lstStyle>
            <a:lvl1pPr marL="174625" indent="-174625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add bullets</a:t>
            </a:r>
            <a:endParaRPr lang="en-IN"/>
          </a:p>
        </p:txBody>
      </p:sp>
      <p:sp>
        <p:nvSpPr>
          <p:cNvPr id="8" name="Picture Placeholder 16">
            <a:extLst>
              <a:ext uri="{FF2B5EF4-FFF2-40B4-BE49-F238E27FC236}">
                <a16:creationId xmlns:a16="http://schemas.microsoft.com/office/drawing/2014/main" id="{B7B1C44A-5BC8-A504-2CAE-03F1FF0F4FF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2269399" y="1900238"/>
            <a:ext cx="986120" cy="988570"/>
          </a:xfrm>
          <a:custGeom>
            <a:avLst/>
            <a:gdLst>
              <a:gd name="connsiteX0" fmla="*/ 2024380 w 4048760"/>
              <a:gd name="connsiteY0" fmla="*/ 0 h 4048760"/>
              <a:gd name="connsiteX1" fmla="*/ 4048760 w 4048760"/>
              <a:gd name="connsiteY1" fmla="*/ 2024380 h 4048760"/>
              <a:gd name="connsiteX2" fmla="*/ 2024380 w 4048760"/>
              <a:gd name="connsiteY2" fmla="*/ 4048760 h 4048760"/>
              <a:gd name="connsiteX3" fmla="*/ 0 w 4048760"/>
              <a:gd name="connsiteY3" fmla="*/ 2024380 h 4048760"/>
              <a:gd name="connsiteX4" fmla="*/ 2024380 w 4048760"/>
              <a:gd name="connsiteY4" fmla="*/ 0 h 4048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8760" h="4048760">
                <a:moveTo>
                  <a:pt x="2024380" y="0"/>
                </a:moveTo>
                <a:cubicBezTo>
                  <a:pt x="3142414" y="0"/>
                  <a:pt x="4048760" y="906346"/>
                  <a:pt x="4048760" y="2024380"/>
                </a:cubicBezTo>
                <a:cubicBezTo>
                  <a:pt x="4048760" y="3142414"/>
                  <a:pt x="3142414" y="4048760"/>
                  <a:pt x="2024380" y="4048760"/>
                </a:cubicBezTo>
                <a:cubicBezTo>
                  <a:pt x="906346" y="4048760"/>
                  <a:pt x="0" y="3142414"/>
                  <a:pt x="0" y="2024380"/>
                </a:cubicBezTo>
                <a:cubicBezTo>
                  <a:pt x="0" y="906346"/>
                  <a:pt x="906346" y="0"/>
                  <a:pt x="2024380" y="0"/>
                </a:cubicBezTo>
                <a:close/>
              </a:path>
            </a:pathLst>
          </a:custGeom>
          <a:effectLst>
            <a:outerShdw blurRad="4191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IN"/>
              <a:t>Click to add picture</a:t>
            </a:r>
          </a:p>
        </p:txBody>
      </p:sp>
      <p:sp>
        <p:nvSpPr>
          <p:cNvPr id="9" name="Picture Placeholder 16">
            <a:extLst>
              <a:ext uri="{FF2B5EF4-FFF2-40B4-BE49-F238E27FC236}">
                <a16:creationId xmlns:a16="http://schemas.microsoft.com/office/drawing/2014/main" id="{964DB1D8-DADB-60E5-87D9-24A9D9A8A70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577758" y="1900238"/>
            <a:ext cx="986120" cy="988570"/>
          </a:xfrm>
          <a:custGeom>
            <a:avLst/>
            <a:gdLst>
              <a:gd name="connsiteX0" fmla="*/ 2024380 w 4048760"/>
              <a:gd name="connsiteY0" fmla="*/ 0 h 4048760"/>
              <a:gd name="connsiteX1" fmla="*/ 4048760 w 4048760"/>
              <a:gd name="connsiteY1" fmla="*/ 2024380 h 4048760"/>
              <a:gd name="connsiteX2" fmla="*/ 2024380 w 4048760"/>
              <a:gd name="connsiteY2" fmla="*/ 4048760 h 4048760"/>
              <a:gd name="connsiteX3" fmla="*/ 0 w 4048760"/>
              <a:gd name="connsiteY3" fmla="*/ 2024380 h 4048760"/>
              <a:gd name="connsiteX4" fmla="*/ 2024380 w 4048760"/>
              <a:gd name="connsiteY4" fmla="*/ 0 h 4048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8760" h="4048760">
                <a:moveTo>
                  <a:pt x="2024380" y="0"/>
                </a:moveTo>
                <a:cubicBezTo>
                  <a:pt x="3142414" y="0"/>
                  <a:pt x="4048760" y="906346"/>
                  <a:pt x="4048760" y="2024380"/>
                </a:cubicBezTo>
                <a:cubicBezTo>
                  <a:pt x="4048760" y="3142414"/>
                  <a:pt x="3142414" y="4048760"/>
                  <a:pt x="2024380" y="4048760"/>
                </a:cubicBezTo>
                <a:cubicBezTo>
                  <a:pt x="906346" y="4048760"/>
                  <a:pt x="0" y="3142414"/>
                  <a:pt x="0" y="2024380"/>
                </a:cubicBezTo>
                <a:cubicBezTo>
                  <a:pt x="0" y="906346"/>
                  <a:pt x="906346" y="0"/>
                  <a:pt x="2024380" y="0"/>
                </a:cubicBezTo>
                <a:close/>
              </a:path>
            </a:pathLst>
          </a:custGeom>
          <a:effectLst>
            <a:outerShdw blurRad="4191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IN"/>
              <a:t>Click to add picture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84C47DB8-F9A9-66C3-42CE-007E4B9D30E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61040" y="1900238"/>
            <a:ext cx="986120" cy="988570"/>
          </a:xfrm>
          <a:custGeom>
            <a:avLst/>
            <a:gdLst>
              <a:gd name="connsiteX0" fmla="*/ 2024380 w 4048760"/>
              <a:gd name="connsiteY0" fmla="*/ 0 h 4048760"/>
              <a:gd name="connsiteX1" fmla="*/ 4048760 w 4048760"/>
              <a:gd name="connsiteY1" fmla="*/ 2024380 h 4048760"/>
              <a:gd name="connsiteX2" fmla="*/ 2024380 w 4048760"/>
              <a:gd name="connsiteY2" fmla="*/ 4048760 h 4048760"/>
              <a:gd name="connsiteX3" fmla="*/ 0 w 4048760"/>
              <a:gd name="connsiteY3" fmla="*/ 2024380 h 4048760"/>
              <a:gd name="connsiteX4" fmla="*/ 2024380 w 4048760"/>
              <a:gd name="connsiteY4" fmla="*/ 0 h 4048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8760" h="4048760">
                <a:moveTo>
                  <a:pt x="2024380" y="0"/>
                </a:moveTo>
                <a:cubicBezTo>
                  <a:pt x="3142414" y="0"/>
                  <a:pt x="4048760" y="906346"/>
                  <a:pt x="4048760" y="2024380"/>
                </a:cubicBezTo>
                <a:cubicBezTo>
                  <a:pt x="4048760" y="3142414"/>
                  <a:pt x="3142414" y="4048760"/>
                  <a:pt x="2024380" y="4048760"/>
                </a:cubicBezTo>
                <a:cubicBezTo>
                  <a:pt x="906346" y="4048760"/>
                  <a:pt x="0" y="3142414"/>
                  <a:pt x="0" y="2024380"/>
                </a:cubicBezTo>
                <a:cubicBezTo>
                  <a:pt x="0" y="906346"/>
                  <a:pt x="906346" y="0"/>
                  <a:pt x="2024380" y="0"/>
                </a:cubicBezTo>
                <a:close/>
              </a:path>
            </a:pathLst>
          </a:custGeom>
          <a:effectLst>
            <a:outerShdw blurRad="4191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IN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7896160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92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>
          <a:xfrm>
            <a:off x="588263" y="457200"/>
            <a:ext cx="11018520" cy="430887"/>
          </a:xfrm>
        </p:spPr>
        <p:txBody>
          <a:bodyPr/>
          <a:lstStyle>
            <a:lvl1pPr>
              <a:defRPr sz="2800" b="1" i="0">
                <a:solidFill>
                  <a:schemeClr val="tx1"/>
                </a:solidFill>
                <a:latin typeface="Segoe UI Semibold" panose="020B0502040204020203" pitchFamily="34" charset="0"/>
                <a:ea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092881"/>
          </a:xfrm>
        </p:spPr>
        <p:txBody>
          <a:bodyPr>
            <a:spAutoFit/>
          </a:bodyPr>
          <a:lstStyle>
            <a:lvl1pPr>
              <a:defRPr sz="2800" b="0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2800"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2400"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2000"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800"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b="0" i="0" spc="-51" baseline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39234576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ctr">
            <a:spAutoFit/>
          </a:bodyPr>
          <a:lstStyle>
            <a:lvl1pPr>
              <a:defRPr lang="en-US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752416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159928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solid fil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B88B18-B74D-058B-FE73-366E3193A4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8C3DE1E-D881-BBB5-7E33-7A4E32F65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118475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858B6245-E099-679C-77B1-776AD3023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30887"/>
          </a:xfrm>
        </p:spPr>
        <p:txBody>
          <a:bodyPr/>
          <a:lstStyle>
            <a:lvl1pPr>
              <a:defRPr sz="2800" b="1" i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72663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858B6245-E099-679C-77B1-776AD3023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1218973"/>
            <a:ext cx="3388651" cy="98488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kumimoji="0" lang="en-US" sz="3200" u="none" strike="noStrike" normalizeH="0" dirty="0">
                <a:solidFill>
                  <a:srgbClr val="3B2E58"/>
                </a:solidFill>
                <a:uLnTx/>
                <a:uFillTx/>
                <a:latin typeface="+mj-lt"/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5378665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79476D1-5DFE-434A-9B6E-01C90CBF69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998" y="439121"/>
            <a:ext cx="11294044" cy="767889"/>
          </a:xfrm>
        </p:spPr>
        <p:txBody>
          <a:bodyPr vert="horz" wrap="square" lIns="146304" tIns="91440" rIns="146304" bIns="91440" rtlCol="0" anchor="t">
            <a:noAutofit/>
          </a:bodyPr>
          <a:lstStyle>
            <a:lvl1pPr>
              <a:defRPr lang="en-US" sz="1273" b="1" i="0" dirty="0">
                <a:solidFill>
                  <a:schemeClr val="accent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marL="0" lvl="0">
              <a:lnSpc>
                <a:spcPct val="95000"/>
              </a:lnSpc>
            </a:pPr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549221609"/>
      </p:ext>
    </p:extLst>
  </p:cSld>
  <p:clrMapOvr>
    <a:masterClrMapping/>
  </p:clrMapOvr>
  <p:transition>
    <p:fade/>
  </p:transition>
  <p:hf sldNum="0" hdr="0" ftr="0" dt="0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590579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19242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7061532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8" orient="horz" pos="86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6.xml"/><Relationship Id="rId18" Type="http://schemas.openxmlformats.org/officeDocument/2006/relationships/slideLayout" Target="../slideLayouts/slideLayout81.xml"/><Relationship Id="rId26" Type="http://schemas.openxmlformats.org/officeDocument/2006/relationships/slideLayout" Target="../slideLayouts/slideLayout89.xml"/><Relationship Id="rId39" Type="http://schemas.openxmlformats.org/officeDocument/2006/relationships/slideLayout" Target="../slideLayouts/slideLayout102.xml"/><Relationship Id="rId21" Type="http://schemas.openxmlformats.org/officeDocument/2006/relationships/slideLayout" Target="../slideLayouts/slideLayout84.xml"/><Relationship Id="rId34" Type="http://schemas.openxmlformats.org/officeDocument/2006/relationships/slideLayout" Target="../slideLayouts/slideLayout97.xml"/><Relationship Id="rId42" Type="http://schemas.openxmlformats.org/officeDocument/2006/relationships/slideLayout" Target="../slideLayouts/slideLayout105.xml"/><Relationship Id="rId47" Type="http://schemas.openxmlformats.org/officeDocument/2006/relationships/tags" Target="../tags/tag1.xml"/><Relationship Id="rId7" Type="http://schemas.openxmlformats.org/officeDocument/2006/relationships/slideLayout" Target="../slideLayouts/slideLayout70.xml"/><Relationship Id="rId2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79.xml"/><Relationship Id="rId29" Type="http://schemas.openxmlformats.org/officeDocument/2006/relationships/slideLayout" Target="../slideLayouts/slideLayout92.xml"/><Relationship Id="rId11" Type="http://schemas.openxmlformats.org/officeDocument/2006/relationships/slideLayout" Target="../slideLayouts/slideLayout74.xml"/><Relationship Id="rId24" Type="http://schemas.openxmlformats.org/officeDocument/2006/relationships/slideLayout" Target="../slideLayouts/slideLayout87.xml"/><Relationship Id="rId32" Type="http://schemas.openxmlformats.org/officeDocument/2006/relationships/slideLayout" Target="../slideLayouts/slideLayout95.xml"/><Relationship Id="rId37" Type="http://schemas.openxmlformats.org/officeDocument/2006/relationships/slideLayout" Target="../slideLayouts/slideLayout100.xml"/><Relationship Id="rId40" Type="http://schemas.openxmlformats.org/officeDocument/2006/relationships/slideLayout" Target="../slideLayouts/slideLayout103.xml"/><Relationship Id="rId45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78.xml"/><Relationship Id="rId23" Type="http://schemas.openxmlformats.org/officeDocument/2006/relationships/slideLayout" Target="../slideLayouts/slideLayout86.xml"/><Relationship Id="rId28" Type="http://schemas.openxmlformats.org/officeDocument/2006/relationships/slideLayout" Target="../slideLayouts/slideLayout91.xml"/><Relationship Id="rId36" Type="http://schemas.openxmlformats.org/officeDocument/2006/relationships/slideLayout" Target="../slideLayouts/slideLayout99.xml"/><Relationship Id="rId49" Type="http://schemas.openxmlformats.org/officeDocument/2006/relationships/image" Target="../media/image28.emf"/><Relationship Id="rId10" Type="http://schemas.openxmlformats.org/officeDocument/2006/relationships/slideLayout" Target="../slideLayouts/slideLayout73.xml"/><Relationship Id="rId19" Type="http://schemas.openxmlformats.org/officeDocument/2006/relationships/slideLayout" Target="../slideLayouts/slideLayout82.xml"/><Relationship Id="rId31" Type="http://schemas.openxmlformats.org/officeDocument/2006/relationships/slideLayout" Target="../slideLayouts/slideLayout94.xml"/><Relationship Id="rId44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Relationship Id="rId14" Type="http://schemas.openxmlformats.org/officeDocument/2006/relationships/slideLayout" Target="../slideLayouts/slideLayout77.xml"/><Relationship Id="rId22" Type="http://schemas.openxmlformats.org/officeDocument/2006/relationships/slideLayout" Target="../slideLayouts/slideLayout85.xml"/><Relationship Id="rId27" Type="http://schemas.openxmlformats.org/officeDocument/2006/relationships/slideLayout" Target="../slideLayouts/slideLayout90.xml"/><Relationship Id="rId30" Type="http://schemas.openxmlformats.org/officeDocument/2006/relationships/slideLayout" Target="../slideLayouts/slideLayout93.xml"/><Relationship Id="rId35" Type="http://schemas.openxmlformats.org/officeDocument/2006/relationships/slideLayout" Target="../slideLayouts/slideLayout98.xml"/><Relationship Id="rId43" Type="http://schemas.openxmlformats.org/officeDocument/2006/relationships/slideLayout" Target="../slideLayouts/slideLayout106.xml"/><Relationship Id="rId48" Type="http://schemas.openxmlformats.org/officeDocument/2006/relationships/oleObject" Target="../embeddings/oleObject1.bin"/><Relationship Id="rId8" Type="http://schemas.openxmlformats.org/officeDocument/2006/relationships/slideLayout" Target="../slideLayouts/slideLayout71.xml"/><Relationship Id="rId3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5.xml"/><Relationship Id="rId17" Type="http://schemas.openxmlformats.org/officeDocument/2006/relationships/slideLayout" Target="../slideLayouts/slideLayout80.xml"/><Relationship Id="rId25" Type="http://schemas.openxmlformats.org/officeDocument/2006/relationships/slideLayout" Target="../slideLayouts/slideLayout88.xml"/><Relationship Id="rId33" Type="http://schemas.openxmlformats.org/officeDocument/2006/relationships/slideLayout" Target="../slideLayouts/slideLayout96.xml"/><Relationship Id="rId38" Type="http://schemas.openxmlformats.org/officeDocument/2006/relationships/slideLayout" Target="../slideLayouts/slideLayout101.xml"/><Relationship Id="rId46" Type="http://schemas.openxmlformats.org/officeDocument/2006/relationships/theme" Target="../theme/theme2.xml"/><Relationship Id="rId20" Type="http://schemas.openxmlformats.org/officeDocument/2006/relationships/slideLayout" Target="../slideLayouts/slideLayout83.xml"/><Relationship Id="rId41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457200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1351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anose="020B0502040204020203" pitchFamily="34" charset="0"/>
              <a:ea typeface="Segoe UI" pitchFamily="34" charset="0"/>
              <a:cs typeface="Segoe UI" panose="020B0502040204020203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anose="020B0502040204020203" pitchFamily="34" charset="0"/>
              <a:ea typeface="Segoe UI" pitchFamily="34" charset="0"/>
              <a:cs typeface="Segoe UI" panose="020B0502040204020203" pitchFamily="34" charset="0"/>
            </a:endParaRPr>
          </a:p>
        </p:txBody>
      </p:sp>
      <p:grpSp>
        <p:nvGrpSpPr>
          <p:cNvPr id="1063" name="Group 1062">
            <a:extLst>
              <a:ext uri="{FF2B5EF4-FFF2-40B4-BE49-F238E27FC236}">
                <a16:creationId xmlns:a16="http://schemas.microsoft.com/office/drawing/2014/main" id="{3C09DAC6-FF2C-BE95-7656-D50B71E54D19}"/>
              </a:ext>
            </a:extLst>
          </p:cNvPr>
          <p:cNvGrpSpPr/>
          <p:nvPr userDrawn="1"/>
        </p:nvGrpSpPr>
        <p:grpSpPr>
          <a:xfrm>
            <a:off x="12284419" y="0"/>
            <a:ext cx="1151787" cy="6858000"/>
            <a:chOff x="12284419" y="0"/>
            <a:chExt cx="1151787" cy="9148820"/>
          </a:xfrm>
        </p:grpSpPr>
        <p:grpSp>
          <p:nvGrpSpPr>
            <p:cNvPr id="1059" name="Group 1058">
              <a:extLst>
                <a:ext uri="{FF2B5EF4-FFF2-40B4-BE49-F238E27FC236}">
                  <a16:creationId xmlns:a16="http://schemas.microsoft.com/office/drawing/2014/main" id="{DA14F026-6B88-2DE3-7724-F8A30A01881E}"/>
                </a:ext>
              </a:extLst>
            </p:cNvPr>
            <p:cNvGrpSpPr/>
            <p:nvPr userDrawn="1"/>
          </p:nvGrpSpPr>
          <p:grpSpPr>
            <a:xfrm>
              <a:off x="12287924" y="4594589"/>
              <a:ext cx="1148282" cy="4554231"/>
              <a:chOff x="12286299" y="4581643"/>
              <a:chExt cx="1148282" cy="4554231"/>
            </a:xfrm>
          </p:grpSpPr>
          <p:sp>
            <p:nvSpPr>
              <p:cNvPr id="1031" name="Rectangle 1030">
                <a:extLst>
                  <a:ext uri="{FF2B5EF4-FFF2-40B4-BE49-F238E27FC236}">
                    <a16:creationId xmlns:a16="http://schemas.microsoft.com/office/drawing/2014/main" id="{77755619-334F-E376-C4D7-E78453CA409A}"/>
                  </a:ext>
                </a:extLst>
              </p:cNvPr>
              <p:cNvSpPr/>
              <p:nvPr userDrawn="1"/>
            </p:nvSpPr>
            <p:spPr bwMode="auto">
              <a:xfrm rot="5400000">
                <a:off x="12739099" y="5004161"/>
                <a:ext cx="1118000" cy="272964"/>
              </a:xfrm>
              <a:prstGeom prst="rect">
                <a:avLst/>
              </a:prstGeom>
              <a:solidFill>
                <a:srgbClr val="FFB9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>
                    <a:solidFill>
                      <a:schemeClr val="tx1"/>
                    </a:solidFill>
                    <a:latin typeface="+mj-lt"/>
                    <a:ea typeface="Segoe UI" pitchFamily="34" charset="0"/>
                    <a:cs typeface="Segoe UI" pitchFamily="34" charset="0"/>
                  </a:rPr>
                  <a:t>Yellow</a:t>
                </a:r>
              </a:p>
              <a:p>
                <a:pPr algn="l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>
                    <a:solidFill>
                      <a:schemeClr val="tx1"/>
                    </a:solidFill>
                    <a:ea typeface="Segoe UI" pitchFamily="34" charset="0"/>
                    <a:cs typeface="Segoe UI" pitchFamily="34" charset="0"/>
                  </a:rPr>
                  <a:t>FFB900</a:t>
                </a:r>
              </a:p>
            </p:txBody>
          </p:sp>
          <p:sp>
            <p:nvSpPr>
              <p:cNvPr id="1032" name="Rectangle 1031">
                <a:extLst>
                  <a:ext uri="{FF2B5EF4-FFF2-40B4-BE49-F238E27FC236}">
                    <a16:creationId xmlns:a16="http://schemas.microsoft.com/office/drawing/2014/main" id="{EF022541-AC41-17C4-DFE9-2F265CFD7BED}"/>
                  </a:ext>
                </a:extLst>
              </p:cNvPr>
              <p:cNvSpPr/>
              <p:nvPr userDrawn="1"/>
            </p:nvSpPr>
            <p:spPr bwMode="auto">
              <a:xfrm rot="5400000">
                <a:off x="12447327" y="5004161"/>
                <a:ext cx="1118000" cy="272964"/>
              </a:xfrm>
              <a:prstGeom prst="rect">
                <a:avLst/>
              </a:prstGeom>
              <a:gradFill flip="none" rotWithShape="1">
                <a:gsLst>
                  <a:gs pos="0">
                    <a:srgbClr val="FFB900"/>
                  </a:gs>
                  <a:gs pos="100000">
                    <a:srgbClr val="FFB3BB"/>
                  </a:gs>
                </a:gsLst>
                <a:lin ang="0" scaled="1"/>
                <a:tileRect/>
              </a:gra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600">
                  <a:solidFill>
                    <a:srgbClr val="FFFFFF"/>
                  </a:soli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33" name="Rectangle 1032">
                <a:extLst>
                  <a:ext uri="{FF2B5EF4-FFF2-40B4-BE49-F238E27FC236}">
                    <a16:creationId xmlns:a16="http://schemas.microsoft.com/office/drawing/2014/main" id="{A35A3EB3-FA4E-1E42-4997-546FA5609271}"/>
                  </a:ext>
                </a:extLst>
              </p:cNvPr>
              <p:cNvSpPr/>
              <p:nvPr userDrawn="1"/>
            </p:nvSpPr>
            <p:spPr bwMode="auto">
              <a:xfrm rot="5400000">
                <a:off x="12155554" y="5004161"/>
                <a:ext cx="1118000" cy="272964"/>
              </a:xfrm>
              <a:prstGeom prst="rect">
                <a:avLst/>
              </a:prstGeom>
              <a:solidFill>
                <a:srgbClr val="8DE97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>
                    <a:solidFill>
                      <a:schemeClr val="tx1"/>
                    </a:solidFill>
                    <a:latin typeface="+mj-lt"/>
                    <a:ea typeface="Segoe UI" pitchFamily="34" charset="0"/>
                    <a:cs typeface="Segoe UI" pitchFamily="34" charset="0"/>
                  </a:rPr>
                  <a:t>Green</a:t>
                </a:r>
              </a:p>
              <a:p>
                <a:pPr algn="l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>
                    <a:solidFill>
                      <a:schemeClr val="tx1"/>
                    </a:solidFill>
                    <a:ea typeface="Segoe UI" pitchFamily="34" charset="0"/>
                    <a:cs typeface="Segoe UI" pitchFamily="34" charset="0"/>
                  </a:rPr>
                  <a:t>#8DE971</a:t>
                </a:r>
              </a:p>
            </p:txBody>
          </p:sp>
          <p:sp>
            <p:nvSpPr>
              <p:cNvPr id="1034" name="Rectangle 1033">
                <a:extLst>
                  <a:ext uri="{FF2B5EF4-FFF2-40B4-BE49-F238E27FC236}">
                    <a16:creationId xmlns:a16="http://schemas.microsoft.com/office/drawing/2014/main" id="{4ADB3F7A-87A6-EC27-1F9D-EED3B2BC657A}"/>
                  </a:ext>
                </a:extLst>
              </p:cNvPr>
              <p:cNvSpPr/>
              <p:nvPr userDrawn="1"/>
            </p:nvSpPr>
            <p:spPr bwMode="auto">
              <a:xfrm rot="5400000">
                <a:off x="11863781" y="5004161"/>
                <a:ext cx="1118000" cy="272964"/>
              </a:xfrm>
              <a:prstGeom prst="rect">
                <a:avLst/>
              </a:prstGeom>
              <a:gradFill flip="none" rotWithShape="1">
                <a:gsLst>
                  <a:gs pos="0">
                    <a:srgbClr val="8DE971"/>
                  </a:gs>
                  <a:gs pos="100000">
                    <a:srgbClr val="49C5B1"/>
                  </a:gs>
                </a:gsLst>
                <a:lin ang="0" scaled="1"/>
                <a:tileRect/>
              </a:gra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600">
                  <a:solidFill>
                    <a:srgbClr val="FFFFFF"/>
                  </a:soli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36" name="Rectangle 1035">
                <a:extLst>
                  <a:ext uri="{FF2B5EF4-FFF2-40B4-BE49-F238E27FC236}">
                    <a16:creationId xmlns:a16="http://schemas.microsoft.com/office/drawing/2014/main" id="{72738B9E-3936-36CC-1A1C-5EE59125D6C6}"/>
                  </a:ext>
                </a:extLst>
              </p:cNvPr>
              <p:cNvSpPr/>
              <p:nvPr userDrawn="1"/>
            </p:nvSpPr>
            <p:spPr bwMode="auto">
              <a:xfrm rot="5400000">
                <a:off x="12739099" y="6149572"/>
                <a:ext cx="1118000" cy="272964"/>
              </a:xfrm>
              <a:prstGeom prst="rect">
                <a:avLst/>
              </a:prstGeom>
              <a:solidFill>
                <a:srgbClr val="FFB3BB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>
                    <a:solidFill>
                      <a:schemeClr val="tx1"/>
                    </a:solidFill>
                    <a:latin typeface="+mj-lt"/>
                    <a:ea typeface="Segoe UI" pitchFamily="34" charset="0"/>
                    <a:cs typeface="Segoe UI" pitchFamily="34" charset="0"/>
                  </a:rPr>
                  <a:t>Light Red</a:t>
                </a:r>
              </a:p>
              <a:p>
                <a:pPr algn="l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>
                    <a:solidFill>
                      <a:schemeClr val="tx1"/>
                    </a:solidFill>
                    <a:ea typeface="Segoe UI" pitchFamily="34" charset="0"/>
                    <a:cs typeface="Segoe UI" pitchFamily="34" charset="0"/>
                  </a:rPr>
                  <a:t>#FFB3BB</a:t>
                </a:r>
              </a:p>
            </p:txBody>
          </p:sp>
          <p:sp>
            <p:nvSpPr>
              <p:cNvPr id="1037" name="Rectangle 1036">
                <a:extLst>
                  <a:ext uri="{FF2B5EF4-FFF2-40B4-BE49-F238E27FC236}">
                    <a16:creationId xmlns:a16="http://schemas.microsoft.com/office/drawing/2014/main" id="{9DD89160-DA94-DB21-34C3-9B0A26DC202F}"/>
                  </a:ext>
                </a:extLst>
              </p:cNvPr>
              <p:cNvSpPr/>
              <p:nvPr userDrawn="1"/>
            </p:nvSpPr>
            <p:spPr bwMode="auto">
              <a:xfrm rot="5400000">
                <a:off x="12447327" y="6149572"/>
                <a:ext cx="1118000" cy="272964"/>
              </a:xfrm>
              <a:prstGeom prst="rect">
                <a:avLst/>
              </a:prstGeom>
              <a:gradFill flip="none" rotWithShape="1">
                <a:gsLst>
                  <a:gs pos="0">
                    <a:srgbClr val="FFB3BB"/>
                  </a:gs>
                  <a:gs pos="100000">
                    <a:srgbClr val="D59ED7"/>
                  </a:gs>
                </a:gsLst>
                <a:lin ang="0" scaled="1"/>
                <a:tileRect/>
              </a:gra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600">
                  <a:solidFill>
                    <a:srgbClr val="FFFFFF"/>
                  </a:soli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38" name="Rectangle 1037">
                <a:extLst>
                  <a:ext uri="{FF2B5EF4-FFF2-40B4-BE49-F238E27FC236}">
                    <a16:creationId xmlns:a16="http://schemas.microsoft.com/office/drawing/2014/main" id="{955D4B1B-D65A-5C3F-5E4A-84B8CDBD73B7}"/>
                  </a:ext>
                </a:extLst>
              </p:cNvPr>
              <p:cNvSpPr/>
              <p:nvPr userDrawn="1"/>
            </p:nvSpPr>
            <p:spPr bwMode="auto">
              <a:xfrm rot="5400000">
                <a:off x="12155554" y="6149572"/>
                <a:ext cx="1118000" cy="272964"/>
              </a:xfrm>
              <a:prstGeom prst="rect">
                <a:avLst/>
              </a:prstGeom>
              <a:solidFill>
                <a:srgbClr val="49C5B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>
                    <a:solidFill>
                      <a:schemeClr val="tx1"/>
                    </a:solidFill>
                    <a:latin typeface="+mj-lt"/>
                    <a:ea typeface="Segoe UI" pitchFamily="34" charset="0"/>
                    <a:cs typeface="Segoe UI" pitchFamily="34" charset="0"/>
                  </a:rPr>
                  <a:t>Teal</a:t>
                </a:r>
              </a:p>
              <a:p>
                <a:pPr algn="l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>
                    <a:solidFill>
                      <a:schemeClr val="tx1"/>
                    </a:solidFill>
                    <a:ea typeface="Segoe UI" pitchFamily="34" charset="0"/>
                    <a:cs typeface="Segoe UI" pitchFamily="34" charset="0"/>
                  </a:rPr>
                  <a:t>#49C5B1</a:t>
                </a:r>
              </a:p>
              <a:p>
                <a:pPr algn="l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600">
                  <a:solidFill>
                    <a:srgbClr val="FFFFFF"/>
                  </a:soli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39" name="Rectangle 1038">
                <a:extLst>
                  <a:ext uri="{FF2B5EF4-FFF2-40B4-BE49-F238E27FC236}">
                    <a16:creationId xmlns:a16="http://schemas.microsoft.com/office/drawing/2014/main" id="{760370DD-C5C3-82BE-24FC-C2151A8C01B4}"/>
                  </a:ext>
                </a:extLst>
              </p:cNvPr>
              <p:cNvSpPr/>
              <p:nvPr userDrawn="1"/>
            </p:nvSpPr>
            <p:spPr bwMode="auto">
              <a:xfrm rot="5400000">
                <a:off x="11863781" y="6149572"/>
                <a:ext cx="1118000" cy="272964"/>
              </a:xfrm>
              <a:prstGeom prst="rect">
                <a:avLst/>
              </a:prstGeom>
              <a:gradFill flip="none" rotWithShape="1">
                <a:gsLst>
                  <a:gs pos="0">
                    <a:srgbClr val="49C5B1"/>
                  </a:gs>
                  <a:gs pos="100000">
                    <a:srgbClr val="8DC8E8"/>
                  </a:gs>
                </a:gsLst>
                <a:lin ang="0" scaled="1"/>
                <a:tileRect/>
              </a:gra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600">
                  <a:solidFill>
                    <a:srgbClr val="FFFFFF"/>
                  </a:soli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41" name="Rectangle 1040">
                <a:extLst>
                  <a:ext uri="{FF2B5EF4-FFF2-40B4-BE49-F238E27FC236}">
                    <a16:creationId xmlns:a16="http://schemas.microsoft.com/office/drawing/2014/main" id="{4FB77119-9413-4FDE-AD51-200C7A867CB3}"/>
                  </a:ext>
                </a:extLst>
              </p:cNvPr>
              <p:cNvSpPr/>
              <p:nvPr userDrawn="1"/>
            </p:nvSpPr>
            <p:spPr bwMode="auto">
              <a:xfrm rot="5400000">
                <a:off x="12739099" y="7294982"/>
                <a:ext cx="1118000" cy="272964"/>
              </a:xfrm>
              <a:prstGeom prst="rect">
                <a:avLst/>
              </a:prstGeom>
              <a:solidFill>
                <a:srgbClr val="D59ED7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err="1">
                    <a:solidFill>
                      <a:schemeClr val="tx1"/>
                    </a:solidFill>
                    <a:latin typeface="+mj-lt"/>
                    <a:ea typeface="Segoe UI" pitchFamily="34" charset="0"/>
                    <a:cs typeface="Segoe UI" pitchFamily="34" charset="0"/>
                  </a:rPr>
                  <a:t>Ligh</a:t>
                </a:r>
                <a:r>
                  <a:rPr lang="en-US" sz="600">
                    <a:solidFill>
                      <a:schemeClr val="tx1"/>
                    </a:solidFill>
                    <a:latin typeface="+mj-lt"/>
                    <a:ea typeface="Segoe UI" pitchFamily="34" charset="0"/>
                    <a:cs typeface="Segoe UI" pitchFamily="34" charset="0"/>
                  </a:rPr>
                  <a:t> Magenta</a:t>
                </a:r>
              </a:p>
              <a:p>
                <a:pPr algn="l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>
                    <a:solidFill>
                      <a:schemeClr val="tx1"/>
                    </a:solidFill>
                    <a:ea typeface="Segoe UI" pitchFamily="34" charset="0"/>
                    <a:cs typeface="Segoe UI" pitchFamily="34" charset="0"/>
                  </a:rPr>
                  <a:t>#D59ED7</a:t>
                </a:r>
              </a:p>
            </p:txBody>
          </p:sp>
          <p:sp>
            <p:nvSpPr>
              <p:cNvPr id="1042" name="Rectangle 1041">
                <a:extLst>
                  <a:ext uri="{FF2B5EF4-FFF2-40B4-BE49-F238E27FC236}">
                    <a16:creationId xmlns:a16="http://schemas.microsoft.com/office/drawing/2014/main" id="{F02D4CAF-BF9E-9BB6-9D0C-C13B700BBC0C}"/>
                  </a:ext>
                </a:extLst>
              </p:cNvPr>
              <p:cNvSpPr/>
              <p:nvPr userDrawn="1"/>
            </p:nvSpPr>
            <p:spPr bwMode="auto">
              <a:xfrm rot="5400000">
                <a:off x="12447327" y="7294982"/>
                <a:ext cx="1118000" cy="272964"/>
              </a:xfrm>
              <a:prstGeom prst="rect">
                <a:avLst/>
              </a:prstGeom>
              <a:gradFill flip="none" rotWithShape="1">
                <a:gsLst>
                  <a:gs pos="0">
                    <a:srgbClr val="D59ED7"/>
                  </a:gs>
                  <a:gs pos="100000">
                    <a:srgbClr val="C03BC4"/>
                  </a:gs>
                </a:gsLst>
                <a:lin ang="0" scaled="1"/>
                <a:tileRect/>
              </a:gra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600" err="1">
                  <a:solidFill>
                    <a:srgbClr val="FFFFFF"/>
                  </a:soli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43" name="Rectangle 1042">
                <a:extLst>
                  <a:ext uri="{FF2B5EF4-FFF2-40B4-BE49-F238E27FC236}">
                    <a16:creationId xmlns:a16="http://schemas.microsoft.com/office/drawing/2014/main" id="{E1A6D8B9-7007-0EA3-570E-1FBFCA0E9246}"/>
                  </a:ext>
                </a:extLst>
              </p:cNvPr>
              <p:cNvSpPr/>
              <p:nvPr userDrawn="1"/>
            </p:nvSpPr>
            <p:spPr bwMode="auto">
              <a:xfrm rot="5400000">
                <a:off x="12155554" y="7294982"/>
                <a:ext cx="1118000" cy="272964"/>
              </a:xfrm>
              <a:prstGeom prst="rect">
                <a:avLst/>
              </a:prstGeom>
              <a:solidFill>
                <a:srgbClr val="8DC8E8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>
                    <a:solidFill>
                      <a:schemeClr val="tx1"/>
                    </a:solidFill>
                    <a:latin typeface="+mj-lt"/>
                    <a:ea typeface="Segoe UI" pitchFamily="34" charset="0"/>
                    <a:cs typeface="Segoe UI" pitchFamily="34" charset="0"/>
                  </a:rPr>
                  <a:t>Light Blue</a:t>
                </a:r>
              </a:p>
              <a:p>
                <a:pPr algn="l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>
                    <a:solidFill>
                      <a:schemeClr val="tx1"/>
                    </a:solidFill>
                    <a:ea typeface="Segoe UI" pitchFamily="34" charset="0"/>
                    <a:cs typeface="Segoe UI" pitchFamily="34" charset="0"/>
                  </a:rPr>
                  <a:t>#8DC8E8</a:t>
                </a:r>
              </a:p>
            </p:txBody>
          </p:sp>
          <p:sp>
            <p:nvSpPr>
              <p:cNvPr id="1044" name="Rectangle 1043">
                <a:extLst>
                  <a:ext uri="{FF2B5EF4-FFF2-40B4-BE49-F238E27FC236}">
                    <a16:creationId xmlns:a16="http://schemas.microsoft.com/office/drawing/2014/main" id="{1AA3819D-AC47-23FC-4EE6-9DC05038CFE0}"/>
                  </a:ext>
                </a:extLst>
              </p:cNvPr>
              <p:cNvSpPr/>
              <p:nvPr userDrawn="1"/>
            </p:nvSpPr>
            <p:spPr bwMode="auto">
              <a:xfrm rot="5400000">
                <a:off x="11863781" y="7294982"/>
                <a:ext cx="1118000" cy="272964"/>
              </a:xfrm>
              <a:prstGeom prst="rect">
                <a:avLst/>
              </a:prstGeom>
              <a:gradFill flip="none" rotWithShape="1">
                <a:gsLst>
                  <a:gs pos="0">
                    <a:srgbClr val="8DC8E8"/>
                  </a:gs>
                  <a:gs pos="100000">
                    <a:srgbClr val="0078D4"/>
                  </a:gs>
                </a:gsLst>
                <a:lin ang="0" scaled="1"/>
                <a:tileRect/>
              </a:gra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600" err="1">
                  <a:solidFill>
                    <a:srgbClr val="FFFFFF"/>
                  </a:soli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46" name="Rectangle 1045">
                <a:extLst>
                  <a:ext uri="{FF2B5EF4-FFF2-40B4-BE49-F238E27FC236}">
                    <a16:creationId xmlns:a16="http://schemas.microsoft.com/office/drawing/2014/main" id="{A32D14FA-2BD4-6F8A-51CB-D27B316D6C46}"/>
                  </a:ext>
                </a:extLst>
              </p:cNvPr>
              <p:cNvSpPr/>
              <p:nvPr userDrawn="1"/>
            </p:nvSpPr>
            <p:spPr bwMode="auto">
              <a:xfrm rot="5400000">
                <a:off x="12739099" y="8440392"/>
                <a:ext cx="1118000" cy="272964"/>
              </a:xfrm>
              <a:prstGeom prst="rect">
                <a:avLst/>
              </a:prstGeom>
              <a:solidFill>
                <a:srgbClr val="C03BC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>
                    <a:solidFill>
                      <a:srgbClr val="FFFFFF"/>
                    </a:solidFill>
                    <a:ea typeface="Segoe UI" pitchFamily="34" charset="0"/>
                    <a:cs typeface="Segoe UI" pitchFamily="34" charset="0"/>
                  </a:rPr>
                  <a:t>Magenta</a:t>
                </a:r>
              </a:p>
              <a:p>
                <a:pPr algn="l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>
                    <a:solidFill>
                      <a:srgbClr val="FFFFFF"/>
                    </a:solidFill>
                    <a:ea typeface="Segoe UI" pitchFamily="34" charset="0"/>
                    <a:cs typeface="Segoe UI" pitchFamily="34" charset="0"/>
                  </a:rPr>
                  <a:t>#C03BC4</a:t>
                </a:r>
              </a:p>
            </p:txBody>
          </p:sp>
          <p:sp>
            <p:nvSpPr>
              <p:cNvPr id="1047" name="Rectangle 1046">
                <a:extLst>
                  <a:ext uri="{FF2B5EF4-FFF2-40B4-BE49-F238E27FC236}">
                    <a16:creationId xmlns:a16="http://schemas.microsoft.com/office/drawing/2014/main" id="{E19A6AA5-E2FB-7CCF-DC53-F78AE2C2E221}"/>
                  </a:ext>
                </a:extLst>
              </p:cNvPr>
              <p:cNvSpPr/>
              <p:nvPr userDrawn="1"/>
            </p:nvSpPr>
            <p:spPr bwMode="auto">
              <a:xfrm rot="5400000">
                <a:off x="12447327" y="8440392"/>
                <a:ext cx="1118000" cy="272964"/>
              </a:xfrm>
              <a:prstGeom prst="rect">
                <a:avLst/>
              </a:prstGeom>
              <a:gradFill flip="none" rotWithShape="1">
                <a:gsLst>
                  <a:gs pos="0">
                    <a:srgbClr val="C03BC4"/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600" err="1">
                  <a:solidFill>
                    <a:srgbClr val="FFFFFF"/>
                  </a:soli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48" name="Rectangle 1047">
                <a:extLst>
                  <a:ext uri="{FF2B5EF4-FFF2-40B4-BE49-F238E27FC236}">
                    <a16:creationId xmlns:a16="http://schemas.microsoft.com/office/drawing/2014/main" id="{4C62D0C4-F822-0169-FA8D-0FFE4875193D}"/>
                  </a:ext>
                </a:extLst>
              </p:cNvPr>
              <p:cNvSpPr/>
              <p:nvPr userDrawn="1"/>
            </p:nvSpPr>
            <p:spPr bwMode="auto">
              <a:xfrm rot="5400000">
                <a:off x="12155554" y="8440392"/>
                <a:ext cx="1118000" cy="272964"/>
              </a:xfrm>
              <a:prstGeom prst="rect">
                <a:avLst/>
              </a:prstGeom>
              <a:solidFill>
                <a:srgbClr val="0078D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>
                    <a:solidFill>
                      <a:srgbClr val="FFFFFF"/>
                    </a:solidFill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algn="l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>
                    <a:solidFill>
                      <a:srgbClr val="FFFFFF"/>
                    </a:solidFill>
                    <a:ea typeface="Segoe UI" pitchFamily="34" charset="0"/>
                    <a:cs typeface="Segoe UI" pitchFamily="34" charset="0"/>
                  </a:rPr>
                  <a:t>#0078D4</a:t>
                </a:r>
              </a:p>
              <a:p>
                <a:pPr algn="l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600" err="1">
                  <a:solidFill>
                    <a:srgbClr val="FFFFFF"/>
                  </a:soli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49" name="Rectangle 1048">
                <a:extLst>
                  <a:ext uri="{FF2B5EF4-FFF2-40B4-BE49-F238E27FC236}">
                    <a16:creationId xmlns:a16="http://schemas.microsoft.com/office/drawing/2014/main" id="{F942079C-E447-1F5A-94C3-127A2AE81BEA}"/>
                  </a:ext>
                </a:extLst>
              </p:cNvPr>
              <p:cNvSpPr/>
              <p:nvPr userDrawn="1"/>
            </p:nvSpPr>
            <p:spPr bwMode="auto">
              <a:xfrm rot="5400000">
                <a:off x="11863781" y="8440392"/>
                <a:ext cx="1118000" cy="272964"/>
              </a:xfrm>
              <a:prstGeom prst="rect">
                <a:avLst/>
              </a:prstGeom>
              <a:gradFill flip="none" rotWithShape="1">
                <a:gsLst>
                  <a:gs pos="0">
                    <a:srgbClr val="0078D4"/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600" err="1">
                  <a:solidFill>
                    <a:srgbClr val="FFFFFF"/>
                  </a:soli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1060" name="Group 1059">
              <a:extLst>
                <a:ext uri="{FF2B5EF4-FFF2-40B4-BE49-F238E27FC236}">
                  <a16:creationId xmlns:a16="http://schemas.microsoft.com/office/drawing/2014/main" id="{E3A47988-F90B-7E0B-07E4-6F4002EF4FF6}"/>
                </a:ext>
              </a:extLst>
            </p:cNvPr>
            <p:cNvGrpSpPr/>
            <p:nvPr userDrawn="1"/>
          </p:nvGrpSpPr>
          <p:grpSpPr>
            <a:xfrm>
              <a:off x="12284419" y="0"/>
              <a:ext cx="850611" cy="4554232"/>
              <a:chOff x="12583971" y="0"/>
              <a:chExt cx="850611" cy="4554232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A81DD4E2-8E80-7B84-9624-12B76D31C20B}"/>
                  </a:ext>
                </a:extLst>
              </p:cNvPr>
              <p:cNvSpPr/>
              <p:nvPr userDrawn="1"/>
            </p:nvSpPr>
            <p:spPr bwMode="auto">
              <a:xfrm rot="5400000">
                <a:off x="12739099" y="3858750"/>
                <a:ext cx="1118000" cy="27296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>
                    <a:solidFill>
                      <a:schemeClr val="bg1"/>
                    </a:solidFill>
                    <a:latin typeface="+mj-lt"/>
                    <a:ea typeface="Segoe UI" pitchFamily="34" charset="0"/>
                    <a:cs typeface="Segoe UI" pitchFamily="34" charset="0"/>
                  </a:rPr>
                  <a:t>Teams Dark Purple</a:t>
                </a:r>
              </a:p>
              <a:p>
                <a:pPr algn="l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>
                    <a:solidFill>
                      <a:schemeClr val="bg1"/>
                    </a:solidFill>
                    <a:ea typeface="Segoe UI" pitchFamily="34" charset="0"/>
                    <a:cs typeface="Segoe UI" pitchFamily="34" charset="0"/>
                  </a:rPr>
                  <a:t>#444791</a:t>
                </a: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7C19CD7F-4BBE-716C-99EB-94695CCED9AD}"/>
                  </a:ext>
                </a:extLst>
              </p:cNvPr>
              <p:cNvSpPr/>
              <p:nvPr userDrawn="1"/>
            </p:nvSpPr>
            <p:spPr bwMode="auto">
              <a:xfrm rot="5400000">
                <a:off x="11874621" y="3286045"/>
                <a:ext cx="2263411" cy="272964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600" err="1">
                  <a:solidFill>
                    <a:srgbClr val="FFFFFF"/>
                  </a:soli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A74EAA1E-7AD7-9D25-3C47-CDE81F98E4ED}"/>
                  </a:ext>
                </a:extLst>
              </p:cNvPr>
              <p:cNvSpPr/>
              <p:nvPr userDrawn="1"/>
            </p:nvSpPr>
            <p:spPr bwMode="auto">
              <a:xfrm rot="5400000">
                <a:off x="12739099" y="2713339"/>
                <a:ext cx="1118000" cy="272964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>
                    <a:solidFill>
                      <a:schemeClr val="tx1"/>
                    </a:solidFill>
                    <a:latin typeface="+mj-lt"/>
                    <a:ea typeface="Segoe UI" pitchFamily="34" charset="0"/>
                    <a:cs typeface="Segoe UI" pitchFamily="34" charset="0"/>
                  </a:rPr>
                  <a:t>Teams Light Purple</a:t>
                </a:r>
              </a:p>
              <a:p>
                <a:pPr algn="l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>
                    <a:solidFill>
                      <a:schemeClr val="tx1"/>
                    </a:solidFill>
                    <a:ea typeface="Segoe UI" pitchFamily="34" charset="0"/>
                    <a:cs typeface="Segoe UI" pitchFamily="34" charset="0"/>
                  </a:rPr>
                  <a:t>#9299F7</a:t>
                </a:r>
              </a:p>
            </p:txBody>
          </p:sp>
          <p:sp>
            <p:nvSpPr>
              <p:cNvPr id="1025" name="Rectangle 1024">
                <a:extLst>
                  <a:ext uri="{FF2B5EF4-FFF2-40B4-BE49-F238E27FC236}">
                    <a16:creationId xmlns:a16="http://schemas.microsoft.com/office/drawing/2014/main" id="{4D2932BC-C479-DA78-5273-61C550217FC7}"/>
                  </a:ext>
                </a:extLst>
              </p:cNvPr>
              <p:cNvSpPr/>
              <p:nvPr userDrawn="1"/>
            </p:nvSpPr>
            <p:spPr bwMode="auto">
              <a:xfrm rot="5400000">
                <a:off x="12166395" y="995223"/>
                <a:ext cx="2263409" cy="27296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>
                    <a:solidFill>
                      <a:srgbClr val="FFFFFF"/>
                    </a:solidFill>
                    <a:latin typeface="+mj-lt"/>
                    <a:ea typeface="Segoe UI" pitchFamily="34" charset="0"/>
                    <a:cs typeface="Segoe UI" pitchFamily="34" charset="0"/>
                  </a:rPr>
                  <a:t>Teams Primary Purple</a:t>
                </a:r>
              </a:p>
              <a:p>
                <a:pPr algn="l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>
                    <a:solidFill>
                      <a:srgbClr val="FFFFFF"/>
                    </a:solidFill>
                    <a:ea typeface="Segoe UI" pitchFamily="34" charset="0"/>
                    <a:cs typeface="Segoe UI" pitchFamily="34" charset="0"/>
                  </a:rPr>
                  <a:t>#5B5Fc7</a:t>
                </a:r>
              </a:p>
            </p:txBody>
          </p:sp>
          <p:sp>
            <p:nvSpPr>
              <p:cNvPr id="1027" name="Rectangle 1026">
                <a:extLst>
                  <a:ext uri="{FF2B5EF4-FFF2-40B4-BE49-F238E27FC236}">
                    <a16:creationId xmlns:a16="http://schemas.microsoft.com/office/drawing/2014/main" id="{A23795C6-EFC5-3FA3-BFF3-498CFB35AB38}"/>
                  </a:ext>
                </a:extLst>
              </p:cNvPr>
              <p:cNvSpPr/>
              <p:nvPr userDrawn="1"/>
            </p:nvSpPr>
            <p:spPr bwMode="auto">
              <a:xfrm rot="5400000">
                <a:off x="11874621" y="995224"/>
                <a:ext cx="2263411" cy="272964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0" scaled="1"/>
                <a:tileRect/>
              </a:gra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600" err="1">
                  <a:solidFill>
                    <a:srgbClr val="FFFFFF"/>
                  </a:soli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054" name="Rectangle 1053">
                <a:extLst>
                  <a:ext uri="{FF2B5EF4-FFF2-40B4-BE49-F238E27FC236}">
                    <a16:creationId xmlns:a16="http://schemas.microsoft.com/office/drawing/2014/main" id="{80569A09-34A2-90F0-E895-AE08AFD8BCD1}"/>
                  </a:ext>
                </a:extLst>
              </p:cNvPr>
              <p:cNvSpPr/>
              <p:nvPr userDrawn="1"/>
            </p:nvSpPr>
            <p:spPr bwMode="auto">
              <a:xfrm rot="5400000">
                <a:off x="11588747" y="3286045"/>
                <a:ext cx="2263411" cy="27296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>
                    <a:solidFill>
                      <a:srgbClr val="FFFFFF"/>
                    </a:solidFill>
                    <a:ea typeface="Segoe UI" pitchFamily="34" charset="0"/>
                    <a:cs typeface="Segoe UI" pitchFamily="34" charset="0"/>
                  </a:rPr>
                  <a:t>Pure Black</a:t>
                </a:r>
              </a:p>
              <a:p>
                <a:pPr lvl="0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>
                    <a:solidFill>
                      <a:srgbClr val="FFFFFF"/>
                    </a:solidFill>
                    <a:ea typeface="Segoe UI" pitchFamily="34" charset="0"/>
                    <a:cs typeface="Segoe UI" pitchFamily="34" charset="0"/>
                  </a:rPr>
                  <a:t>#000000</a:t>
                </a:r>
              </a:p>
            </p:txBody>
          </p:sp>
          <p:sp>
            <p:nvSpPr>
              <p:cNvPr id="1055" name="Rectangle 1054">
                <a:extLst>
                  <a:ext uri="{FF2B5EF4-FFF2-40B4-BE49-F238E27FC236}">
                    <a16:creationId xmlns:a16="http://schemas.microsoft.com/office/drawing/2014/main" id="{FE9F5DBB-544D-55A0-A129-2695F96D2018}"/>
                  </a:ext>
                </a:extLst>
              </p:cNvPr>
              <p:cNvSpPr/>
              <p:nvPr userDrawn="1"/>
            </p:nvSpPr>
            <p:spPr bwMode="auto">
              <a:xfrm rot="5400000">
                <a:off x="11588747" y="995224"/>
                <a:ext cx="2263411" cy="272964"/>
              </a:xfrm>
              <a:prstGeom prst="rect">
                <a:avLst/>
              </a:prstGeom>
              <a:solidFill>
                <a:srgbClr val="FFF8F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>
                    <a:solidFill>
                      <a:schemeClr val="tx1"/>
                    </a:solidFill>
                    <a:latin typeface="+mj-lt"/>
                    <a:ea typeface="Segoe UI" pitchFamily="34" charset="0"/>
                    <a:cs typeface="Segoe UI" pitchFamily="34" charset="0"/>
                  </a:rPr>
                  <a:t>Warm White</a:t>
                </a:r>
              </a:p>
              <a:p>
                <a:pPr algn="l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>
                    <a:solidFill>
                      <a:schemeClr val="tx1"/>
                    </a:solidFill>
                    <a:ea typeface="Segoe UI" pitchFamily="34" charset="0"/>
                    <a:cs typeface="Segoe UI" pitchFamily="34" charset="0"/>
                  </a:rPr>
                  <a:t>#FFF8F3</a:t>
                </a:r>
              </a:p>
            </p:txBody>
          </p:sp>
        </p:grpSp>
      </p:grpSp>
      <p:sp>
        <p:nvSpPr>
          <p:cNvPr id="1062" name="TextBox 1061">
            <a:extLst>
              <a:ext uri="{FF2B5EF4-FFF2-40B4-BE49-F238E27FC236}">
                <a16:creationId xmlns:a16="http://schemas.microsoft.com/office/drawing/2014/main" id="{C497070B-8E11-C7FB-845D-D5F9783A41C0}"/>
              </a:ext>
            </a:extLst>
          </p:cNvPr>
          <p:cNvSpPr txBox="1"/>
          <p:nvPr userDrawn="1"/>
        </p:nvSpPr>
        <p:spPr>
          <a:xfrm>
            <a:off x="12284419" y="-184139"/>
            <a:ext cx="892873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  <a:latin typeface="+mj-lt"/>
              </a:rPr>
              <a:t>Teams 01.24 DE</a:t>
            </a:r>
          </a:p>
        </p:txBody>
      </p:sp>
    </p:spTree>
    <p:extLst>
      <p:ext uri="{BB962C8B-B14F-4D97-AF65-F5344CB8AC3E}">
        <p14:creationId xmlns:p14="http://schemas.microsoft.com/office/powerpoint/2010/main" val="94352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732" r:id="rId1"/>
    <p:sldLayoutId id="2147485733" r:id="rId2"/>
    <p:sldLayoutId id="2147485734" r:id="rId3"/>
    <p:sldLayoutId id="2147485735" r:id="rId4"/>
    <p:sldLayoutId id="2147485736" r:id="rId5"/>
    <p:sldLayoutId id="2147485737" r:id="rId6"/>
    <p:sldLayoutId id="2147485738" r:id="rId7"/>
    <p:sldLayoutId id="2147485739" r:id="rId8"/>
    <p:sldLayoutId id="2147485740" r:id="rId9"/>
    <p:sldLayoutId id="2147485741" r:id="rId10"/>
    <p:sldLayoutId id="2147485742" r:id="rId11"/>
    <p:sldLayoutId id="2147485743" r:id="rId12"/>
    <p:sldLayoutId id="2147485744" r:id="rId13"/>
    <p:sldLayoutId id="2147485745" r:id="rId14"/>
    <p:sldLayoutId id="2147485746" r:id="rId15"/>
    <p:sldLayoutId id="2147485747" r:id="rId16"/>
    <p:sldLayoutId id="2147485748" r:id="rId17"/>
    <p:sldLayoutId id="2147485749" r:id="rId18"/>
    <p:sldLayoutId id="2147485750" r:id="rId19"/>
    <p:sldLayoutId id="2147485751" r:id="rId20"/>
    <p:sldLayoutId id="2147485752" r:id="rId21"/>
    <p:sldLayoutId id="2147485753" r:id="rId22"/>
    <p:sldLayoutId id="2147485754" r:id="rId23"/>
    <p:sldLayoutId id="2147485755" r:id="rId24"/>
    <p:sldLayoutId id="2147485756" r:id="rId25"/>
    <p:sldLayoutId id="2147485757" r:id="rId26"/>
    <p:sldLayoutId id="2147485758" r:id="rId27"/>
    <p:sldLayoutId id="2147485759" r:id="rId28"/>
    <p:sldLayoutId id="2147485760" r:id="rId29"/>
    <p:sldLayoutId id="2147485761" r:id="rId30"/>
    <p:sldLayoutId id="2147485762" r:id="rId31"/>
    <p:sldLayoutId id="2147485763" r:id="rId32"/>
    <p:sldLayoutId id="2147485764" r:id="rId33"/>
    <p:sldLayoutId id="2147485765" r:id="rId34"/>
    <p:sldLayoutId id="2147485766" r:id="rId35"/>
    <p:sldLayoutId id="2147485767" r:id="rId36"/>
    <p:sldLayoutId id="2147485768" r:id="rId37"/>
    <p:sldLayoutId id="2147485769" r:id="rId38"/>
    <p:sldLayoutId id="2147485770" r:id="rId39"/>
    <p:sldLayoutId id="2147485771" r:id="rId40"/>
    <p:sldLayoutId id="2147485772" r:id="rId41"/>
    <p:sldLayoutId id="2147485773" r:id="rId42"/>
    <p:sldLayoutId id="2147485774" r:id="rId43"/>
    <p:sldLayoutId id="2147485775" r:id="rId44"/>
    <p:sldLayoutId id="2147485776" r:id="rId45"/>
    <p:sldLayoutId id="2147485777" r:id="rId46"/>
    <p:sldLayoutId id="2147485778" r:id="rId47"/>
    <p:sldLayoutId id="2147485779" r:id="rId48"/>
    <p:sldLayoutId id="2147485780" r:id="rId49"/>
    <p:sldLayoutId id="2147485781" r:id="rId50"/>
    <p:sldLayoutId id="2147485782" r:id="rId51"/>
    <p:sldLayoutId id="2147485783" r:id="rId52"/>
    <p:sldLayoutId id="2147485784" r:id="rId53"/>
    <p:sldLayoutId id="2147485785" r:id="rId54"/>
    <p:sldLayoutId id="2147485786" r:id="rId55"/>
    <p:sldLayoutId id="2147485787" r:id="rId56"/>
    <p:sldLayoutId id="2147485788" r:id="rId57"/>
    <p:sldLayoutId id="2147485789" r:id="rId58"/>
    <p:sldLayoutId id="2147485790" r:id="rId59"/>
    <p:sldLayoutId id="2147485791" r:id="rId60"/>
    <p:sldLayoutId id="2147485792" r:id="rId61"/>
    <p:sldLayoutId id="2147485793" r:id="rId62"/>
    <p:sldLayoutId id="2147485794" r:id="rId63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800" b="0" i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 Semibold" panose="020B0502040204020203" pitchFamily="34" charset="0"/>
        </a:defRPr>
      </a:lvl1pPr>
    </p:titleStyle>
    <p:bodyStyle>
      <a:lvl1pPr marL="0" marR="0" indent="0" algn="l" defTabSz="932742" rtl="0" eaLnBrk="1" fontAlgn="auto" latinLnBrk="0" hangingPunct="1">
        <a:lnSpc>
          <a:spcPct val="100000"/>
        </a:lnSpc>
        <a:spcBef>
          <a:spcPts val="240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600" b="0" i="0" kern="1200" spc="0" baseline="0">
          <a:solidFill>
            <a:schemeClr val="accent1"/>
          </a:solidFill>
          <a:latin typeface="+mj-lt"/>
          <a:ea typeface="+mn-ea"/>
          <a:cs typeface="Segoe UI" panose="020B0502040204020203" pitchFamily="34" charset="0"/>
        </a:defRPr>
      </a:lvl1pPr>
      <a:lvl2pPr marL="0" marR="0" indent="0" algn="l" defTabSz="932742" rtl="0" eaLnBrk="1" fontAlgn="auto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400" b="0" i="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2pPr>
      <a:lvl3pPr marL="200025" marR="0" indent="-200025" algn="l" defTabSz="932742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b="0" i="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3pPr>
      <a:lvl4pPr marL="402336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200" b="0" i="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4pPr>
      <a:lvl5pPr marL="585216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200" b="0" i="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504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05FF039-0638-04F3-AE35-123E94A0709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7"/>
            </p:custDataLst>
            <p:extLst>
              <p:ext uri="{D42A27DB-BD31-4B8C-83A1-F6EECF244321}">
                <p14:modId xmlns:p14="http://schemas.microsoft.com/office/powerpoint/2010/main" val="23613245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425" imgH="424" progId="TCLayout.ActiveDocument.1">
                  <p:embed/>
                </p:oleObj>
              </mc:Choice>
              <mc:Fallback>
                <p:oleObj name="think-cell Slide" r:id="rId48" imgW="425" imgH="42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05FF039-0638-04F3-AE35-123E94A070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457200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anose="020B0502040204020203" pitchFamily="34" charset="0"/>
              <a:ea typeface="Segoe UI" pitchFamily="34" charset="0"/>
              <a:cs typeface="Segoe UI" panose="020B0502040204020203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anose="020B0502040204020203" pitchFamily="34" charset="0"/>
              <a:ea typeface="Segoe UI" pitchFamily="34" charset="0"/>
              <a:cs typeface="Segoe UI" panose="020B0502040204020203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224B80E-34E4-4AC1-043C-B43A461057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1102" y="6642100"/>
            <a:ext cx="268730" cy="1538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>
            <a:lvl1pPr algn="r">
              <a:defRPr lang="en-IN" sz="1000" smtClean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3302E203-FB2E-47FD-8059-ECB6D4F4A0D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819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797" r:id="rId1"/>
    <p:sldLayoutId id="2147485798" r:id="rId2"/>
    <p:sldLayoutId id="2147485799" r:id="rId3"/>
    <p:sldLayoutId id="2147485800" r:id="rId4"/>
    <p:sldLayoutId id="2147485801" r:id="rId5"/>
    <p:sldLayoutId id="2147485802" r:id="rId6"/>
    <p:sldLayoutId id="2147485803" r:id="rId7"/>
    <p:sldLayoutId id="2147485804" r:id="rId8"/>
    <p:sldLayoutId id="2147485805" r:id="rId9"/>
    <p:sldLayoutId id="2147485806" r:id="rId10"/>
    <p:sldLayoutId id="2147485807" r:id="rId11"/>
    <p:sldLayoutId id="2147485808" r:id="rId12"/>
    <p:sldLayoutId id="2147485809" r:id="rId13"/>
    <p:sldLayoutId id="2147485810" r:id="rId14"/>
    <p:sldLayoutId id="2147485811" r:id="rId15"/>
    <p:sldLayoutId id="2147485812" r:id="rId16"/>
    <p:sldLayoutId id="2147485813" r:id="rId17"/>
    <p:sldLayoutId id="2147485814" r:id="rId18"/>
    <p:sldLayoutId id="2147485815" r:id="rId19"/>
    <p:sldLayoutId id="2147485816" r:id="rId20"/>
    <p:sldLayoutId id="2147485817" r:id="rId21"/>
    <p:sldLayoutId id="2147485818" r:id="rId22"/>
    <p:sldLayoutId id="2147485819" r:id="rId23"/>
    <p:sldLayoutId id="2147485820" r:id="rId24"/>
    <p:sldLayoutId id="2147485821" r:id="rId25"/>
    <p:sldLayoutId id="2147485822" r:id="rId26"/>
    <p:sldLayoutId id="2147485823" r:id="rId27"/>
    <p:sldLayoutId id="2147485824" r:id="rId28"/>
    <p:sldLayoutId id="2147485825" r:id="rId29"/>
    <p:sldLayoutId id="2147485826" r:id="rId30"/>
    <p:sldLayoutId id="2147485827" r:id="rId31"/>
    <p:sldLayoutId id="2147485828" r:id="rId32"/>
    <p:sldLayoutId id="2147485829" r:id="rId33"/>
    <p:sldLayoutId id="2147485830" r:id="rId34"/>
    <p:sldLayoutId id="2147485831" r:id="rId35"/>
    <p:sldLayoutId id="2147485832" r:id="rId36"/>
    <p:sldLayoutId id="2147485833" r:id="rId37"/>
    <p:sldLayoutId id="2147485834" r:id="rId38"/>
    <p:sldLayoutId id="2147485835" r:id="rId39"/>
    <p:sldLayoutId id="2147485836" r:id="rId40"/>
    <p:sldLayoutId id="2147485837" r:id="rId41"/>
    <p:sldLayoutId id="2147485838" r:id="rId42"/>
    <p:sldLayoutId id="2147485839" r:id="rId43"/>
    <p:sldLayoutId id="2147485840" r:id="rId44"/>
    <p:sldLayoutId id="2147485841" r:id="rId45"/>
  </p:sldLayoutIdLst>
  <p:transition>
    <p:fade/>
  </p:transition>
  <p:hf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800" b="0" i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 Semibold" panose="020B0502040204020203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b="0" i="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b="0" i="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b="0" i="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b="0" i="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b="0" i="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linkedin.com/in/aoddoz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image" Target="../media/image35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6.xml"/><Relationship Id="rId6" Type="http://schemas.openxmlformats.org/officeDocument/2006/relationships/hyperlink" Target="https://www.microsoft.com/en-us/worklab/work-trend-index/ai-at-work-is-here-now-comes-the-hard-part?ef_id=_k_c66e138332d017c077cf75ea8f2fa5f2_k_&amp;OCID=AIDcmm9xzw3cn3_SEM__k_c66e138332d017c077cf75ea8f2fa5f2_k_&amp;msclkid=c66e138332d017c077cf75ea8f2fa5f2" TargetMode="External"/><Relationship Id="rId5" Type="http://schemas.openxmlformats.org/officeDocument/2006/relationships/image" Target="../media/image9.emf"/><Relationship Id="rId4" Type="http://schemas.openxmlformats.org/officeDocument/2006/relationships/image" Target="../media/image3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9.emf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7" Type="http://schemas.openxmlformats.org/officeDocument/2006/relationships/hyperlink" Target="https://www.verizon.com/business/en-gb/resources/reports/dbir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www.microsoft.com/en-us/worklab/in-the-office-it-is-all-about-moments-that-matter" TargetMode="External"/><Relationship Id="rId5" Type="http://schemas.openxmlformats.org/officeDocument/2006/relationships/hyperlink" Target="https://www.microsoft.com/en-us/worklab/work-trend-index/hybrid-work-is-just-work" TargetMode="External"/><Relationship Id="rId4" Type="http://schemas.openxmlformats.org/officeDocument/2006/relationships/hyperlink" Target="https://www.microsoft.com/en-us/worklab/work-trend-index/ai-at-work-is-here-now-comes-the-hard-part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7" Type="http://schemas.openxmlformats.org/officeDocument/2006/relationships/hyperlink" Target="https://www.verizon.com/business/en-gb/resources/reports/dbir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www.microsoft.com/en-us/worklab/in-the-office-it-is-all-about-moments-that-matter" TargetMode="External"/><Relationship Id="rId5" Type="http://schemas.openxmlformats.org/officeDocument/2006/relationships/hyperlink" Target="https://www.microsoft.com/en-us/worklab/work-trend-index/hybrid-work-is-just-work" TargetMode="External"/><Relationship Id="rId4" Type="http://schemas.openxmlformats.org/officeDocument/2006/relationships/hyperlink" Target="https://www.microsoft.com/en-us/worklab/work-trend-index/ai-at-work-is-here-now-comes-the-hard-part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7" Type="http://schemas.openxmlformats.org/officeDocument/2006/relationships/hyperlink" Target="https://www.verizon.com/business/en-gb/resources/reports/dbir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www.microsoft.com/en-us/worklab/in-the-office-it-is-all-about-moments-that-matter" TargetMode="External"/><Relationship Id="rId5" Type="http://schemas.openxmlformats.org/officeDocument/2006/relationships/hyperlink" Target="https://www.microsoft.com/en-us/worklab/work-trend-index/hybrid-work-is-just-work" TargetMode="External"/><Relationship Id="rId4" Type="http://schemas.openxmlformats.org/officeDocument/2006/relationships/hyperlink" Target="https://www.microsoft.com/en-us/worklab/work-trend-index/ai-at-work-is-here-now-comes-the-hard-part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3.xml"/><Relationship Id="rId5" Type="http://schemas.openxmlformats.org/officeDocument/2006/relationships/hyperlink" Target="https://aka.ms/CCandCopilotPartnerGuidance" TargetMode="Externa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DD0453-0735-DA48-954E-076818E23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965954"/>
            <a:ext cx="4528023" cy="1498167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lang="en-GB" sz="2800">
                <a:solidFill>
                  <a:srgbClr val="5B5FC7"/>
                </a:solidFill>
                <a:cs typeface="Segoe Sans Display Semibold"/>
              </a:rPr>
              <a:t>Expanding the partner opportunity in the era of Microsoft 365 Copilot </a:t>
            </a:r>
            <a:endParaRPr lang="en-US" sz="2800">
              <a:cs typeface="Segoe UI Semibold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860556F2-403C-2120-81B8-7E790BB1A92E}"/>
              </a:ext>
            </a:extLst>
          </p:cNvPr>
          <p:cNvSpPr txBox="1">
            <a:spLocks/>
          </p:cNvSpPr>
          <p:nvPr/>
        </p:nvSpPr>
        <p:spPr>
          <a:xfrm>
            <a:off x="1940918" y="5077430"/>
            <a:ext cx="3303436" cy="775597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000" b="0">
                <a:latin typeface="Segoe Sans Display Semibold"/>
                <a:cs typeface="Segoe Sans Display Semibold"/>
              </a:rPr>
              <a:t>Alexander </a:t>
            </a:r>
            <a:r>
              <a:rPr lang="en-US" sz="2000" b="0" err="1">
                <a:latin typeface="Segoe Sans Display Semibold"/>
                <a:cs typeface="Segoe Sans Display Semibold"/>
              </a:rPr>
              <a:t>Oddoz</a:t>
            </a:r>
            <a:r>
              <a:rPr lang="en-US" sz="2000" b="0">
                <a:latin typeface="Segoe Sans Display Semibold"/>
                <a:cs typeface="Segoe Sans Display Semibold"/>
              </a:rPr>
              <a:t>-Mazet</a:t>
            </a:r>
            <a:endParaRPr lang="en-US" sz="2000" b="0">
              <a:latin typeface="Segoe Sans Display Semibold" pitchFamily="2" charset="0"/>
              <a:cs typeface="Segoe Sans Display Semibold" pitchFamily="2" charset="0"/>
            </a:endParaRPr>
          </a:p>
          <a:p>
            <a:pPr>
              <a:spcBef>
                <a:spcPts val="0"/>
              </a:spcBef>
            </a:pPr>
            <a:r>
              <a:rPr lang="en-US" sz="1800" b="0">
                <a:solidFill>
                  <a:schemeClr val="tx1"/>
                </a:solidFill>
                <a:latin typeface="+mn-lt"/>
                <a:cs typeface="Segoe Sans Display Semibold"/>
              </a:rPr>
              <a:t>Converged Communications Solution Play Lead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93C1FDE-75B1-D27F-2A4E-F97779156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88031" y="4883812"/>
            <a:ext cx="1131290" cy="1160825"/>
            <a:chOff x="817384" y="4355532"/>
            <a:chExt cx="1721987" cy="1721987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8D9D26A-CC5D-E214-9C53-407E0D5303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817384" y="4355532"/>
              <a:ext cx="1721987" cy="1721987"/>
            </a:xfrm>
            <a:prstGeom prst="ellipse">
              <a:avLst/>
            </a:prstGeom>
            <a:gradFill flip="none" rotWithShape="1">
              <a:gsLst>
                <a:gs pos="0">
                  <a:srgbClr val="C03BC4"/>
                </a:gs>
                <a:gs pos="80000">
                  <a:srgbClr val="0078D4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prstDash/>
            </a:ln>
            <a:effectLst>
              <a:outerShdw blurRad="88900" dist="38100" dir="2700000" algn="tl" rotWithShape="0">
                <a:srgbClr val="000000">
                  <a:alpha val="11000"/>
                </a:srgbClr>
              </a:outerShdw>
            </a:effectLst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ts val="1200"/>
                </a:spcAft>
                <a:buSzPct val="90000"/>
                <a:defRPr/>
              </a:pPr>
              <a:endParaRPr lang="en-US" sz="3600">
                <a:solidFill>
                  <a:srgbClr val="FFFFFF"/>
                </a:solidFill>
                <a:latin typeface="Segoe UI Semibold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1D486E5-4C1B-5864-33CA-C3B7A8F4A3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/>
            <a:stretch/>
          </p:blipFill>
          <p:spPr>
            <a:xfrm>
              <a:off x="860602" y="4402259"/>
              <a:ext cx="1635552" cy="1628533"/>
            </a:xfrm>
            <a:custGeom>
              <a:avLst/>
              <a:gdLst>
                <a:gd name="connsiteX0" fmla="*/ 817776 w 1635552"/>
                <a:gd name="connsiteY0" fmla="*/ 0 h 1635552"/>
                <a:gd name="connsiteX1" fmla="*/ 1635552 w 1635552"/>
                <a:gd name="connsiteY1" fmla="*/ 817776 h 1635552"/>
                <a:gd name="connsiteX2" fmla="*/ 817776 w 1635552"/>
                <a:gd name="connsiteY2" fmla="*/ 1635552 h 1635552"/>
                <a:gd name="connsiteX3" fmla="*/ 0 w 1635552"/>
                <a:gd name="connsiteY3" fmla="*/ 817776 h 1635552"/>
                <a:gd name="connsiteX4" fmla="*/ 817776 w 1635552"/>
                <a:gd name="connsiteY4" fmla="*/ 0 h 1635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35552" h="1635552">
                  <a:moveTo>
                    <a:pt x="817776" y="0"/>
                  </a:moveTo>
                  <a:cubicBezTo>
                    <a:pt x="1269421" y="0"/>
                    <a:pt x="1635552" y="366131"/>
                    <a:pt x="1635552" y="817776"/>
                  </a:cubicBezTo>
                  <a:cubicBezTo>
                    <a:pt x="1635552" y="1269421"/>
                    <a:pt x="1269421" y="1635552"/>
                    <a:pt x="817776" y="1635552"/>
                  </a:cubicBezTo>
                  <a:cubicBezTo>
                    <a:pt x="366131" y="1635552"/>
                    <a:pt x="0" y="1269421"/>
                    <a:pt x="0" y="817776"/>
                  </a:cubicBezTo>
                  <a:cubicBezTo>
                    <a:pt x="0" y="366131"/>
                    <a:pt x="366131" y="0"/>
                    <a:pt x="817776" y="0"/>
                  </a:cubicBezTo>
                  <a:close/>
                </a:path>
              </a:pathLst>
            </a:custGeom>
          </p:spPr>
        </p:pic>
      </p:grp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F4055F54-DC93-F474-E153-7ADDD5DE6AE9}"/>
              </a:ext>
            </a:extLst>
          </p:cNvPr>
          <p:cNvSpPr txBox="1">
            <a:spLocks/>
          </p:cNvSpPr>
          <p:nvPr/>
        </p:nvSpPr>
        <p:spPr>
          <a:xfrm>
            <a:off x="585217" y="1417638"/>
            <a:ext cx="1828800" cy="147732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b="0" i="0" kern="1200" spc="0" baseline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b="0" i="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200025" marR="0" indent="-200025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b="0" i="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402336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200" b="0" i="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585216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200" b="0" i="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0">
                <a:gradFill flip="none" rotWithShape="1">
                  <a:gsLst>
                    <a:gs pos="0">
                      <a:srgbClr val="D59ED7"/>
                    </a:gs>
                    <a:gs pos="100000">
                      <a:srgbClr val="C03BC4"/>
                    </a:gs>
                  </a:gsLst>
                  <a:lin ang="2700000" scaled="1"/>
                  <a:tileRect/>
                </a:gradFill>
                <a:latin typeface="+mn-lt"/>
                <a:cs typeface="+mn-cs"/>
              </a:rPr>
              <a:t>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225A31-09C7-42F0-2DCB-08E5840A7355}"/>
              </a:ext>
            </a:extLst>
          </p:cNvPr>
          <p:cNvSpPr txBox="1"/>
          <p:nvPr/>
        </p:nvSpPr>
        <p:spPr>
          <a:xfrm>
            <a:off x="616424" y="6427146"/>
            <a:ext cx="6715956" cy="363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4"/>
              </a:rPr>
              <a:t>https://linkedin.com/in/aoddoz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8553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87C99-9950-AD54-E072-61FFBD75D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Agenda</a:t>
            </a:r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ED07A0-30A2-5B73-9102-C482238C8A7B}"/>
              </a:ext>
            </a:extLst>
          </p:cNvPr>
          <p:cNvSpPr/>
          <p:nvPr/>
        </p:nvSpPr>
        <p:spPr bwMode="auto">
          <a:xfrm>
            <a:off x="5576888" y="1200518"/>
            <a:ext cx="5875414" cy="646331"/>
          </a:xfrm>
          <a:prstGeom prst="rect">
            <a:avLst/>
          </a:prstGeom>
          <a:solidFill>
            <a:schemeClr val="bg1"/>
          </a:solidFill>
          <a:ln w="9525">
            <a:noFill/>
            <a:headEnd type="none" w="med" len="med"/>
            <a:tailEnd type="none" w="med" len="med"/>
          </a:ln>
          <a:effectLst>
            <a:outerShdw blurRad="190500" dist="1270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1828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69595" indent="-569595" defTabSz="932205">
              <a:spcBef>
                <a:spcPts val="600"/>
              </a:spcBef>
              <a:defRPr/>
            </a:pPr>
            <a:r>
              <a:rPr lang="en-US" sz="1800">
                <a:solidFill>
                  <a:schemeClr val="accent1"/>
                </a:solidFill>
                <a:latin typeface="+mj-lt"/>
              </a:rPr>
              <a:t>01 </a:t>
            </a:r>
            <a:r>
              <a:rPr lang="en-US" sz="1800">
                <a:solidFill>
                  <a:schemeClr val="tx1"/>
                </a:solidFill>
                <a:latin typeface="Segoe Sans Display"/>
                <a:cs typeface="Segoe Sans Display"/>
              </a:rPr>
              <a:t> AI Transformation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411A57-F7C6-E84B-292D-80159BFB2ED1}"/>
              </a:ext>
            </a:extLst>
          </p:cNvPr>
          <p:cNvSpPr/>
          <p:nvPr/>
        </p:nvSpPr>
        <p:spPr bwMode="auto">
          <a:xfrm>
            <a:off x="5576887" y="2110314"/>
            <a:ext cx="5875415" cy="646331"/>
          </a:xfrm>
          <a:prstGeom prst="rect">
            <a:avLst/>
          </a:prstGeom>
          <a:solidFill>
            <a:schemeClr val="bg1"/>
          </a:solidFill>
          <a:ln w="9525">
            <a:noFill/>
            <a:headEnd type="none" w="med" len="med"/>
            <a:tailEnd type="none" w="med" len="med"/>
          </a:ln>
          <a:effectLst>
            <a:outerShdw blurRad="190500" dist="1270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1828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69595" indent="-569595" defTabSz="932205">
              <a:spcBef>
                <a:spcPts val="600"/>
              </a:spcBef>
              <a:defRPr/>
            </a:pPr>
            <a:r>
              <a:rPr lang="en-US" sz="1800">
                <a:solidFill>
                  <a:schemeClr val="accent1"/>
                </a:solidFill>
                <a:latin typeface="+mj-lt"/>
              </a:rPr>
              <a:t>02 	</a:t>
            </a:r>
            <a:r>
              <a:rPr lang="en-US" sz="1800">
                <a:solidFill>
                  <a:schemeClr val="tx1"/>
                </a:solidFill>
                <a:latin typeface="Segoe Sans Display"/>
                <a:cs typeface="Segoe Sans Display"/>
              </a:rPr>
              <a:t>Workplace</a:t>
            </a:r>
            <a:r>
              <a:rPr lang="en-US" sz="1800">
                <a:solidFill>
                  <a:schemeClr val="tx1"/>
                </a:solidFill>
                <a:cs typeface="Segoe Sans Display"/>
              </a:rPr>
              <a:t> Trends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314913-507D-04FB-6722-66D18B59211E}"/>
              </a:ext>
            </a:extLst>
          </p:cNvPr>
          <p:cNvSpPr/>
          <p:nvPr/>
        </p:nvSpPr>
        <p:spPr bwMode="auto">
          <a:xfrm>
            <a:off x="5576888" y="3020110"/>
            <a:ext cx="5875414" cy="646331"/>
          </a:xfrm>
          <a:prstGeom prst="rect">
            <a:avLst/>
          </a:prstGeom>
          <a:solidFill>
            <a:schemeClr val="bg1"/>
          </a:solidFill>
          <a:ln w="9525">
            <a:noFill/>
            <a:headEnd type="none" w="med" len="med"/>
            <a:tailEnd type="none" w="med" len="med"/>
          </a:ln>
          <a:effectLst>
            <a:outerShdw blurRad="190500" dist="1270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1828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69595" indent="-569595" defTabSz="932205">
              <a:spcBef>
                <a:spcPts val="600"/>
              </a:spcBef>
              <a:defRPr/>
            </a:pPr>
            <a:r>
              <a:rPr lang="en-US" sz="1800">
                <a:solidFill>
                  <a:schemeClr val="accent1"/>
                </a:solidFill>
                <a:latin typeface="+mj-lt"/>
              </a:rPr>
              <a:t>03 	</a:t>
            </a:r>
            <a:r>
              <a:rPr lang="en-US" sz="1800">
                <a:solidFill>
                  <a:schemeClr val="tx1"/>
                </a:solidFill>
                <a:latin typeface="Segoe Sans Display"/>
                <a:cs typeface="Segoe Sans Display"/>
              </a:rPr>
              <a:t>Smart </a:t>
            </a:r>
            <a:r>
              <a:rPr lang="en-US" sz="1800">
                <a:solidFill>
                  <a:schemeClr val="tx1"/>
                </a:solidFill>
                <a:cs typeface="Segoe Sans Display"/>
              </a:rPr>
              <a:t>Workplace with Teams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41F4B5-3123-109D-9980-6192E17B90B9}"/>
              </a:ext>
            </a:extLst>
          </p:cNvPr>
          <p:cNvSpPr/>
          <p:nvPr/>
        </p:nvSpPr>
        <p:spPr bwMode="auto">
          <a:xfrm>
            <a:off x="5576888" y="3929906"/>
            <a:ext cx="5875414" cy="646331"/>
          </a:xfrm>
          <a:prstGeom prst="rect">
            <a:avLst/>
          </a:prstGeom>
          <a:solidFill>
            <a:schemeClr val="bg1"/>
          </a:solidFill>
          <a:ln w="9525">
            <a:noFill/>
            <a:headEnd type="none" w="med" len="med"/>
            <a:tailEnd type="none" w="med" len="med"/>
          </a:ln>
          <a:effectLst>
            <a:outerShdw blurRad="190500" dist="1270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1828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69595" indent="-569595" defTabSz="932205">
              <a:spcBef>
                <a:spcPts val="600"/>
              </a:spcBef>
              <a:defRPr/>
            </a:pPr>
            <a:r>
              <a:rPr lang="en-US" sz="1800">
                <a:solidFill>
                  <a:schemeClr val="accent1"/>
                </a:solidFill>
                <a:latin typeface="+mj-lt"/>
              </a:rPr>
              <a:t>04 	</a:t>
            </a:r>
            <a:r>
              <a:rPr lang="en-US" sz="1800">
                <a:solidFill>
                  <a:schemeClr val="tx1"/>
                </a:solidFill>
                <a:latin typeface="Segoe Sans Display"/>
                <a:cs typeface="Segoe Sans Display"/>
              </a:rPr>
              <a:t>Opportunity</a:t>
            </a:r>
            <a:endParaRPr lang="en-US" sz="1800">
              <a:solidFill>
                <a:schemeClr val="tx1"/>
              </a:solidFill>
              <a:cs typeface="Segoe Sans Display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8D721D-EC35-C4C0-B021-5BE042031AD0}"/>
              </a:ext>
            </a:extLst>
          </p:cNvPr>
          <p:cNvSpPr/>
          <p:nvPr/>
        </p:nvSpPr>
        <p:spPr bwMode="auto">
          <a:xfrm>
            <a:off x="5576887" y="4839702"/>
            <a:ext cx="5875413" cy="646331"/>
          </a:xfrm>
          <a:prstGeom prst="rect">
            <a:avLst/>
          </a:prstGeom>
          <a:solidFill>
            <a:schemeClr val="bg1"/>
          </a:solidFill>
          <a:ln w="9525">
            <a:noFill/>
            <a:headEnd type="none" w="med" len="med"/>
            <a:tailEnd type="none" w="med" len="med"/>
          </a:ln>
          <a:effectLst>
            <a:outerShdw blurRad="190500" dist="1270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320" tIns="182880" rIns="274320" bIns="1828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69595" indent="-569595" defTabSz="932205">
              <a:spcBef>
                <a:spcPts val="600"/>
              </a:spcBef>
              <a:defRPr/>
            </a:pPr>
            <a:r>
              <a:rPr lang="en-US" sz="1800">
                <a:solidFill>
                  <a:schemeClr val="accent1"/>
                </a:solidFill>
                <a:latin typeface="+mj-lt"/>
              </a:rPr>
              <a:t>05 	</a:t>
            </a:r>
            <a:r>
              <a:rPr lang="en-US" sz="1800">
                <a:solidFill>
                  <a:schemeClr val="tx1"/>
                </a:solidFill>
                <a:latin typeface="Segoe Sans Display"/>
                <a:cs typeface="Segoe Sans Display"/>
              </a:rPr>
              <a:t>Partner Call-to-Action</a:t>
            </a:r>
          </a:p>
        </p:txBody>
      </p:sp>
    </p:spTree>
    <p:extLst>
      <p:ext uri="{BB962C8B-B14F-4D97-AF65-F5344CB8AC3E}">
        <p14:creationId xmlns:p14="http://schemas.microsoft.com/office/powerpoint/2010/main" val="4081909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7.40741E-7 L -0.02591 -7.40741E-7 " pathEditMode="relative" rAng="0" ptsTypes="AA">
                                      <p:cBhvr>
                                        <p:cTn id="9" dur="750" spd="-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2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2.70833E-6 3.7037E-7 L -0.02591 3.7037E-7 " pathEditMode="relative" rAng="0" ptsTypes="AA">
                                      <p:cBhvr>
                                        <p:cTn id="14" dur="75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2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70833E-6 0 L -0.02591 0 " pathEditMode="relative" rAng="0" ptsTypes="AA">
                                      <p:cBhvr>
                                        <p:cTn id="19" dur="75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2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2.70833E-6 1.11111E-6 L -0.02591 1.11111E-6 " pathEditMode="relative" rAng="0" ptsTypes="AA">
                                      <p:cBhvr>
                                        <p:cTn id="24" dur="75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2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70833E-6 2.22222E-6 L -0.02591 2.22222E-6 " pathEditMode="relative" rAng="0" ptsTypes="AA">
                                      <p:cBhvr>
                                        <p:cTn id="29" dur="75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2" grpId="0" animBg="1"/>
      <p:bldP spid="22" grpId="1" animBg="1"/>
      <p:bldP spid="23" grpId="0" animBg="1"/>
      <p:bldP spid="23" grpId="1" animBg="1"/>
      <p:bldP spid="3" grpId="0" animBg="1"/>
      <p:bldP spid="3" grpId="1" animBg="1"/>
      <p:bldP spid="4" grpId="0" animBg="1"/>
      <p:bldP spid="4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34E64-A5CD-4D97-7B09-E6BE82814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D1114D4B-3D7B-6489-E0ED-67D4F31804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149583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12891B5-97AB-E9BD-55DB-7D497CDF0F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14350" y="1265092"/>
            <a:ext cx="11136815" cy="4946866"/>
          </a:xfrm>
          <a:prstGeom prst="roundRect">
            <a:avLst>
              <a:gd name="adj" fmla="val 1284"/>
            </a:avLst>
          </a:prstGeom>
          <a:solidFill>
            <a:schemeClr val="bg1"/>
          </a:solidFill>
          <a:ln w="28575">
            <a:noFill/>
            <a:headEnd type="none" w="med" len="med"/>
            <a:tailEnd type="none" w="med" len="med"/>
          </a:ln>
          <a:effectLst>
            <a:outerShdw blurRad="127000" dist="1270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defTabSz="932472"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chemeClr val="accent1"/>
              </a:solidFill>
              <a:latin typeface="Segoe Pro Display Semibold" panose="020B07020405040202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93573A7-AFAD-5596-A10A-E24D18E5C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03110" y="2301563"/>
            <a:ext cx="9985781" cy="3946264"/>
            <a:chOff x="1319805" y="3063348"/>
            <a:chExt cx="7957469" cy="2527619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BA43B0A-9DD7-1753-CEC9-0915344EB438}"/>
                </a:ext>
              </a:extLst>
            </p:cNvPr>
            <p:cNvCxnSpPr>
              <a:cxnSpLocks/>
            </p:cNvCxnSpPr>
            <p:nvPr/>
          </p:nvCxnSpPr>
          <p:spPr>
            <a:xfrm>
              <a:off x="1319805" y="4181365"/>
              <a:ext cx="7921244" cy="0"/>
            </a:xfrm>
            <a:prstGeom prst="line">
              <a:avLst/>
            </a:prstGeom>
            <a:ln w="12700" cap="rnd">
              <a:solidFill>
                <a:schemeClr val="bg1">
                  <a:lumMod val="85000"/>
                </a:schemeClr>
              </a:solidFill>
              <a:headEnd type="none" w="lg" len="med"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9657134-1162-0814-A3A9-8E76C2B2D594}"/>
                </a:ext>
              </a:extLst>
            </p:cNvPr>
            <p:cNvCxnSpPr>
              <a:cxnSpLocks/>
            </p:cNvCxnSpPr>
            <p:nvPr/>
          </p:nvCxnSpPr>
          <p:spPr>
            <a:xfrm>
              <a:off x="1319805" y="3063348"/>
              <a:ext cx="7921244" cy="0"/>
            </a:xfrm>
            <a:prstGeom prst="line">
              <a:avLst/>
            </a:prstGeom>
            <a:ln w="12700" cap="rnd">
              <a:solidFill>
                <a:schemeClr val="bg1">
                  <a:lumMod val="85000"/>
                </a:schemeClr>
              </a:solidFill>
              <a:headEnd type="none" w="lg" len="med"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58F24E1-A2C6-DFF6-607A-2CA27BCF36DC}"/>
                </a:ext>
              </a:extLst>
            </p:cNvPr>
            <p:cNvSpPr txBox="1"/>
            <p:nvPr/>
          </p:nvSpPr>
          <p:spPr>
            <a:xfrm>
              <a:off x="1503416" y="5292088"/>
              <a:ext cx="661541" cy="298879"/>
            </a:xfrm>
            <a:prstGeom prst="rect">
              <a:avLst/>
            </a:prstGeom>
            <a:noFill/>
          </p:spPr>
          <p:txBody>
            <a:bodyPr wrap="none" lIns="0" tIns="91440" rIns="0" bIns="0" rtlCol="0" anchor="t" anchorCtr="0">
              <a:spAutoFit/>
            </a:bodyPr>
            <a:lstStyle>
              <a:defPPr>
                <a:defRPr lang="en-US"/>
              </a:defPPr>
              <a:lvl1pPr>
                <a:defRPr sz="1200">
                  <a:latin typeface="+mj-lt"/>
                </a:defRPr>
              </a:lvl1pPr>
            </a:lstStyle>
            <a:p>
              <a:pPr marL="0" marR="0" lvl="0" indent="0" algn="ct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16 years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AE59BC9-2FC2-CE50-C956-FC48A1F48892}"/>
                </a:ext>
              </a:extLst>
            </p:cNvPr>
            <p:cNvSpPr txBox="1"/>
            <p:nvPr/>
          </p:nvSpPr>
          <p:spPr>
            <a:xfrm>
              <a:off x="7465612" y="5292092"/>
              <a:ext cx="1048747" cy="295701"/>
            </a:xfrm>
            <a:prstGeom prst="rect">
              <a:avLst/>
            </a:prstGeom>
            <a:noFill/>
          </p:spPr>
          <p:txBody>
            <a:bodyPr wrap="none" lIns="0" tIns="91440" rIns="0" bIns="0" rtlCol="0" anchor="t" anchorCtr="0">
              <a:spAutoFit/>
            </a:bodyPr>
            <a:lstStyle>
              <a:defPPr>
                <a:defRPr lang="en-US"/>
              </a:defPPr>
              <a:lvl1pPr>
                <a:defRPr sz="1200">
                  <a:latin typeface="+mj-lt"/>
                </a:defRPr>
              </a:lvl1pPr>
            </a:lstStyle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3 months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4038D11-191D-EE91-9011-442924F4C832}"/>
                </a:ext>
              </a:extLst>
            </p:cNvPr>
            <p:cNvCxnSpPr>
              <a:cxnSpLocks/>
            </p:cNvCxnSpPr>
            <p:nvPr/>
          </p:nvCxnSpPr>
          <p:spPr>
            <a:xfrm>
              <a:off x="1319805" y="5303300"/>
              <a:ext cx="7921244" cy="0"/>
            </a:xfrm>
            <a:prstGeom prst="line">
              <a:avLst/>
            </a:prstGeom>
            <a:ln w="12700" cap="rnd">
              <a:solidFill>
                <a:schemeClr val="bg1">
                  <a:lumMod val="85000"/>
                </a:schemeClr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0D50A35-E5FC-5076-1D3E-615F81A7A0E4}"/>
                </a:ext>
              </a:extLst>
            </p:cNvPr>
            <p:cNvSpPr txBox="1"/>
            <p:nvPr/>
          </p:nvSpPr>
          <p:spPr>
            <a:xfrm>
              <a:off x="1319805" y="4181365"/>
              <a:ext cx="422593" cy="211706"/>
            </a:xfrm>
            <a:prstGeom prst="rect">
              <a:avLst/>
            </a:prstGeom>
            <a:noFill/>
          </p:spPr>
          <p:txBody>
            <a:bodyPr wrap="square" lIns="0" tIns="45720" rIns="0" bIns="0" anchor="t" anchorCtr="0">
              <a:spAutoFit/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50M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CB24C15-1DAC-630C-226A-E19ED8452DEC}"/>
                </a:ext>
              </a:extLst>
            </p:cNvPr>
            <p:cNvSpPr txBox="1"/>
            <p:nvPr/>
          </p:nvSpPr>
          <p:spPr>
            <a:xfrm>
              <a:off x="1319805" y="3063348"/>
              <a:ext cx="422593" cy="211706"/>
            </a:xfrm>
            <a:prstGeom prst="rect">
              <a:avLst/>
            </a:prstGeom>
            <a:noFill/>
          </p:spPr>
          <p:txBody>
            <a:bodyPr wrap="square" lIns="0" tIns="45720" rIns="0" bIns="0" anchor="t" anchorCtr="0">
              <a:spAutoFit/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100M</a:t>
              </a:r>
            </a:p>
          </p:txBody>
        </p:sp>
        <p:sp>
          <p:nvSpPr>
            <p:cNvPr id="11" name="!!Freeform: Shape 3082">
              <a:extLst>
                <a:ext uri="{FF2B5EF4-FFF2-40B4-BE49-F238E27FC236}">
                  <a16:creationId xmlns:a16="http://schemas.microsoft.com/office/drawing/2014/main" id="{3ED13FF0-762B-6768-CC35-5A1167F17583}"/>
                </a:ext>
              </a:extLst>
            </p:cNvPr>
            <p:cNvSpPr/>
            <p:nvPr/>
          </p:nvSpPr>
          <p:spPr bwMode="auto">
            <a:xfrm>
              <a:off x="1782553" y="3073081"/>
              <a:ext cx="6315076" cy="2230938"/>
            </a:xfrm>
            <a:custGeom>
              <a:avLst/>
              <a:gdLst>
                <a:gd name="connsiteX0" fmla="*/ 0 w 1806451"/>
                <a:gd name="connsiteY0" fmla="*/ 416983 h 416983"/>
                <a:gd name="connsiteX1" fmla="*/ 1651000 w 1806451"/>
                <a:gd name="connsiteY1" fmla="*/ 192617 h 416983"/>
                <a:gd name="connsiteX2" fmla="*/ 1640417 w 1806451"/>
                <a:gd name="connsiteY2" fmla="*/ 0 h 416983"/>
                <a:gd name="connsiteX0" fmla="*/ 0 w 1735324"/>
                <a:gd name="connsiteY0" fmla="*/ 416983 h 416983"/>
                <a:gd name="connsiteX1" fmla="*/ 1511300 w 1735324"/>
                <a:gd name="connsiteY1" fmla="*/ 241300 h 416983"/>
                <a:gd name="connsiteX2" fmla="*/ 1640417 w 1735324"/>
                <a:gd name="connsiteY2" fmla="*/ 0 h 416983"/>
                <a:gd name="connsiteX0" fmla="*/ 0 w 2908875"/>
                <a:gd name="connsiteY0" fmla="*/ 1445683 h 1445683"/>
                <a:gd name="connsiteX1" fmla="*/ 1511300 w 2908875"/>
                <a:gd name="connsiteY1" fmla="*/ 1270000 h 1445683"/>
                <a:gd name="connsiteX2" fmla="*/ 2897717 w 2908875"/>
                <a:gd name="connsiteY2" fmla="*/ 0 h 1445683"/>
                <a:gd name="connsiteX0" fmla="*/ 0 w 3184269"/>
                <a:gd name="connsiteY0" fmla="*/ 1909233 h 1909233"/>
                <a:gd name="connsiteX1" fmla="*/ 1511300 w 3184269"/>
                <a:gd name="connsiteY1" fmla="*/ 1733550 h 1909233"/>
                <a:gd name="connsiteX2" fmla="*/ 3175001 w 3184269"/>
                <a:gd name="connsiteY2" fmla="*/ 0 h 1909233"/>
                <a:gd name="connsiteX0" fmla="*/ 0 w 3175001"/>
                <a:gd name="connsiteY0" fmla="*/ 1909233 h 1909233"/>
                <a:gd name="connsiteX1" fmla="*/ 1511300 w 3175001"/>
                <a:gd name="connsiteY1" fmla="*/ 1733550 h 1909233"/>
                <a:gd name="connsiteX2" fmla="*/ 3175001 w 3175001"/>
                <a:gd name="connsiteY2" fmla="*/ 0 h 1909233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3196168 w 3196168"/>
                <a:gd name="connsiteY2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830916 w 3196168"/>
                <a:gd name="connsiteY2" fmla="*/ 1479549 h 1898650"/>
                <a:gd name="connsiteX3" fmla="*/ 3196168 w 3196168"/>
                <a:gd name="connsiteY3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921932 w 3196168"/>
                <a:gd name="connsiteY2" fmla="*/ 1363132 h 1898650"/>
                <a:gd name="connsiteX3" fmla="*/ 3196168 w 3196168"/>
                <a:gd name="connsiteY3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921932 w 3196168"/>
                <a:gd name="connsiteY2" fmla="*/ 1363132 h 1898650"/>
                <a:gd name="connsiteX3" fmla="*/ 3196168 w 3196168"/>
                <a:gd name="connsiteY3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921932 w 3196168"/>
                <a:gd name="connsiteY2" fmla="*/ 1363132 h 1898650"/>
                <a:gd name="connsiteX3" fmla="*/ 3196168 w 3196168"/>
                <a:gd name="connsiteY3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921932 w 3196168"/>
                <a:gd name="connsiteY2" fmla="*/ 1363132 h 1898650"/>
                <a:gd name="connsiteX3" fmla="*/ 3196168 w 3196168"/>
                <a:gd name="connsiteY3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792816 w 3196168"/>
                <a:gd name="connsiteY2" fmla="*/ 1473198 h 1898650"/>
                <a:gd name="connsiteX3" fmla="*/ 3196168 w 3196168"/>
                <a:gd name="connsiteY3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792816 w 3196168"/>
                <a:gd name="connsiteY2" fmla="*/ 1473198 h 1898650"/>
                <a:gd name="connsiteX3" fmla="*/ 3196168 w 3196168"/>
                <a:gd name="connsiteY3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792816 w 3196168"/>
                <a:gd name="connsiteY2" fmla="*/ 1473198 h 1898650"/>
                <a:gd name="connsiteX3" fmla="*/ 3196168 w 3196168"/>
                <a:gd name="connsiteY3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797049 w 3196168"/>
                <a:gd name="connsiteY2" fmla="*/ 1483782 h 1898650"/>
                <a:gd name="connsiteX3" fmla="*/ 3196168 w 3196168"/>
                <a:gd name="connsiteY3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797049 w 3196168"/>
                <a:gd name="connsiteY2" fmla="*/ 1483782 h 1898650"/>
                <a:gd name="connsiteX3" fmla="*/ 2425699 w 3196168"/>
                <a:gd name="connsiteY3" fmla="*/ 814916 h 1898650"/>
                <a:gd name="connsiteX4" fmla="*/ 3196168 w 3196168"/>
                <a:gd name="connsiteY4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797049 w 3196168"/>
                <a:gd name="connsiteY2" fmla="*/ 1483782 h 1898650"/>
                <a:gd name="connsiteX3" fmla="*/ 2614082 w 3196168"/>
                <a:gd name="connsiteY3" fmla="*/ 958849 h 1898650"/>
                <a:gd name="connsiteX4" fmla="*/ 3196168 w 3196168"/>
                <a:gd name="connsiteY4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835149 w 3196168"/>
                <a:gd name="connsiteY2" fmla="*/ 1437216 h 1898650"/>
                <a:gd name="connsiteX3" fmla="*/ 2614082 w 3196168"/>
                <a:gd name="connsiteY3" fmla="*/ 958849 h 1898650"/>
                <a:gd name="connsiteX4" fmla="*/ 3196168 w 3196168"/>
                <a:gd name="connsiteY4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835149 w 3196168"/>
                <a:gd name="connsiteY2" fmla="*/ 1437216 h 1898650"/>
                <a:gd name="connsiteX3" fmla="*/ 2614082 w 3196168"/>
                <a:gd name="connsiteY3" fmla="*/ 958849 h 1898650"/>
                <a:gd name="connsiteX4" fmla="*/ 3196168 w 31961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35149 w 3183468"/>
                <a:gd name="connsiteY2" fmla="*/ 1437216 h 1898650"/>
                <a:gd name="connsiteX3" fmla="*/ 2614082 w 3183468"/>
                <a:gd name="connsiteY3" fmla="*/ 958849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35149 w 3183468"/>
                <a:gd name="connsiteY2" fmla="*/ 1437216 h 1898650"/>
                <a:gd name="connsiteX3" fmla="*/ 2614082 w 3183468"/>
                <a:gd name="connsiteY3" fmla="*/ 958849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35149 w 3183468"/>
                <a:gd name="connsiteY2" fmla="*/ 1437216 h 1898650"/>
                <a:gd name="connsiteX3" fmla="*/ 2614082 w 3183468"/>
                <a:gd name="connsiteY3" fmla="*/ 958849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35149 w 3183468"/>
                <a:gd name="connsiteY2" fmla="*/ 1437216 h 1898650"/>
                <a:gd name="connsiteX3" fmla="*/ 2614082 w 3183468"/>
                <a:gd name="connsiteY3" fmla="*/ 958849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35149 w 3183468"/>
                <a:gd name="connsiteY2" fmla="*/ 1437216 h 1898650"/>
                <a:gd name="connsiteX3" fmla="*/ 2599265 w 3183468"/>
                <a:gd name="connsiteY3" fmla="*/ 9567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35149 w 3183468"/>
                <a:gd name="connsiteY2" fmla="*/ 1437216 h 1898650"/>
                <a:gd name="connsiteX3" fmla="*/ 2599265 w 3183468"/>
                <a:gd name="connsiteY3" fmla="*/ 9567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35149 w 3183468"/>
                <a:gd name="connsiteY2" fmla="*/ 1437216 h 1898650"/>
                <a:gd name="connsiteX3" fmla="*/ 2599265 w 3183468"/>
                <a:gd name="connsiteY3" fmla="*/ 9567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9265 w 3183468"/>
                <a:gd name="connsiteY3" fmla="*/ 9567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9265 w 3183468"/>
                <a:gd name="connsiteY3" fmla="*/ 9567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9265 w 3183468"/>
                <a:gd name="connsiteY3" fmla="*/ 9567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9265 w 3183468"/>
                <a:gd name="connsiteY3" fmla="*/ 9567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2915 w 3183468"/>
                <a:gd name="connsiteY3" fmla="*/ 9694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2915 w 3183468"/>
                <a:gd name="connsiteY3" fmla="*/ 9694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2915 w 3183468"/>
                <a:gd name="connsiteY3" fmla="*/ 9694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2915 w 3183468"/>
                <a:gd name="connsiteY3" fmla="*/ 9694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2915 w 3183468"/>
                <a:gd name="connsiteY3" fmla="*/ 9694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2915 w 3183468"/>
                <a:gd name="connsiteY3" fmla="*/ 9694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04950 w 3183468"/>
                <a:gd name="connsiteY1" fmla="*/ 1714501 h 1898650"/>
                <a:gd name="connsiteX2" fmla="*/ 1864782 w 3183468"/>
                <a:gd name="connsiteY2" fmla="*/ 1424516 h 1898650"/>
                <a:gd name="connsiteX3" fmla="*/ 2592915 w 3183468"/>
                <a:gd name="connsiteY3" fmla="*/ 9694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04950 w 3183468"/>
                <a:gd name="connsiteY1" fmla="*/ 1714501 h 1898650"/>
                <a:gd name="connsiteX2" fmla="*/ 1864782 w 3183468"/>
                <a:gd name="connsiteY2" fmla="*/ 1424516 h 1898650"/>
                <a:gd name="connsiteX3" fmla="*/ 2592915 w 3183468"/>
                <a:gd name="connsiteY3" fmla="*/ 9694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04950 w 3183468"/>
                <a:gd name="connsiteY1" fmla="*/ 1714501 h 1898650"/>
                <a:gd name="connsiteX2" fmla="*/ 2592915 w 3183468"/>
                <a:gd name="connsiteY2" fmla="*/ 969432 h 1898650"/>
                <a:gd name="connsiteX3" fmla="*/ 3183468 w 3183468"/>
                <a:gd name="connsiteY3" fmla="*/ 0 h 1898650"/>
                <a:gd name="connsiteX0" fmla="*/ 0 w 3183468"/>
                <a:gd name="connsiteY0" fmla="*/ 1898650 h 1909734"/>
                <a:gd name="connsiteX1" fmla="*/ 1504950 w 3183468"/>
                <a:gd name="connsiteY1" fmla="*/ 1714501 h 1909734"/>
                <a:gd name="connsiteX2" fmla="*/ 3183468 w 3183468"/>
                <a:gd name="connsiteY2" fmla="*/ 0 h 1909734"/>
                <a:gd name="connsiteX0" fmla="*/ 0 w 3183468"/>
                <a:gd name="connsiteY0" fmla="*/ 1898650 h 1898650"/>
                <a:gd name="connsiteX1" fmla="*/ 2033397 w 3183468"/>
                <a:gd name="connsiteY1" fmla="*/ 1244379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2033397 w 3183468"/>
                <a:gd name="connsiteY1" fmla="*/ 1244379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2033397 w 3183468"/>
                <a:gd name="connsiteY1" fmla="*/ 1244379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1987612 w 3183468"/>
                <a:gd name="connsiteY1" fmla="*/ 1165293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1987612 w 3183468"/>
                <a:gd name="connsiteY1" fmla="*/ 1165293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1892141 w 3183468"/>
                <a:gd name="connsiteY1" fmla="*/ 1130144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1832472 w 3183468"/>
                <a:gd name="connsiteY1" fmla="*/ 1121356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1832472 w 3183468"/>
                <a:gd name="connsiteY1" fmla="*/ 1121356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1802416 w 3183468"/>
                <a:gd name="connsiteY1" fmla="*/ 1098289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1802416 w 3183468"/>
                <a:gd name="connsiteY1" fmla="*/ 1098289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1802416 w 3183468"/>
                <a:gd name="connsiteY1" fmla="*/ 1098289 h 1898650"/>
                <a:gd name="connsiteX2" fmla="*/ 3183468 w 3183468"/>
                <a:gd name="connsiteY2" fmla="*/ 0 h 1898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83468" h="1898650">
                  <a:moveTo>
                    <a:pt x="0" y="1898650"/>
                  </a:moveTo>
                  <a:cubicBezTo>
                    <a:pt x="474523" y="1739669"/>
                    <a:pt x="1271838" y="1414731"/>
                    <a:pt x="1802416" y="1098289"/>
                  </a:cubicBezTo>
                  <a:cubicBezTo>
                    <a:pt x="2332994" y="781847"/>
                    <a:pt x="3025089" y="243921"/>
                    <a:pt x="3183468" y="0"/>
                  </a:cubicBezTo>
                </a:path>
              </a:pathLst>
            </a:custGeom>
            <a:noFill/>
            <a:ln w="19050" cap="rnd">
              <a:solidFill>
                <a:srgbClr val="B1B3B3"/>
              </a:solidFill>
              <a:headEnd type="none" w="lg" len="med"/>
              <a:tailEnd type="non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2" name="!!Freeform: Shape 3090">
              <a:extLst>
                <a:ext uri="{FF2B5EF4-FFF2-40B4-BE49-F238E27FC236}">
                  <a16:creationId xmlns:a16="http://schemas.microsoft.com/office/drawing/2014/main" id="{F8ECF006-240C-B6CE-3D81-CD33D373330A}"/>
                </a:ext>
              </a:extLst>
            </p:cNvPr>
            <p:cNvSpPr/>
            <p:nvPr/>
          </p:nvSpPr>
          <p:spPr bwMode="auto">
            <a:xfrm>
              <a:off x="5329806" y="3073081"/>
              <a:ext cx="2762493" cy="2230938"/>
            </a:xfrm>
            <a:custGeom>
              <a:avLst/>
              <a:gdLst>
                <a:gd name="connsiteX0" fmla="*/ 0 w 1806451"/>
                <a:gd name="connsiteY0" fmla="*/ 416983 h 416983"/>
                <a:gd name="connsiteX1" fmla="*/ 1651000 w 1806451"/>
                <a:gd name="connsiteY1" fmla="*/ 192617 h 416983"/>
                <a:gd name="connsiteX2" fmla="*/ 1640417 w 1806451"/>
                <a:gd name="connsiteY2" fmla="*/ 0 h 416983"/>
                <a:gd name="connsiteX0" fmla="*/ 0 w 1735324"/>
                <a:gd name="connsiteY0" fmla="*/ 416983 h 416983"/>
                <a:gd name="connsiteX1" fmla="*/ 1511300 w 1735324"/>
                <a:gd name="connsiteY1" fmla="*/ 241300 h 416983"/>
                <a:gd name="connsiteX2" fmla="*/ 1640417 w 1735324"/>
                <a:gd name="connsiteY2" fmla="*/ 0 h 416983"/>
                <a:gd name="connsiteX0" fmla="*/ 0 w 2908875"/>
                <a:gd name="connsiteY0" fmla="*/ 1445683 h 1445683"/>
                <a:gd name="connsiteX1" fmla="*/ 1511300 w 2908875"/>
                <a:gd name="connsiteY1" fmla="*/ 1270000 h 1445683"/>
                <a:gd name="connsiteX2" fmla="*/ 2897717 w 2908875"/>
                <a:gd name="connsiteY2" fmla="*/ 0 h 1445683"/>
                <a:gd name="connsiteX0" fmla="*/ 0 w 3184269"/>
                <a:gd name="connsiteY0" fmla="*/ 1909233 h 1909233"/>
                <a:gd name="connsiteX1" fmla="*/ 1511300 w 3184269"/>
                <a:gd name="connsiteY1" fmla="*/ 1733550 h 1909233"/>
                <a:gd name="connsiteX2" fmla="*/ 3175001 w 3184269"/>
                <a:gd name="connsiteY2" fmla="*/ 0 h 1909233"/>
                <a:gd name="connsiteX0" fmla="*/ 0 w 3175001"/>
                <a:gd name="connsiteY0" fmla="*/ 1909233 h 1909233"/>
                <a:gd name="connsiteX1" fmla="*/ 1511300 w 3175001"/>
                <a:gd name="connsiteY1" fmla="*/ 1733550 h 1909233"/>
                <a:gd name="connsiteX2" fmla="*/ 3175001 w 3175001"/>
                <a:gd name="connsiteY2" fmla="*/ 0 h 1909233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3196168 w 3196168"/>
                <a:gd name="connsiteY2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830916 w 3196168"/>
                <a:gd name="connsiteY2" fmla="*/ 1479549 h 1898650"/>
                <a:gd name="connsiteX3" fmla="*/ 3196168 w 3196168"/>
                <a:gd name="connsiteY3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921932 w 3196168"/>
                <a:gd name="connsiteY2" fmla="*/ 1363132 h 1898650"/>
                <a:gd name="connsiteX3" fmla="*/ 3196168 w 3196168"/>
                <a:gd name="connsiteY3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921932 w 3196168"/>
                <a:gd name="connsiteY2" fmla="*/ 1363132 h 1898650"/>
                <a:gd name="connsiteX3" fmla="*/ 3196168 w 3196168"/>
                <a:gd name="connsiteY3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921932 w 3196168"/>
                <a:gd name="connsiteY2" fmla="*/ 1363132 h 1898650"/>
                <a:gd name="connsiteX3" fmla="*/ 3196168 w 3196168"/>
                <a:gd name="connsiteY3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921932 w 3196168"/>
                <a:gd name="connsiteY2" fmla="*/ 1363132 h 1898650"/>
                <a:gd name="connsiteX3" fmla="*/ 3196168 w 3196168"/>
                <a:gd name="connsiteY3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792816 w 3196168"/>
                <a:gd name="connsiteY2" fmla="*/ 1473198 h 1898650"/>
                <a:gd name="connsiteX3" fmla="*/ 3196168 w 3196168"/>
                <a:gd name="connsiteY3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792816 w 3196168"/>
                <a:gd name="connsiteY2" fmla="*/ 1473198 h 1898650"/>
                <a:gd name="connsiteX3" fmla="*/ 3196168 w 3196168"/>
                <a:gd name="connsiteY3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792816 w 3196168"/>
                <a:gd name="connsiteY2" fmla="*/ 1473198 h 1898650"/>
                <a:gd name="connsiteX3" fmla="*/ 3196168 w 3196168"/>
                <a:gd name="connsiteY3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797049 w 3196168"/>
                <a:gd name="connsiteY2" fmla="*/ 1483782 h 1898650"/>
                <a:gd name="connsiteX3" fmla="*/ 3196168 w 3196168"/>
                <a:gd name="connsiteY3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797049 w 3196168"/>
                <a:gd name="connsiteY2" fmla="*/ 1483782 h 1898650"/>
                <a:gd name="connsiteX3" fmla="*/ 2425699 w 3196168"/>
                <a:gd name="connsiteY3" fmla="*/ 814916 h 1898650"/>
                <a:gd name="connsiteX4" fmla="*/ 3196168 w 3196168"/>
                <a:gd name="connsiteY4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797049 w 3196168"/>
                <a:gd name="connsiteY2" fmla="*/ 1483782 h 1898650"/>
                <a:gd name="connsiteX3" fmla="*/ 2614082 w 3196168"/>
                <a:gd name="connsiteY3" fmla="*/ 958849 h 1898650"/>
                <a:gd name="connsiteX4" fmla="*/ 3196168 w 3196168"/>
                <a:gd name="connsiteY4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835149 w 3196168"/>
                <a:gd name="connsiteY2" fmla="*/ 1437216 h 1898650"/>
                <a:gd name="connsiteX3" fmla="*/ 2614082 w 3196168"/>
                <a:gd name="connsiteY3" fmla="*/ 958849 h 1898650"/>
                <a:gd name="connsiteX4" fmla="*/ 3196168 w 3196168"/>
                <a:gd name="connsiteY4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835149 w 3196168"/>
                <a:gd name="connsiteY2" fmla="*/ 1437216 h 1898650"/>
                <a:gd name="connsiteX3" fmla="*/ 2614082 w 3196168"/>
                <a:gd name="connsiteY3" fmla="*/ 958849 h 1898650"/>
                <a:gd name="connsiteX4" fmla="*/ 3196168 w 31961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35149 w 3183468"/>
                <a:gd name="connsiteY2" fmla="*/ 1437216 h 1898650"/>
                <a:gd name="connsiteX3" fmla="*/ 2614082 w 3183468"/>
                <a:gd name="connsiteY3" fmla="*/ 958849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35149 w 3183468"/>
                <a:gd name="connsiteY2" fmla="*/ 1437216 h 1898650"/>
                <a:gd name="connsiteX3" fmla="*/ 2614082 w 3183468"/>
                <a:gd name="connsiteY3" fmla="*/ 958849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35149 w 3183468"/>
                <a:gd name="connsiteY2" fmla="*/ 1437216 h 1898650"/>
                <a:gd name="connsiteX3" fmla="*/ 2614082 w 3183468"/>
                <a:gd name="connsiteY3" fmla="*/ 958849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35149 w 3183468"/>
                <a:gd name="connsiteY2" fmla="*/ 1437216 h 1898650"/>
                <a:gd name="connsiteX3" fmla="*/ 2614082 w 3183468"/>
                <a:gd name="connsiteY3" fmla="*/ 958849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35149 w 3183468"/>
                <a:gd name="connsiteY2" fmla="*/ 1437216 h 1898650"/>
                <a:gd name="connsiteX3" fmla="*/ 2599265 w 3183468"/>
                <a:gd name="connsiteY3" fmla="*/ 9567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35149 w 3183468"/>
                <a:gd name="connsiteY2" fmla="*/ 1437216 h 1898650"/>
                <a:gd name="connsiteX3" fmla="*/ 2599265 w 3183468"/>
                <a:gd name="connsiteY3" fmla="*/ 9567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35149 w 3183468"/>
                <a:gd name="connsiteY2" fmla="*/ 1437216 h 1898650"/>
                <a:gd name="connsiteX3" fmla="*/ 2599265 w 3183468"/>
                <a:gd name="connsiteY3" fmla="*/ 9567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9265 w 3183468"/>
                <a:gd name="connsiteY3" fmla="*/ 9567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9265 w 3183468"/>
                <a:gd name="connsiteY3" fmla="*/ 9567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9265 w 3183468"/>
                <a:gd name="connsiteY3" fmla="*/ 9567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9265 w 3183468"/>
                <a:gd name="connsiteY3" fmla="*/ 9567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2915 w 3183468"/>
                <a:gd name="connsiteY3" fmla="*/ 9694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2915 w 3183468"/>
                <a:gd name="connsiteY3" fmla="*/ 9694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2915 w 3183468"/>
                <a:gd name="connsiteY3" fmla="*/ 9694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2915 w 3183468"/>
                <a:gd name="connsiteY3" fmla="*/ 9694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2915 w 3183468"/>
                <a:gd name="connsiteY3" fmla="*/ 9694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2915 w 3183468"/>
                <a:gd name="connsiteY3" fmla="*/ 9694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04950 w 3183468"/>
                <a:gd name="connsiteY1" fmla="*/ 1714501 h 1898650"/>
                <a:gd name="connsiteX2" fmla="*/ 1864782 w 3183468"/>
                <a:gd name="connsiteY2" fmla="*/ 1424516 h 1898650"/>
                <a:gd name="connsiteX3" fmla="*/ 2592915 w 3183468"/>
                <a:gd name="connsiteY3" fmla="*/ 9694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04950 w 3183468"/>
                <a:gd name="connsiteY1" fmla="*/ 1714501 h 1898650"/>
                <a:gd name="connsiteX2" fmla="*/ 1864782 w 3183468"/>
                <a:gd name="connsiteY2" fmla="*/ 1424516 h 1898650"/>
                <a:gd name="connsiteX3" fmla="*/ 2592915 w 3183468"/>
                <a:gd name="connsiteY3" fmla="*/ 9694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04950 w 3183468"/>
                <a:gd name="connsiteY1" fmla="*/ 1714501 h 1898650"/>
                <a:gd name="connsiteX2" fmla="*/ 2592915 w 3183468"/>
                <a:gd name="connsiteY2" fmla="*/ 969432 h 1898650"/>
                <a:gd name="connsiteX3" fmla="*/ 3183468 w 3183468"/>
                <a:gd name="connsiteY3" fmla="*/ 0 h 1898650"/>
                <a:gd name="connsiteX0" fmla="*/ 0 w 3183468"/>
                <a:gd name="connsiteY0" fmla="*/ 1898650 h 1909734"/>
                <a:gd name="connsiteX1" fmla="*/ 1504950 w 3183468"/>
                <a:gd name="connsiteY1" fmla="*/ 1714501 h 1909734"/>
                <a:gd name="connsiteX2" fmla="*/ 3183468 w 3183468"/>
                <a:gd name="connsiteY2" fmla="*/ 0 h 1909734"/>
                <a:gd name="connsiteX0" fmla="*/ 0 w 3183468"/>
                <a:gd name="connsiteY0" fmla="*/ 1898650 h 1898650"/>
                <a:gd name="connsiteX1" fmla="*/ 2033397 w 3183468"/>
                <a:gd name="connsiteY1" fmla="*/ 1244379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2033397 w 3183468"/>
                <a:gd name="connsiteY1" fmla="*/ 1244379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2033397 w 3183468"/>
                <a:gd name="connsiteY1" fmla="*/ 1244379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1987612 w 3183468"/>
                <a:gd name="connsiteY1" fmla="*/ 1165293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1987612 w 3183468"/>
                <a:gd name="connsiteY1" fmla="*/ 1165293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1892141 w 3183468"/>
                <a:gd name="connsiteY1" fmla="*/ 1130144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1832472 w 3183468"/>
                <a:gd name="connsiteY1" fmla="*/ 1121356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1832472 w 3183468"/>
                <a:gd name="connsiteY1" fmla="*/ 1121356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1696008 w 3183468"/>
                <a:gd name="connsiteY1" fmla="*/ 989546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1696008 w 3183468"/>
                <a:gd name="connsiteY1" fmla="*/ 989546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1696008 w 3183468"/>
                <a:gd name="connsiteY1" fmla="*/ 989546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1696008 w 3183468"/>
                <a:gd name="connsiteY1" fmla="*/ 989546 h 1898650"/>
                <a:gd name="connsiteX2" fmla="*/ 3183468 w 3183468"/>
                <a:gd name="connsiteY2" fmla="*/ 0 h 1898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83468" h="1898650">
                  <a:moveTo>
                    <a:pt x="0" y="1898650"/>
                  </a:moveTo>
                  <a:cubicBezTo>
                    <a:pt x="375887" y="1714405"/>
                    <a:pt x="1165430" y="1305988"/>
                    <a:pt x="1696008" y="989546"/>
                  </a:cubicBezTo>
                  <a:cubicBezTo>
                    <a:pt x="2226586" y="673104"/>
                    <a:pt x="2865196" y="258330"/>
                    <a:pt x="3183468" y="0"/>
                  </a:cubicBezTo>
                </a:path>
              </a:pathLst>
            </a:custGeom>
            <a:noFill/>
            <a:ln w="19050" cap="rnd">
              <a:solidFill>
                <a:srgbClr val="B1B3B3"/>
              </a:solidFill>
              <a:headEnd type="none" w="lg" len="med"/>
              <a:tailEnd type="non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25D9023-A9EA-2624-92CF-0F163A13C43A}"/>
                </a:ext>
              </a:extLst>
            </p:cNvPr>
            <p:cNvSpPr/>
            <p:nvPr/>
          </p:nvSpPr>
          <p:spPr bwMode="auto">
            <a:xfrm>
              <a:off x="6318847" y="3073081"/>
              <a:ext cx="1773453" cy="2230938"/>
            </a:xfrm>
            <a:custGeom>
              <a:avLst/>
              <a:gdLst>
                <a:gd name="connsiteX0" fmla="*/ 0 w 1806451"/>
                <a:gd name="connsiteY0" fmla="*/ 416983 h 416983"/>
                <a:gd name="connsiteX1" fmla="*/ 1651000 w 1806451"/>
                <a:gd name="connsiteY1" fmla="*/ 192617 h 416983"/>
                <a:gd name="connsiteX2" fmla="*/ 1640417 w 1806451"/>
                <a:gd name="connsiteY2" fmla="*/ 0 h 416983"/>
                <a:gd name="connsiteX0" fmla="*/ 0 w 1735324"/>
                <a:gd name="connsiteY0" fmla="*/ 416983 h 416983"/>
                <a:gd name="connsiteX1" fmla="*/ 1511300 w 1735324"/>
                <a:gd name="connsiteY1" fmla="*/ 241300 h 416983"/>
                <a:gd name="connsiteX2" fmla="*/ 1640417 w 1735324"/>
                <a:gd name="connsiteY2" fmla="*/ 0 h 416983"/>
                <a:gd name="connsiteX0" fmla="*/ 0 w 2908875"/>
                <a:gd name="connsiteY0" fmla="*/ 1445683 h 1445683"/>
                <a:gd name="connsiteX1" fmla="*/ 1511300 w 2908875"/>
                <a:gd name="connsiteY1" fmla="*/ 1270000 h 1445683"/>
                <a:gd name="connsiteX2" fmla="*/ 2897717 w 2908875"/>
                <a:gd name="connsiteY2" fmla="*/ 0 h 1445683"/>
                <a:gd name="connsiteX0" fmla="*/ 0 w 3184269"/>
                <a:gd name="connsiteY0" fmla="*/ 1909233 h 1909233"/>
                <a:gd name="connsiteX1" fmla="*/ 1511300 w 3184269"/>
                <a:gd name="connsiteY1" fmla="*/ 1733550 h 1909233"/>
                <a:gd name="connsiteX2" fmla="*/ 3175001 w 3184269"/>
                <a:gd name="connsiteY2" fmla="*/ 0 h 1909233"/>
                <a:gd name="connsiteX0" fmla="*/ 0 w 3175001"/>
                <a:gd name="connsiteY0" fmla="*/ 1909233 h 1909233"/>
                <a:gd name="connsiteX1" fmla="*/ 1511300 w 3175001"/>
                <a:gd name="connsiteY1" fmla="*/ 1733550 h 1909233"/>
                <a:gd name="connsiteX2" fmla="*/ 3175001 w 3175001"/>
                <a:gd name="connsiteY2" fmla="*/ 0 h 1909233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3196168 w 3196168"/>
                <a:gd name="connsiteY2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830916 w 3196168"/>
                <a:gd name="connsiteY2" fmla="*/ 1479549 h 1898650"/>
                <a:gd name="connsiteX3" fmla="*/ 3196168 w 3196168"/>
                <a:gd name="connsiteY3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921932 w 3196168"/>
                <a:gd name="connsiteY2" fmla="*/ 1363132 h 1898650"/>
                <a:gd name="connsiteX3" fmla="*/ 3196168 w 3196168"/>
                <a:gd name="connsiteY3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921932 w 3196168"/>
                <a:gd name="connsiteY2" fmla="*/ 1363132 h 1898650"/>
                <a:gd name="connsiteX3" fmla="*/ 3196168 w 3196168"/>
                <a:gd name="connsiteY3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921932 w 3196168"/>
                <a:gd name="connsiteY2" fmla="*/ 1363132 h 1898650"/>
                <a:gd name="connsiteX3" fmla="*/ 3196168 w 3196168"/>
                <a:gd name="connsiteY3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921932 w 3196168"/>
                <a:gd name="connsiteY2" fmla="*/ 1363132 h 1898650"/>
                <a:gd name="connsiteX3" fmla="*/ 3196168 w 3196168"/>
                <a:gd name="connsiteY3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792816 w 3196168"/>
                <a:gd name="connsiteY2" fmla="*/ 1473198 h 1898650"/>
                <a:gd name="connsiteX3" fmla="*/ 3196168 w 3196168"/>
                <a:gd name="connsiteY3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792816 w 3196168"/>
                <a:gd name="connsiteY2" fmla="*/ 1473198 h 1898650"/>
                <a:gd name="connsiteX3" fmla="*/ 3196168 w 3196168"/>
                <a:gd name="connsiteY3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792816 w 3196168"/>
                <a:gd name="connsiteY2" fmla="*/ 1473198 h 1898650"/>
                <a:gd name="connsiteX3" fmla="*/ 3196168 w 3196168"/>
                <a:gd name="connsiteY3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797049 w 3196168"/>
                <a:gd name="connsiteY2" fmla="*/ 1483782 h 1898650"/>
                <a:gd name="connsiteX3" fmla="*/ 3196168 w 3196168"/>
                <a:gd name="connsiteY3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797049 w 3196168"/>
                <a:gd name="connsiteY2" fmla="*/ 1483782 h 1898650"/>
                <a:gd name="connsiteX3" fmla="*/ 2425699 w 3196168"/>
                <a:gd name="connsiteY3" fmla="*/ 814916 h 1898650"/>
                <a:gd name="connsiteX4" fmla="*/ 3196168 w 3196168"/>
                <a:gd name="connsiteY4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797049 w 3196168"/>
                <a:gd name="connsiteY2" fmla="*/ 1483782 h 1898650"/>
                <a:gd name="connsiteX3" fmla="*/ 2614082 w 3196168"/>
                <a:gd name="connsiteY3" fmla="*/ 958849 h 1898650"/>
                <a:gd name="connsiteX4" fmla="*/ 3196168 w 3196168"/>
                <a:gd name="connsiteY4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835149 w 3196168"/>
                <a:gd name="connsiteY2" fmla="*/ 1437216 h 1898650"/>
                <a:gd name="connsiteX3" fmla="*/ 2614082 w 3196168"/>
                <a:gd name="connsiteY3" fmla="*/ 958849 h 1898650"/>
                <a:gd name="connsiteX4" fmla="*/ 3196168 w 3196168"/>
                <a:gd name="connsiteY4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835149 w 3196168"/>
                <a:gd name="connsiteY2" fmla="*/ 1437216 h 1898650"/>
                <a:gd name="connsiteX3" fmla="*/ 2614082 w 3196168"/>
                <a:gd name="connsiteY3" fmla="*/ 958849 h 1898650"/>
                <a:gd name="connsiteX4" fmla="*/ 3196168 w 31961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35149 w 3183468"/>
                <a:gd name="connsiteY2" fmla="*/ 1437216 h 1898650"/>
                <a:gd name="connsiteX3" fmla="*/ 2614082 w 3183468"/>
                <a:gd name="connsiteY3" fmla="*/ 958849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35149 w 3183468"/>
                <a:gd name="connsiteY2" fmla="*/ 1437216 h 1898650"/>
                <a:gd name="connsiteX3" fmla="*/ 2614082 w 3183468"/>
                <a:gd name="connsiteY3" fmla="*/ 958849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35149 w 3183468"/>
                <a:gd name="connsiteY2" fmla="*/ 1437216 h 1898650"/>
                <a:gd name="connsiteX3" fmla="*/ 2614082 w 3183468"/>
                <a:gd name="connsiteY3" fmla="*/ 958849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35149 w 3183468"/>
                <a:gd name="connsiteY2" fmla="*/ 1437216 h 1898650"/>
                <a:gd name="connsiteX3" fmla="*/ 2614082 w 3183468"/>
                <a:gd name="connsiteY3" fmla="*/ 958849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35149 w 3183468"/>
                <a:gd name="connsiteY2" fmla="*/ 1437216 h 1898650"/>
                <a:gd name="connsiteX3" fmla="*/ 2599265 w 3183468"/>
                <a:gd name="connsiteY3" fmla="*/ 9567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35149 w 3183468"/>
                <a:gd name="connsiteY2" fmla="*/ 1437216 h 1898650"/>
                <a:gd name="connsiteX3" fmla="*/ 2599265 w 3183468"/>
                <a:gd name="connsiteY3" fmla="*/ 9567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35149 w 3183468"/>
                <a:gd name="connsiteY2" fmla="*/ 1437216 h 1898650"/>
                <a:gd name="connsiteX3" fmla="*/ 2599265 w 3183468"/>
                <a:gd name="connsiteY3" fmla="*/ 9567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9265 w 3183468"/>
                <a:gd name="connsiteY3" fmla="*/ 9567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9265 w 3183468"/>
                <a:gd name="connsiteY3" fmla="*/ 9567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9265 w 3183468"/>
                <a:gd name="connsiteY3" fmla="*/ 9567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9265 w 3183468"/>
                <a:gd name="connsiteY3" fmla="*/ 9567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2915 w 3183468"/>
                <a:gd name="connsiteY3" fmla="*/ 9694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2915 w 3183468"/>
                <a:gd name="connsiteY3" fmla="*/ 9694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2915 w 3183468"/>
                <a:gd name="connsiteY3" fmla="*/ 9694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2915 w 3183468"/>
                <a:gd name="connsiteY3" fmla="*/ 9694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2915 w 3183468"/>
                <a:gd name="connsiteY3" fmla="*/ 9694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2915 w 3183468"/>
                <a:gd name="connsiteY3" fmla="*/ 9694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04950 w 3183468"/>
                <a:gd name="connsiteY1" fmla="*/ 1714501 h 1898650"/>
                <a:gd name="connsiteX2" fmla="*/ 1864782 w 3183468"/>
                <a:gd name="connsiteY2" fmla="*/ 1424516 h 1898650"/>
                <a:gd name="connsiteX3" fmla="*/ 2592915 w 3183468"/>
                <a:gd name="connsiteY3" fmla="*/ 9694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04950 w 3183468"/>
                <a:gd name="connsiteY1" fmla="*/ 1714501 h 1898650"/>
                <a:gd name="connsiteX2" fmla="*/ 1864782 w 3183468"/>
                <a:gd name="connsiteY2" fmla="*/ 1424516 h 1898650"/>
                <a:gd name="connsiteX3" fmla="*/ 2592915 w 3183468"/>
                <a:gd name="connsiteY3" fmla="*/ 9694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04950 w 3183468"/>
                <a:gd name="connsiteY1" fmla="*/ 1714501 h 1898650"/>
                <a:gd name="connsiteX2" fmla="*/ 2592915 w 3183468"/>
                <a:gd name="connsiteY2" fmla="*/ 969432 h 1898650"/>
                <a:gd name="connsiteX3" fmla="*/ 3183468 w 3183468"/>
                <a:gd name="connsiteY3" fmla="*/ 0 h 1898650"/>
                <a:gd name="connsiteX0" fmla="*/ 0 w 3183468"/>
                <a:gd name="connsiteY0" fmla="*/ 1898650 h 1909734"/>
                <a:gd name="connsiteX1" fmla="*/ 1504950 w 3183468"/>
                <a:gd name="connsiteY1" fmla="*/ 1714501 h 1909734"/>
                <a:gd name="connsiteX2" fmla="*/ 3183468 w 3183468"/>
                <a:gd name="connsiteY2" fmla="*/ 0 h 1909734"/>
                <a:gd name="connsiteX0" fmla="*/ 0 w 3183468"/>
                <a:gd name="connsiteY0" fmla="*/ 1898650 h 1898650"/>
                <a:gd name="connsiteX1" fmla="*/ 2033397 w 3183468"/>
                <a:gd name="connsiteY1" fmla="*/ 1244379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2033397 w 3183468"/>
                <a:gd name="connsiteY1" fmla="*/ 1244379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2033397 w 3183468"/>
                <a:gd name="connsiteY1" fmla="*/ 1244379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1987612 w 3183468"/>
                <a:gd name="connsiteY1" fmla="*/ 1165293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1987612 w 3183468"/>
                <a:gd name="connsiteY1" fmla="*/ 1165293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1892141 w 3183468"/>
                <a:gd name="connsiteY1" fmla="*/ 1130144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1832472 w 3183468"/>
                <a:gd name="connsiteY1" fmla="*/ 1121356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1832472 w 3183468"/>
                <a:gd name="connsiteY1" fmla="*/ 1121356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1696008 w 3183468"/>
                <a:gd name="connsiteY1" fmla="*/ 989546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1696008 w 3183468"/>
                <a:gd name="connsiteY1" fmla="*/ 989546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1696008 w 3183468"/>
                <a:gd name="connsiteY1" fmla="*/ 989546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1696008 w 3183468"/>
                <a:gd name="connsiteY1" fmla="*/ 989546 h 1898650"/>
                <a:gd name="connsiteX2" fmla="*/ 3183468 w 3183468"/>
                <a:gd name="connsiteY2" fmla="*/ 0 h 1898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83468" h="1898650">
                  <a:moveTo>
                    <a:pt x="0" y="1898650"/>
                  </a:moveTo>
                  <a:cubicBezTo>
                    <a:pt x="375887" y="1714405"/>
                    <a:pt x="1165430" y="1305988"/>
                    <a:pt x="1696008" y="989546"/>
                  </a:cubicBezTo>
                  <a:cubicBezTo>
                    <a:pt x="2226586" y="673104"/>
                    <a:pt x="2865196" y="258330"/>
                    <a:pt x="3183468" y="0"/>
                  </a:cubicBezTo>
                </a:path>
              </a:pathLst>
            </a:custGeom>
            <a:noFill/>
            <a:ln w="19050" cap="rnd">
              <a:solidFill>
                <a:srgbClr val="B1B3B3"/>
              </a:solidFill>
              <a:headEnd type="none" w="lg" len="med"/>
              <a:tailEnd type="non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2FDA02-2BC9-BBD7-BC89-EFBC28046631}"/>
                </a:ext>
              </a:extLst>
            </p:cNvPr>
            <p:cNvSpPr/>
            <p:nvPr/>
          </p:nvSpPr>
          <p:spPr bwMode="auto">
            <a:xfrm>
              <a:off x="8055867" y="3073081"/>
              <a:ext cx="36433" cy="2230219"/>
            </a:xfrm>
            <a:custGeom>
              <a:avLst/>
              <a:gdLst>
                <a:gd name="connsiteX0" fmla="*/ 0 w 1806451"/>
                <a:gd name="connsiteY0" fmla="*/ 416983 h 416983"/>
                <a:gd name="connsiteX1" fmla="*/ 1651000 w 1806451"/>
                <a:gd name="connsiteY1" fmla="*/ 192617 h 416983"/>
                <a:gd name="connsiteX2" fmla="*/ 1640417 w 1806451"/>
                <a:gd name="connsiteY2" fmla="*/ 0 h 416983"/>
                <a:gd name="connsiteX0" fmla="*/ 0 w 1735324"/>
                <a:gd name="connsiteY0" fmla="*/ 416983 h 416983"/>
                <a:gd name="connsiteX1" fmla="*/ 1511300 w 1735324"/>
                <a:gd name="connsiteY1" fmla="*/ 241300 h 416983"/>
                <a:gd name="connsiteX2" fmla="*/ 1640417 w 1735324"/>
                <a:gd name="connsiteY2" fmla="*/ 0 h 416983"/>
                <a:gd name="connsiteX0" fmla="*/ 0 w 2908875"/>
                <a:gd name="connsiteY0" fmla="*/ 1445683 h 1445683"/>
                <a:gd name="connsiteX1" fmla="*/ 1511300 w 2908875"/>
                <a:gd name="connsiteY1" fmla="*/ 1270000 h 1445683"/>
                <a:gd name="connsiteX2" fmla="*/ 2897717 w 2908875"/>
                <a:gd name="connsiteY2" fmla="*/ 0 h 1445683"/>
                <a:gd name="connsiteX0" fmla="*/ 0 w 3184269"/>
                <a:gd name="connsiteY0" fmla="*/ 1909233 h 1909233"/>
                <a:gd name="connsiteX1" fmla="*/ 1511300 w 3184269"/>
                <a:gd name="connsiteY1" fmla="*/ 1733550 h 1909233"/>
                <a:gd name="connsiteX2" fmla="*/ 3175001 w 3184269"/>
                <a:gd name="connsiteY2" fmla="*/ 0 h 1909233"/>
                <a:gd name="connsiteX0" fmla="*/ 0 w 3175001"/>
                <a:gd name="connsiteY0" fmla="*/ 1909233 h 1909233"/>
                <a:gd name="connsiteX1" fmla="*/ 1511300 w 3175001"/>
                <a:gd name="connsiteY1" fmla="*/ 1733550 h 1909233"/>
                <a:gd name="connsiteX2" fmla="*/ 3175001 w 3175001"/>
                <a:gd name="connsiteY2" fmla="*/ 0 h 1909233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3196168 w 3196168"/>
                <a:gd name="connsiteY2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830916 w 3196168"/>
                <a:gd name="connsiteY2" fmla="*/ 1479549 h 1898650"/>
                <a:gd name="connsiteX3" fmla="*/ 3196168 w 3196168"/>
                <a:gd name="connsiteY3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921932 w 3196168"/>
                <a:gd name="connsiteY2" fmla="*/ 1363132 h 1898650"/>
                <a:gd name="connsiteX3" fmla="*/ 3196168 w 3196168"/>
                <a:gd name="connsiteY3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921932 w 3196168"/>
                <a:gd name="connsiteY2" fmla="*/ 1363132 h 1898650"/>
                <a:gd name="connsiteX3" fmla="*/ 3196168 w 3196168"/>
                <a:gd name="connsiteY3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921932 w 3196168"/>
                <a:gd name="connsiteY2" fmla="*/ 1363132 h 1898650"/>
                <a:gd name="connsiteX3" fmla="*/ 3196168 w 3196168"/>
                <a:gd name="connsiteY3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921932 w 3196168"/>
                <a:gd name="connsiteY2" fmla="*/ 1363132 h 1898650"/>
                <a:gd name="connsiteX3" fmla="*/ 3196168 w 3196168"/>
                <a:gd name="connsiteY3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792816 w 3196168"/>
                <a:gd name="connsiteY2" fmla="*/ 1473198 h 1898650"/>
                <a:gd name="connsiteX3" fmla="*/ 3196168 w 3196168"/>
                <a:gd name="connsiteY3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792816 w 3196168"/>
                <a:gd name="connsiteY2" fmla="*/ 1473198 h 1898650"/>
                <a:gd name="connsiteX3" fmla="*/ 3196168 w 3196168"/>
                <a:gd name="connsiteY3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792816 w 3196168"/>
                <a:gd name="connsiteY2" fmla="*/ 1473198 h 1898650"/>
                <a:gd name="connsiteX3" fmla="*/ 3196168 w 3196168"/>
                <a:gd name="connsiteY3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797049 w 3196168"/>
                <a:gd name="connsiteY2" fmla="*/ 1483782 h 1898650"/>
                <a:gd name="connsiteX3" fmla="*/ 3196168 w 3196168"/>
                <a:gd name="connsiteY3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797049 w 3196168"/>
                <a:gd name="connsiteY2" fmla="*/ 1483782 h 1898650"/>
                <a:gd name="connsiteX3" fmla="*/ 2425699 w 3196168"/>
                <a:gd name="connsiteY3" fmla="*/ 814916 h 1898650"/>
                <a:gd name="connsiteX4" fmla="*/ 3196168 w 3196168"/>
                <a:gd name="connsiteY4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797049 w 3196168"/>
                <a:gd name="connsiteY2" fmla="*/ 1483782 h 1898650"/>
                <a:gd name="connsiteX3" fmla="*/ 2614082 w 3196168"/>
                <a:gd name="connsiteY3" fmla="*/ 958849 h 1898650"/>
                <a:gd name="connsiteX4" fmla="*/ 3196168 w 3196168"/>
                <a:gd name="connsiteY4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835149 w 3196168"/>
                <a:gd name="connsiteY2" fmla="*/ 1437216 h 1898650"/>
                <a:gd name="connsiteX3" fmla="*/ 2614082 w 3196168"/>
                <a:gd name="connsiteY3" fmla="*/ 958849 h 1898650"/>
                <a:gd name="connsiteX4" fmla="*/ 3196168 w 3196168"/>
                <a:gd name="connsiteY4" fmla="*/ 0 h 1898650"/>
                <a:gd name="connsiteX0" fmla="*/ 0 w 3196168"/>
                <a:gd name="connsiteY0" fmla="*/ 1898650 h 1898650"/>
                <a:gd name="connsiteX1" fmla="*/ 1511300 w 3196168"/>
                <a:gd name="connsiteY1" fmla="*/ 1722967 h 1898650"/>
                <a:gd name="connsiteX2" fmla="*/ 1835149 w 3196168"/>
                <a:gd name="connsiteY2" fmla="*/ 1437216 h 1898650"/>
                <a:gd name="connsiteX3" fmla="*/ 2614082 w 3196168"/>
                <a:gd name="connsiteY3" fmla="*/ 958849 h 1898650"/>
                <a:gd name="connsiteX4" fmla="*/ 3196168 w 31961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35149 w 3183468"/>
                <a:gd name="connsiteY2" fmla="*/ 1437216 h 1898650"/>
                <a:gd name="connsiteX3" fmla="*/ 2614082 w 3183468"/>
                <a:gd name="connsiteY3" fmla="*/ 958849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35149 w 3183468"/>
                <a:gd name="connsiteY2" fmla="*/ 1437216 h 1898650"/>
                <a:gd name="connsiteX3" fmla="*/ 2614082 w 3183468"/>
                <a:gd name="connsiteY3" fmla="*/ 958849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35149 w 3183468"/>
                <a:gd name="connsiteY2" fmla="*/ 1437216 h 1898650"/>
                <a:gd name="connsiteX3" fmla="*/ 2614082 w 3183468"/>
                <a:gd name="connsiteY3" fmla="*/ 958849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35149 w 3183468"/>
                <a:gd name="connsiteY2" fmla="*/ 1437216 h 1898650"/>
                <a:gd name="connsiteX3" fmla="*/ 2614082 w 3183468"/>
                <a:gd name="connsiteY3" fmla="*/ 958849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35149 w 3183468"/>
                <a:gd name="connsiteY2" fmla="*/ 1437216 h 1898650"/>
                <a:gd name="connsiteX3" fmla="*/ 2599265 w 3183468"/>
                <a:gd name="connsiteY3" fmla="*/ 9567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35149 w 3183468"/>
                <a:gd name="connsiteY2" fmla="*/ 1437216 h 1898650"/>
                <a:gd name="connsiteX3" fmla="*/ 2599265 w 3183468"/>
                <a:gd name="connsiteY3" fmla="*/ 9567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35149 w 3183468"/>
                <a:gd name="connsiteY2" fmla="*/ 1437216 h 1898650"/>
                <a:gd name="connsiteX3" fmla="*/ 2599265 w 3183468"/>
                <a:gd name="connsiteY3" fmla="*/ 9567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9265 w 3183468"/>
                <a:gd name="connsiteY3" fmla="*/ 9567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9265 w 3183468"/>
                <a:gd name="connsiteY3" fmla="*/ 9567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9265 w 3183468"/>
                <a:gd name="connsiteY3" fmla="*/ 9567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9265 w 3183468"/>
                <a:gd name="connsiteY3" fmla="*/ 9567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2915 w 3183468"/>
                <a:gd name="connsiteY3" fmla="*/ 9694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2915 w 3183468"/>
                <a:gd name="connsiteY3" fmla="*/ 9694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2915 w 3183468"/>
                <a:gd name="connsiteY3" fmla="*/ 9694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2915 w 3183468"/>
                <a:gd name="connsiteY3" fmla="*/ 9694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2915 w 3183468"/>
                <a:gd name="connsiteY3" fmla="*/ 9694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11300 w 3183468"/>
                <a:gd name="connsiteY1" fmla="*/ 1722967 h 1898650"/>
                <a:gd name="connsiteX2" fmla="*/ 1864782 w 3183468"/>
                <a:gd name="connsiteY2" fmla="*/ 1424516 h 1898650"/>
                <a:gd name="connsiteX3" fmla="*/ 2592915 w 3183468"/>
                <a:gd name="connsiteY3" fmla="*/ 9694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04950 w 3183468"/>
                <a:gd name="connsiteY1" fmla="*/ 1714501 h 1898650"/>
                <a:gd name="connsiteX2" fmla="*/ 1864782 w 3183468"/>
                <a:gd name="connsiteY2" fmla="*/ 1424516 h 1898650"/>
                <a:gd name="connsiteX3" fmla="*/ 2592915 w 3183468"/>
                <a:gd name="connsiteY3" fmla="*/ 9694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04950 w 3183468"/>
                <a:gd name="connsiteY1" fmla="*/ 1714501 h 1898650"/>
                <a:gd name="connsiteX2" fmla="*/ 1864782 w 3183468"/>
                <a:gd name="connsiteY2" fmla="*/ 1424516 h 1898650"/>
                <a:gd name="connsiteX3" fmla="*/ 2592915 w 3183468"/>
                <a:gd name="connsiteY3" fmla="*/ 969432 h 1898650"/>
                <a:gd name="connsiteX4" fmla="*/ 3183468 w 3183468"/>
                <a:gd name="connsiteY4" fmla="*/ 0 h 1898650"/>
                <a:gd name="connsiteX0" fmla="*/ 0 w 3183468"/>
                <a:gd name="connsiteY0" fmla="*/ 1898650 h 1898650"/>
                <a:gd name="connsiteX1" fmla="*/ 1504950 w 3183468"/>
                <a:gd name="connsiteY1" fmla="*/ 1714501 h 1898650"/>
                <a:gd name="connsiteX2" fmla="*/ 2592915 w 3183468"/>
                <a:gd name="connsiteY2" fmla="*/ 969432 h 1898650"/>
                <a:gd name="connsiteX3" fmla="*/ 3183468 w 3183468"/>
                <a:gd name="connsiteY3" fmla="*/ 0 h 1898650"/>
                <a:gd name="connsiteX0" fmla="*/ 0 w 3183468"/>
                <a:gd name="connsiteY0" fmla="*/ 1898650 h 1909734"/>
                <a:gd name="connsiteX1" fmla="*/ 1504950 w 3183468"/>
                <a:gd name="connsiteY1" fmla="*/ 1714501 h 1909734"/>
                <a:gd name="connsiteX2" fmla="*/ 3183468 w 3183468"/>
                <a:gd name="connsiteY2" fmla="*/ 0 h 1909734"/>
                <a:gd name="connsiteX0" fmla="*/ 0 w 3183468"/>
                <a:gd name="connsiteY0" fmla="*/ 1898650 h 1898650"/>
                <a:gd name="connsiteX1" fmla="*/ 2033397 w 3183468"/>
                <a:gd name="connsiteY1" fmla="*/ 1244379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2033397 w 3183468"/>
                <a:gd name="connsiteY1" fmla="*/ 1244379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2033397 w 3183468"/>
                <a:gd name="connsiteY1" fmla="*/ 1244379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1987612 w 3183468"/>
                <a:gd name="connsiteY1" fmla="*/ 1165293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1987612 w 3183468"/>
                <a:gd name="connsiteY1" fmla="*/ 1165293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1892141 w 3183468"/>
                <a:gd name="connsiteY1" fmla="*/ 1130144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1832472 w 3183468"/>
                <a:gd name="connsiteY1" fmla="*/ 1121356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1832472 w 3183468"/>
                <a:gd name="connsiteY1" fmla="*/ 1121356 h 1898650"/>
                <a:gd name="connsiteX2" fmla="*/ 3183468 w 3183468"/>
                <a:gd name="connsiteY2" fmla="*/ 0 h 1898650"/>
                <a:gd name="connsiteX0" fmla="*/ 0 w 3183468"/>
                <a:gd name="connsiteY0" fmla="*/ 1898650 h 1898650"/>
                <a:gd name="connsiteX1" fmla="*/ 3183468 w 3183468"/>
                <a:gd name="connsiteY1" fmla="*/ 0 h 1898650"/>
                <a:gd name="connsiteX0" fmla="*/ 0 w 3183468"/>
                <a:gd name="connsiteY0" fmla="*/ 1898650 h 1898650"/>
                <a:gd name="connsiteX1" fmla="*/ 3183468 w 3183468"/>
                <a:gd name="connsiteY1" fmla="*/ 0 h 1898650"/>
                <a:gd name="connsiteX0" fmla="*/ 0 w 3183468"/>
                <a:gd name="connsiteY0" fmla="*/ 1898650 h 1898650"/>
                <a:gd name="connsiteX1" fmla="*/ 3183468 w 3183468"/>
                <a:gd name="connsiteY1" fmla="*/ 0 h 1898650"/>
                <a:gd name="connsiteX0" fmla="*/ 0 w 3183468"/>
                <a:gd name="connsiteY0" fmla="*/ 1898650 h 1898650"/>
                <a:gd name="connsiteX1" fmla="*/ 3183468 w 3183468"/>
                <a:gd name="connsiteY1" fmla="*/ 0 h 1898650"/>
                <a:gd name="connsiteX0" fmla="*/ 0 w 3183468"/>
                <a:gd name="connsiteY0" fmla="*/ 1898650 h 1898650"/>
                <a:gd name="connsiteX1" fmla="*/ 3183468 w 3183468"/>
                <a:gd name="connsiteY1" fmla="*/ 0 h 1898650"/>
                <a:gd name="connsiteX0" fmla="*/ 0 w 3183468"/>
                <a:gd name="connsiteY0" fmla="*/ 1898650 h 1898650"/>
                <a:gd name="connsiteX1" fmla="*/ 3183468 w 3183468"/>
                <a:gd name="connsiteY1" fmla="*/ 0 h 1898650"/>
                <a:gd name="connsiteX0" fmla="*/ 0 w 3183468"/>
                <a:gd name="connsiteY0" fmla="*/ 1898650 h 1898650"/>
                <a:gd name="connsiteX1" fmla="*/ 3183468 w 3183468"/>
                <a:gd name="connsiteY1" fmla="*/ 0 h 1898650"/>
                <a:gd name="connsiteX0" fmla="*/ 1787 w 3185255"/>
                <a:gd name="connsiteY0" fmla="*/ 1898650 h 1898650"/>
                <a:gd name="connsiteX1" fmla="*/ 3185255 w 3185255"/>
                <a:gd name="connsiteY1" fmla="*/ 0 h 1898650"/>
                <a:gd name="connsiteX0" fmla="*/ 1717 w 3185185"/>
                <a:gd name="connsiteY0" fmla="*/ 1898650 h 1898650"/>
                <a:gd name="connsiteX1" fmla="*/ 3185185 w 3185185"/>
                <a:gd name="connsiteY1" fmla="*/ 0 h 1898650"/>
                <a:gd name="connsiteX0" fmla="*/ 1763 w 3185231"/>
                <a:gd name="connsiteY0" fmla="*/ 1898650 h 1898650"/>
                <a:gd name="connsiteX1" fmla="*/ 3185231 w 3185231"/>
                <a:gd name="connsiteY1" fmla="*/ 0 h 1898650"/>
                <a:gd name="connsiteX0" fmla="*/ -1 w 3183467"/>
                <a:gd name="connsiteY0" fmla="*/ 1898650 h 1898650"/>
                <a:gd name="connsiteX1" fmla="*/ 3183467 w 3183467"/>
                <a:gd name="connsiteY1" fmla="*/ 0 h 1898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83467" h="1898650">
                  <a:moveTo>
                    <a:pt x="-1" y="1898650"/>
                  </a:moveTo>
                  <a:cubicBezTo>
                    <a:pt x="61065" y="1846717"/>
                    <a:pt x="3038196" y="59884"/>
                    <a:pt x="3183467" y="0"/>
                  </a:cubicBezTo>
                </a:path>
              </a:pathLst>
            </a:custGeom>
            <a:noFill/>
            <a:ln w="38100" cap="rnd">
              <a:gradFill flip="none" rotWithShape="1">
                <a:gsLst>
                  <a:gs pos="0">
                    <a:srgbClr val="2A446F"/>
                  </a:gs>
                  <a:gs pos="100000">
                    <a:srgbClr val="0078D4"/>
                  </a:gs>
                </a:gsLst>
                <a:lin ang="5400000" scaled="1"/>
                <a:tileRect/>
              </a:gradFill>
              <a:headEnd type="none" w="lg" len="med"/>
              <a:tailEnd type="none" w="lg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A35A577-B15F-4C85-B3DA-D4CF69C521DD}"/>
                </a:ext>
              </a:extLst>
            </p:cNvPr>
            <p:cNvSpPr txBox="1"/>
            <p:nvPr/>
          </p:nvSpPr>
          <p:spPr>
            <a:xfrm>
              <a:off x="6313518" y="4795047"/>
              <a:ext cx="1474083" cy="29736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effectLst>
              <a:outerShdw blurRad="214029" dist="43797" dir="2700000" algn="tl" rotWithShape="0">
                <a:prstClr val="black">
                  <a:alpha val="15000"/>
                </a:prstClr>
              </a:outerShdw>
            </a:effectLst>
          </p:spPr>
          <p:txBody>
            <a:bodyPr wrap="square" lIns="0" tIns="0" rIns="0" bIns="9144" anchor="ctr" anchorCtr="0">
              <a:noAutofit/>
            </a:bodyPr>
            <a:lstStyle>
              <a:defPPr>
                <a:defRPr lang="en-US"/>
              </a:defPPr>
              <a:lvl1pPr algn="ctr">
                <a:spcBef>
                  <a:spcPts val="200"/>
                </a:spcBef>
                <a:defRPr sz="1000">
                  <a:gradFill>
                    <a:gsLst>
                      <a:gs pos="91379">
                        <a:srgbClr val="FFFFFF"/>
                      </a:gs>
                      <a:gs pos="48851">
                        <a:srgbClr val="FFFFFF"/>
                      </a:gs>
                    </a:gsLst>
                    <a:lin ang="5400000" scaled="0"/>
                  </a:gradFill>
                  <a:latin typeface="+mj-lt"/>
                </a:defRPr>
              </a:lvl1pPr>
            </a:lstStyle>
            <a:p>
              <a:pPr marL="0" marR="0" lvl="0" indent="0" algn="ctr" defTabSz="914367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Facebook: 4.5 years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9702D24-0E75-2112-3ED8-FCD9829D342A}"/>
                </a:ext>
              </a:extLst>
            </p:cNvPr>
            <p:cNvSpPr txBox="1"/>
            <p:nvPr/>
          </p:nvSpPr>
          <p:spPr>
            <a:xfrm>
              <a:off x="7809617" y="3973579"/>
              <a:ext cx="1467657" cy="29736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A446F"/>
                </a:gs>
                <a:gs pos="99000">
                  <a:srgbClr val="0078D4"/>
                </a:gs>
              </a:gsLst>
            </a:gradFill>
            <a:ln>
              <a:noFill/>
              <a:headEnd type="none" w="med" len="med"/>
              <a:tailEnd type="none" w="med" len="med"/>
            </a:ln>
            <a:effectLst>
              <a:outerShdw blurRad="214029" dist="43797" dir="2700000" algn="tl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algn="ctr" fontAlgn="base">
                <a:spcBef>
                  <a:spcPct val="0"/>
                </a:spcBef>
                <a:spcAft>
                  <a:spcPct val="0"/>
                </a:spcAft>
                <a:defRPr sz="1400" b="1">
                  <a:ln w="3175">
                    <a:noFill/>
                  </a:ln>
                  <a:gradFill>
                    <a:gsLst>
                      <a:gs pos="17416">
                        <a:schemeClr val="bg1"/>
                      </a:gs>
                      <a:gs pos="42135">
                        <a:schemeClr val="bg1"/>
                      </a:gs>
                    </a:gsLst>
                    <a:path path="circle">
                      <a:fillToRect l="100000" b="100000"/>
                    </a:path>
                  </a:gradFill>
                  <a:latin typeface="+mj-lt"/>
                  <a:cs typeface="Segoe UI" pitchFamily="34" charset="0"/>
                </a:defRPr>
              </a:lvl1pPr>
              <a:lvl2pPr marL="457200" defTabSz="914400">
                <a:defRPr sz="1800">
                  <a:solidFill>
                    <a:schemeClr val="lt1"/>
                  </a:solidFill>
                </a:defRPr>
              </a:lvl2pPr>
              <a:lvl3pPr marL="914400" defTabSz="914400">
                <a:defRPr sz="1800">
                  <a:solidFill>
                    <a:schemeClr val="lt1"/>
                  </a:solidFill>
                </a:defRPr>
              </a:lvl3pPr>
              <a:lvl4pPr marL="1371600" defTabSz="914400">
                <a:defRPr sz="1800">
                  <a:solidFill>
                    <a:schemeClr val="lt1"/>
                  </a:solidFill>
                </a:defRPr>
              </a:lvl4pPr>
              <a:lvl5pPr marL="1828800" defTabSz="914400">
                <a:defRPr sz="1800">
                  <a:solidFill>
                    <a:schemeClr val="lt1"/>
                  </a:solidFill>
                </a:defRPr>
              </a:lvl5pPr>
              <a:lvl6pPr marL="2286000" defTabSz="914400">
                <a:defRPr sz="1800">
                  <a:solidFill>
                    <a:schemeClr val="lt1"/>
                  </a:solidFill>
                </a:defRPr>
              </a:lvl6pPr>
              <a:lvl7pPr marL="2743200" defTabSz="914400">
                <a:defRPr sz="1800">
                  <a:solidFill>
                    <a:schemeClr val="lt1"/>
                  </a:solidFill>
                </a:defRPr>
              </a:lvl7pPr>
              <a:lvl8pPr marL="3200400" defTabSz="914400">
                <a:defRPr sz="1800">
                  <a:solidFill>
                    <a:schemeClr val="lt1"/>
                  </a:solidFill>
                </a:defRPr>
              </a:lvl8pPr>
              <a:lvl9pPr marL="3657600" defTabSz="914400">
                <a:defRPr sz="1800"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36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err="1">
                  <a:ln w="3175">
                    <a:noFill/>
                  </a:ln>
                  <a:gradFill>
                    <a:gsLst>
                      <a:gs pos="17416">
                        <a:srgbClr val="FFFFFF"/>
                      </a:gs>
                      <a:gs pos="42135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effectLst/>
                  <a:uLnTx/>
                  <a:uFillTx/>
                  <a:latin typeface="Segoe UI Semibold"/>
                  <a:ea typeface="+mn-ea"/>
                  <a:cs typeface="Segoe UI"/>
                </a:rPr>
                <a:t>ChatGPT</a:t>
              </a:r>
              <a:r>
                <a:rPr kumimoji="0" lang="en-US" sz="1400" b="1" i="0" u="none" strike="noStrike" kern="1200" cap="none" spc="0" normalizeH="0" baseline="0" noProof="0">
                  <a:ln w="3175">
                    <a:noFill/>
                  </a:ln>
                  <a:gradFill>
                    <a:gsLst>
                      <a:gs pos="17416">
                        <a:srgbClr val="FFFFFF"/>
                      </a:gs>
                      <a:gs pos="42135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effectLst/>
                  <a:uLnTx/>
                  <a:uFillTx/>
                  <a:latin typeface="Segoe UI Semibold"/>
                  <a:ea typeface="+mn-ea"/>
                  <a:cs typeface="Segoe UI"/>
                </a:rPr>
                <a:t>: 3 months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0728C39-EB24-C7D7-1FD6-B24F341A2AB6}"/>
                </a:ext>
              </a:extLst>
            </p:cNvPr>
            <p:cNvSpPr txBox="1"/>
            <p:nvPr/>
          </p:nvSpPr>
          <p:spPr>
            <a:xfrm>
              <a:off x="4277795" y="3973579"/>
              <a:ext cx="1763990" cy="29736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effectLst>
              <a:outerShdw blurRad="214029" dist="43797" dir="2700000" algn="tl" rotWithShape="0">
                <a:prstClr val="black">
                  <a:alpha val="15000"/>
                </a:prstClr>
              </a:outerShdw>
            </a:effectLst>
          </p:spPr>
          <p:txBody>
            <a:bodyPr wrap="square" lIns="0" tIns="0" rIns="0" bIns="9144" anchor="ctr" anchorCtr="0">
              <a:noAutofit/>
            </a:bodyPr>
            <a:lstStyle>
              <a:defPPr>
                <a:defRPr lang="en-US"/>
              </a:defPPr>
              <a:lvl1pPr algn="ctr">
                <a:spcBef>
                  <a:spcPts val="200"/>
                </a:spcBef>
                <a:defRPr sz="1000">
                  <a:gradFill>
                    <a:gsLst>
                      <a:gs pos="91379">
                        <a:srgbClr val="FFFFFF"/>
                      </a:gs>
                      <a:gs pos="48851">
                        <a:srgbClr val="FFFFFF"/>
                      </a:gs>
                    </a:gsLst>
                    <a:lin ang="5400000" scaled="0"/>
                  </a:gradFill>
                  <a:latin typeface="+mj-lt"/>
                </a:defRPr>
              </a:lvl1pPr>
            </a:lstStyle>
            <a:p>
              <a:pPr marL="0" marR="0" lvl="0" indent="0" algn="ctr" defTabSz="914367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Mobile phones: 16 years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194BEBA-FCAF-4DD8-6D07-A043DCBFFE17}"/>
                </a:ext>
              </a:extLst>
            </p:cNvPr>
            <p:cNvSpPr txBox="1"/>
            <p:nvPr/>
          </p:nvSpPr>
          <p:spPr>
            <a:xfrm>
              <a:off x="5564355" y="4384314"/>
              <a:ext cx="1266574" cy="29736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effectLst>
              <a:outerShdw blurRad="214029" dist="43797" dir="2700000" algn="tl" rotWithShape="0">
                <a:prstClr val="black">
                  <a:alpha val="15000"/>
                </a:prstClr>
              </a:outerShdw>
            </a:effectLst>
          </p:spPr>
          <p:txBody>
            <a:bodyPr wrap="square" lIns="0" tIns="0" rIns="0" bIns="9144" anchor="ctr" anchorCtr="0">
              <a:noAutofit/>
            </a:bodyPr>
            <a:lstStyle>
              <a:defPPr>
                <a:defRPr lang="en-US"/>
              </a:defPPr>
              <a:lvl1pPr algn="ctr">
                <a:spcBef>
                  <a:spcPts val="200"/>
                </a:spcBef>
                <a:defRPr sz="1000">
                  <a:gradFill>
                    <a:gsLst>
                      <a:gs pos="91379">
                        <a:srgbClr val="FFFFFF"/>
                      </a:gs>
                      <a:gs pos="48851">
                        <a:srgbClr val="FFFFFF"/>
                      </a:gs>
                    </a:gsLst>
                    <a:lin ang="5400000" scaled="0"/>
                  </a:gradFill>
                  <a:latin typeface="+mj-lt"/>
                </a:defRPr>
              </a:lvl1pPr>
            </a:lstStyle>
            <a:p>
              <a:pPr marL="0" marR="0" lvl="0" indent="0" algn="ctr" defTabSz="914367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Internet: 7 years 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7F7BB86D-B798-D1AA-4199-660FAE770028}"/>
              </a:ext>
            </a:extLst>
          </p:cNvPr>
          <p:cNvSpPr txBox="1"/>
          <p:nvPr/>
        </p:nvSpPr>
        <p:spPr>
          <a:xfrm>
            <a:off x="145774" y="6586330"/>
            <a:ext cx="2017912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+mn-ea"/>
                <a:cs typeface="+mn-cs"/>
              </a:rPr>
              <a:t>Source: Microsoft Research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6C66A7-E59F-6EDC-E5AE-8F84D634021C}"/>
              </a:ext>
            </a:extLst>
          </p:cNvPr>
          <p:cNvSpPr txBox="1"/>
          <p:nvPr/>
        </p:nvSpPr>
        <p:spPr>
          <a:xfrm>
            <a:off x="3668482" y="1442173"/>
            <a:ext cx="4855037" cy="3660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Time to reach 100M users</a:t>
            </a:r>
          </a:p>
        </p:txBody>
      </p:sp>
      <p:sp>
        <p:nvSpPr>
          <p:cNvPr id="22" name="Title 10">
            <a:extLst>
              <a:ext uri="{FF2B5EF4-FFF2-40B4-BE49-F238E27FC236}">
                <a16:creationId xmlns:a16="http://schemas.microsoft.com/office/drawing/2014/main" id="{24205BF2-EB81-2386-1352-30C5A0C1A4DB}"/>
              </a:ext>
            </a:extLst>
          </p:cNvPr>
          <p:cNvSpPr txBox="1">
            <a:spLocks/>
          </p:cNvSpPr>
          <p:nvPr/>
        </p:nvSpPr>
        <p:spPr>
          <a:xfrm>
            <a:off x="740663" y="609600"/>
            <a:ext cx="11018520" cy="430887"/>
          </a:xfrm>
          <a:prstGeom prst="rect">
            <a:avLst/>
          </a:prstGeom>
        </p:spPr>
        <p:txBody>
          <a:bodyPr vert="horz" wrap="square" lIns="0" tIns="0" rIns="9144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0" i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 Semibold" panose="020B0502040204020203" pitchFamily="34" charset="0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Generative AI technology is here </a:t>
            </a:r>
          </a:p>
        </p:txBody>
      </p:sp>
    </p:spTree>
    <p:extLst>
      <p:ext uri="{BB962C8B-B14F-4D97-AF65-F5344CB8AC3E}">
        <p14:creationId xmlns:p14="http://schemas.microsoft.com/office/powerpoint/2010/main" val="2561925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3.7037E-7 L 0 0.03542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4.07407E-6 L -2.08333E-7 -0.0331 " pathEditMode="relative" rAng="0" ptsTypes="AA">
                                      <p:cBhvr>
                                        <p:cTn id="14" dur="700" spd="-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0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background">
            <a:extLst>
              <a:ext uri="{FF2B5EF4-FFF2-40B4-BE49-F238E27FC236}">
                <a16:creationId xmlns:a16="http://schemas.microsoft.com/office/drawing/2014/main" id="{F0AE6046-F0E5-3260-57E5-65E55A4F467C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Rectangle 3" descr="Light Pattern: Square dots">
              <a:extLst>
                <a:ext uri="{FF2B5EF4-FFF2-40B4-BE49-F238E27FC236}">
                  <a16:creationId xmlns:a16="http://schemas.microsoft.com/office/drawing/2014/main" id="{CA3EB583-3E80-35D8-C9D6-17BA16A42B0F}"/>
                </a:ext>
              </a:extLst>
            </p:cNvPr>
            <p:cNvSpPr/>
            <p:nvPr/>
          </p:nvSpPr>
          <p:spPr bwMode="auto">
            <a:xfrm>
              <a:off x="0" y="0"/>
              <a:ext cx="12192000" cy="6858000"/>
            </a:xfrm>
            <a:prstGeom prst="rect">
              <a:avLst/>
            </a:prstGeom>
            <a:blipFill dpi="0" rotWithShape="1">
              <a:blip r:embed="rId3">
                <a:alphaModFix amt="1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tile tx="0" ty="0" sx="100000" sy="100000" flip="none" algn="tl"/>
            </a:blip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rm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" pitchFamily="2" charset="0"/>
                <a:ea typeface="Segoe UI" pitchFamily="34" charset="0"/>
                <a:cs typeface="Segoe Sans Display" pitchFamily="2" charset="0"/>
              </a:endParaRPr>
            </a:p>
          </p:txBody>
        </p:sp>
        <p:sp>
          <p:nvSpPr>
            <p:cNvPr id="5" name="Rectangle: Rounded Corners 24" descr="Light: small container">
              <a:extLst>
                <a:ext uri="{FF2B5EF4-FFF2-40B4-BE49-F238E27FC236}">
                  <a16:creationId xmlns:a16="http://schemas.microsoft.com/office/drawing/2014/main" id="{3D293816-FFC7-C088-617D-C8BA3D94874B}"/>
                </a:ext>
              </a:extLst>
            </p:cNvPr>
            <p:cNvSpPr/>
            <p:nvPr/>
          </p:nvSpPr>
          <p:spPr bwMode="auto"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82000">
                  <a:srgbClr val="FFFFFF"/>
                </a:gs>
                <a:gs pos="100000">
                  <a:srgbClr val="FFFFFF">
                    <a:alpha val="0"/>
                  </a:srgbClr>
                </a:gs>
                <a:gs pos="40000">
                  <a:srgbClr val="FFFFFF"/>
                </a:gs>
                <a:gs pos="24000">
                  <a:srgbClr val="FFFFFF">
                    <a:alpha val="79225"/>
                  </a:srgbClr>
                </a:gs>
                <a:gs pos="3000">
                  <a:srgbClr val="FFFFFF">
                    <a:alpha val="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headEnd type="none" w="med" len="med"/>
              <a:tailEnd type="none" w="med" len="med"/>
            </a:ln>
            <a:effectLst/>
            <a:scene3d>
              <a:camera prst="perspectiveRight" fov="2700000">
                <a:rot lat="0" lon="21594000" rev="0"/>
              </a:camera>
              <a:lightRig rig="flat" dir="t"/>
            </a:scene3d>
            <a:sp3d>
              <a:bevelT w="0" h="38100"/>
              <a:bevelB w="0" h="0"/>
              <a:contourClr>
                <a:srgbClr val="000000"/>
              </a:contourClr>
            </a:sp3d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4AB32335-017D-1454-8031-FDA927A7B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1792339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D9F5F7F-1C46-E287-C527-CAA0EBDF1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14350" y="1265092"/>
            <a:ext cx="11136815" cy="4946866"/>
          </a:xfrm>
          <a:prstGeom prst="roundRect">
            <a:avLst>
              <a:gd name="adj" fmla="val 1284"/>
            </a:avLst>
          </a:prstGeom>
          <a:solidFill>
            <a:schemeClr val="bg1"/>
          </a:solidFill>
          <a:ln w="28575">
            <a:noFill/>
            <a:headEnd type="none" w="med" len="med"/>
            <a:tailEnd type="none" w="med" len="med"/>
          </a:ln>
          <a:effectLst>
            <a:outerShdw blurRad="127000" dist="1270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defTabSz="932472"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chemeClr val="accent1"/>
              </a:solidFill>
              <a:latin typeface="Segoe Pro Display Semibold" panose="020B07020405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7D656A2-8328-7041-75C3-70C678C28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66750" y="1417492"/>
            <a:ext cx="11136815" cy="4946866"/>
          </a:xfrm>
          <a:prstGeom prst="roundRect">
            <a:avLst>
              <a:gd name="adj" fmla="val 1284"/>
            </a:avLst>
          </a:prstGeom>
          <a:solidFill>
            <a:schemeClr val="bg1"/>
          </a:solidFill>
          <a:ln w="28575">
            <a:noFill/>
            <a:headEnd type="none" w="med" len="med"/>
            <a:tailEnd type="none" w="med" len="med"/>
          </a:ln>
          <a:effectLst>
            <a:outerShdw blurRad="127000" dist="1270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defTabSz="932472"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chemeClr val="accent1"/>
              </a:solidFill>
              <a:latin typeface="Segoe Pro Display Semibold" panose="020B0702040504020203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AEBFBE6-8724-F990-366E-58A783BED5D0}"/>
              </a:ext>
            </a:extLst>
          </p:cNvPr>
          <p:cNvSpPr txBox="1">
            <a:spLocks/>
          </p:cNvSpPr>
          <p:nvPr/>
        </p:nvSpPr>
        <p:spPr>
          <a:xfrm>
            <a:off x="557783" y="6183911"/>
            <a:ext cx="5956001" cy="15388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-5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  <a:hlinkClick r:id="rId6"/>
              </a:rPr>
              <a:t>2024 Work Trend Index Annual Report from Microsoft and LinkedIn: AI at Work Is Here. Now Comes the Hard Part</a:t>
            </a:r>
            <a:endParaRPr kumimoji="0" lang="en-US" sz="1000" b="0" i="0" u="none" strike="noStrike" kern="1200" cap="none" spc="-50" normalizeH="0" baseline="0" noProof="0">
              <a:ln w="3175">
                <a:noFill/>
              </a:ln>
              <a:solidFill>
                <a:srgbClr val="000000"/>
              </a:solidFill>
              <a:effectLst/>
              <a:uLnTx/>
              <a:uFillTx/>
              <a:latin typeface="Segoe Sans Display" pitchFamily="2" charset="0"/>
              <a:ea typeface="+mn-ea"/>
              <a:cs typeface="Segoe Sans Display" pitchFamily="2" charset="0"/>
            </a:endParaRPr>
          </a:p>
        </p:txBody>
      </p: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E53FA7F7-EAD0-B04B-12AC-F4204CB8BA8B}"/>
              </a:ext>
            </a:extLst>
          </p:cNvPr>
          <p:cNvSpPr/>
          <p:nvPr/>
        </p:nvSpPr>
        <p:spPr bwMode="auto">
          <a:xfrm>
            <a:off x="6835491" y="2411561"/>
            <a:ext cx="3168000" cy="3168000"/>
          </a:xfrm>
          <a:prstGeom prst="ellipse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214029" dist="43797" dir="2700000" algn="tl" rotWithShape="0">
              <a:prstClr val="black">
                <a:alpha val="1488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9" name="Title 10">
            <a:extLst>
              <a:ext uri="{FF2B5EF4-FFF2-40B4-BE49-F238E27FC236}">
                <a16:creationId xmlns:a16="http://schemas.microsoft.com/office/drawing/2014/main" id="{212E5AA2-01E3-2FD8-E9CF-8E5987234FFE}"/>
              </a:ext>
            </a:extLst>
          </p:cNvPr>
          <p:cNvSpPr txBox="1">
            <a:spLocks/>
          </p:cNvSpPr>
          <p:nvPr/>
        </p:nvSpPr>
        <p:spPr>
          <a:xfrm>
            <a:off x="588263" y="457200"/>
            <a:ext cx="11018520" cy="430887"/>
          </a:xfrm>
          <a:prstGeom prst="rect">
            <a:avLst/>
          </a:prstGeom>
        </p:spPr>
        <p:txBody>
          <a:bodyPr vert="horz" wrap="square" lIns="0" tIns="0" rIns="9144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0" i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 Semibold" panose="020B0502040204020203" pitchFamily="34" charset="0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AI has come to work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9F6343F-11E5-F1A5-6893-B684A80166FC}"/>
              </a:ext>
            </a:extLst>
          </p:cNvPr>
          <p:cNvGrpSpPr/>
          <p:nvPr/>
        </p:nvGrpSpPr>
        <p:grpSpPr>
          <a:xfrm>
            <a:off x="1561607" y="1746166"/>
            <a:ext cx="4320310" cy="4320310"/>
            <a:chOff x="3295780" y="1155434"/>
            <a:chExt cx="4320310" cy="4320310"/>
          </a:xfrm>
        </p:grpSpPr>
        <p:graphicFrame>
          <p:nvGraphicFramePr>
            <p:cNvPr id="20" name="Chart 19">
              <a:extLst>
                <a:ext uri="{FF2B5EF4-FFF2-40B4-BE49-F238E27FC236}">
                  <a16:creationId xmlns:a16="http://schemas.microsoft.com/office/drawing/2014/main" id="{68A3528D-0F87-9342-5B0E-73663839D4B7}"/>
                </a:ext>
              </a:extLst>
            </p:cNvPr>
            <p:cNvGraphicFramePr/>
            <p:nvPr/>
          </p:nvGraphicFramePr>
          <p:xfrm>
            <a:off x="3295780" y="1155434"/>
            <a:ext cx="4320310" cy="432031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sp>
          <p:nvSpPr>
            <p:cNvPr id="23" name="Rounded Rectangle 5">
              <a:extLst>
                <a:ext uri="{FF2B5EF4-FFF2-40B4-BE49-F238E27FC236}">
                  <a16:creationId xmlns:a16="http://schemas.microsoft.com/office/drawing/2014/main" id="{1A7BB5F8-4551-58D6-8528-C716E35DEFE9}"/>
                </a:ext>
              </a:extLst>
            </p:cNvPr>
            <p:cNvSpPr/>
            <p:nvPr/>
          </p:nvSpPr>
          <p:spPr bwMode="auto">
            <a:xfrm>
              <a:off x="3821186" y="1729668"/>
              <a:ext cx="3168000" cy="3168000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>
              <a:outerShdw blurRad="214029" dist="43797" dir="2700000" algn="tl" rotWithShape="0">
                <a:prstClr val="black">
                  <a:alpha val="1488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Sans Display" pitchFamily="2" charset="0"/>
                <a:ea typeface="Segoe UI" pitchFamily="34" charset="0"/>
                <a:cs typeface="Segoe Sans Display" pitchFamily="2" charset="0"/>
              </a:endParaRPr>
            </a:p>
          </p:txBody>
        </p:sp>
        <p:sp>
          <p:nvSpPr>
            <p:cNvPr id="28" name="Title 1">
              <a:extLst>
                <a:ext uri="{FF2B5EF4-FFF2-40B4-BE49-F238E27FC236}">
                  <a16:creationId xmlns:a16="http://schemas.microsoft.com/office/drawing/2014/main" id="{9CC07E91-3419-CCE2-11C6-87E42E39C85C}"/>
                </a:ext>
              </a:extLst>
            </p:cNvPr>
            <p:cNvSpPr txBox="1">
              <a:spLocks/>
            </p:cNvSpPr>
            <p:nvPr/>
          </p:nvSpPr>
          <p:spPr>
            <a:xfrm>
              <a:off x="4497126" y="3385317"/>
              <a:ext cx="1917618" cy="923330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lvl1pPr algn="l" defTabSz="932742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lang="en-US" sz="3600" b="0" kern="1200" cap="none" spc="-50" baseline="0" dirty="0" smtClean="0">
                  <a:ln w="3175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n-ea"/>
                  <a:cs typeface="Segoe UI" pitchFamily="34" charset="0"/>
                </a:defRPr>
              </a:lvl1pPr>
            </a:lstStyle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-50" normalizeH="0" baseline="0" noProof="0">
                  <a:ln w="3175"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Display" pitchFamily="2" charset="0"/>
                  <a:ea typeface="+mn-ea"/>
                  <a:cs typeface="Segoe Sans Display" pitchFamily="2" charset="0"/>
                </a:rPr>
                <a:t>of users say AI helps save them time</a:t>
              </a:r>
            </a:p>
          </p:txBody>
        </p:sp>
        <p:sp>
          <p:nvSpPr>
            <p:cNvPr id="29" name="Title 1">
              <a:extLst>
                <a:ext uri="{FF2B5EF4-FFF2-40B4-BE49-F238E27FC236}">
                  <a16:creationId xmlns:a16="http://schemas.microsoft.com/office/drawing/2014/main" id="{CDC63B1F-1FA5-B207-18F0-D0A6D830C044}"/>
                </a:ext>
              </a:extLst>
            </p:cNvPr>
            <p:cNvSpPr txBox="1">
              <a:spLocks/>
            </p:cNvSpPr>
            <p:nvPr/>
          </p:nvSpPr>
          <p:spPr>
            <a:xfrm>
              <a:off x="4497126" y="2451019"/>
              <a:ext cx="1917618" cy="923330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lvl1pPr algn="l" defTabSz="932742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lang="en-US" sz="3600" b="0" kern="1200" cap="none" spc="-50" baseline="0" dirty="0" smtClean="0">
                  <a:ln w="3175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n-ea"/>
                  <a:cs typeface="Segoe UI" pitchFamily="34" charset="0"/>
                </a:defRPr>
              </a:lvl1pPr>
            </a:lstStyle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0" b="0" i="0" u="none" strike="noStrike" kern="1200" cap="none" spc="-50" normalizeH="0" baseline="0" noProof="0">
                  <a:ln w="3175">
                    <a:noFill/>
                  </a:ln>
                  <a:solidFill>
                    <a:srgbClr val="0078D4"/>
                  </a:solidFill>
                  <a:effectLst/>
                  <a:uLnTx/>
                  <a:uFillTx/>
                  <a:latin typeface="Segoe Sans Display" pitchFamily="2" charset="0"/>
                  <a:ea typeface="+mn-ea"/>
                  <a:cs typeface="Segoe Sans Display" pitchFamily="2" charset="0"/>
                </a:rPr>
                <a:t>90%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1BC14BD-60F2-37D9-3C77-C2683DD0F972}"/>
              </a:ext>
            </a:extLst>
          </p:cNvPr>
          <p:cNvGrpSpPr/>
          <p:nvPr/>
        </p:nvGrpSpPr>
        <p:grpSpPr>
          <a:xfrm>
            <a:off x="6256745" y="1761061"/>
            <a:ext cx="4320310" cy="4320310"/>
            <a:chOff x="6256745" y="1761061"/>
            <a:chExt cx="4320310" cy="4320310"/>
          </a:xfrm>
        </p:grpSpPr>
        <p:graphicFrame>
          <p:nvGraphicFramePr>
            <p:cNvPr id="8" name="Chart 7">
              <a:extLst>
                <a:ext uri="{FF2B5EF4-FFF2-40B4-BE49-F238E27FC236}">
                  <a16:creationId xmlns:a16="http://schemas.microsoft.com/office/drawing/2014/main" id="{E945D013-E0FD-649D-D607-C07DAA2313F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09131483"/>
                </p:ext>
              </p:extLst>
            </p:nvPr>
          </p:nvGraphicFramePr>
          <p:xfrm>
            <a:off x="6256745" y="1761061"/>
            <a:ext cx="4320310" cy="432031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73E33246-ED7D-DF69-56CA-93EBC963876E}"/>
                </a:ext>
              </a:extLst>
            </p:cNvPr>
            <p:cNvSpPr txBox="1">
              <a:spLocks/>
            </p:cNvSpPr>
            <p:nvPr/>
          </p:nvSpPr>
          <p:spPr>
            <a:xfrm>
              <a:off x="7152752" y="4037009"/>
              <a:ext cx="2586711" cy="923330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lvl1pPr algn="l" defTabSz="932742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lang="en-US" sz="3600" b="0" kern="1200" cap="none" spc="-50" baseline="0" dirty="0" smtClean="0">
                  <a:ln w="3175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n-ea"/>
                  <a:cs typeface="Segoe UI" pitchFamily="34" charset="0"/>
                </a:defRPr>
              </a:lvl1pPr>
            </a:lstStyle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-50" normalizeH="0" baseline="0" noProof="0">
                  <a:ln w="3175"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Display" pitchFamily="2" charset="0"/>
                  <a:ea typeface="+mn-ea"/>
                  <a:cs typeface="Segoe Sans Display" pitchFamily="2" charset="0"/>
                </a:rPr>
                <a:t>of users say it lets them focus on more important work</a:t>
              </a:r>
            </a:p>
          </p:txBody>
        </p:sp>
        <p:sp>
          <p:nvSpPr>
            <p:cNvPr id="16" name="Title 1">
              <a:extLst>
                <a:ext uri="{FF2B5EF4-FFF2-40B4-BE49-F238E27FC236}">
                  <a16:creationId xmlns:a16="http://schemas.microsoft.com/office/drawing/2014/main" id="{9D1B9BDE-C8B8-3ACC-5DA9-36735F3B0A7A}"/>
                </a:ext>
              </a:extLst>
            </p:cNvPr>
            <p:cNvSpPr txBox="1">
              <a:spLocks/>
            </p:cNvSpPr>
            <p:nvPr/>
          </p:nvSpPr>
          <p:spPr>
            <a:xfrm>
              <a:off x="7443780" y="3055580"/>
              <a:ext cx="1917618" cy="923330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lvl1pPr algn="l" defTabSz="932742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lang="en-US" sz="3600" b="0" kern="1200" cap="none" spc="-50" baseline="0" dirty="0" smtClean="0">
                  <a:ln w="3175">
                    <a:noFill/>
                  </a:ln>
                  <a:solidFill>
                    <a:schemeClr val="tx1"/>
                  </a:solidFill>
                  <a:effectLst/>
                  <a:latin typeface="+mj-lt"/>
                  <a:ea typeface="+mn-ea"/>
                  <a:cs typeface="Segoe UI" pitchFamily="34" charset="0"/>
                </a:defRPr>
              </a:lvl1pPr>
            </a:lstStyle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0" b="0" i="0" u="none" strike="noStrike" kern="1200" cap="none" spc="-50" normalizeH="0" baseline="0" noProof="0">
                  <a:ln w="3175">
                    <a:noFill/>
                  </a:ln>
                  <a:solidFill>
                    <a:srgbClr val="0078D4"/>
                  </a:solidFill>
                  <a:effectLst/>
                  <a:uLnTx/>
                  <a:uFillTx/>
                  <a:latin typeface="Segoe Sans Display" pitchFamily="2" charset="0"/>
                  <a:ea typeface="+mn-ea"/>
                  <a:cs typeface="Segoe Sans Display" pitchFamily="2" charset="0"/>
                </a:rPr>
                <a:t>85%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56530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66667E-6 4.44444E-6 L 1.66667E-6 0.03541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A65E9-64F5-9FE5-06E1-09CA4BE10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0D0944-7DA3-D599-DEF3-A93267BB4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95154" cy="1582235"/>
          </a:xfrm>
          <a:prstGeom prst="rect">
            <a:avLst/>
          </a:prstGeom>
        </p:spPr>
      </p:pic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34244557-31E9-CD6C-E1CC-E38E5B8B3DCD}"/>
              </a:ext>
            </a:extLst>
          </p:cNvPr>
          <p:cNvSpPr/>
          <p:nvPr/>
        </p:nvSpPr>
        <p:spPr bwMode="auto">
          <a:xfrm>
            <a:off x="4135968" y="5437680"/>
            <a:ext cx="3986784" cy="754846"/>
          </a:xfrm>
          <a:prstGeom prst="roundRect">
            <a:avLst>
              <a:gd name="adj" fmla="val 5615"/>
            </a:avLst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11F088F-8E73-F16A-DD32-183A20537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14350" y="1265092"/>
            <a:ext cx="11136815" cy="5592908"/>
          </a:xfrm>
          <a:prstGeom prst="roundRect">
            <a:avLst>
              <a:gd name="adj" fmla="val 1284"/>
            </a:avLst>
          </a:prstGeom>
          <a:solidFill>
            <a:schemeClr val="bg1"/>
          </a:solidFill>
          <a:ln w="28575">
            <a:noFill/>
            <a:headEnd type="none" w="med" len="med"/>
            <a:tailEnd type="none" w="med" len="med"/>
          </a:ln>
          <a:effectLst>
            <a:outerShdw blurRad="127000" dist="1270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defTabSz="932472"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chemeClr val="accent1"/>
              </a:solidFill>
              <a:latin typeface="Segoe Pro Display Semibold" panose="020B0702040504020203" pitchFamily="34" charset="0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BADB3A0A-66B6-5E38-FEA2-C23C5BC47164}"/>
              </a:ext>
            </a:extLst>
          </p:cNvPr>
          <p:cNvSpPr/>
          <p:nvPr/>
        </p:nvSpPr>
        <p:spPr bwMode="auto">
          <a:xfrm>
            <a:off x="8335246" y="5435617"/>
            <a:ext cx="3399557" cy="754846"/>
          </a:xfrm>
          <a:prstGeom prst="roundRect">
            <a:avLst>
              <a:gd name="adj" fmla="val 5615"/>
            </a:avLst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3A0704EA-4F10-8869-BABD-F85DC41AE945}"/>
              </a:ext>
            </a:extLst>
          </p:cNvPr>
          <p:cNvSpPr/>
          <p:nvPr/>
        </p:nvSpPr>
        <p:spPr bwMode="auto">
          <a:xfrm>
            <a:off x="8335248" y="1600201"/>
            <a:ext cx="3399557" cy="754846"/>
          </a:xfrm>
          <a:prstGeom prst="roundRect">
            <a:avLst>
              <a:gd name="adj" fmla="val 5615"/>
            </a:avLst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EEEC9DEA-115A-077E-83FF-328AD850DA25}"/>
              </a:ext>
            </a:extLst>
          </p:cNvPr>
          <p:cNvSpPr/>
          <p:nvPr/>
        </p:nvSpPr>
        <p:spPr bwMode="auto">
          <a:xfrm>
            <a:off x="457198" y="5435617"/>
            <a:ext cx="3399557" cy="754846"/>
          </a:xfrm>
          <a:prstGeom prst="roundRect">
            <a:avLst>
              <a:gd name="adj" fmla="val 5615"/>
            </a:avLst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: Rounded Corners 36">
            <a:extLst>
              <a:ext uri="{FF2B5EF4-FFF2-40B4-BE49-F238E27FC236}">
                <a16:creationId xmlns:a16="http://schemas.microsoft.com/office/drawing/2014/main" id="{D84F3024-C853-1944-D128-C6EABF6F735D}"/>
              </a:ext>
            </a:extLst>
          </p:cNvPr>
          <p:cNvSpPr/>
          <p:nvPr/>
        </p:nvSpPr>
        <p:spPr>
          <a:xfrm>
            <a:off x="4135967" y="1600200"/>
            <a:ext cx="3986784" cy="3591227"/>
          </a:xfrm>
          <a:prstGeom prst="roundRect">
            <a:avLst>
              <a:gd name="adj" fmla="val 3798"/>
            </a:avLst>
          </a:prstGeom>
          <a:gradFill flip="none" rotWithShape="1">
            <a:gsLst>
              <a:gs pos="0">
                <a:srgbClr val="0078D4"/>
              </a:gs>
              <a:gs pos="100000">
                <a:srgbClr val="D660FF"/>
              </a:gs>
              <a:gs pos="50000">
                <a:srgbClr val="818EFF"/>
              </a:gs>
            </a:gsLst>
            <a:lin ang="2700000" scaled="1"/>
            <a:tileRect/>
          </a:gradFill>
          <a:ln>
            <a:noFill/>
            <a:headEnd type="none" w="med" len="med"/>
            <a:tailEnd type="none" w="med" len="med"/>
          </a:ln>
          <a:effectLst>
            <a:outerShdw blurRad="254000" dist="63500" dir="2700000" algn="tl" rotWithShape="0">
              <a:srgbClr val="454142">
                <a:alpha val="30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56032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 Semibold"/>
              <a:ea typeface="+mn-ea"/>
              <a:cs typeface="+mn-cs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0C2950C8-75D9-626A-73D0-F5E19BE13964}"/>
              </a:ext>
            </a:extLst>
          </p:cNvPr>
          <p:cNvSpPr/>
          <p:nvPr/>
        </p:nvSpPr>
        <p:spPr bwMode="auto">
          <a:xfrm>
            <a:off x="457200" y="1600201"/>
            <a:ext cx="3399557" cy="754846"/>
          </a:xfrm>
          <a:prstGeom prst="roundRect">
            <a:avLst>
              <a:gd name="adj" fmla="val 5615"/>
            </a:avLst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2863B5-D55D-0CB9-6255-3E33844A4BAC}"/>
              </a:ext>
            </a:extLst>
          </p:cNvPr>
          <p:cNvSpPr txBox="1"/>
          <p:nvPr/>
        </p:nvSpPr>
        <p:spPr>
          <a:xfrm>
            <a:off x="8335246" y="2474316"/>
            <a:ext cx="3399554" cy="93871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defTabSz="914400" fontAlgn="auto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 kumimoji="0" sz="1600" b="1" i="0" u="none" strike="noStrike" cap="none" spc="0" normalizeH="0" baseline="0">
                <a:ln>
                  <a:noFill/>
                </a:ln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  <a:effectLst/>
                <a:uLnTx/>
                <a:uFillTx/>
                <a:latin typeface="Segoe Sans Display Semilight" pitchFamily="2" charset="0"/>
                <a:cs typeface="Segoe Sans Display Semilight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  <a:effectLst/>
                <a:uLnTx/>
                <a:uFillTx/>
                <a:latin typeface="Segoe Sans Display Semibold"/>
                <a:ea typeface="+mn-ea"/>
                <a:cs typeface="Segoe Sans Display Semilight" pitchFamily="2" charset="0"/>
              </a:rPr>
              <a:t>68,000 users with 90% praising</a:t>
            </a:r>
            <a:br>
              <a:rPr kumimoji="0" lang="en-US" sz="14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  <a:effectLst/>
                <a:uLnTx/>
                <a:uFillTx/>
                <a:latin typeface="Segoe Sans Display Semibold"/>
                <a:ea typeface="+mn-ea"/>
                <a:cs typeface="Segoe Sans Display Semilight" pitchFamily="2" charset="0"/>
              </a:rPr>
            </a:b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  <a:effectLst/>
                <a:uLnTx/>
                <a:uFillTx/>
                <a:latin typeface="Segoe Sans Display Semibold"/>
                <a:ea typeface="+mn-ea"/>
                <a:cs typeface="Segoe Sans Display Semilight" pitchFamily="2" charset="0"/>
              </a:rPr>
              <a:t>the benefits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  <a:effectLst/>
                <a:uLnTx/>
                <a:uFillTx/>
                <a:latin typeface="Segoe Sans Display Semibold"/>
                <a:ea typeface="+mn-ea"/>
                <a:cs typeface="Segoe Sans Display Semilight" pitchFamily="2" charset="0"/>
              </a:rPr>
              <a:t>Saving 3 hours savings per week</a:t>
            </a:r>
            <a:br>
              <a:rPr kumimoji="0" lang="en-US" sz="14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  <a:effectLst/>
                <a:uLnTx/>
                <a:uFillTx/>
                <a:latin typeface="Segoe Sans Display Semibold"/>
                <a:ea typeface="+mn-ea"/>
                <a:cs typeface="Segoe Sans Display Semilight" pitchFamily="2" charset="0"/>
              </a:rPr>
            </a:b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  <a:effectLst/>
                <a:uLnTx/>
                <a:uFillTx/>
                <a:latin typeface="Segoe Sans Display Semibold"/>
                <a:ea typeface="+mn-ea"/>
                <a:cs typeface="Segoe Sans Display Semilight" pitchFamily="2" charset="0"/>
              </a:rPr>
              <a:t>per person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C5983E-8C28-8D91-6AF7-63B9E9BA4A17}"/>
              </a:ext>
            </a:extLst>
          </p:cNvPr>
          <p:cNvSpPr txBox="1"/>
          <p:nvPr/>
        </p:nvSpPr>
        <p:spPr>
          <a:xfrm>
            <a:off x="8335246" y="6300496"/>
            <a:ext cx="3399554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defTabSz="914400" fontAlgn="auto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 kumimoji="0" sz="1600" b="1" i="0" u="none" strike="noStrike" cap="none" spc="0" normalizeH="0" baseline="0">
                <a:ln>
                  <a:noFill/>
                </a:ln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  <a:effectLst/>
                <a:uLnTx/>
                <a:uFillTx/>
                <a:latin typeface="Segoe Sans Display Semilight" pitchFamily="2" charset="0"/>
                <a:cs typeface="Segoe Sans Display Semilight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  <a:effectLst/>
                <a:uLnTx/>
                <a:uFillTx/>
                <a:latin typeface="Segoe Sans Display Semibold"/>
                <a:ea typeface="+mn-ea"/>
                <a:cs typeface="Segoe Sans Display Semilight" pitchFamily="2" charset="0"/>
              </a:rPr>
              <a:t>20,000 users across functions accelerate rare disease research.</a:t>
            </a:r>
          </a:p>
        </p:txBody>
      </p:sp>
      <p:pic>
        <p:nvPicPr>
          <p:cNvPr id="1028" name="Picture 4" descr="Vodafone Logo, symbol, meaning, history, PNG, brand">
            <a:extLst>
              <a:ext uri="{FF2B5EF4-FFF2-40B4-BE49-F238E27FC236}">
                <a16:creationId xmlns:a16="http://schemas.microsoft.com/office/drawing/2014/main" id="{577D30EC-55B1-CCA7-9B2D-9532B0268A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359" b="27359"/>
          <a:stretch/>
        </p:blipFill>
        <p:spPr bwMode="auto">
          <a:xfrm>
            <a:off x="9205316" y="1766288"/>
            <a:ext cx="1659421" cy="422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3AD4B095-7B0A-D8BD-C468-5341AA391575}"/>
              </a:ext>
            </a:extLst>
          </p:cNvPr>
          <p:cNvGrpSpPr/>
          <p:nvPr/>
        </p:nvGrpSpPr>
        <p:grpSpPr>
          <a:xfrm>
            <a:off x="8335246" y="3648456"/>
            <a:ext cx="3403272" cy="1542971"/>
            <a:chOff x="8335246" y="2443872"/>
            <a:chExt cx="3403272" cy="1542971"/>
          </a:xfrm>
        </p:grpSpPr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88857CCB-ACEB-A294-DCB4-F9ABDAF07FF9}"/>
                </a:ext>
              </a:extLst>
            </p:cNvPr>
            <p:cNvSpPr/>
            <p:nvPr/>
          </p:nvSpPr>
          <p:spPr bwMode="auto">
            <a:xfrm>
              <a:off x="8338961" y="2443872"/>
              <a:ext cx="3399557" cy="754846"/>
            </a:xfrm>
            <a:prstGeom prst="roundRect">
              <a:avLst>
                <a:gd name="adj" fmla="val 5615"/>
              </a:avLst>
            </a:prstGeom>
            <a:solidFill>
              <a:schemeClr val="bg1">
                <a:lumMod val="9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AD8780E-D3C9-F187-30D3-7FA5E78EDF4D}"/>
                </a:ext>
              </a:extLst>
            </p:cNvPr>
            <p:cNvSpPr txBox="1"/>
            <p:nvPr/>
          </p:nvSpPr>
          <p:spPr>
            <a:xfrm>
              <a:off x="8335246" y="3340512"/>
              <a:ext cx="3399554" cy="64633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marR="0" lvl="0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tabLst/>
                <a:defRPr kumimoji="0" sz="1600" b="1" i="0" u="none" strike="noStrike" cap="none" spc="0" normalizeH="0" baseline="0">
                  <a:ln>
                    <a:noFill/>
                  </a:ln>
                  <a:gradFill>
                    <a:gsLst>
                      <a:gs pos="2917">
                        <a:srgbClr val="000000"/>
                      </a:gs>
                      <a:gs pos="30000">
                        <a:srgbClr val="000000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Sans Display Semilight" pitchFamily="2" charset="0"/>
                  <a:cs typeface="Segoe Sans Display Semilight" pitchFamily="2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000000"/>
                      </a:gs>
                      <a:gs pos="30000">
                        <a:srgbClr val="000000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Sans Display Semibold"/>
                  <a:ea typeface="+mn-ea"/>
                  <a:cs typeface="Segoe Sans Display Semilight" pitchFamily="2" charset="0"/>
                </a:rPr>
                <a:t>L&amp;D organization creates training materials and speaking notes in minutes instead of hours</a:t>
              </a:r>
            </a:p>
          </p:txBody>
        </p:sp>
        <p:pic>
          <p:nvPicPr>
            <p:cNvPr id="30" name="Picture 29" descr="A blue and yellow text on a black background&#10;&#10;Description automatically generated">
              <a:extLst>
                <a:ext uri="{FF2B5EF4-FFF2-40B4-BE49-F238E27FC236}">
                  <a16:creationId xmlns:a16="http://schemas.microsoft.com/office/drawing/2014/main" id="{11C2D149-D485-7BC9-308F-53811F9493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451496" y="2516332"/>
              <a:ext cx="1167054" cy="664421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8B8F4CC3-0EF2-600D-85D1-BB0D760BF0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46084" y="5661664"/>
            <a:ext cx="1177880" cy="302752"/>
          </a:xfrm>
          <a:prstGeom prst="rect">
            <a:avLst/>
          </a:prstGeom>
        </p:spPr>
      </p:pic>
      <p:pic>
        <p:nvPicPr>
          <p:cNvPr id="1052" name="Picture 28" descr="Policy Foresight | Shaping The Future Of Public Policy">
            <a:extLst>
              <a:ext uri="{FF2B5EF4-FFF2-40B4-BE49-F238E27FC236}">
                <a16:creationId xmlns:a16="http://schemas.microsoft.com/office/drawing/2014/main" id="{2574FEE5-9524-DD63-7E75-683D03432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9157" y="5553097"/>
            <a:ext cx="1633686" cy="524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50E5DED-7C6F-93E8-4ACB-0265A67F2518}"/>
              </a:ext>
            </a:extLst>
          </p:cNvPr>
          <p:cNvSpPr txBox="1"/>
          <p:nvPr/>
        </p:nvSpPr>
        <p:spPr>
          <a:xfrm>
            <a:off x="4135967" y="6300496"/>
            <a:ext cx="3986784" cy="50783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defTabSz="914400" fontAlgn="auto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 kumimoji="0" sz="1600" b="1" i="0" u="none" strike="noStrike" cap="none" spc="0" normalizeH="0" baseline="0">
                <a:ln>
                  <a:noFill/>
                </a:ln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  <a:effectLst/>
                <a:uLnTx/>
                <a:uFillTx/>
                <a:latin typeface="Segoe Sans Display Semilight" pitchFamily="2" charset="0"/>
                <a:cs typeface="Segoe Sans Display Semilight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-20" normalizeH="0" baseline="0" noProof="0">
                <a:ln>
                  <a:noFill/>
                </a:ln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  <a:effectLst/>
                <a:uLnTx/>
                <a:uFillTx/>
                <a:latin typeface="Segoe Sans Display Semibold"/>
                <a:ea typeface="+mn-ea"/>
                <a:cs typeface="Segoe Sans Display Semilight" pitchFamily="2" charset="0"/>
              </a:rPr>
              <a:t>Clinicians saving 4 hours per week on admin tasks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-20" normalizeH="0" baseline="0" noProof="0">
                <a:ln>
                  <a:noFill/>
                </a:ln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  <a:effectLst/>
                <a:uLnTx/>
                <a:uFillTx/>
                <a:latin typeface="Segoe Sans Display Semibold"/>
                <a:ea typeface="+mn-ea"/>
                <a:cs typeface="Segoe Sans Display Semilight" pitchFamily="2" charset="0"/>
              </a:rPr>
              <a:t>More time spent focused on patients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CFBD41F-6652-82A2-1E51-0BD66C3B7534}"/>
              </a:ext>
            </a:extLst>
          </p:cNvPr>
          <p:cNvGrpSpPr/>
          <p:nvPr/>
        </p:nvGrpSpPr>
        <p:grpSpPr>
          <a:xfrm>
            <a:off x="4437358" y="2106155"/>
            <a:ext cx="3384003" cy="2579317"/>
            <a:chOff x="4795996" y="1725920"/>
            <a:chExt cx="3384003" cy="2579317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C0D72E7-BAB4-2679-00FA-2C09DC24FDA7}"/>
                </a:ext>
              </a:extLst>
            </p:cNvPr>
            <p:cNvSpPr txBox="1"/>
            <p:nvPr/>
          </p:nvSpPr>
          <p:spPr>
            <a:xfrm>
              <a:off x="4795996" y="3505018"/>
              <a:ext cx="3384003" cy="80021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Display Semibold"/>
                  <a:ea typeface="+mn-ea"/>
                  <a:cs typeface="+mn-cs"/>
                </a:rPr>
                <a:t>of the Fortune 500 use</a:t>
              </a:r>
              <a:br>
                <a:rPr kumimoji="0" 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Display Semibold"/>
                  <a:ea typeface="+mn-ea"/>
                  <a:cs typeface="+mn-cs"/>
                </a:rPr>
              </a:br>
              <a:r>
                <a:rPr kumimoji="0" 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Display Semibold"/>
                  <a:ea typeface="+mn-ea"/>
                  <a:cs typeface="+mn-cs"/>
                </a:rPr>
                <a:t>Microsoft 365 Copilot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E873163-D09C-D57C-9B25-AD36686699C7}"/>
                </a:ext>
              </a:extLst>
            </p:cNvPr>
            <p:cNvSpPr txBox="1"/>
            <p:nvPr/>
          </p:nvSpPr>
          <p:spPr>
            <a:xfrm>
              <a:off x="5078958" y="1725920"/>
              <a:ext cx="2818079" cy="169277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Display Semibold"/>
                  <a:ea typeface="+mn-ea"/>
                  <a:cs typeface="Segoe Sans Display" pitchFamily="2" charset="0"/>
                </a:rPr>
                <a:t>70%</a:t>
              </a:r>
              <a:endParaRPr kumimoji="0" lang="en-US" sz="110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Segoe Sans Display" pitchFamily="2" charset="0"/>
              </a:endParaRPr>
            </a:p>
          </p:txBody>
        </p:sp>
      </p:grpSp>
      <p:pic>
        <p:nvPicPr>
          <p:cNvPr id="20" name="Picture 14" descr="Partners – Transaction Innovation Forum">
            <a:extLst>
              <a:ext uri="{FF2B5EF4-FFF2-40B4-BE49-F238E27FC236}">
                <a16:creationId xmlns:a16="http://schemas.microsoft.com/office/drawing/2014/main" id="{5C426860-C3DD-BCD0-AF8F-146FB4ED5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0741" y="1673383"/>
            <a:ext cx="1632474" cy="608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BB8D57F-32B0-C1F6-4D15-88DBD9F33C1B}"/>
              </a:ext>
            </a:extLst>
          </p:cNvPr>
          <p:cNvSpPr txBox="1"/>
          <p:nvPr/>
        </p:nvSpPr>
        <p:spPr>
          <a:xfrm>
            <a:off x="457199" y="2474316"/>
            <a:ext cx="3399557" cy="93871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defTabSz="914400" fontAlgn="auto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 kumimoji="0" sz="1600" b="1" i="0" u="none" strike="noStrike" cap="none" spc="0" normalizeH="0" baseline="0">
                <a:ln>
                  <a:noFill/>
                </a:ln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  <a:effectLst/>
                <a:uLnTx/>
                <a:uFillTx/>
                <a:latin typeface="Segoe Sans Display Semilight" pitchFamily="2" charset="0"/>
                <a:cs typeface="Segoe Sans Display Semilight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  <a:effectLst/>
                <a:uLnTx/>
                <a:uFillTx/>
                <a:latin typeface="Segoe Sans Display Semibold"/>
                <a:ea typeface="+mn-ea"/>
                <a:cs typeface="Segoe Sans Display Semilight" pitchFamily="2" charset="0"/>
              </a:rPr>
              <a:t>Marketing team’s time to create</a:t>
            </a:r>
            <a:br>
              <a:rPr kumimoji="0" lang="en-US" sz="14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  <a:effectLst/>
                <a:uLnTx/>
                <a:uFillTx/>
                <a:latin typeface="Segoe Sans Display Semibold"/>
                <a:ea typeface="+mn-ea"/>
                <a:cs typeface="Segoe Sans Display Semilight" pitchFamily="2" charset="0"/>
              </a:rPr>
            </a:b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  <a:effectLst/>
                <a:uLnTx/>
                <a:uFillTx/>
                <a:latin typeface="Segoe Sans Display Semibold"/>
                <a:ea typeface="+mn-ea"/>
                <a:cs typeface="Segoe Sans Display Semilight" pitchFamily="2" charset="0"/>
              </a:rPr>
              <a:t>new content reduced by 67%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  <a:effectLst/>
                <a:uLnTx/>
                <a:uFillTx/>
                <a:latin typeface="Segoe Sans Display Semibold"/>
                <a:ea typeface="+mn-ea"/>
                <a:cs typeface="Segoe Sans Display Semilight" pitchFamily="2" charset="0"/>
              </a:rPr>
              <a:t>7 months of work completed</a:t>
            </a:r>
            <a:br>
              <a:rPr kumimoji="0" lang="en-US" sz="14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  <a:effectLst/>
                <a:uLnTx/>
                <a:uFillTx/>
                <a:latin typeface="Segoe Sans Display Semibold"/>
                <a:ea typeface="+mn-ea"/>
                <a:cs typeface="Segoe Sans Display Semilight" pitchFamily="2" charset="0"/>
              </a:rPr>
            </a:b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  <a:effectLst/>
                <a:uLnTx/>
                <a:uFillTx/>
                <a:latin typeface="Segoe Sans Display Semibold"/>
                <a:ea typeface="+mn-ea"/>
                <a:cs typeface="Segoe Sans Display Semilight" pitchFamily="2" charset="0"/>
              </a:rPr>
              <a:t>in 7 weeks</a:t>
            </a:r>
          </a:p>
        </p:txBody>
      </p:sp>
      <p:pic>
        <p:nvPicPr>
          <p:cNvPr id="22" name="Picture 2" descr="Honeywell">
            <a:extLst>
              <a:ext uri="{FF2B5EF4-FFF2-40B4-BE49-F238E27FC236}">
                <a16:creationId xmlns:a16="http://schemas.microsoft.com/office/drawing/2014/main" id="{785513B5-A3AD-0F52-16CC-836AFFFA2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351" y="5648668"/>
            <a:ext cx="1701251" cy="328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BE8D83A-F97F-3C5C-3502-30080D8C0DAC}"/>
              </a:ext>
            </a:extLst>
          </p:cNvPr>
          <p:cNvSpPr txBox="1"/>
          <p:nvPr/>
        </p:nvSpPr>
        <p:spPr>
          <a:xfrm>
            <a:off x="457199" y="6300496"/>
            <a:ext cx="3399556" cy="50783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defTabSz="914400" fontAlgn="auto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 kumimoji="0" sz="1600" b="1" i="0" u="none" strike="noStrike" cap="none" spc="0" normalizeH="0" baseline="0">
                <a:ln>
                  <a:noFill/>
                </a:ln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  <a:effectLst/>
                <a:uLnTx/>
                <a:uFillTx/>
                <a:latin typeface="Segoe Sans Display Semilight" pitchFamily="2" charset="0"/>
                <a:cs typeface="Segoe Sans Display Semilight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  <a:effectLst/>
                <a:uLnTx/>
                <a:uFillTx/>
                <a:latin typeface="Segoe Sans Display Semibold"/>
                <a:ea typeface="+mn-ea"/>
                <a:cs typeface="Segoe Sans Display Semilight" pitchFamily="2" charset="0"/>
              </a:rPr>
              <a:t>92 minutes saved per week per person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  <a:effectLst/>
                <a:uLnTx/>
                <a:uFillTx/>
                <a:latin typeface="Segoe Sans Display Semibold"/>
                <a:ea typeface="+mn-ea"/>
                <a:cs typeface="Segoe Sans Display Semilight" pitchFamily="2" charset="0"/>
              </a:rPr>
              <a:t>Nearly 2 weeks per person annually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966387B-C9EE-BF9E-B851-B1D9A5430B66}"/>
              </a:ext>
            </a:extLst>
          </p:cNvPr>
          <p:cNvGrpSpPr/>
          <p:nvPr/>
        </p:nvGrpSpPr>
        <p:grpSpPr>
          <a:xfrm>
            <a:off x="457199" y="3648456"/>
            <a:ext cx="3403271" cy="1593810"/>
            <a:chOff x="457199" y="2443872"/>
            <a:chExt cx="3403271" cy="1593810"/>
          </a:xfrm>
        </p:grpSpPr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BA59A09A-AA27-9376-6F8E-2DCD7BC2E91A}"/>
                </a:ext>
              </a:extLst>
            </p:cNvPr>
            <p:cNvSpPr/>
            <p:nvPr/>
          </p:nvSpPr>
          <p:spPr bwMode="auto">
            <a:xfrm>
              <a:off x="460913" y="2443872"/>
              <a:ext cx="3399557" cy="754846"/>
            </a:xfrm>
            <a:prstGeom prst="roundRect">
              <a:avLst>
                <a:gd name="adj" fmla="val 5615"/>
              </a:avLst>
            </a:prstGeom>
            <a:solidFill>
              <a:schemeClr val="bg1">
                <a:lumMod val="9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35" name="Picture 16">
              <a:extLst>
                <a:ext uri="{FF2B5EF4-FFF2-40B4-BE49-F238E27FC236}">
                  <a16:creationId xmlns:a16="http://schemas.microsoft.com/office/drawing/2014/main" id="{0F33468A-38FC-DFEA-DF72-4D516F3E84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351823" y="2705022"/>
              <a:ext cx="1617737" cy="2325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6012BD4-3E21-8B80-F22E-9C245E1407F3}"/>
                </a:ext>
              </a:extLst>
            </p:cNvPr>
            <p:cNvSpPr txBox="1"/>
            <p:nvPr/>
          </p:nvSpPr>
          <p:spPr>
            <a:xfrm>
              <a:off x="457199" y="3314407"/>
              <a:ext cx="3399557" cy="72327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000000"/>
                      </a:gs>
                      <a:gs pos="30000">
                        <a:srgbClr val="000000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Sans Display Semibold"/>
                  <a:ea typeface="+mn-ea"/>
                  <a:cs typeface="Segoe Sans Display Semilight" pitchFamily="2" charset="0"/>
                </a:rPr>
                <a:t>Sellers increased outbound call by</a:t>
              </a:r>
              <a:br>
                <a:rPr kumimoji="0" lang="en-US" sz="14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000000"/>
                      </a:gs>
                      <a:gs pos="30000">
                        <a:srgbClr val="000000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Sans Display Semibold"/>
                  <a:ea typeface="+mn-ea"/>
                  <a:cs typeface="Segoe Sans Display Semilight" pitchFamily="2" charset="0"/>
                </a:rPr>
              </a:b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000000"/>
                      </a:gs>
                      <a:gs pos="30000">
                        <a:srgbClr val="000000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Sans Display Semibold"/>
                  <a:ea typeface="+mn-ea"/>
                  <a:cs typeface="Segoe Sans Display Semilight" pitchFamily="2" charset="0"/>
                </a:rPr>
                <a:t>40% due to process efficiencies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2917">
                        <a:srgbClr val="000000"/>
                      </a:gs>
                      <a:gs pos="30000">
                        <a:srgbClr val="000000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Sans Display Semibold"/>
                  <a:ea typeface="+mn-ea"/>
                  <a:cs typeface="Segoe Sans Display Semilight" pitchFamily="2" charset="0"/>
                </a:rPr>
                <a:t>Projected $50M annual revenue gains</a:t>
              </a: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 Semibold"/>
                <a:ea typeface="+mn-ea"/>
                <a:cs typeface="Segoe Sans Display Semilight" pitchFamily="2" charset="0"/>
              </a:endParaRPr>
            </a:p>
          </p:txBody>
        </p:sp>
      </p:grpSp>
      <p:sp>
        <p:nvSpPr>
          <p:cNvPr id="6" name="Title 10">
            <a:extLst>
              <a:ext uri="{FF2B5EF4-FFF2-40B4-BE49-F238E27FC236}">
                <a16:creationId xmlns:a16="http://schemas.microsoft.com/office/drawing/2014/main" id="{F7E658D1-8BBE-0D58-66F6-346429398AD7}"/>
              </a:ext>
            </a:extLst>
          </p:cNvPr>
          <p:cNvSpPr txBox="1">
            <a:spLocks/>
          </p:cNvSpPr>
          <p:nvPr/>
        </p:nvSpPr>
        <p:spPr>
          <a:xfrm>
            <a:off x="740663" y="609600"/>
            <a:ext cx="11018520" cy="430887"/>
          </a:xfrm>
          <a:prstGeom prst="rect">
            <a:avLst/>
          </a:prstGeom>
        </p:spPr>
        <p:txBody>
          <a:bodyPr vert="horz" wrap="square" lIns="0" tIns="0" rIns="9144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0" i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 Semibold" panose="020B0502040204020203" pitchFamily="34" charset="0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Industry leaders gaining business value with Copilot</a:t>
            </a:r>
          </a:p>
        </p:txBody>
      </p:sp>
    </p:spTree>
    <p:extLst>
      <p:ext uri="{BB962C8B-B14F-4D97-AF65-F5344CB8AC3E}">
        <p14:creationId xmlns:p14="http://schemas.microsoft.com/office/powerpoint/2010/main" val="112974856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6C98A-5713-957B-6242-1FB6E769D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7A738DB-5B2F-A27F-A652-1AB1DB5CC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14958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9B44CAC-7EE8-9E16-3FA2-56EFE74D7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226642"/>
            <a:ext cx="12192000" cy="4631357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AAB2A12-2191-90AF-6E09-E03D1A8F0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14350" y="1265092"/>
            <a:ext cx="11136815" cy="4946866"/>
          </a:xfrm>
          <a:prstGeom prst="roundRect">
            <a:avLst>
              <a:gd name="adj" fmla="val 1284"/>
            </a:avLst>
          </a:prstGeom>
          <a:solidFill>
            <a:schemeClr val="bg1"/>
          </a:solidFill>
          <a:ln w="28575">
            <a:noFill/>
            <a:headEnd type="none" w="med" len="med"/>
            <a:tailEnd type="none" w="med" len="med"/>
          </a:ln>
          <a:effectLst>
            <a:outerShdw blurRad="127000" dist="1270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defTabSz="932472"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chemeClr val="accent1"/>
              </a:solidFill>
              <a:latin typeface="Segoe Pro Display Semibold" panose="020B0702040504020203" pitchFamily="34" charset="0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6EF422FA-7723-641E-22C7-FAB44A4FA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30887"/>
          </a:xfrm>
        </p:spPr>
        <p:txBody>
          <a:bodyPr lIns="0" rIns="91440"/>
          <a:lstStyle/>
          <a:p>
            <a:r>
              <a:rPr lang="en-US">
                <a:solidFill>
                  <a:schemeClr val="bg1"/>
                </a:solidFill>
              </a:rPr>
              <a:t>Organizations are looking for and moving to new ways to work</a:t>
            </a:r>
          </a:p>
        </p:txBody>
      </p:sp>
      <p:grpSp>
        <p:nvGrpSpPr>
          <p:cNvPr id="14" name="Group 13" descr="We feel like we can’t keep up&#10;68% say they struggle with the pace and volume of work">
            <a:extLst>
              <a:ext uri="{FF2B5EF4-FFF2-40B4-BE49-F238E27FC236}">
                <a16:creationId xmlns:a16="http://schemas.microsoft.com/office/drawing/2014/main" id="{774A48D6-6C09-F554-B901-451708112010}"/>
              </a:ext>
            </a:extLst>
          </p:cNvPr>
          <p:cNvGrpSpPr/>
          <p:nvPr/>
        </p:nvGrpSpPr>
        <p:grpSpPr>
          <a:xfrm>
            <a:off x="1108695" y="1381467"/>
            <a:ext cx="3111530" cy="1462563"/>
            <a:chOff x="571499" y="1436688"/>
            <a:chExt cx="2841627" cy="1512253"/>
          </a:xfrm>
          <a:effectLst/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4243F0DE-96B3-9848-8C12-EE561B7204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571500" y="1436689"/>
              <a:ext cx="2841626" cy="1512252"/>
            </a:xfrm>
            <a:prstGeom prst="roundRect">
              <a:avLst>
                <a:gd name="adj" fmla="val 2962"/>
              </a:avLst>
            </a:prstGeom>
            <a:solidFill>
              <a:srgbClr val="F2F2F2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tIns="457200" rIns="182880" rtlCol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Pro Display Semibold" panose="020B0702040504020203" pitchFamily="34" charset="0"/>
                <a:ea typeface="+mn-ea"/>
                <a:cs typeface="+mn-cs"/>
              </a:endParaRPr>
            </a:p>
          </p:txBody>
        </p:sp>
        <p:sp>
          <p:nvSpPr>
            <p:cNvPr id="16" name="Rectangle: Top Corners Rounded 15">
              <a:extLst>
                <a:ext uri="{FF2B5EF4-FFF2-40B4-BE49-F238E27FC236}">
                  <a16:creationId xmlns:a16="http://schemas.microsoft.com/office/drawing/2014/main" id="{A9838ED5-BE1E-4C6F-B9C5-5F207F378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571499" y="1436688"/>
              <a:ext cx="2841625" cy="319683"/>
            </a:xfrm>
            <a:prstGeom prst="round2SameRect">
              <a:avLst>
                <a:gd name="adj1" fmla="val 13794"/>
                <a:gd name="adj2" fmla="val 0"/>
              </a:avLst>
            </a:prstGeom>
            <a:solidFill>
              <a:srgbClr val="9299F7"/>
            </a:solidFill>
            <a:effectLst/>
          </p:spPr>
          <p:txBody>
            <a:bodyPr wrap="square" lIns="91440" tIns="45720" rIns="91440" bIns="45720" anchor="ctr">
              <a:spAutoFit/>
            </a:bodyPr>
            <a:lstStyle/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1200" cap="none" spc="0" normalizeH="0" baseline="0" noProof="0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Pro Display Semibold" panose="020B0702040504020203" pitchFamily="34" charset="0"/>
                  <a:ea typeface="+mn-ea"/>
                  <a:cs typeface="Segoe UI" pitchFamily="34" charset="0"/>
                </a:rPr>
                <a:t>We feel like we can’t keep up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7051D3B-E630-9B90-EE9E-5BB41C035384}"/>
                </a:ext>
              </a:extLst>
            </p:cNvPr>
            <p:cNvSpPr txBox="1"/>
            <p:nvPr/>
          </p:nvSpPr>
          <p:spPr>
            <a:xfrm>
              <a:off x="662744" y="1884405"/>
              <a:ext cx="2659137" cy="89870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ctr" defTabSz="93274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3200" b="0" i="0" u="none" strike="noStrike" kern="0" cap="none" spc="-50" normalizeH="0" baseline="0" noProof="0">
                  <a:ln w="3175">
                    <a:noFill/>
                  </a:ln>
                  <a:solidFill>
                    <a:srgbClr val="5A62C9"/>
                  </a:solidFill>
                  <a:effectLst/>
                  <a:uLnTx/>
                  <a:uFillTx/>
                  <a:latin typeface="Segoe Sans Display Semibold"/>
                  <a:ea typeface="+mn-ea"/>
                  <a:cs typeface="Segoe UI Semibold" panose="020B0502040204020203" pitchFamily="34" charset="0"/>
                </a:rPr>
                <a:t>68% </a:t>
              </a:r>
            </a:p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say they struggle with the</a:t>
              </a:r>
              <a:b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</a:b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pace and volume of work</a:t>
              </a:r>
              <a:r>
                <a:rPr kumimoji="0" lang="en-US" sz="1200" b="0" i="0" u="none" strike="noStrike" kern="120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1</a:t>
              </a:r>
            </a:p>
          </p:txBody>
        </p:sp>
      </p:grpSp>
      <p:grpSp>
        <p:nvGrpSpPr>
          <p:cNvPr id="23" name="Group 22" descr="We seek a connection&#10;43% of employees feel disconnected from their company">
            <a:extLst>
              <a:ext uri="{FF2B5EF4-FFF2-40B4-BE49-F238E27FC236}">
                <a16:creationId xmlns:a16="http://schemas.microsoft.com/office/drawing/2014/main" id="{66E28846-5BC5-3524-DBD1-2B2903BFADAA}"/>
              </a:ext>
            </a:extLst>
          </p:cNvPr>
          <p:cNvGrpSpPr/>
          <p:nvPr/>
        </p:nvGrpSpPr>
        <p:grpSpPr>
          <a:xfrm>
            <a:off x="1108695" y="2973217"/>
            <a:ext cx="3111530" cy="1462563"/>
            <a:chOff x="571499" y="1436688"/>
            <a:chExt cx="2841627" cy="1512253"/>
          </a:xfrm>
          <a:effectLst/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B941B5CB-AB48-D696-9CCA-E1D3611CD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571500" y="1436689"/>
              <a:ext cx="2841626" cy="1512252"/>
            </a:xfrm>
            <a:prstGeom prst="roundRect">
              <a:avLst>
                <a:gd name="adj" fmla="val 2962"/>
              </a:avLst>
            </a:prstGeom>
            <a:solidFill>
              <a:srgbClr val="F2F2F2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tIns="457200" rIns="182880" rtlCol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Pro Display Semibold" panose="020B0702040504020203" pitchFamily="34" charset="0"/>
                <a:ea typeface="+mn-ea"/>
                <a:cs typeface="+mn-cs"/>
              </a:endParaRPr>
            </a:p>
          </p:txBody>
        </p:sp>
        <p:sp>
          <p:nvSpPr>
            <p:cNvPr id="25" name="Rectangle: Top Corners Rounded 24">
              <a:extLst>
                <a:ext uri="{FF2B5EF4-FFF2-40B4-BE49-F238E27FC236}">
                  <a16:creationId xmlns:a16="http://schemas.microsoft.com/office/drawing/2014/main" id="{36316E99-2434-7B0D-8155-869B13F36F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571499" y="1436688"/>
              <a:ext cx="2841625" cy="319683"/>
            </a:xfrm>
            <a:prstGeom prst="round2SameRect">
              <a:avLst>
                <a:gd name="adj1" fmla="val 13794"/>
                <a:gd name="adj2" fmla="val 0"/>
              </a:avLst>
            </a:prstGeom>
            <a:solidFill>
              <a:srgbClr val="9299F7"/>
            </a:solidFill>
            <a:effectLst/>
          </p:spPr>
          <p:txBody>
            <a:bodyPr wrap="square" lIns="91440" tIns="45720" rIns="91440" bIns="45720" anchor="ctr">
              <a:spAutoFit/>
            </a:bodyPr>
            <a:lstStyle/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1200" cap="none" spc="0" normalizeH="0" baseline="0" noProof="0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Pro Display Semibold" panose="020B0702040504020203" pitchFamily="34" charset="0"/>
                  <a:ea typeface="+mn-ea"/>
                  <a:cs typeface="Segoe UI" pitchFamily="34" charset="0"/>
                </a:rPr>
                <a:t>We are seeking connection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F01CEA2-BD21-EAE6-B7CF-D80DDA01FF2F}"/>
                </a:ext>
              </a:extLst>
            </p:cNvPr>
            <p:cNvSpPr txBox="1"/>
            <p:nvPr/>
          </p:nvSpPr>
          <p:spPr>
            <a:xfrm>
              <a:off x="662744" y="1902871"/>
              <a:ext cx="2659137" cy="86177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ctr" defTabSz="93274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3200" b="0" i="0" u="none" strike="noStrike" kern="0" cap="none" spc="-50" normalizeH="0" baseline="0" noProof="0">
                  <a:ln w="3175">
                    <a:noFill/>
                  </a:ln>
                  <a:solidFill>
                    <a:srgbClr val="5A62C9"/>
                  </a:solidFill>
                  <a:effectLst/>
                  <a:uLnTx/>
                  <a:uFillTx/>
                  <a:latin typeface="Segoe Sans Display Semibold"/>
                  <a:ea typeface="+mn-ea"/>
                  <a:cs typeface="Segoe UI Semibold" panose="020B0502040204020203" pitchFamily="34" charset="0"/>
                </a:rPr>
                <a:t>43% </a:t>
              </a:r>
            </a:p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of employees feel disconnected</a:t>
              </a:r>
              <a:b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</a:b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from their company</a:t>
              </a:r>
              <a:r>
                <a:rPr kumimoji="0" lang="en-US" sz="1200" b="0" i="0" u="none" strike="noStrike" kern="120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2</a:t>
              </a:r>
            </a:p>
          </p:txBody>
        </p:sp>
      </p:grpSp>
      <p:grpSp>
        <p:nvGrpSpPr>
          <p:cNvPr id="27" name="Group 26" descr="Hybrid is a part of work&#10;73% want flexible remote options to stay">
            <a:extLst>
              <a:ext uri="{FF2B5EF4-FFF2-40B4-BE49-F238E27FC236}">
                <a16:creationId xmlns:a16="http://schemas.microsoft.com/office/drawing/2014/main" id="{25801CF9-BDE3-6CBC-F85B-6B62EA20DA2F}"/>
              </a:ext>
            </a:extLst>
          </p:cNvPr>
          <p:cNvGrpSpPr/>
          <p:nvPr/>
        </p:nvGrpSpPr>
        <p:grpSpPr>
          <a:xfrm>
            <a:off x="1108695" y="4592062"/>
            <a:ext cx="3111530" cy="1462563"/>
            <a:chOff x="571499" y="1436688"/>
            <a:chExt cx="2841627" cy="1512253"/>
          </a:xfrm>
          <a:effectLst/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C7A576E5-35AC-ADD0-6E2D-48DCABE627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571500" y="1436689"/>
              <a:ext cx="2841626" cy="1512252"/>
            </a:xfrm>
            <a:prstGeom prst="roundRect">
              <a:avLst>
                <a:gd name="adj" fmla="val 2962"/>
              </a:avLst>
            </a:prstGeom>
            <a:solidFill>
              <a:srgbClr val="F2F2F2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tIns="457200" rIns="182880" rtlCol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Pro Display Semibold" panose="020B0702040504020203" pitchFamily="34" charset="0"/>
                <a:ea typeface="+mn-ea"/>
                <a:cs typeface="+mn-cs"/>
              </a:endParaRPr>
            </a:p>
          </p:txBody>
        </p:sp>
        <p:sp>
          <p:nvSpPr>
            <p:cNvPr id="29" name="Rectangle: Top Corners Rounded 28">
              <a:extLst>
                <a:ext uri="{FF2B5EF4-FFF2-40B4-BE49-F238E27FC236}">
                  <a16:creationId xmlns:a16="http://schemas.microsoft.com/office/drawing/2014/main" id="{995DA1D2-36A9-FD91-06F8-CA81BC687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571499" y="1436688"/>
              <a:ext cx="2841625" cy="319683"/>
            </a:xfrm>
            <a:prstGeom prst="round2SameRect">
              <a:avLst>
                <a:gd name="adj1" fmla="val 13794"/>
                <a:gd name="adj2" fmla="val 0"/>
              </a:avLst>
            </a:prstGeom>
            <a:solidFill>
              <a:srgbClr val="9299F7"/>
            </a:solidFill>
            <a:effectLst/>
          </p:spPr>
          <p:txBody>
            <a:bodyPr wrap="square" lIns="91440" tIns="45720" rIns="91440" bIns="45720" anchor="ctr">
              <a:spAutoFit/>
            </a:bodyPr>
            <a:lstStyle/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Pro Display Semibold" panose="020B0702040504020203" pitchFamily="34" charset="0"/>
                  <a:ea typeface="+mn-ea"/>
                  <a:cs typeface="Segoe UI" pitchFamily="34" charset="0"/>
                </a:rPr>
                <a:t>Hybrid is a part of work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1C0382E-2BD7-6DEE-6BB2-7A8C9D74DA6A}"/>
                </a:ext>
              </a:extLst>
            </p:cNvPr>
            <p:cNvSpPr txBox="1"/>
            <p:nvPr/>
          </p:nvSpPr>
          <p:spPr>
            <a:xfrm>
              <a:off x="662744" y="1902871"/>
              <a:ext cx="2659137" cy="86177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ctr" defTabSz="93274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3200" b="0" i="0" u="none" strike="noStrike" kern="0" cap="none" spc="-50" normalizeH="0" baseline="0" noProof="0">
                  <a:ln w="3175">
                    <a:noFill/>
                  </a:ln>
                  <a:solidFill>
                    <a:srgbClr val="5A62C9"/>
                  </a:solidFill>
                  <a:effectLst/>
                  <a:uLnTx/>
                  <a:uFillTx/>
                  <a:latin typeface="Segoe Sans Display Semibold"/>
                  <a:ea typeface="+mn-ea"/>
                  <a:cs typeface="Segoe UI Semibold" panose="020B0502040204020203" pitchFamily="34" charset="0"/>
                </a:rPr>
                <a:t>73%</a:t>
              </a:r>
            </a:p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want flexible remote </a:t>
              </a:r>
              <a:b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</a:b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options to stay</a:t>
              </a:r>
              <a:r>
                <a:rPr kumimoji="0" lang="en-US" sz="1200" b="0" i="0" u="none" strike="noStrike" kern="120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3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0428F64-8C36-20B1-D80C-C79362E0AAE3}"/>
              </a:ext>
            </a:extLst>
          </p:cNvPr>
          <p:cNvSpPr txBox="1"/>
          <p:nvPr/>
        </p:nvSpPr>
        <p:spPr>
          <a:xfrm>
            <a:off x="588264" y="6513983"/>
            <a:ext cx="10841736" cy="2308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defPPr>
              <a:defRPr lang="en-US"/>
            </a:defPPr>
            <a:lvl1pPr>
              <a:defRPr sz="900">
                <a:solidFill>
                  <a:srgbClr val="E8E6DF">
                    <a:lumMod val="25000"/>
                  </a:srgbClr>
                </a:solidFill>
                <a:latin typeface="Segoe UI"/>
              </a:defRPr>
            </a:lvl1pPr>
          </a:lstStyle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 Work Trend Index, 2024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| </a:t>
            </a:r>
            <a:r>
              <a:rPr kumimoji="0" lang="en-US" sz="900" b="0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Hybrid Work Is Just Work. Are We Doing It Wrong?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| </a:t>
            </a:r>
            <a:r>
              <a:rPr kumimoji="0" lang="en-US" sz="900" b="0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3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 the Office, It’s All About Moments That Matter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| </a:t>
            </a:r>
            <a:r>
              <a:rPr kumimoji="0" lang="en-US" sz="900" b="0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4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2023 Data Breach Investigation Report, Verizon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3874969"/>
      </p:ext>
    </p:extLst>
  </p:cSld>
  <p:clrMapOvr>
    <a:masterClrMapping/>
  </p:clrMapOvr>
  <p:transition advTm="228561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192A0-2512-939D-A42C-BE60D0184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7E2417C-7D61-DCD6-CAEB-A7FEEBAC3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14958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1EA1707-B17F-F466-57BE-1B4A65ACB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226642"/>
            <a:ext cx="12192000" cy="4631357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AF4C704-D43D-AD95-D8D9-BBACFFFE8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14350" y="1265092"/>
            <a:ext cx="11136815" cy="4946866"/>
          </a:xfrm>
          <a:prstGeom prst="roundRect">
            <a:avLst>
              <a:gd name="adj" fmla="val 1284"/>
            </a:avLst>
          </a:prstGeom>
          <a:solidFill>
            <a:schemeClr val="bg1"/>
          </a:solidFill>
          <a:ln w="28575">
            <a:noFill/>
            <a:headEnd type="none" w="med" len="med"/>
            <a:tailEnd type="none" w="med" len="med"/>
          </a:ln>
          <a:effectLst>
            <a:outerShdw blurRad="127000" dist="1270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defTabSz="932472"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chemeClr val="accent1"/>
              </a:solidFill>
              <a:latin typeface="Segoe Pro Display Semibold" panose="020B0702040504020203" pitchFamily="34" charset="0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0D3DB8B-2E6A-7CC6-3FE5-5A0E01289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30887"/>
          </a:xfrm>
        </p:spPr>
        <p:txBody>
          <a:bodyPr lIns="0" rIns="91440"/>
          <a:lstStyle/>
          <a:p>
            <a:r>
              <a:rPr lang="en-US">
                <a:solidFill>
                  <a:schemeClr val="bg1"/>
                </a:solidFill>
              </a:rPr>
              <a:t>Organizations are looking for and moving to new ways to work </a:t>
            </a:r>
          </a:p>
        </p:txBody>
      </p:sp>
      <p:grpSp>
        <p:nvGrpSpPr>
          <p:cNvPr id="14" name="Group 13" descr="We feel like we can’t keep up&#10;68% say they struggle with the pace and volume of work">
            <a:extLst>
              <a:ext uri="{FF2B5EF4-FFF2-40B4-BE49-F238E27FC236}">
                <a16:creationId xmlns:a16="http://schemas.microsoft.com/office/drawing/2014/main" id="{CEB096B0-1660-E29A-7F7F-05D880525F0F}"/>
              </a:ext>
            </a:extLst>
          </p:cNvPr>
          <p:cNvGrpSpPr/>
          <p:nvPr/>
        </p:nvGrpSpPr>
        <p:grpSpPr>
          <a:xfrm>
            <a:off x="1108695" y="1381467"/>
            <a:ext cx="3111530" cy="1462563"/>
            <a:chOff x="571499" y="1436688"/>
            <a:chExt cx="2841627" cy="1512253"/>
          </a:xfrm>
          <a:effectLst/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FB6C693-EEB0-55A6-F2FC-FD671FEB11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571500" y="1436689"/>
              <a:ext cx="2841626" cy="1512252"/>
            </a:xfrm>
            <a:prstGeom prst="roundRect">
              <a:avLst>
                <a:gd name="adj" fmla="val 2962"/>
              </a:avLst>
            </a:prstGeom>
            <a:solidFill>
              <a:srgbClr val="F2F2F2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tIns="457200" rIns="182880" rtlCol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Pro Display Semibold" panose="020B0702040504020203" pitchFamily="34" charset="0"/>
                <a:ea typeface="+mn-ea"/>
                <a:cs typeface="+mn-cs"/>
              </a:endParaRPr>
            </a:p>
          </p:txBody>
        </p:sp>
        <p:sp>
          <p:nvSpPr>
            <p:cNvPr id="16" name="Rectangle: Top Corners Rounded 15">
              <a:extLst>
                <a:ext uri="{FF2B5EF4-FFF2-40B4-BE49-F238E27FC236}">
                  <a16:creationId xmlns:a16="http://schemas.microsoft.com/office/drawing/2014/main" id="{B96F556D-E14E-27B5-D7B6-4D4655C94C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571499" y="1436688"/>
              <a:ext cx="2841625" cy="319683"/>
            </a:xfrm>
            <a:prstGeom prst="round2SameRect">
              <a:avLst>
                <a:gd name="adj1" fmla="val 13794"/>
                <a:gd name="adj2" fmla="val 0"/>
              </a:avLst>
            </a:prstGeom>
            <a:solidFill>
              <a:srgbClr val="9299F7"/>
            </a:solidFill>
            <a:effectLst/>
          </p:spPr>
          <p:txBody>
            <a:bodyPr wrap="square" lIns="91440" tIns="45720" rIns="91440" bIns="45720" anchor="ctr">
              <a:spAutoFit/>
            </a:bodyPr>
            <a:lstStyle/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1200" cap="none" spc="0" normalizeH="0" baseline="0" noProof="0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Pro Display Semibold" panose="020B0702040504020203" pitchFamily="34" charset="0"/>
                  <a:ea typeface="+mn-ea"/>
                  <a:cs typeface="Segoe UI" pitchFamily="34" charset="0"/>
                </a:rPr>
                <a:t>We feel like we can’t keep up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24D8D8A-60DA-4DA4-5868-B5E6A1269C37}"/>
                </a:ext>
              </a:extLst>
            </p:cNvPr>
            <p:cNvSpPr txBox="1"/>
            <p:nvPr/>
          </p:nvSpPr>
          <p:spPr>
            <a:xfrm>
              <a:off x="662744" y="1884405"/>
              <a:ext cx="2659137" cy="89870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ctr" defTabSz="93274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3200" b="0" i="0" u="none" strike="noStrike" kern="0" cap="none" spc="-50" normalizeH="0" baseline="0" noProof="0">
                  <a:ln w="3175">
                    <a:noFill/>
                  </a:ln>
                  <a:solidFill>
                    <a:srgbClr val="5A62C9"/>
                  </a:solidFill>
                  <a:effectLst/>
                  <a:uLnTx/>
                  <a:uFillTx/>
                  <a:latin typeface="Segoe Sans Display Semibold"/>
                  <a:ea typeface="+mn-ea"/>
                  <a:cs typeface="Segoe UI Semibold" panose="020B0502040204020203" pitchFamily="34" charset="0"/>
                </a:rPr>
                <a:t>68% </a:t>
              </a:r>
            </a:p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say they struggle with the</a:t>
              </a:r>
              <a:b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</a:b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pace and volume of work</a:t>
              </a:r>
              <a:r>
                <a:rPr kumimoji="0" lang="en-US" sz="1200" b="0" i="0" u="none" strike="noStrike" kern="120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1</a:t>
              </a:r>
            </a:p>
          </p:txBody>
        </p:sp>
      </p:grpSp>
      <p:grpSp>
        <p:nvGrpSpPr>
          <p:cNvPr id="23" name="Group 22" descr="We seek a connection&#10;43% of employees feel disconnected from their company">
            <a:extLst>
              <a:ext uri="{FF2B5EF4-FFF2-40B4-BE49-F238E27FC236}">
                <a16:creationId xmlns:a16="http://schemas.microsoft.com/office/drawing/2014/main" id="{183C9E6F-5A64-B720-2D45-1FF078A014D8}"/>
              </a:ext>
            </a:extLst>
          </p:cNvPr>
          <p:cNvGrpSpPr/>
          <p:nvPr/>
        </p:nvGrpSpPr>
        <p:grpSpPr>
          <a:xfrm>
            <a:off x="1108695" y="2973217"/>
            <a:ext cx="3111530" cy="1462563"/>
            <a:chOff x="571499" y="1436688"/>
            <a:chExt cx="2841627" cy="1512253"/>
          </a:xfrm>
          <a:effectLst/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22A76A9E-E2F0-8053-B9A9-DB835E26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571500" y="1436689"/>
              <a:ext cx="2841626" cy="1512252"/>
            </a:xfrm>
            <a:prstGeom prst="roundRect">
              <a:avLst>
                <a:gd name="adj" fmla="val 2962"/>
              </a:avLst>
            </a:prstGeom>
            <a:solidFill>
              <a:srgbClr val="F2F2F2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tIns="457200" rIns="182880" rtlCol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Pro Display Semibold" panose="020B0702040504020203" pitchFamily="34" charset="0"/>
                <a:ea typeface="+mn-ea"/>
                <a:cs typeface="+mn-cs"/>
              </a:endParaRPr>
            </a:p>
          </p:txBody>
        </p:sp>
        <p:sp>
          <p:nvSpPr>
            <p:cNvPr id="25" name="Rectangle: Top Corners Rounded 24">
              <a:extLst>
                <a:ext uri="{FF2B5EF4-FFF2-40B4-BE49-F238E27FC236}">
                  <a16:creationId xmlns:a16="http://schemas.microsoft.com/office/drawing/2014/main" id="{1761148F-8E03-F61B-EB4B-2EC6A98420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571499" y="1436688"/>
              <a:ext cx="2841625" cy="319683"/>
            </a:xfrm>
            <a:prstGeom prst="round2SameRect">
              <a:avLst>
                <a:gd name="adj1" fmla="val 13794"/>
                <a:gd name="adj2" fmla="val 0"/>
              </a:avLst>
            </a:prstGeom>
            <a:solidFill>
              <a:srgbClr val="9299F7"/>
            </a:solidFill>
            <a:effectLst/>
          </p:spPr>
          <p:txBody>
            <a:bodyPr wrap="square" lIns="91440" tIns="45720" rIns="91440" bIns="45720" anchor="ctr">
              <a:spAutoFit/>
            </a:bodyPr>
            <a:lstStyle/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1200" cap="none" spc="0" normalizeH="0" baseline="0" noProof="0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Pro Display Semibold" panose="020B0702040504020203" pitchFamily="34" charset="0"/>
                  <a:ea typeface="+mn-ea"/>
                  <a:cs typeface="Segoe UI" pitchFamily="34" charset="0"/>
                </a:rPr>
                <a:t>We are seeking connection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1E2962C-D464-C2E0-483A-0E2949644CA8}"/>
                </a:ext>
              </a:extLst>
            </p:cNvPr>
            <p:cNvSpPr txBox="1"/>
            <p:nvPr/>
          </p:nvSpPr>
          <p:spPr>
            <a:xfrm>
              <a:off x="662744" y="1902871"/>
              <a:ext cx="2659137" cy="86177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ctr" defTabSz="93274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3200" b="0" i="0" u="none" strike="noStrike" kern="0" cap="none" spc="-50" normalizeH="0" baseline="0" noProof="0">
                  <a:ln w="3175">
                    <a:noFill/>
                  </a:ln>
                  <a:solidFill>
                    <a:srgbClr val="5A62C9"/>
                  </a:solidFill>
                  <a:effectLst/>
                  <a:uLnTx/>
                  <a:uFillTx/>
                  <a:latin typeface="Segoe Sans Display Semibold"/>
                  <a:ea typeface="+mn-ea"/>
                  <a:cs typeface="Segoe UI Semibold" panose="020B0502040204020203" pitchFamily="34" charset="0"/>
                </a:rPr>
                <a:t>43% </a:t>
              </a:r>
            </a:p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of employees feel disconnected</a:t>
              </a:r>
              <a:b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</a:b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from their company</a:t>
              </a:r>
              <a:r>
                <a:rPr kumimoji="0" lang="en-US" sz="1200" b="0" i="0" u="none" strike="noStrike" kern="120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2</a:t>
              </a:r>
            </a:p>
          </p:txBody>
        </p:sp>
      </p:grpSp>
      <p:grpSp>
        <p:nvGrpSpPr>
          <p:cNvPr id="27" name="Group 26" descr="Hybrid is a part of work&#10;73% want flexible remote options to stay">
            <a:extLst>
              <a:ext uri="{FF2B5EF4-FFF2-40B4-BE49-F238E27FC236}">
                <a16:creationId xmlns:a16="http://schemas.microsoft.com/office/drawing/2014/main" id="{AD546A20-5BDA-E5D3-CC16-3D1A8460DFED}"/>
              </a:ext>
            </a:extLst>
          </p:cNvPr>
          <p:cNvGrpSpPr/>
          <p:nvPr/>
        </p:nvGrpSpPr>
        <p:grpSpPr>
          <a:xfrm>
            <a:off x="1108695" y="4592062"/>
            <a:ext cx="3111530" cy="1462563"/>
            <a:chOff x="571499" y="1436688"/>
            <a:chExt cx="2841627" cy="1512253"/>
          </a:xfrm>
          <a:effectLst/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5567027C-8CEA-26DD-91FF-D86A8B8C7B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571500" y="1436689"/>
              <a:ext cx="2841626" cy="1512252"/>
            </a:xfrm>
            <a:prstGeom prst="roundRect">
              <a:avLst>
                <a:gd name="adj" fmla="val 2962"/>
              </a:avLst>
            </a:prstGeom>
            <a:solidFill>
              <a:srgbClr val="F2F2F2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tIns="457200" rIns="182880" rtlCol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Pro Display Semibold" panose="020B0702040504020203" pitchFamily="34" charset="0"/>
                <a:ea typeface="+mn-ea"/>
                <a:cs typeface="+mn-cs"/>
              </a:endParaRPr>
            </a:p>
          </p:txBody>
        </p:sp>
        <p:sp>
          <p:nvSpPr>
            <p:cNvPr id="29" name="Rectangle: Top Corners Rounded 28">
              <a:extLst>
                <a:ext uri="{FF2B5EF4-FFF2-40B4-BE49-F238E27FC236}">
                  <a16:creationId xmlns:a16="http://schemas.microsoft.com/office/drawing/2014/main" id="{1E01B7E3-432B-F0F5-B6DE-22F53B493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571499" y="1436688"/>
              <a:ext cx="2841625" cy="319683"/>
            </a:xfrm>
            <a:prstGeom prst="round2SameRect">
              <a:avLst>
                <a:gd name="adj1" fmla="val 13794"/>
                <a:gd name="adj2" fmla="val 0"/>
              </a:avLst>
            </a:prstGeom>
            <a:solidFill>
              <a:srgbClr val="9299F7"/>
            </a:solidFill>
            <a:effectLst/>
          </p:spPr>
          <p:txBody>
            <a:bodyPr wrap="square" lIns="91440" tIns="45720" rIns="91440" bIns="45720" anchor="ctr">
              <a:spAutoFit/>
            </a:bodyPr>
            <a:lstStyle/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Pro Display Semibold" panose="020B0702040504020203" pitchFamily="34" charset="0"/>
                  <a:ea typeface="+mn-ea"/>
                  <a:cs typeface="Segoe UI" pitchFamily="34" charset="0"/>
                </a:rPr>
                <a:t>Hybrid is a part of work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1566FA7-ED7A-57A5-3495-17834886EE3C}"/>
                </a:ext>
              </a:extLst>
            </p:cNvPr>
            <p:cNvSpPr txBox="1"/>
            <p:nvPr/>
          </p:nvSpPr>
          <p:spPr>
            <a:xfrm>
              <a:off x="662744" y="1902871"/>
              <a:ext cx="2659137" cy="86177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ctr" defTabSz="93274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3200" b="0" i="0" u="none" strike="noStrike" kern="0" cap="none" spc="-50" normalizeH="0" baseline="0" noProof="0">
                  <a:ln w="3175">
                    <a:noFill/>
                  </a:ln>
                  <a:solidFill>
                    <a:srgbClr val="5A62C9"/>
                  </a:solidFill>
                  <a:effectLst/>
                  <a:uLnTx/>
                  <a:uFillTx/>
                  <a:latin typeface="Segoe Sans Display Semibold"/>
                  <a:ea typeface="+mn-ea"/>
                  <a:cs typeface="Segoe UI Semibold" panose="020B0502040204020203" pitchFamily="34" charset="0"/>
                </a:rPr>
                <a:t>73%</a:t>
              </a:r>
            </a:p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want flexible remote </a:t>
              </a:r>
              <a:b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</a:b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options to stay</a:t>
              </a:r>
              <a:r>
                <a:rPr kumimoji="0" lang="en-US" sz="1200" b="0" i="0" u="none" strike="noStrike" kern="120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3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73060A37-69B1-7370-01F0-7AC3FBB84164}"/>
              </a:ext>
            </a:extLst>
          </p:cNvPr>
          <p:cNvSpPr txBox="1"/>
          <p:nvPr/>
        </p:nvSpPr>
        <p:spPr>
          <a:xfrm>
            <a:off x="4266254" y="3163911"/>
            <a:ext cx="8443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3274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5400" b="0" i="0" u="none" strike="noStrike" kern="0" cap="none" spc="-50" normalizeH="0" baseline="0" noProof="0">
                <a:ln w="3175">
                  <a:noFill/>
                </a:ln>
                <a:solidFill>
                  <a:srgbClr val="5A62C9"/>
                </a:solidFill>
                <a:effectLst/>
                <a:uLnTx/>
                <a:uFillTx/>
                <a:latin typeface="Segoe Sans Display Semibold"/>
                <a:ea typeface="+mn-ea"/>
                <a:cs typeface="Segoe UI Semibold" panose="020B0502040204020203" pitchFamily="34" charset="0"/>
              </a:rPr>
              <a:t>+</a:t>
            </a:r>
          </a:p>
        </p:txBody>
      </p:sp>
      <p:grpSp>
        <p:nvGrpSpPr>
          <p:cNvPr id="32" name="Group 31" descr="Employees want AI&#10;75% of global knowledge workers are already using AI">
            <a:extLst>
              <a:ext uri="{FF2B5EF4-FFF2-40B4-BE49-F238E27FC236}">
                <a16:creationId xmlns:a16="http://schemas.microsoft.com/office/drawing/2014/main" id="{AC546E15-D3FF-E59E-9911-BB27F4BDE51F}"/>
              </a:ext>
            </a:extLst>
          </p:cNvPr>
          <p:cNvGrpSpPr/>
          <p:nvPr/>
        </p:nvGrpSpPr>
        <p:grpSpPr>
          <a:xfrm>
            <a:off x="5150683" y="1381467"/>
            <a:ext cx="3111530" cy="1462563"/>
            <a:chOff x="571499" y="1436688"/>
            <a:chExt cx="2841627" cy="1512253"/>
          </a:xfrm>
          <a:effectLst/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78E617B0-73F2-3414-F40E-46AE9EB35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571500" y="1436689"/>
              <a:ext cx="2841626" cy="1512252"/>
            </a:xfrm>
            <a:prstGeom prst="roundRect">
              <a:avLst>
                <a:gd name="adj" fmla="val 2962"/>
              </a:avLst>
            </a:prstGeom>
            <a:solidFill>
              <a:srgbClr val="F2F2F2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tIns="457200" rIns="182880" rtlCol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Pro Display Semibold" panose="020B0702040504020203" pitchFamily="34" charset="0"/>
                <a:ea typeface="+mn-ea"/>
                <a:cs typeface="+mn-cs"/>
              </a:endParaRPr>
            </a:p>
          </p:txBody>
        </p:sp>
        <p:sp>
          <p:nvSpPr>
            <p:cNvPr id="34" name="Rectangle: Top Corners Rounded 33">
              <a:extLst>
                <a:ext uri="{FF2B5EF4-FFF2-40B4-BE49-F238E27FC236}">
                  <a16:creationId xmlns:a16="http://schemas.microsoft.com/office/drawing/2014/main" id="{A73D8FA2-3115-B701-1FB1-BC657CDAA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571499" y="1436688"/>
              <a:ext cx="2841625" cy="319683"/>
            </a:xfrm>
            <a:prstGeom prst="round2SameRect">
              <a:avLst>
                <a:gd name="adj1" fmla="val 13794"/>
                <a:gd name="adj2" fmla="val 0"/>
              </a:avLst>
            </a:prstGeom>
            <a:solidFill>
              <a:srgbClr val="9299F7"/>
            </a:solidFill>
            <a:effectLst/>
          </p:spPr>
          <p:txBody>
            <a:bodyPr wrap="square" lIns="91440" tIns="45720" rIns="91440" bIns="45720" anchor="ctr">
              <a:spAutoFit/>
            </a:bodyPr>
            <a:lstStyle/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1200" cap="none" spc="0" normalizeH="0" baseline="0" noProof="0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Pro Display Semibold" panose="020B0702040504020203" pitchFamily="34" charset="0"/>
                  <a:ea typeface="+mn-ea"/>
                  <a:cs typeface="Segoe UI" pitchFamily="34" charset="0"/>
                </a:rPr>
                <a:t>Employees want AI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20E39C2-EB81-9FAF-0B10-8C0B478F1E35}"/>
                </a:ext>
              </a:extLst>
            </p:cNvPr>
            <p:cNvSpPr txBox="1"/>
            <p:nvPr/>
          </p:nvSpPr>
          <p:spPr>
            <a:xfrm>
              <a:off x="662744" y="1884405"/>
              <a:ext cx="2659137" cy="89870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ctr" defTabSz="93274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3200" b="0" i="0" u="none" strike="noStrike" kern="0" cap="none" spc="-50" normalizeH="0" baseline="0" noProof="0">
                  <a:ln w="3175">
                    <a:noFill/>
                  </a:ln>
                  <a:solidFill>
                    <a:srgbClr val="5A62C9"/>
                  </a:solidFill>
                  <a:effectLst/>
                  <a:uLnTx/>
                  <a:uFillTx/>
                  <a:latin typeface="Segoe Sans Display Semibold"/>
                  <a:ea typeface="+mn-ea"/>
                  <a:cs typeface="Segoe UI Semibold" panose="020B0502040204020203" pitchFamily="34" charset="0"/>
                </a:rPr>
                <a:t>75% </a:t>
              </a:r>
            </a:p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of global knowledge</a:t>
              </a:r>
              <a:b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</a:b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workers are already using AI</a:t>
              </a:r>
              <a:r>
                <a:rPr kumimoji="0" lang="en-US" sz="1200" b="0" i="0" u="none" strike="noStrike" kern="120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1</a:t>
              </a:r>
            </a:p>
          </p:txBody>
        </p:sp>
      </p:grpSp>
      <p:grpSp>
        <p:nvGrpSpPr>
          <p:cNvPr id="36" name="Group 35" descr="AI is already at work&#10;78%+ of AI users are bringing their own tools to work (BYOAI)">
            <a:extLst>
              <a:ext uri="{FF2B5EF4-FFF2-40B4-BE49-F238E27FC236}">
                <a16:creationId xmlns:a16="http://schemas.microsoft.com/office/drawing/2014/main" id="{7D709FA8-531A-12F8-ECEA-AB1AA4982364}"/>
              </a:ext>
            </a:extLst>
          </p:cNvPr>
          <p:cNvGrpSpPr/>
          <p:nvPr/>
        </p:nvGrpSpPr>
        <p:grpSpPr>
          <a:xfrm>
            <a:off x="5150683" y="2973217"/>
            <a:ext cx="3111530" cy="1462563"/>
            <a:chOff x="571499" y="1436688"/>
            <a:chExt cx="2841627" cy="1512253"/>
          </a:xfrm>
          <a:effectLst/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7F46E611-748A-2ABA-62AF-3B758CE7A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571500" y="1436689"/>
              <a:ext cx="2841626" cy="1512252"/>
            </a:xfrm>
            <a:prstGeom prst="roundRect">
              <a:avLst>
                <a:gd name="adj" fmla="val 2962"/>
              </a:avLst>
            </a:prstGeom>
            <a:solidFill>
              <a:srgbClr val="F2F2F2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tIns="457200" rIns="182880" rtlCol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Pro Display Semibold" panose="020B0702040504020203" pitchFamily="34" charset="0"/>
                <a:ea typeface="+mn-ea"/>
                <a:cs typeface="+mn-cs"/>
              </a:endParaRPr>
            </a:p>
          </p:txBody>
        </p:sp>
        <p:sp>
          <p:nvSpPr>
            <p:cNvPr id="38" name="Rectangle: Top Corners Rounded 37">
              <a:extLst>
                <a:ext uri="{FF2B5EF4-FFF2-40B4-BE49-F238E27FC236}">
                  <a16:creationId xmlns:a16="http://schemas.microsoft.com/office/drawing/2014/main" id="{C4C434AA-B824-6EB1-CB18-D140F64D31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571499" y="1436688"/>
              <a:ext cx="2841625" cy="319683"/>
            </a:xfrm>
            <a:prstGeom prst="round2SameRect">
              <a:avLst>
                <a:gd name="adj1" fmla="val 13794"/>
                <a:gd name="adj2" fmla="val 0"/>
              </a:avLst>
            </a:prstGeom>
            <a:solidFill>
              <a:srgbClr val="9299F7"/>
            </a:solidFill>
            <a:effectLst/>
          </p:spPr>
          <p:txBody>
            <a:bodyPr wrap="square" lIns="91440" tIns="45720" rIns="91440" bIns="45720" anchor="ctr">
              <a:spAutoFit/>
            </a:bodyPr>
            <a:lstStyle/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1200" cap="none" spc="0" normalizeH="0" baseline="0" noProof="0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Pro Display Semibold" panose="020B0702040504020203" pitchFamily="34" charset="0"/>
                  <a:ea typeface="+mn-ea"/>
                  <a:cs typeface="Segoe UI" pitchFamily="34" charset="0"/>
                </a:rPr>
                <a:t>AI is already at work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1FDC091-B89E-ECC8-34C5-ADA3949598A9}"/>
                </a:ext>
              </a:extLst>
            </p:cNvPr>
            <p:cNvSpPr txBox="1"/>
            <p:nvPr/>
          </p:nvSpPr>
          <p:spPr>
            <a:xfrm>
              <a:off x="662744" y="1884405"/>
              <a:ext cx="2659137" cy="89870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ctr" defTabSz="93274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3200" b="0" i="0" u="none" strike="noStrike" kern="0" cap="none" spc="-50" normalizeH="0" baseline="0" noProof="0">
                  <a:ln w="3175">
                    <a:noFill/>
                  </a:ln>
                  <a:solidFill>
                    <a:srgbClr val="5A62C9"/>
                  </a:solidFill>
                  <a:effectLst/>
                  <a:uLnTx/>
                  <a:uFillTx/>
                  <a:latin typeface="Segoe Sans Display Semibold"/>
                  <a:ea typeface="+mn-ea"/>
                  <a:cs typeface="Segoe UI Semibold" panose="020B0502040204020203" pitchFamily="34" charset="0"/>
                </a:rPr>
                <a:t>78%+</a:t>
              </a:r>
            </a:p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of AI users are bringing their</a:t>
              </a:r>
              <a:b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</a:b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own tools to work (BYOAI)</a:t>
              </a:r>
              <a:r>
                <a:rPr kumimoji="0" lang="en-US" sz="1200" b="0" i="0" u="none" strike="noStrike" kern="120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1</a:t>
              </a:r>
            </a:p>
          </p:txBody>
        </p:sp>
      </p:grpSp>
      <p:grpSp>
        <p:nvGrpSpPr>
          <p:cNvPr id="40" name="Group 39" descr="Managers are listening&#10;79% of leaders agree their company needs to adopt AI strategies to stay competitive">
            <a:extLst>
              <a:ext uri="{FF2B5EF4-FFF2-40B4-BE49-F238E27FC236}">
                <a16:creationId xmlns:a16="http://schemas.microsoft.com/office/drawing/2014/main" id="{DAE37B0F-88C5-9C82-EAE1-FB2E1F18CD62}"/>
              </a:ext>
            </a:extLst>
          </p:cNvPr>
          <p:cNvGrpSpPr/>
          <p:nvPr/>
        </p:nvGrpSpPr>
        <p:grpSpPr>
          <a:xfrm>
            <a:off x="5150683" y="4592062"/>
            <a:ext cx="3111530" cy="1462563"/>
            <a:chOff x="571499" y="1436688"/>
            <a:chExt cx="2841627" cy="1512253"/>
          </a:xfrm>
          <a:effectLst/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5D4CA9C2-2656-CE49-9828-94DDFBD75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571500" y="1436689"/>
              <a:ext cx="2841626" cy="1512252"/>
            </a:xfrm>
            <a:prstGeom prst="roundRect">
              <a:avLst>
                <a:gd name="adj" fmla="val 2962"/>
              </a:avLst>
            </a:prstGeom>
            <a:solidFill>
              <a:srgbClr val="F2F2F2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tIns="457200" rIns="182880" rtlCol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Pro Display Semibold" panose="020B0702040504020203" pitchFamily="34" charset="0"/>
                <a:ea typeface="+mn-ea"/>
                <a:cs typeface="+mn-cs"/>
              </a:endParaRPr>
            </a:p>
          </p:txBody>
        </p:sp>
        <p:sp>
          <p:nvSpPr>
            <p:cNvPr id="42" name="Rectangle: Top Corners Rounded 41">
              <a:extLst>
                <a:ext uri="{FF2B5EF4-FFF2-40B4-BE49-F238E27FC236}">
                  <a16:creationId xmlns:a16="http://schemas.microsoft.com/office/drawing/2014/main" id="{EBC11295-E04C-999D-FCEE-AA0BDA223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571499" y="1436688"/>
              <a:ext cx="2841625" cy="319683"/>
            </a:xfrm>
            <a:prstGeom prst="round2SameRect">
              <a:avLst>
                <a:gd name="adj1" fmla="val 13794"/>
                <a:gd name="adj2" fmla="val 0"/>
              </a:avLst>
            </a:prstGeom>
            <a:solidFill>
              <a:srgbClr val="9299F7"/>
            </a:solidFill>
            <a:effectLst/>
          </p:spPr>
          <p:txBody>
            <a:bodyPr wrap="square" lIns="91440" tIns="45720" rIns="91440" bIns="45720" anchor="ctr">
              <a:spAutoFit/>
            </a:bodyPr>
            <a:lstStyle/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Pro Display Semibold" panose="020B0702040504020203" pitchFamily="34" charset="0"/>
                  <a:ea typeface="+mn-ea"/>
                  <a:cs typeface="Segoe UI" pitchFamily="34" charset="0"/>
                </a:rPr>
                <a:t>Managers are listening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7BB7190-EC67-25F7-C96F-69C717727D3C}"/>
                </a:ext>
              </a:extLst>
            </p:cNvPr>
            <p:cNvSpPr txBox="1"/>
            <p:nvPr/>
          </p:nvSpPr>
          <p:spPr>
            <a:xfrm>
              <a:off x="662744" y="1810538"/>
              <a:ext cx="2659137" cy="104644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ctr" defTabSz="93274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3200" b="0" i="0" u="none" strike="noStrike" kern="0" cap="none" spc="-50" normalizeH="0" baseline="0" noProof="0">
                  <a:ln w="3175">
                    <a:noFill/>
                  </a:ln>
                  <a:solidFill>
                    <a:srgbClr val="5A62C9"/>
                  </a:solidFill>
                  <a:effectLst/>
                  <a:uLnTx/>
                  <a:uFillTx/>
                  <a:latin typeface="Segoe Sans Display Semibold"/>
                  <a:ea typeface="+mn-ea"/>
                  <a:cs typeface="Segoe UI Semibold" panose="020B0502040204020203" pitchFamily="34" charset="0"/>
                </a:rPr>
                <a:t>79% </a:t>
              </a:r>
            </a:p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of leaders agree their company</a:t>
              </a:r>
              <a:b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</a:b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needs to adopt AI strategies</a:t>
              </a:r>
              <a:b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</a:b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to stay competitive.</a:t>
              </a:r>
              <a:r>
                <a:rPr kumimoji="0" lang="en-US" sz="1200" b="0" i="0" u="none" strike="noStrike" kern="120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1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9B6948A-B41E-014B-6CAE-88A2482E6310}"/>
              </a:ext>
            </a:extLst>
          </p:cNvPr>
          <p:cNvSpPr txBox="1"/>
          <p:nvPr/>
        </p:nvSpPr>
        <p:spPr>
          <a:xfrm>
            <a:off x="588264" y="6513983"/>
            <a:ext cx="10841736" cy="2308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defPPr>
              <a:defRPr lang="en-US"/>
            </a:defPPr>
            <a:lvl1pPr>
              <a:defRPr sz="900">
                <a:solidFill>
                  <a:srgbClr val="E8E6DF">
                    <a:lumMod val="25000"/>
                  </a:srgbClr>
                </a:solidFill>
                <a:latin typeface="Segoe UI"/>
              </a:defRPr>
            </a:lvl1pPr>
          </a:lstStyle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 Work Trend Index, 2024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| </a:t>
            </a:r>
            <a:r>
              <a:rPr kumimoji="0" lang="en-US" sz="900" b="0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Hybrid Work Is Just Work. Are We Doing It Wrong?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| </a:t>
            </a:r>
            <a:r>
              <a:rPr kumimoji="0" lang="en-US" sz="900" b="0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3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 the Office, It’s All About Moments That Matter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| </a:t>
            </a:r>
            <a:r>
              <a:rPr kumimoji="0" lang="en-US" sz="900" b="0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4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2023 Data Breach Investigation Report, Verizon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5177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28561">
        <p:fade/>
      </p:transition>
    </mc:Choice>
    <mc:Fallback xmlns="">
      <p:transition spd="med" advTm="228561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E38A3-8E5F-D857-38F6-6512434DD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2C5B66D-3C08-E0B9-303E-A3BBEEAEC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14958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757383B-4017-E486-1FFF-05A4319F2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226642"/>
            <a:ext cx="12192000" cy="4631357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F277BED-0ACA-9530-265A-5E6CFB9F3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14350" y="1265092"/>
            <a:ext cx="11136815" cy="4946866"/>
          </a:xfrm>
          <a:prstGeom prst="roundRect">
            <a:avLst>
              <a:gd name="adj" fmla="val 1284"/>
            </a:avLst>
          </a:prstGeom>
          <a:solidFill>
            <a:schemeClr val="bg1"/>
          </a:solidFill>
          <a:ln w="28575">
            <a:noFill/>
            <a:headEnd type="none" w="med" len="med"/>
            <a:tailEnd type="none" w="med" len="med"/>
          </a:ln>
          <a:effectLst>
            <a:outerShdw blurRad="127000" dist="1270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defTabSz="932472"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chemeClr val="accent1"/>
              </a:solidFill>
              <a:latin typeface="Segoe Pro Display Semibold" panose="020B0702040504020203" pitchFamily="34" charset="0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B5171FE0-688A-B0EC-D174-34AE8E540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30887"/>
          </a:xfrm>
        </p:spPr>
        <p:txBody>
          <a:bodyPr lIns="0" rIns="91440"/>
          <a:lstStyle/>
          <a:p>
            <a:r>
              <a:rPr lang="en-US">
                <a:solidFill>
                  <a:schemeClr val="bg1"/>
                </a:solidFill>
              </a:rPr>
              <a:t>Organizations are looking for and moving to new ways to work  </a:t>
            </a:r>
          </a:p>
        </p:txBody>
      </p:sp>
      <p:grpSp>
        <p:nvGrpSpPr>
          <p:cNvPr id="14" name="Group 13" descr="We feel like we can’t keep up&#10;68% say they struggle with the pace and volume of work">
            <a:extLst>
              <a:ext uri="{FF2B5EF4-FFF2-40B4-BE49-F238E27FC236}">
                <a16:creationId xmlns:a16="http://schemas.microsoft.com/office/drawing/2014/main" id="{2E602487-9744-55BF-B85C-0B71A924BC14}"/>
              </a:ext>
            </a:extLst>
          </p:cNvPr>
          <p:cNvGrpSpPr/>
          <p:nvPr/>
        </p:nvGrpSpPr>
        <p:grpSpPr>
          <a:xfrm>
            <a:off x="1108695" y="1381467"/>
            <a:ext cx="3111530" cy="1462563"/>
            <a:chOff x="571499" y="1436688"/>
            <a:chExt cx="2841627" cy="1512253"/>
          </a:xfrm>
          <a:effectLst/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274F6ADD-3577-296B-8A0E-70F9A8F46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571500" y="1436689"/>
              <a:ext cx="2841626" cy="1512252"/>
            </a:xfrm>
            <a:prstGeom prst="roundRect">
              <a:avLst>
                <a:gd name="adj" fmla="val 2962"/>
              </a:avLst>
            </a:prstGeom>
            <a:solidFill>
              <a:srgbClr val="F2F2F2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tIns="457200" rIns="182880" rtlCol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Pro Display Semibold" panose="020B0702040504020203" pitchFamily="34" charset="0"/>
                <a:ea typeface="+mn-ea"/>
                <a:cs typeface="+mn-cs"/>
              </a:endParaRPr>
            </a:p>
          </p:txBody>
        </p:sp>
        <p:sp>
          <p:nvSpPr>
            <p:cNvPr id="16" name="Rectangle: Top Corners Rounded 15">
              <a:extLst>
                <a:ext uri="{FF2B5EF4-FFF2-40B4-BE49-F238E27FC236}">
                  <a16:creationId xmlns:a16="http://schemas.microsoft.com/office/drawing/2014/main" id="{76566A3F-8665-7D2D-772B-8A8D18C02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571499" y="1436688"/>
              <a:ext cx="2841625" cy="319683"/>
            </a:xfrm>
            <a:prstGeom prst="round2SameRect">
              <a:avLst>
                <a:gd name="adj1" fmla="val 13794"/>
                <a:gd name="adj2" fmla="val 0"/>
              </a:avLst>
            </a:prstGeom>
            <a:solidFill>
              <a:srgbClr val="9299F7"/>
            </a:solidFill>
            <a:effectLst/>
          </p:spPr>
          <p:txBody>
            <a:bodyPr wrap="square" lIns="91440" tIns="45720" rIns="91440" bIns="45720" anchor="ctr">
              <a:spAutoFit/>
            </a:bodyPr>
            <a:lstStyle/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1200" cap="none" spc="0" normalizeH="0" baseline="0" noProof="0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Pro Display Semibold" panose="020B0702040504020203" pitchFamily="34" charset="0"/>
                  <a:ea typeface="+mn-ea"/>
                  <a:cs typeface="Segoe UI" pitchFamily="34" charset="0"/>
                </a:rPr>
                <a:t>We feel like we can’t keep up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9A67F22-EFA9-6E36-8C16-364851439C52}"/>
                </a:ext>
              </a:extLst>
            </p:cNvPr>
            <p:cNvSpPr txBox="1"/>
            <p:nvPr/>
          </p:nvSpPr>
          <p:spPr>
            <a:xfrm>
              <a:off x="662744" y="1884405"/>
              <a:ext cx="2659137" cy="89870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ctr" defTabSz="93274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3200" b="0" i="0" u="none" strike="noStrike" kern="0" cap="none" spc="-50" normalizeH="0" baseline="0" noProof="0">
                  <a:ln w="3175">
                    <a:noFill/>
                  </a:ln>
                  <a:solidFill>
                    <a:srgbClr val="5A62C9"/>
                  </a:solidFill>
                  <a:effectLst/>
                  <a:uLnTx/>
                  <a:uFillTx/>
                  <a:latin typeface="Segoe Sans Display Semibold"/>
                  <a:ea typeface="+mn-ea"/>
                  <a:cs typeface="Segoe UI Semibold" panose="020B0502040204020203" pitchFamily="34" charset="0"/>
                </a:rPr>
                <a:t>68% </a:t>
              </a:r>
            </a:p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say they struggle with the</a:t>
              </a:r>
              <a:b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</a:b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pace and volume of work</a:t>
              </a:r>
              <a:r>
                <a:rPr kumimoji="0" lang="en-US" sz="1200" b="0" i="0" u="none" strike="noStrike" kern="120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1</a:t>
              </a:r>
            </a:p>
          </p:txBody>
        </p:sp>
      </p:grpSp>
      <p:grpSp>
        <p:nvGrpSpPr>
          <p:cNvPr id="23" name="Group 22" descr="We seek a connection&#10;43% of employees feel disconnected from their company">
            <a:extLst>
              <a:ext uri="{FF2B5EF4-FFF2-40B4-BE49-F238E27FC236}">
                <a16:creationId xmlns:a16="http://schemas.microsoft.com/office/drawing/2014/main" id="{A38302D5-D838-37A6-C7F4-6F2CA4793BA6}"/>
              </a:ext>
            </a:extLst>
          </p:cNvPr>
          <p:cNvGrpSpPr/>
          <p:nvPr/>
        </p:nvGrpSpPr>
        <p:grpSpPr>
          <a:xfrm>
            <a:off x="1108695" y="2973217"/>
            <a:ext cx="3111530" cy="1462563"/>
            <a:chOff x="571499" y="1436688"/>
            <a:chExt cx="2841627" cy="1512253"/>
          </a:xfrm>
          <a:effectLst/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58E27F49-37A8-C108-4D5B-DC736B598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571500" y="1436689"/>
              <a:ext cx="2841626" cy="1512252"/>
            </a:xfrm>
            <a:prstGeom prst="roundRect">
              <a:avLst>
                <a:gd name="adj" fmla="val 2962"/>
              </a:avLst>
            </a:prstGeom>
            <a:solidFill>
              <a:srgbClr val="F2F2F2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tIns="457200" rIns="182880" rtlCol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Pro Display Semibold" panose="020B0702040504020203" pitchFamily="34" charset="0"/>
                <a:ea typeface="+mn-ea"/>
                <a:cs typeface="+mn-cs"/>
              </a:endParaRPr>
            </a:p>
          </p:txBody>
        </p:sp>
        <p:sp>
          <p:nvSpPr>
            <p:cNvPr id="25" name="Rectangle: Top Corners Rounded 24">
              <a:extLst>
                <a:ext uri="{FF2B5EF4-FFF2-40B4-BE49-F238E27FC236}">
                  <a16:creationId xmlns:a16="http://schemas.microsoft.com/office/drawing/2014/main" id="{25D11EA1-F81E-B3B5-32F0-6C9F3A93E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571499" y="1436688"/>
              <a:ext cx="2841625" cy="319683"/>
            </a:xfrm>
            <a:prstGeom prst="round2SameRect">
              <a:avLst>
                <a:gd name="adj1" fmla="val 13794"/>
                <a:gd name="adj2" fmla="val 0"/>
              </a:avLst>
            </a:prstGeom>
            <a:solidFill>
              <a:srgbClr val="9299F7"/>
            </a:solidFill>
            <a:effectLst/>
          </p:spPr>
          <p:txBody>
            <a:bodyPr wrap="square" lIns="91440" tIns="45720" rIns="91440" bIns="45720" anchor="ctr">
              <a:spAutoFit/>
            </a:bodyPr>
            <a:lstStyle/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1200" cap="none" spc="0" normalizeH="0" baseline="0" noProof="0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Pro Display Semibold" panose="020B0702040504020203" pitchFamily="34" charset="0"/>
                  <a:ea typeface="+mn-ea"/>
                  <a:cs typeface="Segoe UI" pitchFamily="34" charset="0"/>
                </a:rPr>
                <a:t>We are seeking connection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02E9B85-08AF-BD0D-73FC-4D2D4B06562E}"/>
                </a:ext>
              </a:extLst>
            </p:cNvPr>
            <p:cNvSpPr txBox="1"/>
            <p:nvPr/>
          </p:nvSpPr>
          <p:spPr>
            <a:xfrm>
              <a:off x="662744" y="1902871"/>
              <a:ext cx="2659137" cy="86177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ctr" defTabSz="93274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3200" b="0" i="0" u="none" strike="noStrike" kern="0" cap="none" spc="-50" normalizeH="0" baseline="0" noProof="0">
                  <a:ln w="3175">
                    <a:noFill/>
                  </a:ln>
                  <a:solidFill>
                    <a:srgbClr val="5A62C9"/>
                  </a:solidFill>
                  <a:effectLst/>
                  <a:uLnTx/>
                  <a:uFillTx/>
                  <a:latin typeface="Segoe Sans Display Semibold"/>
                  <a:ea typeface="+mn-ea"/>
                  <a:cs typeface="Segoe UI Semibold" panose="020B0502040204020203" pitchFamily="34" charset="0"/>
                </a:rPr>
                <a:t>43% </a:t>
              </a:r>
            </a:p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of employees feel disconnected</a:t>
              </a:r>
              <a:b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</a:b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from their company</a:t>
              </a:r>
              <a:r>
                <a:rPr kumimoji="0" lang="en-US" sz="1200" b="0" i="0" u="none" strike="noStrike" kern="120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2</a:t>
              </a:r>
            </a:p>
          </p:txBody>
        </p:sp>
      </p:grpSp>
      <p:grpSp>
        <p:nvGrpSpPr>
          <p:cNvPr id="27" name="Group 26" descr="Hybrid is a part of work&#10;73% want flexible remote options to stay">
            <a:extLst>
              <a:ext uri="{FF2B5EF4-FFF2-40B4-BE49-F238E27FC236}">
                <a16:creationId xmlns:a16="http://schemas.microsoft.com/office/drawing/2014/main" id="{7240694C-C49D-C285-01A4-C89C54219687}"/>
              </a:ext>
            </a:extLst>
          </p:cNvPr>
          <p:cNvGrpSpPr/>
          <p:nvPr/>
        </p:nvGrpSpPr>
        <p:grpSpPr>
          <a:xfrm>
            <a:off x="1108695" y="4592062"/>
            <a:ext cx="3111530" cy="1462563"/>
            <a:chOff x="571499" y="1436688"/>
            <a:chExt cx="2841627" cy="1512253"/>
          </a:xfrm>
          <a:effectLst/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6055EDF8-E06F-E547-29F4-2FF0E4AA6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571500" y="1436689"/>
              <a:ext cx="2841626" cy="1512252"/>
            </a:xfrm>
            <a:prstGeom prst="roundRect">
              <a:avLst>
                <a:gd name="adj" fmla="val 2962"/>
              </a:avLst>
            </a:prstGeom>
            <a:solidFill>
              <a:srgbClr val="F2F2F2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tIns="457200" rIns="182880" rtlCol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Pro Display Semibold" panose="020B0702040504020203" pitchFamily="34" charset="0"/>
                <a:ea typeface="+mn-ea"/>
                <a:cs typeface="+mn-cs"/>
              </a:endParaRPr>
            </a:p>
          </p:txBody>
        </p:sp>
        <p:sp>
          <p:nvSpPr>
            <p:cNvPr id="29" name="Rectangle: Top Corners Rounded 28">
              <a:extLst>
                <a:ext uri="{FF2B5EF4-FFF2-40B4-BE49-F238E27FC236}">
                  <a16:creationId xmlns:a16="http://schemas.microsoft.com/office/drawing/2014/main" id="{00CA36FD-D096-07EA-CF8B-823A6F8BB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571499" y="1436688"/>
              <a:ext cx="2841625" cy="319683"/>
            </a:xfrm>
            <a:prstGeom prst="round2SameRect">
              <a:avLst>
                <a:gd name="adj1" fmla="val 13794"/>
                <a:gd name="adj2" fmla="val 0"/>
              </a:avLst>
            </a:prstGeom>
            <a:solidFill>
              <a:srgbClr val="9299F7"/>
            </a:solidFill>
            <a:effectLst/>
          </p:spPr>
          <p:txBody>
            <a:bodyPr wrap="square" lIns="91440" tIns="45720" rIns="91440" bIns="45720" anchor="ctr">
              <a:spAutoFit/>
            </a:bodyPr>
            <a:lstStyle/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Pro Display Semibold" panose="020B0702040504020203" pitchFamily="34" charset="0"/>
                  <a:ea typeface="+mn-ea"/>
                  <a:cs typeface="Segoe UI" pitchFamily="34" charset="0"/>
                </a:rPr>
                <a:t>Hybrid is a part of work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D8D0FBE-E445-5C03-7CD3-F969609A0819}"/>
                </a:ext>
              </a:extLst>
            </p:cNvPr>
            <p:cNvSpPr txBox="1"/>
            <p:nvPr/>
          </p:nvSpPr>
          <p:spPr>
            <a:xfrm>
              <a:off x="662744" y="1902871"/>
              <a:ext cx="2659137" cy="86177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ctr" defTabSz="93274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3200" b="0" i="0" u="none" strike="noStrike" kern="0" cap="none" spc="-50" normalizeH="0" baseline="0" noProof="0">
                  <a:ln w="3175">
                    <a:noFill/>
                  </a:ln>
                  <a:solidFill>
                    <a:srgbClr val="5A62C9"/>
                  </a:solidFill>
                  <a:effectLst/>
                  <a:uLnTx/>
                  <a:uFillTx/>
                  <a:latin typeface="Segoe Sans Display Semibold"/>
                  <a:ea typeface="+mn-ea"/>
                  <a:cs typeface="Segoe UI Semibold" panose="020B0502040204020203" pitchFamily="34" charset="0"/>
                </a:rPr>
                <a:t>73%</a:t>
              </a:r>
            </a:p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want flexible remote </a:t>
              </a:r>
              <a:b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</a:b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options to stay</a:t>
              </a:r>
              <a:r>
                <a:rPr kumimoji="0" lang="en-US" sz="1200" b="0" i="0" u="none" strike="noStrike" kern="120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3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8E739A6B-5BE1-3F92-8828-EF2E7627322E}"/>
              </a:ext>
            </a:extLst>
          </p:cNvPr>
          <p:cNvSpPr txBox="1"/>
          <p:nvPr/>
        </p:nvSpPr>
        <p:spPr>
          <a:xfrm>
            <a:off x="4266254" y="3163911"/>
            <a:ext cx="8443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3274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5400" b="0" i="0" u="none" strike="noStrike" kern="0" cap="none" spc="-50" normalizeH="0" baseline="0" noProof="0">
                <a:ln w="3175">
                  <a:noFill/>
                </a:ln>
                <a:solidFill>
                  <a:srgbClr val="5A62C9"/>
                </a:solidFill>
                <a:effectLst/>
                <a:uLnTx/>
                <a:uFillTx/>
                <a:latin typeface="Segoe Sans Display Semibold"/>
                <a:ea typeface="+mn-ea"/>
                <a:cs typeface="Segoe UI Semibold" panose="020B0502040204020203" pitchFamily="34" charset="0"/>
              </a:rPr>
              <a:t>+</a:t>
            </a:r>
          </a:p>
        </p:txBody>
      </p:sp>
      <p:grpSp>
        <p:nvGrpSpPr>
          <p:cNvPr id="32" name="Group 31" descr="Employees want AI&#10;75% of global knowledge workers are already using AI">
            <a:extLst>
              <a:ext uri="{FF2B5EF4-FFF2-40B4-BE49-F238E27FC236}">
                <a16:creationId xmlns:a16="http://schemas.microsoft.com/office/drawing/2014/main" id="{66A61459-0779-31E2-5F5D-D88DB782A4C9}"/>
              </a:ext>
            </a:extLst>
          </p:cNvPr>
          <p:cNvGrpSpPr/>
          <p:nvPr/>
        </p:nvGrpSpPr>
        <p:grpSpPr>
          <a:xfrm>
            <a:off x="5150683" y="1381467"/>
            <a:ext cx="3111530" cy="1462563"/>
            <a:chOff x="571499" y="1436688"/>
            <a:chExt cx="2841627" cy="1512253"/>
          </a:xfrm>
          <a:effectLst/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B6D37742-518F-C0C3-036F-9452EBEFE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571500" y="1436689"/>
              <a:ext cx="2841626" cy="1512252"/>
            </a:xfrm>
            <a:prstGeom prst="roundRect">
              <a:avLst>
                <a:gd name="adj" fmla="val 2962"/>
              </a:avLst>
            </a:prstGeom>
            <a:solidFill>
              <a:srgbClr val="F2F2F2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tIns="457200" rIns="182880" rtlCol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Pro Display Semibold" panose="020B0702040504020203" pitchFamily="34" charset="0"/>
                <a:ea typeface="+mn-ea"/>
                <a:cs typeface="+mn-cs"/>
              </a:endParaRPr>
            </a:p>
          </p:txBody>
        </p:sp>
        <p:sp>
          <p:nvSpPr>
            <p:cNvPr id="34" name="Rectangle: Top Corners Rounded 33">
              <a:extLst>
                <a:ext uri="{FF2B5EF4-FFF2-40B4-BE49-F238E27FC236}">
                  <a16:creationId xmlns:a16="http://schemas.microsoft.com/office/drawing/2014/main" id="{78EC418B-33BA-C3BC-7FA6-C6FD5FF249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571499" y="1436688"/>
              <a:ext cx="2841625" cy="319683"/>
            </a:xfrm>
            <a:prstGeom prst="round2SameRect">
              <a:avLst>
                <a:gd name="adj1" fmla="val 13794"/>
                <a:gd name="adj2" fmla="val 0"/>
              </a:avLst>
            </a:prstGeom>
            <a:solidFill>
              <a:srgbClr val="9299F7"/>
            </a:solidFill>
            <a:effectLst/>
          </p:spPr>
          <p:txBody>
            <a:bodyPr wrap="square" lIns="91440" tIns="45720" rIns="91440" bIns="45720" anchor="ctr">
              <a:spAutoFit/>
            </a:bodyPr>
            <a:lstStyle/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1200" cap="none" spc="0" normalizeH="0" baseline="0" noProof="0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Pro Display Semibold" panose="020B0702040504020203" pitchFamily="34" charset="0"/>
                  <a:ea typeface="+mn-ea"/>
                  <a:cs typeface="Segoe UI" pitchFamily="34" charset="0"/>
                </a:rPr>
                <a:t>Employees want AI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95C4ABF-53D4-A048-E2F7-A93A2A144AE1}"/>
                </a:ext>
              </a:extLst>
            </p:cNvPr>
            <p:cNvSpPr txBox="1"/>
            <p:nvPr/>
          </p:nvSpPr>
          <p:spPr>
            <a:xfrm>
              <a:off x="662744" y="1884405"/>
              <a:ext cx="2659137" cy="89870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ctr" defTabSz="93274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3200" b="0" i="0" u="none" strike="noStrike" kern="0" cap="none" spc="-50" normalizeH="0" baseline="0" noProof="0">
                  <a:ln w="3175">
                    <a:noFill/>
                  </a:ln>
                  <a:solidFill>
                    <a:srgbClr val="5A62C9"/>
                  </a:solidFill>
                  <a:effectLst/>
                  <a:uLnTx/>
                  <a:uFillTx/>
                  <a:latin typeface="Segoe Sans Display Semibold"/>
                  <a:ea typeface="+mn-ea"/>
                  <a:cs typeface="Segoe UI Semibold" panose="020B0502040204020203" pitchFamily="34" charset="0"/>
                </a:rPr>
                <a:t>75% </a:t>
              </a:r>
            </a:p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of global knowledge</a:t>
              </a:r>
              <a:b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</a:b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workers are already using AI</a:t>
              </a:r>
              <a:r>
                <a:rPr kumimoji="0" lang="en-US" sz="1200" b="0" i="0" u="none" strike="noStrike" kern="120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1</a:t>
              </a:r>
            </a:p>
          </p:txBody>
        </p:sp>
      </p:grpSp>
      <p:grpSp>
        <p:nvGrpSpPr>
          <p:cNvPr id="36" name="Group 35" descr="AI is already at work&#10;78%+ of AI users are bringing their own tools to work (BYOAI)">
            <a:extLst>
              <a:ext uri="{FF2B5EF4-FFF2-40B4-BE49-F238E27FC236}">
                <a16:creationId xmlns:a16="http://schemas.microsoft.com/office/drawing/2014/main" id="{309B3795-66C6-90CE-E74B-D4B058405716}"/>
              </a:ext>
            </a:extLst>
          </p:cNvPr>
          <p:cNvGrpSpPr/>
          <p:nvPr/>
        </p:nvGrpSpPr>
        <p:grpSpPr>
          <a:xfrm>
            <a:off x="5150683" y="2973217"/>
            <a:ext cx="3111530" cy="1462563"/>
            <a:chOff x="571499" y="1436688"/>
            <a:chExt cx="2841627" cy="1512253"/>
          </a:xfrm>
          <a:effectLst/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74C758BC-5D3C-E8DE-C2A4-677CEF6078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571500" y="1436689"/>
              <a:ext cx="2841626" cy="1512252"/>
            </a:xfrm>
            <a:prstGeom prst="roundRect">
              <a:avLst>
                <a:gd name="adj" fmla="val 2962"/>
              </a:avLst>
            </a:prstGeom>
            <a:solidFill>
              <a:srgbClr val="F2F2F2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tIns="457200" rIns="182880" rtlCol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Pro Display Semibold" panose="020B0702040504020203" pitchFamily="34" charset="0"/>
                <a:ea typeface="+mn-ea"/>
                <a:cs typeface="+mn-cs"/>
              </a:endParaRPr>
            </a:p>
          </p:txBody>
        </p:sp>
        <p:sp>
          <p:nvSpPr>
            <p:cNvPr id="38" name="Rectangle: Top Corners Rounded 37">
              <a:extLst>
                <a:ext uri="{FF2B5EF4-FFF2-40B4-BE49-F238E27FC236}">
                  <a16:creationId xmlns:a16="http://schemas.microsoft.com/office/drawing/2014/main" id="{608C3469-FFCC-6BE7-7786-A2562E6E7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571499" y="1436688"/>
              <a:ext cx="2841625" cy="319683"/>
            </a:xfrm>
            <a:prstGeom prst="round2SameRect">
              <a:avLst>
                <a:gd name="adj1" fmla="val 13794"/>
                <a:gd name="adj2" fmla="val 0"/>
              </a:avLst>
            </a:prstGeom>
            <a:solidFill>
              <a:srgbClr val="9299F7"/>
            </a:solidFill>
            <a:effectLst/>
          </p:spPr>
          <p:txBody>
            <a:bodyPr wrap="square" lIns="91440" tIns="45720" rIns="91440" bIns="45720" anchor="ctr">
              <a:spAutoFit/>
            </a:bodyPr>
            <a:lstStyle/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0" i="0" u="none" strike="noStrike" kern="1200" cap="none" spc="0" normalizeH="0" baseline="0" noProof="0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Pro Display Semibold" panose="020B0702040504020203" pitchFamily="34" charset="0"/>
                  <a:ea typeface="+mn-ea"/>
                  <a:cs typeface="Segoe UI" pitchFamily="34" charset="0"/>
                </a:rPr>
                <a:t>AI is already at work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8E74819-1D0F-B2D8-4BA8-E2FC2E8A3B73}"/>
                </a:ext>
              </a:extLst>
            </p:cNvPr>
            <p:cNvSpPr txBox="1"/>
            <p:nvPr/>
          </p:nvSpPr>
          <p:spPr>
            <a:xfrm>
              <a:off x="662744" y="1884405"/>
              <a:ext cx="2659137" cy="89870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ctr" defTabSz="93274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3200" b="0" i="0" u="none" strike="noStrike" kern="0" cap="none" spc="-50" normalizeH="0" baseline="0" noProof="0">
                  <a:ln w="3175">
                    <a:noFill/>
                  </a:ln>
                  <a:solidFill>
                    <a:srgbClr val="5A62C9"/>
                  </a:solidFill>
                  <a:effectLst/>
                  <a:uLnTx/>
                  <a:uFillTx/>
                  <a:latin typeface="Segoe Sans Display Semibold"/>
                  <a:ea typeface="+mn-ea"/>
                  <a:cs typeface="Segoe UI Semibold" panose="020B0502040204020203" pitchFamily="34" charset="0"/>
                </a:rPr>
                <a:t>78%+</a:t>
              </a:r>
            </a:p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of AI users are bringing their</a:t>
              </a:r>
              <a:b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</a:b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own tools to work (BYOAI)</a:t>
              </a:r>
              <a:r>
                <a:rPr kumimoji="0" lang="en-US" sz="1200" b="0" i="0" u="none" strike="noStrike" kern="120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1</a:t>
              </a:r>
            </a:p>
          </p:txBody>
        </p:sp>
      </p:grpSp>
      <p:grpSp>
        <p:nvGrpSpPr>
          <p:cNvPr id="40" name="Group 39" descr="Managers are listening&#10;79% of leaders agree their company needs to adopt AI strategies to stay competitive">
            <a:extLst>
              <a:ext uri="{FF2B5EF4-FFF2-40B4-BE49-F238E27FC236}">
                <a16:creationId xmlns:a16="http://schemas.microsoft.com/office/drawing/2014/main" id="{404426BD-7539-0633-6B8B-EB6F16EA741C}"/>
              </a:ext>
            </a:extLst>
          </p:cNvPr>
          <p:cNvGrpSpPr/>
          <p:nvPr/>
        </p:nvGrpSpPr>
        <p:grpSpPr>
          <a:xfrm>
            <a:off x="5150683" y="4592062"/>
            <a:ext cx="3111530" cy="1462563"/>
            <a:chOff x="571499" y="1436688"/>
            <a:chExt cx="2841627" cy="1512253"/>
          </a:xfrm>
          <a:effectLst/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CBB817B-A605-D34E-1EED-786746636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571500" y="1436689"/>
              <a:ext cx="2841626" cy="1512252"/>
            </a:xfrm>
            <a:prstGeom prst="roundRect">
              <a:avLst>
                <a:gd name="adj" fmla="val 2962"/>
              </a:avLst>
            </a:prstGeom>
            <a:solidFill>
              <a:srgbClr val="F2F2F2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tIns="457200" rIns="182880" rtlCol="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Pro Display Semibold" panose="020B0702040504020203" pitchFamily="34" charset="0"/>
                <a:ea typeface="+mn-ea"/>
                <a:cs typeface="+mn-cs"/>
              </a:endParaRPr>
            </a:p>
          </p:txBody>
        </p:sp>
        <p:sp>
          <p:nvSpPr>
            <p:cNvPr id="42" name="Rectangle: Top Corners Rounded 41">
              <a:extLst>
                <a:ext uri="{FF2B5EF4-FFF2-40B4-BE49-F238E27FC236}">
                  <a16:creationId xmlns:a16="http://schemas.microsoft.com/office/drawing/2014/main" id="{1DFE998B-087D-88D4-DC03-3A45D31F4E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571499" y="1436688"/>
              <a:ext cx="2841625" cy="319683"/>
            </a:xfrm>
            <a:prstGeom prst="round2SameRect">
              <a:avLst>
                <a:gd name="adj1" fmla="val 13794"/>
                <a:gd name="adj2" fmla="val 0"/>
              </a:avLst>
            </a:prstGeom>
            <a:solidFill>
              <a:srgbClr val="9299F7"/>
            </a:solidFill>
            <a:effectLst/>
          </p:spPr>
          <p:txBody>
            <a:bodyPr wrap="square" lIns="91440" tIns="45720" rIns="91440" bIns="45720" anchor="ctr">
              <a:spAutoFit/>
            </a:bodyPr>
            <a:lstStyle/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Pro Display Semibold" panose="020B0702040504020203" pitchFamily="34" charset="0"/>
                  <a:ea typeface="+mn-ea"/>
                  <a:cs typeface="Segoe UI" pitchFamily="34" charset="0"/>
                </a:rPr>
                <a:t>Managers are listening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DBF0299-1D33-6E33-AD39-FDC3CE6D9087}"/>
                </a:ext>
              </a:extLst>
            </p:cNvPr>
            <p:cNvSpPr txBox="1"/>
            <p:nvPr/>
          </p:nvSpPr>
          <p:spPr>
            <a:xfrm>
              <a:off x="662744" y="1810538"/>
              <a:ext cx="2659137" cy="104644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ctr" defTabSz="93274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3200" b="0" i="0" u="none" strike="noStrike" kern="0" cap="none" spc="-50" normalizeH="0" baseline="0" noProof="0">
                  <a:ln w="3175">
                    <a:noFill/>
                  </a:ln>
                  <a:solidFill>
                    <a:srgbClr val="5A62C9"/>
                  </a:solidFill>
                  <a:effectLst/>
                  <a:uLnTx/>
                  <a:uFillTx/>
                  <a:latin typeface="Segoe Sans Display Semibold"/>
                  <a:ea typeface="+mn-ea"/>
                  <a:cs typeface="Segoe UI Semibold" panose="020B0502040204020203" pitchFamily="34" charset="0"/>
                </a:rPr>
                <a:t>79% </a:t>
              </a:r>
            </a:p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of leaders agree their company</a:t>
              </a:r>
              <a:b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</a:b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needs to adopt AI strategies</a:t>
              </a:r>
              <a:b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</a:b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to stay competitive.</a:t>
              </a:r>
              <a:r>
                <a:rPr kumimoji="0" lang="en-US" sz="1200" b="0" i="0" u="none" strike="noStrike" kern="120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"/>
                </a:rPr>
                <a:t>1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3595F752-1E07-92D0-A27B-8B4270CA1863}"/>
              </a:ext>
            </a:extLst>
          </p:cNvPr>
          <p:cNvSpPr txBox="1"/>
          <p:nvPr/>
        </p:nvSpPr>
        <p:spPr>
          <a:xfrm>
            <a:off x="8378658" y="3071578"/>
            <a:ext cx="84437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3274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6600" b="0" i="0" u="none" strike="noStrike" kern="0" cap="none" spc="-50" normalizeH="0" baseline="0" noProof="0">
                <a:ln w="3175">
                  <a:noFill/>
                </a:ln>
                <a:solidFill>
                  <a:srgbClr val="5A62C9"/>
                </a:solidFill>
                <a:effectLst/>
                <a:uLnTx/>
                <a:uFillTx/>
                <a:latin typeface="Segoe Sans Display Semibold"/>
                <a:ea typeface="+mn-ea"/>
                <a:cs typeface="Segoe UI Semibold" panose="020B0502040204020203" pitchFamily="34" charset="0"/>
              </a:rPr>
              <a:t>=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F9DA8FB-8EA9-B318-1A60-0D1A46BCA7E7}"/>
              </a:ext>
            </a:extLst>
          </p:cNvPr>
          <p:cNvSpPr txBox="1"/>
          <p:nvPr/>
        </p:nvSpPr>
        <p:spPr>
          <a:xfrm>
            <a:off x="9192672" y="3325259"/>
            <a:ext cx="21734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 Semibold" pitchFamily="2" charset="0"/>
                <a:ea typeface="+mn-ea"/>
                <a:cs typeface="Segoe Sans Text Semibold" pitchFamily="2" charset="0"/>
              </a:rPr>
              <a:t>Workplace</a:t>
            </a:r>
          </a:p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 Semibold" pitchFamily="2" charset="0"/>
                <a:ea typeface="+mn-ea"/>
                <a:cs typeface="Segoe Sans Text Semibold" pitchFamily="2" charset="0"/>
              </a:rPr>
              <a:t>Transformation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 Semibold" pitchFamily="2" charset="0"/>
              <a:ea typeface="+mn-ea"/>
              <a:cs typeface="Segoe Sans Text Semibold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01971F-4ABE-765A-6944-A004BB2B91FA}"/>
              </a:ext>
            </a:extLst>
          </p:cNvPr>
          <p:cNvSpPr txBox="1"/>
          <p:nvPr/>
        </p:nvSpPr>
        <p:spPr>
          <a:xfrm>
            <a:off x="588264" y="6513983"/>
            <a:ext cx="10841736" cy="2308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defPPr>
              <a:defRPr lang="en-US"/>
            </a:defPPr>
            <a:lvl1pPr>
              <a:defRPr sz="900">
                <a:solidFill>
                  <a:srgbClr val="E8E6DF">
                    <a:lumMod val="25000"/>
                  </a:srgbClr>
                </a:solidFill>
                <a:latin typeface="Segoe UI"/>
              </a:defRPr>
            </a:lvl1pPr>
          </a:lstStyle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 Work Trend Index, 2024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| </a:t>
            </a:r>
            <a:r>
              <a:rPr kumimoji="0" lang="en-US" sz="900" b="0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Hybrid Work Is Just Work. Are We Doing It Wrong?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| </a:t>
            </a:r>
            <a:r>
              <a:rPr kumimoji="0" lang="en-US" sz="900" b="0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3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 the Office, It’s All About Moments That Matter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| </a:t>
            </a:r>
            <a:r>
              <a:rPr kumimoji="0" lang="en-US" sz="900" b="0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4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2023 Data Breach Investigation Report, Verizon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6109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28561">
        <p:fade/>
      </p:transition>
    </mc:Choice>
    <mc:Fallback xmlns="">
      <p:transition spd="med" advTm="22856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-0.01718 -0.00023 L 5E-6 -3.7037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-0.01719 -0.00023 L 2.70833E-6 -4.07407E-6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4" grpId="1"/>
      <p:bldP spid="45" grpId="0"/>
      <p:bldP spid="45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4D3F2C08-A39A-CFB9-0C08-41C8AE006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731075" y="468981"/>
            <a:ext cx="5926734" cy="5926730"/>
          </a:xfrm>
          <a:prstGeom prst="ellipse">
            <a:avLst/>
          </a:prstGeom>
          <a:gradFill flip="none" rotWithShape="1">
            <a:gsLst>
              <a:gs pos="0">
                <a:srgbClr val="9299F7"/>
              </a:gs>
              <a:gs pos="100000">
                <a:srgbClr val="6065CC"/>
              </a:gs>
            </a:gsLst>
            <a:lin ang="16200000" scaled="1"/>
            <a:tileRect/>
          </a:gradFill>
          <a:ln w="19050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495300" dist="38100" dir="5400000" algn="t" rotWithShape="0">
              <a:prstClr val="black">
                <a:alpha val="16000"/>
              </a:prstClr>
            </a:outerShdw>
          </a:effectLst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"/>
              <a:ea typeface="+mn-ea"/>
              <a:cs typeface="Segoe UI" pitchFamily="34" charset="0"/>
            </a:endParaRPr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20C7BE5E-4780-4895-57B4-F5BF5F11A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598004"/>
            <a:ext cx="3538260" cy="1661993"/>
          </a:xfrm>
        </p:spPr>
        <p:txBody>
          <a:bodyPr lIns="0" tIns="0" rIns="0" bIns="0"/>
          <a:lstStyle/>
          <a:p>
            <a:pPr>
              <a:defRPr/>
            </a:pPr>
            <a:r>
              <a:rPr lang="en-IN" sz="3600">
                <a:solidFill>
                  <a:schemeClr val="bg1"/>
                </a:solidFill>
              </a:rPr>
              <a:t>Smart Workplace with Teams</a:t>
            </a:r>
            <a:endParaRPr lang="en-IN">
              <a:solidFill>
                <a:schemeClr val="bg1"/>
              </a:solidFill>
            </a:endParaRPr>
          </a:p>
        </p:txBody>
      </p:sp>
      <p:grpSp>
        <p:nvGrpSpPr>
          <p:cNvPr id="71" name="Group 70" descr="A graphical representation of Microsoft teams Solutions. It is organized in concentric circles with &#10;&#10;Centre: A Microsoft Teams logo &#10;Labeled with words “Meet,” “Chat,” “Call,” and “Collaborate.” &#10;Second Layer: Contains  “Copilot in Teams,” across the layer with “Teams Rooms,” “Teams Phone,” and “Teams Premium.” &#10;Third Layer: “Intelligent productivity” and “Rich engagements.”  “Advanced protection” and “Flexible workspaces.” &#10;">
            <a:extLst>
              <a:ext uri="{FF2B5EF4-FFF2-40B4-BE49-F238E27FC236}">
                <a16:creationId xmlns:a16="http://schemas.microsoft.com/office/drawing/2014/main" id="{C7007A61-D190-3508-D548-3A615D3F4E4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pSpPr/>
          <p:nvPr/>
        </p:nvGrpSpPr>
        <p:grpSpPr>
          <a:xfrm>
            <a:off x="5658466" y="384971"/>
            <a:ext cx="6090084" cy="6088057"/>
            <a:chOff x="5331109" y="336856"/>
            <a:chExt cx="6108533" cy="6106500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567A0F86-C3A4-0641-9B02-5C627120C7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5408203" y="418378"/>
              <a:ext cx="5944688" cy="5944684"/>
            </a:xfrm>
            <a:prstGeom prst="ellipse">
              <a:avLst/>
            </a:prstGeom>
            <a:gradFill flip="none" rotWithShape="1">
              <a:gsLst>
                <a:gs pos="53000">
                  <a:srgbClr val="FFFFFF">
                    <a:alpha val="12000"/>
                  </a:srgbClr>
                </a:gs>
                <a:gs pos="100000">
                  <a:srgbClr val="FFFFFF"/>
                </a:gs>
              </a:gsLst>
              <a:lin ang="162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  <a:effectLst>
              <a:outerShdw blurRad="495300" dist="38100" dir="5400000" algn="t" rotWithShape="0">
                <a:prstClr val="black">
                  <a:alpha val="16000"/>
                </a:prstClr>
              </a:outerShdw>
            </a:effectLst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"/>
                <a:ea typeface="+mn-ea"/>
                <a:cs typeface="Segoe UI" pitchFamily="34" charset="0"/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1F4670AC-B991-B638-422C-A104B89EE0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 flipH="1">
              <a:off x="8299025" y="336856"/>
              <a:ext cx="163044" cy="163043"/>
            </a:xfrm>
            <a:prstGeom prst="ellipse">
              <a:avLst/>
            </a:prstGeom>
            <a:gradFill flip="none" rotWithShape="1">
              <a:gsLst>
                <a:gs pos="100000">
                  <a:srgbClr val="5B5FC7"/>
                </a:gs>
                <a:gs pos="0">
                  <a:srgbClr val="9299F7">
                    <a:lumMod val="75000"/>
                    <a:alpha val="8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22225">
              <a:solidFill>
                <a:srgbClr val="FFFFFF">
                  <a:alpha val="57000"/>
                </a:srgbClr>
              </a:solidFill>
            </a:ln>
            <a:effectLst>
              <a:outerShdw blurRad="317500" algn="ctr" rotWithShape="0">
                <a:prstClr val="black">
                  <a:alpha val="30000"/>
                </a:prstClr>
              </a:outerShdw>
            </a:effectLst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8278707C-A87C-214B-E155-0E465AD22E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 flipH="1">
              <a:off x="8299025" y="6280313"/>
              <a:ext cx="163044" cy="163043"/>
            </a:xfrm>
            <a:prstGeom prst="ellipse">
              <a:avLst/>
            </a:prstGeom>
            <a:gradFill flip="none" rotWithShape="1">
              <a:gsLst>
                <a:gs pos="100000">
                  <a:srgbClr val="5B5FC7"/>
                </a:gs>
                <a:gs pos="0">
                  <a:srgbClr val="9299F7">
                    <a:lumMod val="75000"/>
                    <a:alpha val="8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22225">
              <a:solidFill>
                <a:srgbClr val="FFFFFF">
                  <a:alpha val="57000"/>
                </a:srgbClr>
              </a:solidFill>
            </a:ln>
            <a:effectLst>
              <a:outerShdw blurRad="317500" algn="ctr" rotWithShape="0">
                <a:prstClr val="black">
                  <a:alpha val="30000"/>
                </a:prstClr>
              </a:outerShdw>
            </a:effectLst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1E53DAC1-3325-AA31-6CD0-509530D09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 flipH="1">
              <a:off x="11276598" y="3309199"/>
              <a:ext cx="163044" cy="163043"/>
            </a:xfrm>
            <a:prstGeom prst="ellipse">
              <a:avLst/>
            </a:prstGeom>
            <a:gradFill flip="none" rotWithShape="1">
              <a:gsLst>
                <a:gs pos="100000">
                  <a:srgbClr val="5B5FC7"/>
                </a:gs>
                <a:gs pos="0">
                  <a:srgbClr val="9299F7">
                    <a:lumMod val="75000"/>
                    <a:alpha val="8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22225">
              <a:solidFill>
                <a:srgbClr val="FFFFFF">
                  <a:alpha val="57000"/>
                </a:srgbClr>
              </a:solidFill>
            </a:ln>
            <a:effectLst>
              <a:outerShdw blurRad="317500" algn="ctr" rotWithShape="0">
                <a:prstClr val="black">
                  <a:alpha val="30000"/>
                </a:prstClr>
              </a:outerShdw>
            </a:effectLst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59BB88C3-2073-CC11-2A26-004565B505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 flipH="1">
              <a:off x="5331109" y="3309199"/>
              <a:ext cx="163044" cy="163043"/>
            </a:xfrm>
            <a:prstGeom prst="ellipse">
              <a:avLst/>
            </a:prstGeom>
            <a:gradFill flip="none" rotWithShape="1">
              <a:gsLst>
                <a:gs pos="100000">
                  <a:srgbClr val="5B5FC7"/>
                </a:gs>
                <a:gs pos="0">
                  <a:srgbClr val="9299F7">
                    <a:lumMod val="75000"/>
                    <a:alpha val="8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22225">
              <a:solidFill>
                <a:srgbClr val="FFFFFF">
                  <a:alpha val="57000"/>
                </a:srgbClr>
              </a:solidFill>
            </a:ln>
            <a:effectLst>
              <a:outerShdw blurRad="317500" algn="ctr" rotWithShape="0">
                <a:prstClr val="black">
                  <a:alpha val="30000"/>
                </a:prstClr>
              </a:outerShdw>
            </a:effectLst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endParaRP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D24E6D1E-0749-855C-5510-D3A5BD9E9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276022" y="758199"/>
            <a:ext cx="4854972" cy="4293109"/>
          </a:xfrm>
          <a:prstGeom prst="rect">
            <a:avLst/>
          </a:prstGeom>
          <a:noFill/>
        </p:spPr>
        <p:txBody>
          <a:bodyPr wrap="square" lIns="0" tIns="0" rIns="0" bIns="0" rtlCol="0">
            <a:prstTxWarp prst="textArchUp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4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Intelligent productivity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96A9E4D-6EAB-B50E-BCA6-79EBE2D9A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 rot="5400000">
            <a:off x="6954234" y="1155602"/>
            <a:ext cx="4303242" cy="4548020"/>
          </a:xfrm>
          <a:prstGeom prst="rect">
            <a:avLst/>
          </a:prstGeom>
          <a:noFill/>
        </p:spPr>
        <p:txBody>
          <a:bodyPr wrap="square" lIns="0" tIns="0" rIns="0" bIns="0" rtlCol="0">
            <a:prstTxWarp prst="textArchUp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4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Rich engagements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34C5288-F859-84FD-38A2-7EF3179F62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744680" y="3308823"/>
            <a:ext cx="3917656" cy="2770410"/>
          </a:xfrm>
          <a:prstGeom prst="rect">
            <a:avLst/>
          </a:prstGeom>
          <a:noFill/>
        </p:spPr>
        <p:txBody>
          <a:bodyPr wrap="square" lIns="0" tIns="0" rIns="0" bIns="0" rtlCol="0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4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Flexible workplaces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734F3A3-DCB4-B600-7F31-4875B9B1E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 rot="16200000">
            <a:off x="5938607" y="1155598"/>
            <a:ext cx="4838702" cy="4548030"/>
          </a:xfrm>
          <a:prstGeom prst="rect">
            <a:avLst/>
          </a:prstGeom>
          <a:noFill/>
        </p:spPr>
        <p:txBody>
          <a:bodyPr wrap="square" lIns="0" tIns="0" rIns="0" bIns="0" rtlCol="0">
            <a:prstTxWarp prst="textArchUp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4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Advanced protection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BF2B488E-C658-10D4-15BA-E092946BC6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612338" y="1355719"/>
            <a:ext cx="4173867" cy="4328150"/>
            <a:chOff x="5963658" y="1355107"/>
            <a:chExt cx="4173867" cy="4328150"/>
          </a:xfrm>
        </p:grpSpPr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EEBF556D-2814-A702-40F4-3060C20FFCCA}"/>
                </a:ext>
              </a:extLst>
            </p:cNvPr>
            <p:cNvSpPr/>
            <p:nvPr/>
          </p:nvSpPr>
          <p:spPr bwMode="auto">
            <a:xfrm>
              <a:off x="5963658" y="1355107"/>
              <a:ext cx="4173867" cy="4173861"/>
            </a:xfrm>
            <a:prstGeom prst="ellipse">
              <a:avLst/>
            </a:prstGeom>
            <a:solidFill>
              <a:srgbClr val="EBEBEB">
                <a:alpha val="86000"/>
              </a:srgbClr>
            </a:solidFill>
            <a:ln w="387350" cap="rnd" cmpd="sng" algn="ctr">
              <a:gradFill flip="none" rotWithShape="1">
                <a:gsLst>
                  <a:gs pos="0">
                    <a:srgbClr val="9299F7">
                      <a:lumMod val="40000"/>
                      <a:lumOff val="60000"/>
                    </a:srgbClr>
                  </a:gs>
                  <a:gs pos="100000">
                    <a:srgbClr val="9299F7">
                      <a:lumMod val="40000"/>
                      <a:lumOff val="60000"/>
                    </a:srgbClr>
                  </a:gs>
                </a:gsLst>
                <a:path path="circle">
                  <a:fillToRect t="100000" r="100000"/>
                </a:path>
                <a:tileRect l="-100000" b="-100000"/>
              </a:gradFill>
              <a:prstDash val="solid"/>
              <a:headEnd type="none" w="med" len="med"/>
              <a:tailEnd type="none" w="med" len="med"/>
            </a:ln>
            <a:effectLst>
              <a:outerShdw blurRad="342900" dist="38100" dir="2700000" algn="tl" rotWithShape="0">
                <a:prstClr val="black">
                  <a:alpha val="6000"/>
                </a:prstClr>
              </a:outerShdw>
            </a:effectLst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"/>
                <a:ea typeface="+mn-ea"/>
                <a:cs typeface="Segoe UI" pitchFamily="34" charset="0"/>
              </a:endParaRPr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11DC28D2-4511-F468-DFAE-DA173FAB0753}"/>
                </a:ext>
              </a:extLst>
            </p:cNvPr>
            <p:cNvGrpSpPr/>
            <p:nvPr/>
          </p:nvGrpSpPr>
          <p:grpSpPr>
            <a:xfrm rot="19010858">
              <a:off x="7268332" y="5250059"/>
              <a:ext cx="1639925" cy="433198"/>
              <a:chOff x="3812824" y="5277722"/>
              <a:chExt cx="1706534" cy="450795"/>
            </a:xfrm>
          </p:grpSpPr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38F24079-6A32-4D7B-609F-3F1AA39AFF16}"/>
                  </a:ext>
                </a:extLst>
              </p:cNvPr>
              <p:cNvSpPr/>
              <p:nvPr/>
            </p:nvSpPr>
            <p:spPr>
              <a:xfrm rot="2589142">
                <a:off x="3812824" y="5277722"/>
                <a:ext cx="1706534" cy="450795"/>
              </a:xfrm>
              <a:custGeom>
                <a:avLst/>
                <a:gdLst>
                  <a:gd name="connsiteX0" fmla="*/ 791454 w 1672781"/>
                  <a:gd name="connsiteY0" fmla="*/ 450794 h 450794"/>
                  <a:gd name="connsiteX1" fmla="*/ 116994 w 1672781"/>
                  <a:gd name="connsiteY1" fmla="*/ 351235 h 450794"/>
                  <a:gd name="connsiteX2" fmla="*/ 7061 w 1672781"/>
                  <a:gd name="connsiteY2" fmla="*/ 146297 h 450794"/>
                  <a:gd name="connsiteX3" fmla="*/ 211999 w 1672781"/>
                  <a:gd name="connsiteY3" fmla="*/ 36364 h 450794"/>
                  <a:gd name="connsiteX4" fmla="*/ 791390 w 1672781"/>
                  <a:gd name="connsiteY4" fmla="*/ 121882 h 450794"/>
                  <a:gd name="connsiteX5" fmla="*/ 1453959 w 1672781"/>
                  <a:gd name="connsiteY5" fmla="*/ 9292 h 450794"/>
                  <a:gd name="connsiteX6" fmla="*/ 1663514 w 1672781"/>
                  <a:gd name="connsiteY6" fmla="*/ 110180 h 450794"/>
                  <a:gd name="connsiteX7" fmla="*/ 1562626 w 1672781"/>
                  <a:gd name="connsiteY7" fmla="*/ 319735 h 450794"/>
                  <a:gd name="connsiteX8" fmla="*/ 791390 w 1672781"/>
                  <a:gd name="connsiteY8" fmla="*/ 450794 h 450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72781" h="450794">
                    <a:moveTo>
                      <a:pt x="791454" y="450794"/>
                    </a:moveTo>
                    <a:cubicBezTo>
                      <a:pt x="562796" y="450794"/>
                      <a:pt x="335910" y="417333"/>
                      <a:pt x="116994" y="351235"/>
                    </a:cubicBezTo>
                    <a:cubicBezTo>
                      <a:pt x="30022" y="324985"/>
                      <a:pt x="-19189" y="233206"/>
                      <a:pt x="7061" y="146297"/>
                    </a:cubicBezTo>
                    <a:cubicBezTo>
                      <a:pt x="33311" y="59325"/>
                      <a:pt x="125090" y="10114"/>
                      <a:pt x="211999" y="36364"/>
                    </a:cubicBezTo>
                    <a:cubicBezTo>
                      <a:pt x="400048" y="93102"/>
                      <a:pt x="594992" y="121882"/>
                      <a:pt x="791390" y="121882"/>
                    </a:cubicBezTo>
                    <a:cubicBezTo>
                      <a:pt x="1017581" y="121882"/>
                      <a:pt x="1240482" y="83994"/>
                      <a:pt x="1453959" y="9292"/>
                    </a:cubicBezTo>
                    <a:cubicBezTo>
                      <a:pt x="1539666" y="-20753"/>
                      <a:pt x="1633533" y="24473"/>
                      <a:pt x="1663514" y="110180"/>
                    </a:cubicBezTo>
                    <a:cubicBezTo>
                      <a:pt x="1693496" y="195887"/>
                      <a:pt x="1648334" y="289753"/>
                      <a:pt x="1562626" y="319735"/>
                    </a:cubicBezTo>
                    <a:cubicBezTo>
                      <a:pt x="1314108" y="406707"/>
                      <a:pt x="1054647" y="450794"/>
                      <a:pt x="791390" y="450794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 cmpd="sng" algn="ctr">
                <a:noFill/>
                <a:prstDash val="solid"/>
                <a:headEnd type="none" w="med" len="med"/>
                <a:tailEnd type="none" w="med" len="med"/>
              </a:ln>
              <a:effectLst>
                <a:outerShdw blurRad="342900" dist="38100" dir="2700000" algn="tl" rotWithShape="0">
                  <a:prstClr val="black">
                    <a:alpha val="6000"/>
                  </a:prstClr>
                </a:outerShdw>
              </a:effectLst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Text"/>
                  <a:ea typeface="+mn-ea"/>
                  <a:cs typeface="Segoe UI" pitchFamily="34" charset="0"/>
                </a:endParaRP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71C3EF4-19C9-75E9-3AEF-ED084B30BC36}"/>
                  </a:ext>
                </a:extLst>
              </p:cNvPr>
              <p:cNvSpPr txBox="1"/>
              <p:nvPr/>
            </p:nvSpPr>
            <p:spPr>
              <a:xfrm rot="2425515">
                <a:off x="4082403" y="5304061"/>
                <a:ext cx="1384630" cy="2972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prstTxWarp prst="textArchDown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34258E"/>
                    </a:solidFill>
                    <a:effectLst/>
                    <a:uLnTx/>
                    <a:uFillTx/>
                    <a:latin typeface="Segoe Sans Display Semibold"/>
                    <a:ea typeface="+mn-ea"/>
                    <a:cs typeface="+mn-cs"/>
                  </a:rPr>
                  <a:t>Teams Premium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34258E"/>
                    </a:solidFill>
                    <a:effectLst/>
                    <a:uLnTx/>
                    <a:uFillTx/>
                    <a:latin typeface="Segoe Sans Display Semibold"/>
                    <a:ea typeface="+mn-ea"/>
                    <a:cs typeface="+mn-cs"/>
                  </a:rPr>
                  <a:t>Incl. Microsoft Places</a:t>
                </a:r>
              </a:p>
            </p:txBody>
          </p: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A97E5236-B18F-E4C9-319A-9483D09FD867}"/>
                </a:ext>
              </a:extLst>
            </p:cNvPr>
            <p:cNvGrpSpPr/>
            <p:nvPr/>
          </p:nvGrpSpPr>
          <p:grpSpPr>
            <a:xfrm rot="827013">
              <a:off x="6147906" y="1418087"/>
              <a:ext cx="817975" cy="1375661"/>
              <a:chOff x="3825235" y="2245102"/>
              <a:chExt cx="851199" cy="1431538"/>
            </a:xfrm>
          </p:grpSpPr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CA168AEA-5458-5F0A-16AC-2CD7095A41CB}"/>
                  </a:ext>
                </a:extLst>
              </p:cNvPr>
              <p:cNvSpPr/>
              <p:nvPr/>
            </p:nvSpPr>
            <p:spPr>
              <a:xfrm>
                <a:off x="3825235" y="2279645"/>
                <a:ext cx="851199" cy="1287637"/>
              </a:xfrm>
              <a:custGeom>
                <a:avLst/>
                <a:gdLst>
                  <a:gd name="connsiteX0" fmla="*/ 164651 w 851199"/>
                  <a:gd name="connsiteY0" fmla="*/ 1287636 h 1287636"/>
                  <a:gd name="connsiteX1" fmla="*/ 124675 w 851199"/>
                  <a:gd name="connsiteY1" fmla="*/ 1282702 h 1287636"/>
                  <a:gd name="connsiteX2" fmla="*/ 4939 w 851199"/>
                  <a:gd name="connsiteY2" fmla="*/ 1083331 h 1287636"/>
                  <a:gd name="connsiteX3" fmla="*/ 219933 w 851199"/>
                  <a:gd name="connsiteY3" fmla="*/ 531770 h 1287636"/>
                  <a:gd name="connsiteX4" fmla="*/ 566746 w 851199"/>
                  <a:gd name="connsiteY4" fmla="*/ 52001 h 1287636"/>
                  <a:gd name="connsiteX5" fmla="*/ 799199 w 851199"/>
                  <a:gd name="connsiteY5" fmla="*/ 44474 h 1287636"/>
                  <a:gd name="connsiteX6" fmla="*/ 806726 w 851199"/>
                  <a:gd name="connsiteY6" fmla="*/ 276926 h 1287636"/>
                  <a:gd name="connsiteX7" fmla="*/ 508744 w 851199"/>
                  <a:gd name="connsiteY7" fmla="*/ 689079 h 1287636"/>
                  <a:gd name="connsiteX8" fmla="*/ 323984 w 851199"/>
                  <a:gd name="connsiteY8" fmla="*/ 1162902 h 1287636"/>
                  <a:gd name="connsiteX9" fmla="*/ 164524 w 851199"/>
                  <a:gd name="connsiteY9" fmla="*/ 1287573 h 1287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51199" h="1287636">
                    <a:moveTo>
                      <a:pt x="164651" y="1287636"/>
                    </a:moveTo>
                    <a:cubicBezTo>
                      <a:pt x="151494" y="1287636"/>
                      <a:pt x="138085" y="1286055"/>
                      <a:pt x="124675" y="1282702"/>
                    </a:cubicBezTo>
                    <a:cubicBezTo>
                      <a:pt x="36565" y="1260691"/>
                      <a:pt x="-17073" y="1171441"/>
                      <a:pt x="4939" y="1083331"/>
                    </a:cubicBezTo>
                    <a:cubicBezTo>
                      <a:pt x="52884" y="891233"/>
                      <a:pt x="125245" y="705651"/>
                      <a:pt x="219933" y="531770"/>
                    </a:cubicBezTo>
                    <a:cubicBezTo>
                      <a:pt x="314685" y="357889"/>
                      <a:pt x="431386" y="196469"/>
                      <a:pt x="566746" y="52001"/>
                    </a:cubicBezTo>
                    <a:cubicBezTo>
                      <a:pt x="628860" y="-14288"/>
                      <a:pt x="732910" y="-17640"/>
                      <a:pt x="799199" y="44474"/>
                    </a:cubicBezTo>
                    <a:cubicBezTo>
                      <a:pt x="865487" y="106588"/>
                      <a:pt x="868839" y="210638"/>
                      <a:pt x="806726" y="276926"/>
                    </a:cubicBezTo>
                    <a:cubicBezTo>
                      <a:pt x="690405" y="401027"/>
                      <a:pt x="590150" y="539677"/>
                      <a:pt x="508744" y="689079"/>
                    </a:cubicBezTo>
                    <a:cubicBezTo>
                      <a:pt x="427338" y="838481"/>
                      <a:pt x="365224" y="997877"/>
                      <a:pt x="323984" y="1162902"/>
                    </a:cubicBezTo>
                    <a:cubicBezTo>
                      <a:pt x="305324" y="1237667"/>
                      <a:pt x="238277" y="1287573"/>
                      <a:pt x="164524" y="12875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 cmpd="sng" algn="ctr">
                <a:noFill/>
                <a:prstDash val="solid"/>
                <a:headEnd type="none" w="med" len="med"/>
                <a:tailEnd type="none" w="med" len="med"/>
              </a:ln>
              <a:effectLst>
                <a:outerShdw blurRad="342900" dist="38100" dir="2700000" algn="tl" rotWithShape="0">
                  <a:prstClr val="black">
                    <a:alpha val="6000"/>
                  </a:prstClr>
                </a:outerShdw>
              </a:effectLst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Text"/>
                  <a:ea typeface="+mn-ea"/>
                  <a:cs typeface="Segoe UI" pitchFamily="34" charset="0"/>
                </a:endParaRP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2F177A9D-DED9-D6C0-000F-160A0BAC5A48}"/>
                  </a:ext>
                </a:extLst>
              </p:cNvPr>
              <p:cNvSpPr txBox="1"/>
              <p:nvPr/>
            </p:nvSpPr>
            <p:spPr>
              <a:xfrm rot="17889922">
                <a:off x="3645350" y="2776205"/>
                <a:ext cx="143153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prstTxWarp prst="textArchUp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34258E"/>
                    </a:solidFill>
                    <a:effectLst/>
                    <a:uLnTx/>
                    <a:uFillTx/>
                    <a:latin typeface="Segoe Sans Display Semibold"/>
                    <a:ea typeface="+mn-ea"/>
                    <a:cs typeface="+mn-cs"/>
                  </a:rPr>
                  <a:t>Teams Rooms</a:t>
                </a:r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33436EB7-CC61-A16D-2924-6806C38D6FC6}"/>
                </a:ext>
              </a:extLst>
            </p:cNvPr>
            <p:cNvGrpSpPr/>
            <p:nvPr/>
          </p:nvGrpSpPr>
          <p:grpSpPr>
            <a:xfrm rot="20805170">
              <a:off x="9142634" y="1474324"/>
              <a:ext cx="818035" cy="1269614"/>
              <a:chOff x="7514299" y="2279707"/>
              <a:chExt cx="851262" cy="1321183"/>
            </a:xfrm>
          </p:grpSpPr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43F903B5-F893-FE2E-54E8-21CA2BC59AC5}"/>
                  </a:ext>
                </a:extLst>
              </p:cNvPr>
              <p:cNvSpPr/>
              <p:nvPr/>
            </p:nvSpPr>
            <p:spPr>
              <a:xfrm>
                <a:off x="7514299" y="2279707"/>
                <a:ext cx="851262" cy="1287636"/>
              </a:xfrm>
              <a:custGeom>
                <a:avLst/>
                <a:gdLst>
                  <a:gd name="connsiteX0" fmla="*/ 686675 w 851262"/>
                  <a:gd name="connsiteY0" fmla="*/ 1287573 h 1287636"/>
                  <a:gd name="connsiteX1" fmla="*/ 527216 w 851262"/>
                  <a:gd name="connsiteY1" fmla="*/ 1162902 h 1287636"/>
                  <a:gd name="connsiteX2" fmla="*/ 342456 w 851262"/>
                  <a:gd name="connsiteY2" fmla="*/ 689079 h 1287636"/>
                  <a:gd name="connsiteX3" fmla="*/ 44474 w 851262"/>
                  <a:gd name="connsiteY3" fmla="*/ 276926 h 1287636"/>
                  <a:gd name="connsiteX4" fmla="*/ 52001 w 851262"/>
                  <a:gd name="connsiteY4" fmla="*/ 44474 h 1287636"/>
                  <a:gd name="connsiteX5" fmla="*/ 284453 w 851262"/>
                  <a:gd name="connsiteY5" fmla="*/ 52001 h 1287636"/>
                  <a:gd name="connsiteX6" fmla="*/ 631266 w 851262"/>
                  <a:gd name="connsiteY6" fmla="*/ 531770 h 1287636"/>
                  <a:gd name="connsiteX7" fmla="*/ 846324 w 851262"/>
                  <a:gd name="connsiteY7" fmla="*/ 1083331 h 1287636"/>
                  <a:gd name="connsiteX8" fmla="*/ 726587 w 851262"/>
                  <a:gd name="connsiteY8" fmla="*/ 1282702 h 1287636"/>
                  <a:gd name="connsiteX9" fmla="*/ 686612 w 851262"/>
                  <a:gd name="connsiteY9" fmla="*/ 1287636 h 1287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51262" h="1287636">
                    <a:moveTo>
                      <a:pt x="686675" y="1287573"/>
                    </a:moveTo>
                    <a:cubicBezTo>
                      <a:pt x="612986" y="1287573"/>
                      <a:pt x="545876" y="1237667"/>
                      <a:pt x="527216" y="1162902"/>
                    </a:cubicBezTo>
                    <a:cubicBezTo>
                      <a:pt x="486039" y="997814"/>
                      <a:pt x="423861" y="838418"/>
                      <a:pt x="342456" y="689079"/>
                    </a:cubicBezTo>
                    <a:cubicBezTo>
                      <a:pt x="261050" y="539677"/>
                      <a:pt x="160795" y="401027"/>
                      <a:pt x="44474" y="276926"/>
                    </a:cubicBezTo>
                    <a:cubicBezTo>
                      <a:pt x="-17640" y="210638"/>
                      <a:pt x="-14288" y="106588"/>
                      <a:pt x="52001" y="44474"/>
                    </a:cubicBezTo>
                    <a:cubicBezTo>
                      <a:pt x="118289" y="-17640"/>
                      <a:pt x="222339" y="-14288"/>
                      <a:pt x="284453" y="52001"/>
                    </a:cubicBezTo>
                    <a:cubicBezTo>
                      <a:pt x="419877" y="196469"/>
                      <a:pt x="536577" y="357889"/>
                      <a:pt x="631266" y="531770"/>
                    </a:cubicBezTo>
                    <a:cubicBezTo>
                      <a:pt x="726018" y="705651"/>
                      <a:pt x="798316" y="891170"/>
                      <a:pt x="846324" y="1083331"/>
                    </a:cubicBezTo>
                    <a:cubicBezTo>
                      <a:pt x="868336" y="1171442"/>
                      <a:pt x="814698" y="1260754"/>
                      <a:pt x="726587" y="1282702"/>
                    </a:cubicBezTo>
                    <a:cubicBezTo>
                      <a:pt x="713241" y="1286055"/>
                      <a:pt x="699832" y="1287636"/>
                      <a:pt x="686612" y="12876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flat" cmpd="sng" algn="ctr">
                <a:noFill/>
                <a:prstDash val="solid"/>
                <a:headEnd type="none" w="med" len="med"/>
                <a:tailEnd type="none" w="med" len="med"/>
              </a:ln>
              <a:effectLst>
                <a:outerShdw blurRad="342900" dist="38100" dir="2700000" algn="tl" rotWithShape="0">
                  <a:prstClr val="black">
                    <a:alpha val="6000"/>
                  </a:prstClr>
                </a:outerShdw>
              </a:effectLst>
            </p:spPr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Text"/>
                  <a:ea typeface="+mn-ea"/>
                  <a:cs typeface="Segoe UI" pitchFamily="34" charset="0"/>
                </a:endParaRP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96CD7147-B80D-6840-346F-B8B7CFA280DA}"/>
                  </a:ext>
                </a:extLst>
              </p:cNvPr>
              <p:cNvSpPr txBox="1"/>
              <p:nvPr/>
            </p:nvSpPr>
            <p:spPr>
              <a:xfrm rot="3690436">
                <a:off x="7261288" y="2848723"/>
                <a:ext cx="1223736" cy="2805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prstTxWarp prst="textArchUp">
                  <a:avLst/>
                </a:prstTxWarp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34258E"/>
                    </a:solidFill>
                    <a:effectLst/>
                    <a:uLnTx/>
                    <a:uFillTx/>
                    <a:latin typeface="Segoe Sans Display Semibold"/>
                    <a:ea typeface="+mn-ea"/>
                    <a:cs typeface="+mn-cs"/>
                  </a:rPr>
                  <a:t>Teams Phone</a:t>
                </a:r>
              </a:p>
            </p:txBody>
          </p:sp>
        </p:grp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DF5BAF0B-3D39-0473-A19A-5A433B62C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005175" y="1735993"/>
            <a:ext cx="3387242" cy="3387238"/>
            <a:chOff x="4412341" y="2253343"/>
            <a:chExt cx="3367317" cy="3367314"/>
          </a:xfrm>
        </p:grpSpPr>
        <p:sp>
          <p:nvSpPr>
            <p:cNvPr id="98" name="Partial Circle 97">
              <a:extLst>
                <a:ext uri="{FF2B5EF4-FFF2-40B4-BE49-F238E27FC236}">
                  <a16:creationId xmlns:a16="http://schemas.microsoft.com/office/drawing/2014/main" id="{0D5DC3A5-AC5B-08B7-C1CF-7B52850AC05B}"/>
                </a:ext>
              </a:extLst>
            </p:cNvPr>
            <p:cNvSpPr/>
            <p:nvPr/>
          </p:nvSpPr>
          <p:spPr bwMode="auto">
            <a:xfrm>
              <a:off x="4412341" y="2253343"/>
              <a:ext cx="3367316" cy="3367314"/>
            </a:xfrm>
            <a:prstGeom prst="pie">
              <a:avLst>
                <a:gd name="adj1" fmla="val 13618699"/>
                <a:gd name="adj2" fmla="val 18839063"/>
              </a:avLst>
            </a:prstGeom>
            <a:solidFill>
              <a:srgbClr val="FFFFFF">
                <a:lumMod val="95000"/>
                <a:alpha val="94000"/>
              </a:srgbClr>
            </a:solidFill>
            <a:ln w="57150" cap="rnd" cmpd="sng" algn="ctr">
              <a:noFill/>
              <a:prstDash val="solid"/>
              <a:headEnd type="none" w="med" len="med"/>
              <a:tailEnd type="none" w="med" len="med"/>
            </a:ln>
            <a:effectLst>
              <a:outerShdw blurRad="342900" dist="38100" dir="2700000" algn="tl" rotWithShape="0">
                <a:prstClr val="black">
                  <a:alpha val="6000"/>
                </a:prstClr>
              </a:outerShdw>
            </a:effectLst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99" name="Arc 98">
              <a:extLst>
                <a:ext uri="{FF2B5EF4-FFF2-40B4-BE49-F238E27FC236}">
                  <a16:creationId xmlns:a16="http://schemas.microsoft.com/office/drawing/2014/main" id="{A59F0252-5807-B501-A47B-8E6A1F28F310}"/>
                </a:ext>
              </a:extLst>
            </p:cNvPr>
            <p:cNvSpPr/>
            <p:nvPr/>
          </p:nvSpPr>
          <p:spPr bwMode="auto">
            <a:xfrm>
              <a:off x="4412342" y="2253343"/>
              <a:ext cx="3367316" cy="3367314"/>
            </a:xfrm>
            <a:prstGeom prst="arc">
              <a:avLst>
                <a:gd name="adj1" fmla="val 13509362"/>
                <a:gd name="adj2" fmla="val 18928380"/>
              </a:avLst>
            </a:prstGeom>
            <a:noFill/>
            <a:ln w="57150" cap="rnd" cmpd="sng" algn="ctr">
              <a:solidFill>
                <a:srgbClr val="5B5FC7"/>
              </a:solidFill>
              <a:prstDash val="solid"/>
              <a:headEnd type="none" w="med" len="med"/>
              <a:tailEnd type="none" w="med" len="med"/>
            </a:ln>
            <a:effectLst>
              <a:outerShdw blurRad="342900" dist="38100" dir="2700000" algn="tl" rotWithShape="0">
                <a:prstClr val="black">
                  <a:alpha val="6000"/>
                </a:prstClr>
              </a:outerShdw>
            </a:effectLst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"/>
                <a:ea typeface="Segoe UI" pitchFamily="34" charset="0"/>
                <a:cs typeface="Segoe UI" pitchFamily="34" charset="0"/>
              </a:endParaRP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C2999F45-19D7-0F2A-6075-6C76D6BA0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005175" y="1735993"/>
            <a:ext cx="3387242" cy="3387238"/>
            <a:chOff x="4412341" y="2253343"/>
            <a:chExt cx="3367317" cy="3367314"/>
          </a:xfrm>
        </p:grpSpPr>
        <p:sp>
          <p:nvSpPr>
            <p:cNvPr id="101" name="Partial Circle 100">
              <a:extLst>
                <a:ext uri="{FF2B5EF4-FFF2-40B4-BE49-F238E27FC236}">
                  <a16:creationId xmlns:a16="http://schemas.microsoft.com/office/drawing/2014/main" id="{83B532BB-087C-BE66-1F31-5B0A080595F6}"/>
                </a:ext>
              </a:extLst>
            </p:cNvPr>
            <p:cNvSpPr/>
            <p:nvPr/>
          </p:nvSpPr>
          <p:spPr bwMode="auto">
            <a:xfrm flipV="1">
              <a:off x="4412341" y="2253343"/>
              <a:ext cx="3367316" cy="3367314"/>
            </a:xfrm>
            <a:prstGeom prst="pie">
              <a:avLst>
                <a:gd name="adj1" fmla="val 13702288"/>
                <a:gd name="adj2" fmla="val 18659906"/>
              </a:avLst>
            </a:prstGeom>
            <a:solidFill>
              <a:srgbClr val="FFFFFF">
                <a:lumMod val="95000"/>
                <a:alpha val="94000"/>
              </a:srgbClr>
            </a:solidFill>
            <a:ln w="57150" cap="rnd" cmpd="sng" algn="ctr">
              <a:noFill/>
              <a:prstDash val="solid"/>
              <a:headEnd type="none" w="med" len="med"/>
              <a:tailEnd type="none" w="med" len="med"/>
            </a:ln>
            <a:effectLst>
              <a:outerShdw blurRad="342900" dist="38100" dir="2700000" algn="tl" rotWithShape="0">
                <a:prstClr val="black">
                  <a:alpha val="6000"/>
                </a:prstClr>
              </a:outerShdw>
            </a:effectLst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"/>
                <a:ea typeface="+mn-ea"/>
                <a:cs typeface="Segoe UI" pitchFamily="34" charset="0"/>
              </a:endParaRPr>
            </a:p>
          </p:txBody>
        </p:sp>
        <p:sp>
          <p:nvSpPr>
            <p:cNvPr id="102" name="Arc 101">
              <a:extLst>
                <a:ext uri="{FF2B5EF4-FFF2-40B4-BE49-F238E27FC236}">
                  <a16:creationId xmlns:a16="http://schemas.microsoft.com/office/drawing/2014/main" id="{AC6AAE1E-C818-FF66-E4AE-37B6B9B1479E}"/>
                </a:ext>
              </a:extLst>
            </p:cNvPr>
            <p:cNvSpPr/>
            <p:nvPr/>
          </p:nvSpPr>
          <p:spPr bwMode="auto">
            <a:xfrm flipV="1">
              <a:off x="4412342" y="2253343"/>
              <a:ext cx="3367316" cy="3367314"/>
            </a:xfrm>
            <a:prstGeom prst="arc">
              <a:avLst>
                <a:gd name="adj1" fmla="val 13673418"/>
                <a:gd name="adj2" fmla="val 18685184"/>
              </a:avLst>
            </a:prstGeom>
            <a:noFill/>
            <a:ln w="57150" cap="rnd" cmpd="sng" algn="ctr">
              <a:solidFill>
                <a:srgbClr val="5B5FC7"/>
              </a:solidFill>
              <a:prstDash val="solid"/>
              <a:headEnd type="none" w="med" len="med"/>
              <a:tailEnd type="none" w="med" len="med"/>
            </a:ln>
            <a:effectLst>
              <a:outerShdw blurRad="342900" dist="38100" dir="2700000" algn="tl" rotWithShape="0">
                <a:prstClr val="black">
                  <a:alpha val="6000"/>
                </a:prstClr>
              </a:outerShdw>
            </a:effectLst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A5BAE496-B014-48A5-49B9-E02842DFB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005175" y="1735993"/>
            <a:ext cx="3387242" cy="3387238"/>
            <a:chOff x="4412341" y="2253343"/>
            <a:chExt cx="3367317" cy="3367314"/>
          </a:xfrm>
        </p:grpSpPr>
        <p:sp>
          <p:nvSpPr>
            <p:cNvPr id="104" name="Partial Circle 103">
              <a:extLst>
                <a:ext uri="{FF2B5EF4-FFF2-40B4-BE49-F238E27FC236}">
                  <a16:creationId xmlns:a16="http://schemas.microsoft.com/office/drawing/2014/main" id="{56A64178-CB2F-1875-F03D-BBF80DA9B186}"/>
                </a:ext>
              </a:extLst>
            </p:cNvPr>
            <p:cNvSpPr/>
            <p:nvPr/>
          </p:nvSpPr>
          <p:spPr bwMode="auto">
            <a:xfrm>
              <a:off x="4412341" y="2253343"/>
              <a:ext cx="3367316" cy="3367314"/>
            </a:xfrm>
            <a:prstGeom prst="pie">
              <a:avLst>
                <a:gd name="adj1" fmla="val 19350154"/>
                <a:gd name="adj2" fmla="val 2456178"/>
              </a:avLst>
            </a:prstGeom>
            <a:solidFill>
              <a:srgbClr val="FFFFFF">
                <a:lumMod val="95000"/>
                <a:alpha val="94000"/>
              </a:srgbClr>
            </a:solidFill>
            <a:ln w="57150" cap="rnd" cmpd="sng" algn="ctr">
              <a:noFill/>
              <a:prstDash val="solid"/>
              <a:headEnd type="none" w="med" len="med"/>
              <a:tailEnd type="none" w="med" len="med"/>
            </a:ln>
            <a:effectLst>
              <a:outerShdw blurRad="342900" dist="38100" dir="2700000" algn="tl" rotWithShape="0">
                <a:prstClr val="black">
                  <a:alpha val="6000"/>
                </a:prstClr>
              </a:outerShdw>
            </a:effectLst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"/>
                <a:ea typeface="+mn-ea"/>
                <a:cs typeface="Segoe UI" pitchFamily="34" charset="0"/>
              </a:endParaRPr>
            </a:p>
          </p:txBody>
        </p:sp>
        <p:sp>
          <p:nvSpPr>
            <p:cNvPr id="105" name="Arc 104">
              <a:extLst>
                <a:ext uri="{FF2B5EF4-FFF2-40B4-BE49-F238E27FC236}">
                  <a16:creationId xmlns:a16="http://schemas.microsoft.com/office/drawing/2014/main" id="{897B49DE-4710-0C8C-D77F-DD512627859A}"/>
                </a:ext>
              </a:extLst>
            </p:cNvPr>
            <p:cNvSpPr/>
            <p:nvPr/>
          </p:nvSpPr>
          <p:spPr bwMode="auto">
            <a:xfrm>
              <a:off x="4412342" y="2253343"/>
              <a:ext cx="3367316" cy="3367314"/>
            </a:xfrm>
            <a:prstGeom prst="arc">
              <a:avLst>
                <a:gd name="adj1" fmla="val 19347362"/>
                <a:gd name="adj2" fmla="val 2498118"/>
              </a:avLst>
            </a:prstGeom>
            <a:noFill/>
            <a:ln w="57150" cap="rnd" cmpd="sng" algn="ctr">
              <a:solidFill>
                <a:srgbClr val="5B5FC7"/>
              </a:solidFill>
              <a:prstDash val="solid"/>
              <a:headEnd type="none" w="med" len="med"/>
              <a:tailEnd type="none" w="med" len="med"/>
            </a:ln>
            <a:effectLst>
              <a:outerShdw blurRad="342900" dist="38100" dir="2700000" algn="tl" rotWithShape="0">
                <a:prstClr val="black">
                  <a:alpha val="6000"/>
                </a:prstClr>
              </a:outerShdw>
            </a:effectLst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6C4B9A1A-63EC-84C1-AC53-86A84F860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005175" y="1735993"/>
            <a:ext cx="3387242" cy="3387238"/>
            <a:chOff x="4412341" y="2253343"/>
            <a:chExt cx="3367317" cy="3367314"/>
          </a:xfrm>
        </p:grpSpPr>
        <p:sp>
          <p:nvSpPr>
            <p:cNvPr id="107" name="Partial Circle 106">
              <a:extLst>
                <a:ext uri="{FF2B5EF4-FFF2-40B4-BE49-F238E27FC236}">
                  <a16:creationId xmlns:a16="http://schemas.microsoft.com/office/drawing/2014/main" id="{6DADE45B-7F90-22D0-3ED2-B6991FD48207}"/>
                </a:ext>
              </a:extLst>
            </p:cNvPr>
            <p:cNvSpPr/>
            <p:nvPr/>
          </p:nvSpPr>
          <p:spPr bwMode="auto">
            <a:xfrm flipH="1">
              <a:off x="4412341" y="2253343"/>
              <a:ext cx="3367316" cy="3367314"/>
            </a:xfrm>
            <a:prstGeom prst="pie">
              <a:avLst>
                <a:gd name="adj1" fmla="val 19300309"/>
                <a:gd name="adj2" fmla="val 2456178"/>
              </a:avLst>
            </a:prstGeom>
            <a:solidFill>
              <a:srgbClr val="FFFFFF">
                <a:lumMod val="95000"/>
                <a:alpha val="94000"/>
              </a:srgbClr>
            </a:solidFill>
            <a:ln w="57150" cap="rnd" cmpd="sng" algn="ctr">
              <a:noFill/>
              <a:prstDash val="solid"/>
              <a:headEnd type="none" w="med" len="med"/>
              <a:tailEnd type="none" w="med" len="med"/>
            </a:ln>
            <a:effectLst>
              <a:outerShdw blurRad="342900" dist="38100" dir="2700000" algn="tl" rotWithShape="0">
                <a:prstClr val="black">
                  <a:alpha val="6000"/>
                </a:prstClr>
              </a:outerShdw>
            </a:effectLst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"/>
                <a:ea typeface="+mn-ea"/>
                <a:cs typeface="Segoe UI" pitchFamily="34" charset="0"/>
              </a:endParaRPr>
            </a:p>
          </p:txBody>
        </p:sp>
        <p:sp>
          <p:nvSpPr>
            <p:cNvPr id="108" name="Arc 107">
              <a:extLst>
                <a:ext uri="{FF2B5EF4-FFF2-40B4-BE49-F238E27FC236}">
                  <a16:creationId xmlns:a16="http://schemas.microsoft.com/office/drawing/2014/main" id="{E794228F-A9C2-2B0C-7CBA-A59BD5CB1D18}"/>
                </a:ext>
              </a:extLst>
            </p:cNvPr>
            <p:cNvSpPr/>
            <p:nvPr/>
          </p:nvSpPr>
          <p:spPr bwMode="auto">
            <a:xfrm flipH="1">
              <a:off x="4412342" y="2253343"/>
              <a:ext cx="3367316" cy="3367314"/>
            </a:xfrm>
            <a:prstGeom prst="arc">
              <a:avLst>
                <a:gd name="adj1" fmla="val 19220456"/>
                <a:gd name="adj2" fmla="val 2468876"/>
              </a:avLst>
            </a:prstGeom>
            <a:noFill/>
            <a:ln w="57150" cap="rnd" cmpd="sng" algn="ctr">
              <a:solidFill>
                <a:srgbClr val="5B5FC7"/>
              </a:solidFill>
              <a:prstDash val="solid"/>
              <a:headEnd type="none" w="med" len="med"/>
              <a:tailEnd type="none" w="med" len="med"/>
            </a:ln>
            <a:effectLst>
              <a:outerShdw blurRad="342900" dist="38100" dir="2700000" algn="tl" rotWithShape="0">
                <a:prstClr val="black">
                  <a:alpha val="6000"/>
                </a:prstClr>
              </a:outerShdw>
            </a:effectLst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"/>
                <a:ea typeface="+mn-ea"/>
                <a:cs typeface="Segoe UI" pitchFamily="34" charset="0"/>
              </a:endParaRPr>
            </a:p>
          </p:txBody>
        </p: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C93A3D2B-5C2C-492F-6EC0-60272606A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664007" y="1984649"/>
            <a:ext cx="2069576" cy="1595856"/>
          </a:xfrm>
          <a:prstGeom prst="rect">
            <a:avLst/>
          </a:prstGeom>
          <a:noFill/>
        </p:spPr>
        <p:txBody>
          <a:bodyPr wrap="square" lIns="0" tIns="0" rIns="0" bIns="0" rtlCol="0">
            <a:prstTxWarp prst="textArchUp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3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Meet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0C4D3A2-BCDD-E340-9F02-96F043AC7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664482" y="3640118"/>
            <a:ext cx="2069578" cy="1316328"/>
          </a:xfrm>
          <a:prstGeom prst="rect">
            <a:avLst/>
          </a:prstGeom>
          <a:noFill/>
        </p:spPr>
        <p:txBody>
          <a:bodyPr wrap="square" lIns="0" tIns="0" rIns="0" bIns="0" rtlCol="0" anchor="b">
            <a:prstTxWarp prst="textArchDown">
              <a:avLst>
                <a:gd name="adj" fmla="val 1079855"/>
              </a:avLst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3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Collaborate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D9516A5-CAA8-E519-312A-5F8AE765F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 rot="5400000">
            <a:off x="8237268" y="2639752"/>
            <a:ext cx="2069574" cy="1707658"/>
          </a:xfrm>
          <a:prstGeom prst="rect">
            <a:avLst/>
          </a:prstGeom>
          <a:noFill/>
        </p:spPr>
        <p:txBody>
          <a:bodyPr wrap="square" lIns="0" tIns="0" rIns="0" bIns="0" rtlCol="0">
            <a:prstTxWarp prst="textArchUp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3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Call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4E379F43-DFBC-66E6-E7A9-31D7D8B84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 rot="16200000">
            <a:off x="6947072" y="2690714"/>
            <a:ext cx="2069576" cy="1477792"/>
          </a:xfrm>
          <a:prstGeom prst="rect">
            <a:avLst/>
          </a:prstGeom>
          <a:noFill/>
        </p:spPr>
        <p:txBody>
          <a:bodyPr wrap="square" lIns="0" tIns="0" rIns="0" bIns="0" rtlCol="0">
            <a:prstTxWarp prst="textArchUp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3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Chat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BDD9BAD7-5F2A-A774-B8B0-0FB2EEECF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565787" y="2299014"/>
            <a:ext cx="2261200" cy="2261196"/>
          </a:xfrm>
          <a:prstGeom prst="ellipse">
            <a:avLst/>
          </a:prstGeom>
          <a:gradFill flip="none" rotWithShape="1">
            <a:gsLst>
              <a:gs pos="0">
                <a:srgbClr val="C03BC4"/>
              </a:gs>
              <a:gs pos="100000">
                <a:srgbClr val="5B5FC7"/>
              </a:gs>
            </a:gsLst>
            <a:path path="circle">
              <a:fillToRect l="100000" b="100000"/>
            </a:path>
            <a:tileRect t="-100000" r="-100000"/>
          </a:gradFill>
          <a:ln w="12700"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 Semibold"/>
              <a:ea typeface="+mn-ea"/>
              <a:cs typeface="+mn-cs"/>
            </a:endParaRP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E20D5D11-8DBB-87D3-3A50-E6753599A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062944" y="2793764"/>
            <a:ext cx="1271702" cy="1271696"/>
          </a:xfrm>
          <a:prstGeom prst="ellipse">
            <a:avLst/>
          </a:prstGeom>
          <a:gradFill>
            <a:gsLst>
              <a:gs pos="45000">
                <a:srgbClr val="FFFFFF"/>
              </a:gs>
              <a:gs pos="100000">
                <a:srgbClr val="FFFFFF">
                  <a:lumMod val="85000"/>
                </a:srgbClr>
              </a:gs>
            </a:gsLst>
            <a:lin ang="2700000" scaled="1"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innerShdw blurRad="609600" dist="254000" dir="16020000">
              <a:prstClr val="black">
                <a:alpha val="4000"/>
              </a:prstClr>
            </a:innerShdw>
          </a:effectLst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5" name="Picture 114">
            <a:extLst>
              <a:ext uri="{FF2B5EF4-FFF2-40B4-BE49-F238E27FC236}">
                <a16:creationId xmlns:a16="http://schemas.microsoft.com/office/drawing/2014/main" id="{1338B3C8-C12D-721A-3045-F69B07A8D4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2201" y="2985540"/>
            <a:ext cx="909442" cy="909442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FF1A4229-986A-26F5-4772-E36A0332B7C1}"/>
              </a:ext>
            </a:extLst>
          </p:cNvPr>
          <p:cNvSpPr txBox="1"/>
          <p:nvPr/>
        </p:nvSpPr>
        <p:spPr>
          <a:xfrm>
            <a:off x="8006613" y="1377061"/>
            <a:ext cx="1375658" cy="354916"/>
          </a:xfrm>
          <a:prstGeom prst="rect">
            <a:avLst/>
          </a:prstGeom>
          <a:noFill/>
        </p:spPr>
        <p:txBody>
          <a:bodyPr wrap="square" lIns="0" tIns="0" rIns="0" bIns="0" rtlCol="0">
            <a:prstTxWarp prst="textArchUp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Copilot in Teams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533F87D4-AA98-51E4-3AAA-1594F9E423BE}"/>
              </a:ext>
            </a:extLst>
          </p:cNvPr>
          <p:cNvSpPr txBox="1"/>
          <p:nvPr/>
        </p:nvSpPr>
        <p:spPr>
          <a:xfrm rot="4042329">
            <a:off x="6259786" y="4031216"/>
            <a:ext cx="1375658" cy="354916"/>
          </a:xfrm>
          <a:prstGeom prst="rect">
            <a:avLst/>
          </a:prstGeom>
          <a:noFill/>
        </p:spPr>
        <p:txBody>
          <a:bodyPr wrap="square" lIns="0" tIns="0" rIns="0" bIns="0" rtlCol="0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Copilot in Teams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DC6ADDC-7D6E-AE72-4FC7-1D981B628A78}"/>
              </a:ext>
            </a:extLst>
          </p:cNvPr>
          <p:cNvSpPr txBox="1"/>
          <p:nvPr/>
        </p:nvSpPr>
        <p:spPr>
          <a:xfrm rot="17614828">
            <a:off x="9781447" y="4017215"/>
            <a:ext cx="1375658" cy="354916"/>
          </a:xfrm>
          <a:prstGeom prst="rect">
            <a:avLst/>
          </a:prstGeom>
          <a:noFill/>
        </p:spPr>
        <p:txBody>
          <a:bodyPr wrap="square" lIns="0" tIns="0" rIns="0" bIns="0" rtlCol="0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Copilot in Teams</a:t>
            </a:r>
          </a:p>
        </p:txBody>
      </p:sp>
    </p:spTree>
    <p:extLst>
      <p:ext uri="{BB962C8B-B14F-4D97-AF65-F5344CB8AC3E}">
        <p14:creationId xmlns:p14="http://schemas.microsoft.com/office/powerpoint/2010/main" val="2912321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25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2" presetClass="path" presetSubtype="0" decel="10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1719 -0.00023 L 2.70833E-6 0 " pathEditMode="relative" rAng="0" ptsTypes="AA">
                                          <p:cBhvr>
                                            <p:cTn id="9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85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" presetID="23" presetClass="entr" presetSubtype="16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200" fill="hold"/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200" fill="hold"/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6" presetClass="emph" presetSubtype="0" fill="hold" nodeType="withEffect" p14:presetBounceEnd="99000">
                                      <p:stCondLst>
                                        <p:cond delay="1500"/>
                                      </p:stCondLst>
                                      <p:childTnLst>
                                        <p:animScale p14:bounceEnd="99000">
                                          <p:cBhvr>
                                            <p:cTn id="15" dur="1000" fill="hold"/>
                                            <p:tgtEl>
                                              <p:spTgt spid="115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6" presetID="6" presetClass="emph" presetSubtype="0" accel="50000" decel="50000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animScale>
                                          <p:cBhvr>
                                            <p:cTn id="17" dur="250" fill="hold"/>
                                            <p:tgtEl>
                                              <p:spTgt spid="115"/>
                                            </p:tgtEl>
                                          </p:cBhvr>
                                          <p:by x="91000" y="91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8" presetID="49" presetClass="entr" presetSubtype="0" decel="10000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1000" fill="hold"/>
                                            <p:tgtEl>
                                              <p:spTgt spid="1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1000" fill="hold"/>
                                            <p:tgtEl>
                                              <p:spTgt spid="1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11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3" dur="1000"/>
                                            <p:tgtEl>
                                              <p:spTgt spid="1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8" presetClass="emph" presetSubtype="0" repeatCount="indefinite" fill="hold" grpId="1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animRot by="-21600000">
                                          <p:cBhvr>
                                            <p:cTn id="25" dur="48000" fill="hold"/>
                                            <p:tgtEl>
                                              <p:spTgt spid="1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6" presetID="6" presetClass="emph" presetSubtype="0" repeatCount="indefinite" accel="21333" autoRev="1" fill="hold" grpId="2" nodeType="withEffect" p14:presetBounceEnd="16000">
                                      <p:stCondLst>
                                        <p:cond delay="3000"/>
                                      </p:stCondLst>
                                      <p:childTnLst>
                                        <p:animScale p14:bounceEnd="16000">
                                          <p:cBhvr>
                                            <p:cTn id="27" dur="1500" fill="hold"/>
                                            <p:tgtEl>
                                              <p:spTgt spid="114"/>
                                            </p:tgtEl>
                                          </p:cBhvr>
                                          <p:by x="102000" y="102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1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32" presetClass="emph" presetSubtype="0" repeatCount="indefinite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120000">
                                          <p:cBhvr>
                                            <p:cTn id="32" dur="1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33" dur="200" fill="hold">
                                              <p:stCondLst>
                                                <p:cond delay="200"/>
                                              </p:stCondLst>
                                            </p:cTn>
                                            <p:tgtEl>
                                              <p:spTgt spid="1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240000">
                                          <p:cBhvr>
                                            <p:cTn id="34" dur="200" fill="hold">
                                              <p:stCondLst>
                                                <p:cond delay="400"/>
                                              </p:stCondLst>
                                            </p:cTn>
                                            <p:tgtEl>
                                              <p:spTgt spid="1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35" dur="200" fill="hold">
                                              <p:stCondLst>
                                                <p:cond delay="600"/>
                                              </p:stCondLst>
                                            </p:cTn>
                                            <p:tgtEl>
                                              <p:spTgt spid="1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120000">
                                          <p:cBhvr>
                                            <p:cTn id="36" dur="200" fill="hold">
                                              <p:stCondLst>
                                                <p:cond delay="800"/>
                                              </p:stCondLst>
                                            </p:cTn>
                                            <p:tgtEl>
                                              <p:spTgt spid="1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37" presetID="6" presetClass="emph" presetSubtype="0" repeatCount="indefinite" accel="21333" autoRev="1" fill="hold" grpId="2" nodeType="withEffect" p14:presetBounceEnd="16000">
                                      <p:stCondLst>
                                        <p:cond delay="2500"/>
                                      </p:stCondLst>
                                      <p:childTnLst>
                                        <p:animScale p14:bounceEnd="16000">
                                          <p:cBhvr>
                                            <p:cTn id="38" dur="1500" fill="hold"/>
                                            <p:tgtEl>
                                              <p:spTgt spid="113"/>
                                            </p:tgtEl>
                                          </p:cBhvr>
                                          <p:by x="102000" y="102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9" presetID="23" presetClass="entr" presetSubtype="16" fill="hold" grpId="0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1" dur="200" fill="hold"/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200" fill="hold"/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6" presetClass="emph" presetSubtype="0" fill="hold" grpId="1" nodeType="withEffect" p14:presetBounceEnd="99000">
                                      <p:stCondLst>
                                        <p:cond delay="1750"/>
                                      </p:stCondLst>
                                      <p:childTnLst>
                                        <p:animScale p14:bounceEnd="99000">
                                          <p:cBhvr>
                                            <p:cTn id="44" dur="1000" fill="hold"/>
                                            <p:tgtEl>
                                              <p:spTgt spid="109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5" presetID="6" presetClass="emph" presetSubtype="0" accel="50000" decel="50000" fill="hold" grpId="2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animScale>
                                          <p:cBhvr>
                                            <p:cTn id="46" dur="250" fill="hold"/>
                                            <p:tgtEl>
                                              <p:spTgt spid="109"/>
                                            </p:tgtEl>
                                          </p:cBhvr>
                                          <p:by x="91000" y="91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7" presetID="23" presetClass="entr" presetSubtype="16" fill="hold" grpId="0" nodeType="withEffect">
                                      <p:stCondLst>
                                        <p:cond delay="195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200" fill="hold"/>
                                            <p:tgtEl>
                                              <p:spTgt spid="1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200" fill="hold"/>
                                            <p:tgtEl>
                                              <p:spTgt spid="1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6" presetClass="emph" presetSubtype="0" fill="hold" grpId="1" nodeType="withEffect" p14:presetBounceEnd="99000">
                                      <p:stCondLst>
                                        <p:cond delay="1950"/>
                                      </p:stCondLst>
                                      <p:childTnLst>
                                        <p:animScale p14:bounceEnd="99000">
                                          <p:cBhvr>
                                            <p:cTn id="52" dur="1000" fill="hold"/>
                                            <p:tgtEl>
                                              <p:spTgt spid="111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3" presetID="6" presetClass="emph" presetSubtype="0" accel="50000" decel="50000" fill="hold" grpId="2" nodeType="withEffect">
                                      <p:stCondLst>
                                        <p:cond delay="1950"/>
                                      </p:stCondLst>
                                      <p:childTnLst>
                                        <p:animScale>
                                          <p:cBhvr>
                                            <p:cTn id="54" dur="250" fill="hold"/>
                                            <p:tgtEl>
                                              <p:spTgt spid="111"/>
                                            </p:tgtEl>
                                          </p:cBhvr>
                                          <p:by x="91000" y="91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5" presetID="23" presetClass="entr" presetSubtype="16" fill="hold" grpId="0" nodeType="withEffect">
                                      <p:stCondLst>
                                        <p:cond delay="22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200" fill="hold"/>
                                            <p:tgtEl>
                                              <p:spTgt spid="1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200" fill="hold"/>
                                            <p:tgtEl>
                                              <p:spTgt spid="1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6" presetClass="emph" presetSubtype="0" fill="hold" grpId="1" nodeType="withEffect" p14:presetBounceEnd="99000">
                                      <p:stCondLst>
                                        <p:cond delay="2200"/>
                                      </p:stCondLst>
                                      <p:childTnLst>
                                        <p:animScale p14:bounceEnd="99000">
                                          <p:cBhvr>
                                            <p:cTn id="60" dur="1000" fill="hold"/>
                                            <p:tgtEl>
                                              <p:spTgt spid="110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1" presetID="6" presetClass="emph" presetSubtype="0" accel="50000" decel="50000" fill="hold" grpId="2" nodeType="withEffect">
                                      <p:stCondLst>
                                        <p:cond delay="2200"/>
                                      </p:stCondLst>
                                      <p:childTnLst>
                                        <p:animScale>
                                          <p:cBhvr>
                                            <p:cTn id="62" dur="250" fill="hold"/>
                                            <p:tgtEl>
                                              <p:spTgt spid="110"/>
                                            </p:tgtEl>
                                          </p:cBhvr>
                                          <p:by x="91000" y="91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3" presetID="23" presetClass="entr" presetSubtype="16" fill="hold" grpId="0" nodeType="withEffect">
                                      <p:stCondLst>
                                        <p:cond delay="245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5" dur="200" fill="hold"/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6" dur="200" fill="hold"/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7" presetID="6" presetClass="emph" presetSubtype="0" fill="hold" grpId="1" nodeType="withEffect" p14:presetBounceEnd="99000">
                                      <p:stCondLst>
                                        <p:cond delay="2450"/>
                                      </p:stCondLst>
                                      <p:childTnLst>
                                        <p:animScale p14:bounceEnd="99000">
                                          <p:cBhvr>
                                            <p:cTn id="68" dur="1000" fill="hold"/>
                                            <p:tgtEl>
                                              <p:spTgt spid="112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9" presetID="6" presetClass="emph" presetSubtype="0" accel="50000" decel="50000" fill="hold" grpId="2" nodeType="withEffect">
                                      <p:stCondLst>
                                        <p:cond delay="2450"/>
                                      </p:stCondLst>
                                      <p:childTnLst>
                                        <p:animScale>
                                          <p:cBhvr>
                                            <p:cTn id="70" dur="250" fill="hold"/>
                                            <p:tgtEl>
                                              <p:spTgt spid="112"/>
                                            </p:tgtEl>
                                          </p:cBhvr>
                                          <p:by x="91000" y="91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1" presetID="22" presetClass="entr" presetSubtype="8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3" dur="500"/>
                                            <p:tgtEl>
                                              <p:spTgt spid="9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22" presetClass="entr" presetSubtype="1" fill="hold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6" dur="500"/>
                                            <p:tgtEl>
                                              <p:spTgt spid="10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22" presetClass="entr" presetSubtype="2" fill="hold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79" dur="500"/>
                                            <p:tgtEl>
                                              <p:spTgt spid="10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22" presetClass="entr" presetSubtype="4" fill="hold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82" dur="500"/>
                                            <p:tgtEl>
                                              <p:spTgt spid="10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3" fill="hold">
                          <p:stCondLst>
                            <p:cond delay="indefinite"/>
                          </p:stCondLst>
                          <p:childTnLst>
                            <p:par>
                              <p:cTn id="8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5" presetID="23" presetClass="entr" presetSubtype="16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7" dur="75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8" dur="75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9" presetID="6" presetClass="emph" presetSubtype="0" fill="hold" nodeType="withEffect" p14:presetBounceEnd="99000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99000">
                                          <p:cBhvr>
                                            <p:cTn id="90" dur="500" fill="hold"/>
                                            <p:tgtEl>
                                              <p:spTgt spid="86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91" presetID="6" presetClass="emp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92" dur="500" fill="hold"/>
                                            <p:tgtEl>
                                              <p:spTgt spid="86"/>
                                            </p:tgtEl>
                                          </p:cBhvr>
                                          <p:by x="91000" y="91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93" presetID="23" presetClass="entr" presetSubtype="1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5" dur="200" fill="hold"/>
                                            <p:tgtEl>
                                              <p:spTgt spid="1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6" dur="200" fill="hold"/>
                                            <p:tgtEl>
                                              <p:spTgt spid="1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7" presetID="6" presetClass="emph" presetSubtype="0" fill="hold" grpId="1" nodeType="withEffect" p14:presetBounceEnd="99000">
                                      <p:stCondLst>
                                        <p:cond delay="750"/>
                                      </p:stCondLst>
                                      <p:childTnLst>
                                        <p:animScale p14:bounceEnd="99000">
                                          <p:cBhvr>
                                            <p:cTn id="98" dur="1000" fill="hold"/>
                                            <p:tgtEl>
                                              <p:spTgt spid="116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99" presetID="6" presetClass="emph" presetSubtype="0" accel="50000" decel="50000" fill="hold" grpId="2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Scale>
                                          <p:cBhvr>
                                            <p:cTn id="100" dur="250" fill="hold"/>
                                            <p:tgtEl>
                                              <p:spTgt spid="116"/>
                                            </p:tgtEl>
                                          </p:cBhvr>
                                          <p:by x="91000" y="91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01" presetID="23" presetClass="entr" presetSubtype="1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3" dur="200" fill="hold"/>
                                            <p:tgtEl>
                                              <p:spTgt spid="1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4" dur="200" fill="hold"/>
                                            <p:tgtEl>
                                              <p:spTgt spid="1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5" presetID="6" presetClass="emph" presetSubtype="0" fill="hold" grpId="1" nodeType="withEffect" p14:presetBounceEnd="99000">
                                      <p:stCondLst>
                                        <p:cond delay="750"/>
                                      </p:stCondLst>
                                      <p:childTnLst>
                                        <p:animScale p14:bounceEnd="99000">
                                          <p:cBhvr>
                                            <p:cTn id="106" dur="1000" fill="hold"/>
                                            <p:tgtEl>
                                              <p:spTgt spid="117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07" presetID="6" presetClass="emph" presetSubtype="0" accel="50000" decel="50000" fill="hold" grpId="2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Scale>
                                          <p:cBhvr>
                                            <p:cTn id="108" dur="250" fill="hold"/>
                                            <p:tgtEl>
                                              <p:spTgt spid="117"/>
                                            </p:tgtEl>
                                          </p:cBhvr>
                                          <p:by x="91000" y="91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09" presetID="23" presetClass="entr" presetSubtype="1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1" dur="200" fill="hold"/>
                                            <p:tgtEl>
                                              <p:spTgt spid="11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2" dur="200" fill="hold"/>
                                            <p:tgtEl>
                                              <p:spTgt spid="11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3" presetID="6" presetClass="emph" presetSubtype="0" fill="hold" grpId="1" nodeType="withEffect" p14:presetBounceEnd="99000">
                                      <p:stCondLst>
                                        <p:cond delay="750"/>
                                      </p:stCondLst>
                                      <p:childTnLst>
                                        <p:animScale p14:bounceEnd="99000">
                                          <p:cBhvr>
                                            <p:cTn id="114" dur="1000" fill="hold"/>
                                            <p:tgtEl>
                                              <p:spTgt spid="118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15" presetID="6" presetClass="emph" presetSubtype="0" accel="50000" decel="50000" fill="hold" grpId="2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Scale>
                                          <p:cBhvr>
                                            <p:cTn id="116" dur="250" fill="hold"/>
                                            <p:tgtEl>
                                              <p:spTgt spid="118"/>
                                            </p:tgtEl>
                                          </p:cBhvr>
                                          <p:by x="91000" y="91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17" presetID="6" presetClass="entr" presetSubtype="32" fill="hold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circle(out)">
                                          <p:cBhvr>
                                            <p:cTn id="119" dur="1000"/>
                                            <p:tgtEl>
                                              <p:spTgt spid="7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0" fill="hold">
                                <p:stCondLst>
                                  <p:cond delay="2750"/>
                                </p:stCondLst>
                                <p:childTnLst>
                                  <p:par>
                                    <p:cTn id="121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500"/>
                                            <p:tgtEl>
                                              <p:spTgt spid="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4" fill="hold">
                                <p:stCondLst>
                                  <p:cond delay="3250"/>
                                </p:stCondLst>
                                <p:childTnLst>
                                  <p:par>
                                    <p:cTn id="125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8" fill="hold">
                                <p:stCondLst>
                                  <p:cond delay="3750"/>
                                </p:stCondLst>
                                <p:childTnLst>
                                  <p:par>
                                    <p:cTn id="129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1" dur="500"/>
                                            <p:tgtEl>
                                              <p:spTgt spid="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2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4" dur="500"/>
                                            <p:tgtEl>
                                              <p:spTgt spid="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/>
          <p:bldP spid="13" grpId="1"/>
          <p:bldP spid="82" grpId="0"/>
          <p:bldP spid="83" grpId="0"/>
          <p:bldP spid="84" grpId="0"/>
          <p:bldP spid="85" grpId="0"/>
          <p:bldP spid="109" grpId="0"/>
          <p:bldP spid="109" grpId="1"/>
          <p:bldP spid="109" grpId="2"/>
          <p:bldP spid="110" grpId="0"/>
          <p:bldP spid="110" grpId="1"/>
          <p:bldP spid="110" grpId="2"/>
          <p:bldP spid="111" grpId="0"/>
          <p:bldP spid="111" grpId="1"/>
          <p:bldP spid="111" grpId="2"/>
          <p:bldP spid="112" grpId="0"/>
          <p:bldP spid="112" grpId="1"/>
          <p:bldP spid="112" grpId="2"/>
          <p:bldP spid="113" grpId="0" animBg="1"/>
          <p:bldP spid="113" grpId="1" animBg="1"/>
          <p:bldP spid="113" grpId="2" animBg="1"/>
          <p:bldP spid="114" grpId="0" animBg="1"/>
          <p:bldP spid="114" grpId="1" animBg="1"/>
          <p:bldP spid="114" grpId="2" animBg="1"/>
          <p:bldP spid="116" grpId="0"/>
          <p:bldP spid="116" grpId="1"/>
          <p:bldP spid="116" grpId="2"/>
          <p:bldP spid="117" grpId="0"/>
          <p:bldP spid="117" grpId="1"/>
          <p:bldP spid="117" grpId="2"/>
          <p:bldP spid="118" grpId="0"/>
          <p:bldP spid="118" grpId="1"/>
          <p:bldP spid="118" grpId="2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" dur="25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2" presetClass="path" presetSubtype="0" decel="10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1719 -0.00023 L 2.70833E-6 0 " pathEditMode="relative" rAng="0" ptsTypes="AA">
                                          <p:cBhvr>
                                            <p:cTn id="9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85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0" presetID="23" presetClass="entr" presetSubtype="16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200" fill="hold"/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200" fill="hold"/>
                                            <p:tgtEl>
                                              <p:spTgt spid="1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6" presetClass="emph" presetSubtype="0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animScale>
                                          <p:cBhvr>
                                            <p:cTn id="15" dur="1000" fill="hold"/>
                                            <p:tgtEl>
                                              <p:spTgt spid="115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6" presetID="6" presetClass="emph" presetSubtype="0" accel="50000" decel="50000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animScale>
                                          <p:cBhvr>
                                            <p:cTn id="17" dur="250" fill="hold"/>
                                            <p:tgtEl>
                                              <p:spTgt spid="115"/>
                                            </p:tgtEl>
                                          </p:cBhvr>
                                          <p:by x="91000" y="91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8" presetID="49" presetClass="entr" presetSubtype="0" decel="100000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1000" fill="hold"/>
                                            <p:tgtEl>
                                              <p:spTgt spid="1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1000" fill="hold"/>
                                            <p:tgtEl>
                                              <p:spTgt spid="1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11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3" dur="1000"/>
                                            <p:tgtEl>
                                              <p:spTgt spid="1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8" presetClass="emph" presetSubtype="0" repeatCount="indefinite" fill="hold" grpId="1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animRot by="-21600000">
                                          <p:cBhvr>
                                            <p:cTn id="25" dur="48000" fill="hold"/>
                                            <p:tgtEl>
                                              <p:spTgt spid="114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26" presetID="6" presetClass="emph" presetSubtype="0" repeatCount="indefinite" accel="21333" autoRev="1" fill="hold" grpId="2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animScale>
                                          <p:cBhvr>
                                            <p:cTn id="27" dur="1500" fill="hold"/>
                                            <p:tgtEl>
                                              <p:spTgt spid="114"/>
                                            </p:tgtEl>
                                          </p:cBhvr>
                                          <p:by x="102000" y="102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1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32" presetClass="emph" presetSubtype="0" repeatCount="indefinite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120000">
                                          <p:cBhvr>
                                            <p:cTn id="32" dur="1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33" dur="200" fill="hold">
                                              <p:stCondLst>
                                                <p:cond delay="200"/>
                                              </p:stCondLst>
                                            </p:cTn>
                                            <p:tgtEl>
                                              <p:spTgt spid="1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240000">
                                          <p:cBhvr>
                                            <p:cTn id="34" dur="200" fill="hold">
                                              <p:stCondLst>
                                                <p:cond delay="400"/>
                                              </p:stCondLst>
                                            </p:cTn>
                                            <p:tgtEl>
                                              <p:spTgt spid="1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-240000">
                                          <p:cBhvr>
                                            <p:cTn id="35" dur="200" fill="hold">
                                              <p:stCondLst>
                                                <p:cond delay="600"/>
                                              </p:stCondLst>
                                            </p:cTn>
                                            <p:tgtEl>
                                              <p:spTgt spid="1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  <p:animRot by="120000">
                                          <p:cBhvr>
                                            <p:cTn id="36" dur="200" fill="hold">
                                              <p:stCondLst>
                                                <p:cond delay="800"/>
                                              </p:stCondLst>
                                            </p:cTn>
                                            <p:tgtEl>
                                              <p:spTgt spid="1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37" presetID="6" presetClass="emph" presetSubtype="0" repeatCount="indefinite" accel="21333" autoRev="1" fill="hold" grpId="2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Scale>
                                          <p:cBhvr>
                                            <p:cTn id="38" dur="1500" fill="hold"/>
                                            <p:tgtEl>
                                              <p:spTgt spid="113"/>
                                            </p:tgtEl>
                                          </p:cBhvr>
                                          <p:by x="102000" y="102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9" presetID="23" presetClass="entr" presetSubtype="16" fill="hold" grpId="0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1" dur="200" fill="hold"/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200" fill="hold"/>
                                            <p:tgtEl>
                                              <p:spTgt spid="10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6" presetClass="emph" presetSubtype="0" fill="hold" grpId="1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animScale>
                                          <p:cBhvr>
                                            <p:cTn id="44" dur="1000" fill="hold"/>
                                            <p:tgtEl>
                                              <p:spTgt spid="109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5" presetID="6" presetClass="emph" presetSubtype="0" accel="50000" decel="50000" fill="hold" grpId="2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animScale>
                                          <p:cBhvr>
                                            <p:cTn id="46" dur="250" fill="hold"/>
                                            <p:tgtEl>
                                              <p:spTgt spid="109"/>
                                            </p:tgtEl>
                                          </p:cBhvr>
                                          <p:by x="91000" y="91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7" presetID="23" presetClass="entr" presetSubtype="16" fill="hold" grpId="0" nodeType="withEffect">
                                      <p:stCondLst>
                                        <p:cond delay="195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200" fill="hold"/>
                                            <p:tgtEl>
                                              <p:spTgt spid="1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200" fill="hold"/>
                                            <p:tgtEl>
                                              <p:spTgt spid="1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6" presetClass="emph" presetSubtype="0" fill="hold" grpId="1" nodeType="withEffect">
                                      <p:stCondLst>
                                        <p:cond delay="1950"/>
                                      </p:stCondLst>
                                      <p:childTnLst>
                                        <p:animScale>
                                          <p:cBhvr>
                                            <p:cTn id="52" dur="1000" fill="hold"/>
                                            <p:tgtEl>
                                              <p:spTgt spid="111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3" presetID="6" presetClass="emph" presetSubtype="0" accel="50000" decel="50000" fill="hold" grpId="2" nodeType="withEffect">
                                      <p:stCondLst>
                                        <p:cond delay="1950"/>
                                      </p:stCondLst>
                                      <p:childTnLst>
                                        <p:animScale>
                                          <p:cBhvr>
                                            <p:cTn id="54" dur="250" fill="hold"/>
                                            <p:tgtEl>
                                              <p:spTgt spid="111"/>
                                            </p:tgtEl>
                                          </p:cBhvr>
                                          <p:by x="91000" y="91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5" presetID="23" presetClass="entr" presetSubtype="16" fill="hold" grpId="0" nodeType="withEffect">
                                      <p:stCondLst>
                                        <p:cond delay="22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200" fill="hold"/>
                                            <p:tgtEl>
                                              <p:spTgt spid="1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200" fill="hold"/>
                                            <p:tgtEl>
                                              <p:spTgt spid="1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6" presetClass="emph" presetSubtype="0" fill="hold" grpId="1" nodeType="withEffect">
                                      <p:stCondLst>
                                        <p:cond delay="2200"/>
                                      </p:stCondLst>
                                      <p:childTnLst>
                                        <p:animScale>
                                          <p:cBhvr>
                                            <p:cTn id="60" dur="1000" fill="hold"/>
                                            <p:tgtEl>
                                              <p:spTgt spid="110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1" presetID="6" presetClass="emph" presetSubtype="0" accel="50000" decel="50000" fill="hold" grpId="2" nodeType="withEffect">
                                      <p:stCondLst>
                                        <p:cond delay="2200"/>
                                      </p:stCondLst>
                                      <p:childTnLst>
                                        <p:animScale>
                                          <p:cBhvr>
                                            <p:cTn id="62" dur="250" fill="hold"/>
                                            <p:tgtEl>
                                              <p:spTgt spid="110"/>
                                            </p:tgtEl>
                                          </p:cBhvr>
                                          <p:by x="91000" y="91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3" presetID="23" presetClass="entr" presetSubtype="16" fill="hold" grpId="0" nodeType="withEffect">
                                      <p:stCondLst>
                                        <p:cond delay="245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5" dur="200" fill="hold"/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6" dur="200" fill="hold"/>
                                            <p:tgtEl>
                                              <p:spTgt spid="1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7" presetID="6" presetClass="emph" presetSubtype="0" fill="hold" grpId="1" nodeType="withEffect">
                                      <p:stCondLst>
                                        <p:cond delay="2450"/>
                                      </p:stCondLst>
                                      <p:childTnLst>
                                        <p:animScale>
                                          <p:cBhvr>
                                            <p:cTn id="68" dur="1000" fill="hold"/>
                                            <p:tgtEl>
                                              <p:spTgt spid="112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9" presetID="6" presetClass="emph" presetSubtype="0" accel="50000" decel="50000" fill="hold" grpId="2" nodeType="withEffect">
                                      <p:stCondLst>
                                        <p:cond delay="2450"/>
                                      </p:stCondLst>
                                      <p:childTnLst>
                                        <p:animScale>
                                          <p:cBhvr>
                                            <p:cTn id="70" dur="250" fill="hold"/>
                                            <p:tgtEl>
                                              <p:spTgt spid="112"/>
                                            </p:tgtEl>
                                          </p:cBhvr>
                                          <p:by x="91000" y="91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71" presetID="22" presetClass="entr" presetSubtype="8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3" dur="500"/>
                                            <p:tgtEl>
                                              <p:spTgt spid="9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22" presetClass="entr" presetSubtype="1" fill="hold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6" dur="500"/>
                                            <p:tgtEl>
                                              <p:spTgt spid="10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22" presetClass="entr" presetSubtype="2" fill="hold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79" dur="500"/>
                                            <p:tgtEl>
                                              <p:spTgt spid="10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22" presetClass="entr" presetSubtype="4" fill="hold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82" dur="500"/>
                                            <p:tgtEl>
                                              <p:spTgt spid="10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3" fill="hold">
                          <p:stCondLst>
                            <p:cond delay="indefinite"/>
                          </p:stCondLst>
                          <p:childTnLst>
                            <p:par>
                              <p:cTn id="8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5" presetID="23" presetClass="entr" presetSubtype="16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7" dur="75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8" dur="750" fill="hold"/>
                                            <p:tgtEl>
                                              <p:spTgt spid="8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9" presetID="6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90" dur="500" fill="hold"/>
                                            <p:tgtEl>
                                              <p:spTgt spid="86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91" presetID="6" presetClass="emp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92" dur="500" fill="hold"/>
                                            <p:tgtEl>
                                              <p:spTgt spid="86"/>
                                            </p:tgtEl>
                                          </p:cBhvr>
                                          <p:by x="91000" y="91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93" presetID="23" presetClass="entr" presetSubtype="1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5" dur="200" fill="hold"/>
                                            <p:tgtEl>
                                              <p:spTgt spid="1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6" dur="200" fill="hold"/>
                                            <p:tgtEl>
                                              <p:spTgt spid="1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7" presetID="6" presetClass="emph" presetSubtype="0" fill="hold" grpId="1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Scale>
                                          <p:cBhvr>
                                            <p:cTn id="98" dur="1000" fill="hold"/>
                                            <p:tgtEl>
                                              <p:spTgt spid="116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99" presetID="6" presetClass="emph" presetSubtype="0" accel="50000" decel="50000" fill="hold" grpId="2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Scale>
                                          <p:cBhvr>
                                            <p:cTn id="100" dur="250" fill="hold"/>
                                            <p:tgtEl>
                                              <p:spTgt spid="116"/>
                                            </p:tgtEl>
                                          </p:cBhvr>
                                          <p:by x="91000" y="91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01" presetID="23" presetClass="entr" presetSubtype="1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3" dur="200" fill="hold"/>
                                            <p:tgtEl>
                                              <p:spTgt spid="1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4" dur="200" fill="hold"/>
                                            <p:tgtEl>
                                              <p:spTgt spid="1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5" presetID="6" presetClass="emph" presetSubtype="0" fill="hold" grpId="1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Scale>
                                          <p:cBhvr>
                                            <p:cTn id="106" dur="1000" fill="hold"/>
                                            <p:tgtEl>
                                              <p:spTgt spid="117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07" presetID="6" presetClass="emph" presetSubtype="0" accel="50000" decel="50000" fill="hold" grpId="2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Scale>
                                          <p:cBhvr>
                                            <p:cTn id="108" dur="250" fill="hold"/>
                                            <p:tgtEl>
                                              <p:spTgt spid="117"/>
                                            </p:tgtEl>
                                          </p:cBhvr>
                                          <p:by x="91000" y="91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09" presetID="23" presetClass="entr" presetSubtype="16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1" dur="200" fill="hold"/>
                                            <p:tgtEl>
                                              <p:spTgt spid="11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2" dur="200" fill="hold"/>
                                            <p:tgtEl>
                                              <p:spTgt spid="11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3" presetID="6" presetClass="emph" presetSubtype="0" fill="hold" grpId="1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Scale>
                                          <p:cBhvr>
                                            <p:cTn id="114" dur="1000" fill="hold"/>
                                            <p:tgtEl>
                                              <p:spTgt spid="118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15" presetID="6" presetClass="emph" presetSubtype="0" accel="50000" decel="50000" fill="hold" grpId="2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Scale>
                                          <p:cBhvr>
                                            <p:cTn id="116" dur="250" fill="hold"/>
                                            <p:tgtEl>
                                              <p:spTgt spid="118"/>
                                            </p:tgtEl>
                                          </p:cBhvr>
                                          <p:by x="91000" y="91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17" presetID="6" presetClass="entr" presetSubtype="32" fill="hold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circle(out)">
                                          <p:cBhvr>
                                            <p:cTn id="119" dur="1000"/>
                                            <p:tgtEl>
                                              <p:spTgt spid="7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0" fill="hold">
                                <p:stCondLst>
                                  <p:cond delay="2750"/>
                                </p:stCondLst>
                                <p:childTnLst>
                                  <p:par>
                                    <p:cTn id="121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500"/>
                                            <p:tgtEl>
                                              <p:spTgt spid="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4" fill="hold">
                                <p:stCondLst>
                                  <p:cond delay="3250"/>
                                </p:stCondLst>
                                <p:childTnLst>
                                  <p:par>
                                    <p:cTn id="125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8" fill="hold">
                                <p:stCondLst>
                                  <p:cond delay="3750"/>
                                </p:stCondLst>
                                <p:childTnLst>
                                  <p:par>
                                    <p:cTn id="129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1" dur="500"/>
                                            <p:tgtEl>
                                              <p:spTgt spid="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2" presetID="10" presetClass="entr" presetSubtype="0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4" dur="500"/>
                                            <p:tgtEl>
                                              <p:spTgt spid="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3" grpId="0"/>
          <p:bldP spid="13" grpId="1"/>
          <p:bldP spid="82" grpId="0"/>
          <p:bldP spid="83" grpId="0"/>
          <p:bldP spid="84" grpId="0"/>
          <p:bldP spid="85" grpId="0"/>
          <p:bldP spid="109" grpId="0"/>
          <p:bldP spid="109" grpId="1"/>
          <p:bldP spid="109" grpId="2"/>
          <p:bldP spid="110" grpId="0"/>
          <p:bldP spid="110" grpId="1"/>
          <p:bldP spid="110" grpId="2"/>
          <p:bldP spid="111" grpId="0"/>
          <p:bldP spid="111" grpId="1"/>
          <p:bldP spid="111" grpId="2"/>
          <p:bldP spid="112" grpId="0"/>
          <p:bldP spid="112" grpId="1"/>
          <p:bldP spid="112" grpId="2"/>
          <p:bldP spid="113" grpId="0" animBg="1"/>
          <p:bldP spid="113" grpId="1" animBg="1"/>
          <p:bldP spid="113" grpId="2" animBg="1"/>
          <p:bldP spid="114" grpId="0" animBg="1"/>
          <p:bldP spid="114" grpId="1" animBg="1"/>
          <p:bldP spid="114" grpId="2" animBg="1"/>
          <p:bldP spid="116" grpId="0"/>
          <p:bldP spid="116" grpId="1"/>
          <p:bldP spid="116" grpId="2"/>
          <p:bldP spid="117" grpId="0"/>
          <p:bldP spid="117" grpId="1"/>
          <p:bldP spid="117" grpId="2"/>
          <p:bldP spid="118" grpId="0"/>
          <p:bldP spid="118" grpId="1"/>
          <p:bldP spid="118" grpId="2"/>
        </p:bldLst>
      </p:timing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B4F67-81FA-9741-CEE9-C39035FF6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4D72E7F-0551-52E9-AAAF-62F6E9649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14958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1095A40-D602-2AE3-5B6C-25999AB2C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226642"/>
            <a:ext cx="12192000" cy="4631357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896F074-8A6E-82E7-3FCD-BECC98A91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14350" y="1530995"/>
            <a:ext cx="11220450" cy="526042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noFill/>
            <a:headEnd type="none" w="med" len="med"/>
            <a:tailEnd type="none" w="med" len="med"/>
          </a:ln>
          <a:effectLst>
            <a:outerShdw blurRad="127000" dist="1270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defTabSz="932472"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chemeClr val="accent1"/>
              </a:solidFill>
              <a:latin typeface="Segoe Pro Display Semibold" panose="020B0702040504020203" pitchFamily="34" charset="0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B7595C09-B388-BDB2-BA55-60861BDD0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30887"/>
          </a:xfrm>
        </p:spPr>
        <p:txBody>
          <a:bodyPr lIns="0" rIns="91440"/>
          <a:lstStyle/>
          <a:p>
            <a:r>
              <a:rPr lang="en-US">
                <a:solidFill>
                  <a:schemeClr val="bg1"/>
                </a:solidFill>
              </a:rPr>
              <a:t>How Copilot is Transforming the Workplace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31E818-F983-1DE7-51B6-C9452CB29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718139" y="1669688"/>
            <a:ext cx="10839607" cy="479895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95327">
                <a:schemeClr val="accent1"/>
              </a:gs>
              <a:gs pos="935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ln w="12700">
            <a:noFill/>
          </a:ln>
          <a:effectLst/>
        </p:spPr>
        <p:txBody>
          <a:bodyPr wrap="square" anchor="ctr">
            <a:noAutofit/>
          </a:bodyPr>
          <a:lstStyle>
            <a:defPPr>
              <a:defRPr lang="en-US"/>
            </a:defPPr>
            <a:lvl1pPr algn="ctr">
              <a:defRPr sz="2800">
                <a:solidFill>
                  <a:srgbClr val="FFFFFF"/>
                </a:solidFill>
                <a:latin typeface="Segoe Sans Display Semibold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ctr" defTabSz="4674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 Semibold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9CAFAF-8C85-57C7-B303-A0256B6F8D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979191"/>
              </p:ext>
            </p:extLst>
          </p:nvPr>
        </p:nvGraphicFramePr>
        <p:xfrm>
          <a:off x="718139" y="1653963"/>
          <a:ext cx="10839607" cy="1852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645">
                  <a:extLst>
                    <a:ext uri="{9D8B030D-6E8A-4147-A177-3AD203B41FA5}">
                      <a16:colId xmlns:a16="http://schemas.microsoft.com/office/drawing/2014/main" val="2041964824"/>
                    </a:ext>
                  </a:extLst>
                </a:gridCol>
                <a:gridCol w="4429958">
                  <a:extLst>
                    <a:ext uri="{9D8B030D-6E8A-4147-A177-3AD203B41FA5}">
                      <a16:colId xmlns:a16="http://schemas.microsoft.com/office/drawing/2014/main" val="2206470233"/>
                    </a:ext>
                  </a:extLst>
                </a:gridCol>
                <a:gridCol w="4935004">
                  <a:extLst>
                    <a:ext uri="{9D8B030D-6E8A-4147-A177-3AD203B41FA5}">
                      <a16:colId xmlns:a16="http://schemas.microsoft.com/office/drawing/2014/main" val="384932999"/>
                    </a:ext>
                  </a:extLst>
                </a:gridCol>
              </a:tblGrid>
              <a:tr h="50589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latin typeface="+mj-lt"/>
                        </a:rPr>
                        <a:t>Pre M365 Copilot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latin typeface="+mj-lt"/>
                        </a:rPr>
                        <a:t>With M365 Copilot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568619"/>
                  </a:ext>
                </a:extLst>
              </a:tr>
              <a:tr h="1346358"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5A62C9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Phone Calls   </a:t>
                      </a:r>
                      <a:r>
                        <a:rPr lang="en-US" sz="1600">
                          <a:latin typeface="+mj-lt"/>
                        </a:rPr>
                        <a:t>w/</a:t>
                      </a:r>
                      <a:r>
                        <a:rPr lang="en-US" sz="1400">
                          <a:latin typeface="+mj-lt"/>
                        </a:rPr>
                        <a:t> </a:t>
                      </a:r>
                      <a:r>
                        <a:rPr lang="en-US" sz="1600">
                          <a:latin typeface="+mj-lt"/>
                        </a:rPr>
                        <a:t>Teams </a:t>
                      </a:r>
                    </a:p>
                    <a:p>
                      <a:r>
                        <a:rPr lang="en-US" sz="1600">
                          <a:latin typeface="+mj-lt"/>
                        </a:rPr>
                        <a:t>Phone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2713" lvl="0" indent="-112713" algn="l" defTabSz="932742" rtl="0" eaLnBrk="1" latinLnBrk="0" hangingPunct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Focus both on the call &amp; take notes</a:t>
                      </a:r>
                    </a:p>
                    <a:p>
                      <a:pPr marL="112713" lvl="0" indent="-112713" algn="l" defTabSz="932742" rtl="0" eaLnBrk="1" latinLnBrk="0" hangingPunct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Save &amp; share notes manually</a:t>
                      </a:r>
                    </a:p>
                    <a:p>
                      <a:pPr marL="112713" lvl="0" indent="-112713" algn="l" defTabSz="932742" rtl="0" eaLnBrk="1" latinLnBrk="0" hangingPunct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Review notes for insights &amp; next steps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2713" lvl="0" indent="-112713" algn="l" defTabSz="932742" rtl="0" eaLnBrk="1" latinLnBrk="0" hangingPunct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Real-time updates &amp; summaries for VoIP and 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external PSTN calls</a:t>
                      </a:r>
                    </a:p>
                    <a:p>
                      <a:pPr marL="112713" lvl="0" indent="-112713" algn="l" defTabSz="932742" rtl="0" eaLnBrk="1" latinLnBrk="0" hangingPunct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Access insights during/after VoIP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/PSTN phone calls</a:t>
                      </a:r>
                    </a:p>
                    <a:p>
                      <a:pPr marL="112713" lvl="0" indent="-112713" algn="l" defTabSz="932742" rtl="0" eaLnBrk="1" latinLnBrk="0" hangingPunct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Focus on 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phone</a:t>
                      </a:r>
                      <a:r>
                        <a:rPr kumimoji="0" lang="en-US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 call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&amp; retrieve call info later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969866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E54F6225-3802-F472-4B1D-9A40E3129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V="1">
            <a:off x="9768744" y="0"/>
            <a:ext cx="2423256" cy="1453936"/>
            <a:chOff x="7810445" y="4229100"/>
            <a:chExt cx="4381555" cy="2628900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FE8FF24-42A4-DA31-C890-E9E1167F7760}"/>
                </a:ext>
              </a:extLst>
            </p:cNvPr>
            <p:cNvSpPr/>
            <p:nvPr/>
          </p:nvSpPr>
          <p:spPr bwMode="auto">
            <a:xfrm>
              <a:off x="9616869" y="4229100"/>
              <a:ext cx="2575131" cy="2628900"/>
            </a:xfrm>
            <a:custGeom>
              <a:avLst/>
              <a:gdLst>
                <a:gd name="connsiteX0" fmla="*/ 3090339 w 3090339"/>
                <a:gd name="connsiteY0" fmla="*/ 0 h 3154865"/>
                <a:gd name="connsiteX1" fmla="*/ 3090339 w 3090339"/>
                <a:gd name="connsiteY1" fmla="*/ 3154865 h 3154865"/>
                <a:gd name="connsiteX2" fmla="*/ 393 w 3090339"/>
                <a:gd name="connsiteY2" fmla="*/ 3154865 h 3154865"/>
                <a:gd name="connsiteX3" fmla="*/ 0 w 3090339"/>
                <a:gd name="connsiteY3" fmla="*/ 3139336 h 3154865"/>
                <a:gd name="connsiteX4" fmla="*/ 2978992 w 3090339"/>
                <a:gd name="connsiteY4" fmla="*/ 2816 h 3154865"/>
                <a:gd name="connsiteX5" fmla="*/ 3090339 w 3090339"/>
                <a:gd name="connsiteY5" fmla="*/ 0 h 3154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0339" h="3154865">
                  <a:moveTo>
                    <a:pt x="3090339" y="0"/>
                  </a:moveTo>
                  <a:lnTo>
                    <a:pt x="3090339" y="3154865"/>
                  </a:lnTo>
                  <a:lnTo>
                    <a:pt x="393" y="3154865"/>
                  </a:lnTo>
                  <a:lnTo>
                    <a:pt x="0" y="3139336"/>
                  </a:lnTo>
                  <a:cubicBezTo>
                    <a:pt x="0" y="1459031"/>
                    <a:pt x="1319590" y="86931"/>
                    <a:pt x="2978992" y="2816"/>
                  </a:cubicBezTo>
                  <a:lnTo>
                    <a:pt x="3090339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DE971">
                    <a:alpha val="50000"/>
                  </a:srgbClr>
                </a:gs>
                <a:gs pos="100000">
                  <a:srgbClr val="49C5B1">
                    <a:alpha val="50000"/>
                  </a:srgbClr>
                </a:gs>
              </a:gsLst>
              <a:lin ang="0" scaled="1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600" err="1">
                <a:solidFill>
                  <a:srgbClr val="FFFFFF"/>
                </a:solidFill>
                <a:cs typeface="Segoe UI" pitchFamily="34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C5924CF-76AA-CCE3-BC38-EE4D09ACC367}"/>
                </a:ext>
              </a:extLst>
            </p:cNvPr>
            <p:cNvSpPr/>
            <p:nvPr/>
          </p:nvSpPr>
          <p:spPr bwMode="auto">
            <a:xfrm>
              <a:off x="7810445" y="5486918"/>
              <a:ext cx="3403656" cy="1371081"/>
            </a:xfrm>
            <a:custGeom>
              <a:avLst/>
              <a:gdLst>
                <a:gd name="connsiteX0" fmla="*/ 1418727 w 2837454"/>
                <a:gd name="connsiteY0" fmla="*/ 0 h 1143000"/>
                <a:gd name="connsiteX1" fmla="*/ 2805986 w 2837454"/>
                <a:gd name="connsiteY1" fmla="*/ 1020615 h 1143000"/>
                <a:gd name="connsiteX2" fmla="*/ 2837454 w 2837454"/>
                <a:gd name="connsiteY2" fmla="*/ 1143000 h 1143000"/>
                <a:gd name="connsiteX3" fmla="*/ 0 w 2837454"/>
                <a:gd name="connsiteY3" fmla="*/ 1143000 h 1143000"/>
                <a:gd name="connsiteX4" fmla="*/ 31468 w 2837454"/>
                <a:gd name="connsiteY4" fmla="*/ 1020615 h 1143000"/>
                <a:gd name="connsiteX5" fmla="*/ 1418727 w 2837454"/>
                <a:gd name="connsiteY5" fmla="*/ 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37454" h="1143000">
                  <a:moveTo>
                    <a:pt x="1418727" y="0"/>
                  </a:moveTo>
                  <a:cubicBezTo>
                    <a:pt x="2070537" y="0"/>
                    <a:pt x="2622074" y="429322"/>
                    <a:pt x="2805986" y="1020615"/>
                  </a:cubicBezTo>
                  <a:lnTo>
                    <a:pt x="2837454" y="1143000"/>
                  </a:lnTo>
                  <a:lnTo>
                    <a:pt x="0" y="1143000"/>
                  </a:lnTo>
                  <a:lnTo>
                    <a:pt x="31468" y="1020615"/>
                  </a:lnTo>
                  <a:cubicBezTo>
                    <a:pt x="215380" y="429322"/>
                    <a:pt x="766917" y="0"/>
                    <a:pt x="141872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B900">
                    <a:alpha val="50000"/>
                  </a:srgbClr>
                </a:gs>
                <a:gs pos="100000">
                  <a:srgbClr val="FFB3BB">
                    <a:alpha val="50000"/>
                  </a:srgbClr>
                </a:gs>
              </a:gsLst>
              <a:lin ang="0" scaled="1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600" err="1">
                <a:solidFill>
                  <a:srgbClr val="FFFFFF"/>
                </a:solidFill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92373622"/>
      </p:ext>
    </p:extLst>
  </p:cSld>
  <p:clrMapOvr>
    <a:masterClrMapping/>
  </p:clrMapOvr>
  <p:transition advTm="228561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7D127-E455-6CC9-6193-85A31538E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E11F66B-EEB3-3596-BF8F-0B588E8C28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14958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A31CEB2-C502-73C6-69CD-6565799C3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226642"/>
            <a:ext cx="12192000" cy="4631357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588DEF8-DDEC-BDE4-9FDD-1AE570A87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14350" y="1530995"/>
            <a:ext cx="11220450" cy="526042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noFill/>
            <a:headEnd type="none" w="med" len="med"/>
            <a:tailEnd type="none" w="med" len="med"/>
          </a:ln>
          <a:effectLst>
            <a:outerShdw blurRad="127000" dist="1270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defTabSz="932472"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chemeClr val="accent1"/>
              </a:solidFill>
              <a:latin typeface="Segoe Pro Display Semibold" panose="020B0702040504020203" pitchFamily="34" charset="0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B2696252-E6EC-9089-6FB8-08D927ABD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30887"/>
          </a:xfrm>
        </p:spPr>
        <p:txBody>
          <a:bodyPr lIns="0" rIns="91440"/>
          <a:lstStyle/>
          <a:p>
            <a:r>
              <a:rPr lang="en-US">
                <a:solidFill>
                  <a:schemeClr val="bg1"/>
                </a:solidFill>
              </a:rPr>
              <a:t>How Copilot is Transforming the Workplace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333C53-34A6-1930-D5B1-26446355EB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718139" y="1669688"/>
            <a:ext cx="10839607" cy="479895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95327">
                <a:schemeClr val="accent1"/>
              </a:gs>
              <a:gs pos="935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ln w="12700">
            <a:noFill/>
          </a:ln>
          <a:effectLst/>
        </p:spPr>
        <p:txBody>
          <a:bodyPr wrap="square" anchor="ctr">
            <a:noAutofit/>
          </a:bodyPr>
          <a:lstStyle>
            <a:defPPr>
              <a:defRPr lang="en-US"/>
            </a:defPPr>
            <a:lvl1pPr algn="ctr">
              <a:defRPr sz="2800">
                <a:solidFill>
                  <a:srgbClr val="FFFFFF"/>
                </a:solidFill>
                <a:latin typeface="Segoe Sans Display Semibold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ctr" defTabSz="4674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 Semibold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6240CBE-2C32-B409-7AE6-06831EC4E3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833042"/>
              </p:ext>
            </p:extLst>
          </p:nvPr>
        </p:nvGraphicFramePr>
        <p:xfrm>
          <a:off x="718139" y="1653963"/>
          <a:ext cx="10839607" cy="35394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645">
                  <a:extLst>
                    <a:ext uri="{9D8B030D-6E8A-4147-A177-3AD203B41FA5}">
                      <a16:colId xmlns:a16="http://schemas.microsoft.com/office/drawing/2014/main" val="2041964824"/>
                    </a:ext>
                  </a:extLst>
                </a:gridCol>
                <a:gridCol w="4429958">
                  <a:extLst>
                    <a:ext uri="{9D8B030D-6E8A-4147-A177-3AD203B41FA5}">
                      <a16:colId xmlns:a16="http://schemas.microsoft.com/office/drawing/2014/main" val="2206470233"/>
                    </a:ext>
                  </a:extLst>
                </a:gridCol>
                <a:gridCol w="4935004">
                  <a:extLst>
                    <a:ext uri="{9D8B030D-6E8A-4147-A177-3AD203B41FA5}">
                      <a16:colId xmlns:a16="http://schemas.microsoft.com/office/drawing/2014/main" val="384932999"/>
                    </a:ext>
                  </a:extLst>
                </a:gridCol>
              </a:tblGrid>
              <a:tr h="50589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latin typeface="+mj-lt"/>
                        </a:rPr>
                        <a:t>Pre M365 Copilot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latin typeface="+mj-lt"/>
                        </a:rPr>
                        <a:t>With M365 Copilot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568619"/>
                  </a:ext>
                </a:extLst>
              </a:tr>
              <a:tr h="1346358"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5A62C9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Phone Calls   </a:t>
                      </a:r>
                      <a:r>
                        <a:rPr lang="en-US" sz="1600">
                          <a:latin typeface="+mj-lt"/>
                        </a:rPr>
                        <a:t>w/</a:t>
                      </a:r>
                      <a:r>
                        <a:rPr lang="en-US" sz="1400">
                          <a:latin typeface="+mj-lt"/>
                        </a:rPr>
                        <a:t> </a:t>
                      </a:r>
                      <a:r>
                        <a:rPr lang="en-US" sz="1600">
                          <a:latin typeface="+mj-lt"/>
                        </a:rPr>
                        <a:t>Teams </a:t>
                      </a:r>
                    </a:p>
                    <a:p>
                      <a:r>
                        <a:rPr lang="en-US" sz="1600">
                          <a:latin typeface="+mj-lt"/>
                        </a:rPr>
                        <a:t>Phone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2713" lvl="0" indent="-112713" algn="l" defTabSz="932742" rtl="0" eaLnBrk="1" latinLnBrk="0" hangingPunct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Focus both on the call &amp; take notes</a:t>
                      </a:r>
                    </a:p>
                    <a:p>
                      <a:pPr marL="112713" lvl="0" indent="-112713" algn="l" defTabSz="932742" rtl="0" eaLnBrk="1" latinLnBrk="0" hangingPunct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Save &amp; share notes manually</a:t>
                      </a:r>
                    </a:p>
                    <a:p>
                      <a:pPr marL="112713" lvl="0" indent="-112713" algn="l" defTabSz="932742" rtl="0" eaLnBrk="1" latinLnBrk="0" hangingPunct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Review notes for insights &amp; next steps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2713" lvl="0" indent="-112713" algn="l" defTabSz="932742" rtl="0" eaLnBrk="1" latinLnBrk="0" hangingPunct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Real-time updates &amp; summaries for VoIP and 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external PSTN calls</a:t>
                      </a:r>
                    </a:p>
                    <a:p>
                      <a:pPr marL="112713" lvl="0" indent="-112713" algn="l" defTabSz="932742" rtl="0" eaLnBrk="1" latinLnBrk="0" hangingPunct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Access insights during/after VoIP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/PSTN phone calls</a:t>
                      </a:r>
                    </a:p>
                    <a:p>
                      <a:pPr marL="112713" lvl="0" indent="-112713" algn="l" defTabSz="932742" rtl="0" eaLnBrk="1" latinLnBrk="0" hangingPunct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Focus on 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phone</a:t>
                      </a:r>
                      <a:r>
                        <a:rPr kumimoji="0" lang="en-US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 call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&amp; retrieve call info later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969866"/>
                  </a:ext>
                </a:extLst>
              </a:tr>
              <a:tr h="1687217"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5A62C9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Meeting Rooms                 </a:t>
                      </a:r>
                      <a:r>
                        <a:rPr lang="en-US" sz="1600">
                          <a:latin typeface="+mj-lt"/>
                        </a:rPr>
                        <a:t>w/Teams Rooms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2713" lvl="0" indent="-112713" algn="l" defTabSz="932742" rtl="0" eaLnBrk="1" latinLnBrk="0" hangingPunct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Notes taken during &amp; after a meeting</a:t>
                      </a:r>
                    </a:p>
                    <a:p>
                      <a:pPr marL="112713" lvl="0" indent="-112713" algn="l" defTabSz="932742" rtl="0" eaLnBrk="1" latinLnBrk="0" hangingPunct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Latecomers disrupt by asking for updates.</a:t>
                      </a:r>
                    </a:p>
                    <a:p>
                      <a:pPr marL="112713" lvl="0" indent="-112713" algn="l" defTabSz="932742" rtl="0" eaLnBrk="1" latinLnBrk="0" hangingPunct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The note-taker struggle to capture everything</a:t>
                      </a:r>
                    </a:p>
                    <a:p>
                      <a:pPr marL="112713" lvl="0" indent="-112713" algn="l" defTabSz="932742" rtl="0" eaLnBrk="1" latinLnBrk="0" hangingPunct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Action items/follow-ups manually assigned/summarized later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2713" lvl="0" indent="-112713" algn="l" defTabSz="932742" rtl="0" eaLnBrk="1" latinLnBrk="0" hangingPunct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Summarizes action items w/  both 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in-person 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&amp; remote participants </a:t>
                      </a:r>
                    </a:p>
                    <a:p>
                      <a:pPr marL="112713" lvl="0" indent="-112713" algn="l" defTabSz="932742" rtl="0" eaLnBrk="1" latinLnBrk="0" hangingPunct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Keeps latecomers informed w/ both 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in-person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&amp; remote participants</a:t>
                      </a:r>
                    </a:p>
                    <a:p>
                      <a:pPr marL="112713" lvl="0" indent="-112713" algn="l" defTabSz="932742" rtl="0" eaLnBrk="1" latinLnBrk="0" hangingPunct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Captures insights from 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all &amp; each participant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0676455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13173344-395E-8E81-BEC5-FB4F1F298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V="1">
            <a:off x="9768744" y="0"/>
            <a:ext cx="2423256" cy="1453936"/>
            <a:chOff x="7810445" y="4229100"/>
            <a:chExt cx="4381555" cy="2628900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C9A620B-F6FA-121A-061F-9C33373E3B62}"/>
                </a:ext>
              </a:extLst>
            </p:cNvPr>
            <p:cNvSpPr/>
            <p:nvPr/>
          </p:nvSpPr>
          <p:spPr bwMode="auto">
            <a:xfrm>
              <a:off x="9616869" y="4229100"/>
              <a:ext cx="2575131" cy="2628900"/>
            </a:xfrm>
            <a:custGeom>
              <a:avLst/>
              <a:gdLst>
                <a:gd name="connsiteX0" fmla="*/ 3090339 w 3090339"/>
                <a:gd name="connsiteY0" fmla="*/ 0 h 3154865"/>
                <a:gd name="connsiteX1" fmla="*/ 3090339 w 3090339"/>
                <a:gd name="connsiteY1" fmla="*/ 3154865 h 3154865"/>
                <a:gd name="connsiteX2" fmla="*/ 393 w 3090339"/>
                <a:gd name="connsiteY2" fmla="*/ 3154865 h 3154865"/>
                <a:gd name="connsiteX3" fmla="*/ 0 w 3090339"/>
                <a:gd name="connsiteY3" fmla="*/ 3139336 h 3154865"/>
                <a:gd name="connsiteX4" fmla="*/ 2978992 w 3090339"/>
                <a:gd name="connsiteY4" fmla="*/ 2816 h 3154865"/>
                <a:gd name="connsiteX5" fmla="*/ 3090339 w 3090339"/>
                <a:gd name="connsiteY5" fmla="*/ 0 h 3154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0339" h="3154865">
                  <a:moveTo>
                    <a:pt x="3090339" y="0"/>
                  </a:moveTo>
                  <a:lnTo>
                    <a:pt x="3090339" y="3154865"/>
                  </a:lnTo>
                  <a:lnTo>
                    <a:pt x="393" y="3154865"/>
                  </a:lnTo>
                  <a:lnTo>
                    <a:pt x="0" y="3139336"/>
                  </a:lnTo>
                  <a:cubicBezTo>
                    <a:pt x="0" y="1459031"/>
                    <a:pt x="1319590" y="86931"/>
                    <a:pt x="2978992" y="2816"/>
                  </a:cubicBezTo>
                  <a:lnTo>
                    <a:pt x="3090339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DE971">
                    <a:alpha val="50000"/>
                  </a:srgbClr>
                </a:gs>
                <a:gs pos="100000">
                  <a:srgbClr val="49C5B1">
                    <a:alpha val="50000"/>
                  </a:srgbClr>
                </a:gs>
              </a:gsLst>
              <a:lin ang="0" scaled="1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600" err="1">
                <a:solidFill>
                  <a:srgbClr val="FFFFFF"/>
                </a:solidFill>
                <a:cs typeface="Segoe UI" pitchFamily="34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BF5CF8A-AACF-C433-0500-9F71D5906D96}"/>
                </a:ext>
              </a:extLst>
            </p:cNvPr>
            <p:cNvSpPr/>
            <p:nvPr/>
          </p:nvSpPr>
          <p:spPr bwMode="auto">
            <a:xfrm>
              <a:off x="7810445" y="5486918"/>
              <a:ext cx="3403656" cy="1371081"/>
            </a:xfrm>
            <a:custGeom>
              <a:avLst/>
              <a:gdLst>
                <a:gd name="connsiteX0" fmla="*/ 1418727 w 2837454"/>
                <a:gd name="connsiteY0" fmla="*/ 0 h 1143000"/>
                <a:gd name="connsiteX1" fmla="*/ 2805986 w 2837454"/>
                <a:gd name="connsiteY1" fmla="*/ 1020615 h 1143000"/>
                <a:gd name="connsiteX2" fmla="*/ 2837454 w 2837454"/>
                <a:gd name="connsiteY2" fmla="*/ 1143000 h 1143000"/>
                <a:gd name="connsiteX3" fmla="*/ 0 w 2837454"/>
                <a:gd name="connsiteY3" fmla="*/ 1143000 h 1143000"/>
                <a:gd name="connsiteX4" fmla="*/ 31468 w 2837454"/>
                <a:gd name="connsiteY4" fmla="*/ 1020615 h 1143000"/>
                <a:gd name="connsiteX5" fmla="*/ 1418727 w 2837454"/>
                <a:gd name="connsiteY5" fmla="*/ 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37454" h="1143000">
                  <a:moveTo>
                    <a:pt x="1418727" y="0"/>
                  </a:moveTo>
                  <a:cubicBezTo>
                    <a:pt x="2070537" y="0"/>
                    <a:pt x="2622074" y="429322"/>
                    <a:pt x="2805986" y="1020615"/>
                  </a:cubicBezTo>
                  <a:lnTo>
                    <a:pt x="2837454" y="1143000"/>
                  </a:lnTo>
                  <a:lnTo>
                    <a:pt x="0" y="1143000"/>
                  </a:lnTo>
                  <a:lnTo>
                    <a:pt x="31468" y="1020615"/>
                  </a:lnTo>
                  <a:cubicBezTo>
                    <a:pt x="215380" y="429322"/>
                    <a:pt x="766917" y="0"/>
                    <a:pt x="141872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B900">
                    <a:alpha val="50000"/>
                  </a:srgbClr>
                </a:gs>
                <a:gs pos="100000">
                  <a:srgbClr val="FFB3BB">
                    <a:alpha val="50000"/>
                  </a:srgbClr>
                </a:gs>
              </a:gsLst>
              <a:lin ang="0" scaled="1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600" err="1">
                <a:solidFill>
                  <a:srgbClr val="FFFFFF"/>
                </a:solidFill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402857"/>
      </p:ext>
    </p:extLst>
  </p:cSld>
  <p:clrMapOvr>
    <a:masterClrMapping/>
  </p:clrMapOvr>
  <p:transition advTm="228561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6D07B-09BB-7EAC-EEC1-021F73C79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B6F3F76-093A-9CCD-8528-09A3DB4EB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214958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D7B2839-E4B4-1178-CFA3-CEC23BE327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226642"/>
            <a:ext cx="12192000" cy="4631357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97292B8-7C6A-3B7B-F3D6-DFD4D5D9E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14350" y="1530995"/>
            <a:ext cx="11220450" cy="526042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noFill/>
            <a:headEnd type="none" w="med" len="med"/>
            <a:tailEnd type="none" w="med" len="med"/>
          </a:ln>
          <a:effectLst>
            <a:outerShdw blurRad="127000" dist="1270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defTabSz="932472"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chemeClr val="accent1"/>
              </a:solidFill>
              <a:latin typeface="Segoe Pro Display Semibold" panose="020B0702040504020203" pitchFamily="34" charset="0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2EE3F3E-0C19-F083-111F-9111C643F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30887"/>
          </a:xfrm>
        </p:spPr>
        <p:txBody>
          <a:bodyPr lIns="0" rIns="91440"/>
          <a:lstStyle/>
          <a:p>
            <a:r>
              <a:rPr lang="en-US">
                <a:solidFill>
                  <a:schemeClr val="bg1"/>
                </a:solidFill>
              </a:rPr>
              <a:t>How Copilot is Transforming the Workplace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9C5C86-1B53-0938-09E3-8E79EA6E7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718139" y="1669688"/>
            <a:ext cx="10839607" cy="479895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95327">
                <a:schemeClr val="accent1"/>
              </a:gs>
              <a:gs pos="935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ln w="12700">
            <a:noFill/>
          </a:ln>
          <a:effectLst/>
        </p:spPr>
        <p:txBody>
          <a:bodyPr wrap="square" anchor="ctr">
            <a:noAutofit/>
          </a:bodyPr>
          <a:lstStyle>
            <a:defPPr>
              <a:defRPr lang="en-US"/>
            </a:defPPr>
            <a:lvl1pPr algn="ctr">
              <a:defRPr sz="2800">
                <a:solidFill>
                  <a:srgbClr val="FFFFFF"/>
                </a:solidFill>
                <a:latin typeface="Segoe Sans Display Semibold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ctr" defTabSz="4674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 Semibold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94A076-8FE7-4385-2D6D-8B33B8409B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71221"/>
              </p:ext>
            </p:extLst>
          </p:nvPr>
        </p:nvGraphicFramePr>
        <p:xfrm>
          <a:off x="718139" y="1653963"/>
          <a:ext cx="10839607" cy="47501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4645">
                  <a:extLst>
                    <a:ext uri="{9D8B030D-6E8A-4147-A177-3AD203B41FA5}">
                      <a16:colId xmlns:a16="http://schemas.microsoft.com/office/drawing/2014/main" val="2041964824"/>
                    </a:ext>
                  </a:extLst>
                </a:gridCol>
                <a:gridCol w="4429958">
                  <a:extLst>
                    <a:ext uri="{9D8B030D-6E8A-4147-A177-3AD203B41FA5}">
                      <a16:colId xmlns:a16="http://schemas.microsoft.com/office/drawing/2014/main" val="2206470233"/>
                    </a:ext>
                  </a:extLst>
                </a:gridCol>
                <a:gridCol w="4935004">
                  <a:extLst>
                    <a:ext uri="{9D8B030D-6E8A-4147-A177-3AD203B41FA5}">
                      <a16:colId xmlns:a16="http://schemas.microsoft.com/office/drawing/2014/main" val="384932999"/>
                    </a:ext>
                  </a:extLst>
                </a:gridCol>
              </a:tblGrid>
              <a:tr h="50589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latin typeface="+mj-lt"/>
                        </a:rPr>
                        <a:t>Pre M365 Copilot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latin typeface="+mj-lt"/>
                        </a:rPr>
                        <a:t>With M365 Copilot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568619"/>
                  </a:ext>
                </a:extLst>
              </a:tr>
              <a:tr h="1346358"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5A62C9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Phone Calls   </a:t>
                      </a:r>
                      <a:r>
                        <a:rPr lang="en-US" sz="1600">
                          <a:latin typeface="+mj-lt"/>
                        </a:rPr>
                        <a:t>w/</a:t>
                      </a:r>
                      <a:r>
                        <a:rPr lang="en-US" sz="1400">
                          <a:latin typeface="+mj-lt"/>
                        </a:rPr>
                        <a:t> </a:t>
                      </a:r>
                      <a:r>
                        <a:rPr lang="en-US" sz="1600">
                          <a:latin typeface="+mj-lt"/>
                        </a:rPr>
                        <a:t>Teams </a:t>
                      </a:r>
                    </a:p>
                    <a:p>
                      <a:r>
                        <a:rPr lang="en-US" sz="1600">
                          <a:latin typeface="+mj-lt"/>
                        </a:rPr>
                        <a:t>Phone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2713" lvl="0" indent="-112713" algn="l" defTabSz="932742" rtl="0" eaLnBrk="1" latinLnBrk="0" hangingPunct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Focus both on the call &amp; take notes</a:t>
                      </a:r>
                    </a:p>
                    <a:p>
                      <a:pPr marL="112713" lvl="0" indent="-112713" algn="l" defTabSz="932742" rtl="0" eaLnBrk="1" latinLnBrk="0" hangingPunct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Save &amp; share notes manually</a:t>
                      </a:r>
                    </a:p>
                    <a:p>
                      <a:pPr marL="112713" lvl="0" indent="-112713" algn="l" defTabSz="932742" rtl="0" eaLnBrk="1" latinLnBrk="0" hangingPunct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Review notes for insights &amp; next steps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2713" lvl="0" indent="-112713" algn="l" defTabSz="932742" rtl="0" eaLnBrk="1" latinLnBrk="0" hangingPunct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Real-time updates &amp; summaries for VoIP and 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external PSTN calls</a:t>
                      </a:r>
                    </a:p>
                    <a:p>
                      <a:pPr marL="112713" lvl="0" indent="-112713" algn="l" defTabSz="932742" rtl="0" eaLnBrk="1" latinLnBrk="0" hangingPunct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Access insights during/after VoIP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/PSTN phone calls</a:t>
                      </a:r>
                    </a:p>
                    <a:p>
                      <a:pPr marL="112713" lvl="0" indent="-112713" algn="l" defTabSz="932742" rtl="0" eaLnBrk="1" latinLnBrk="0" hangingPunct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Focus on 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phone</a:t>
                      </a:r>
                      <a:r>
                        <a:rPr kumimoji="0" lang="en-US" sz="12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 call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&amp; retrieve call info later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969866"/>
                  </a:ext>
                </a:extLst>
              </a:tr>
              <a:tr h="1687217"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5A62C9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Meeting Rooms                 </a:t>
                      </a:r>
                      <a:r>
                        <a:rPr lang="en-US" sz="1600">
                          <a:latin typeface="+mj-lt"/>
                        </a:rPr>
                        <a:t>w/Teams Rooms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2713" lvl="0" indent="-112713" algn="l" defTabSz="932742" rtl="0" eaLnBrk="1" latinLnBrk="0" hangingPunct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Notes taken during &amp; after a meeting</a:t>
                      </a:r>
                    </a:p>
                    <a:p>
                      <a:pPr marL="112713" lvl="0" indent="-112713" algn="l" defTabSz="932742" rtl="0" eaLnBrk="1" latinLnBrk="0" hangingPunct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Latecomers disrupt by asking for updates.</a:t>
                      </a:r>
                    </a:p>
                    <a:p>
                      <a:pPr marL="112713" lvl="0" indent="-112713" algn="l" defTabSz="932742" rtl="0" eaLnBrk="1" latinLnBrk="0" hangingPunct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The note-taker struggle to capture everything</a:t>
                      </a:r>
                    </a:p>
                    <a:p>
                      <a:pPr marL="112713" lvl="0" indent="-112713" algn="l" defTabSz="932742" rtl="0" eaLnBrk="1" latinLnBrk="0" hangingPunct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Action items/follow-ups manually assigned/summarized later</a:t>
                      </a:r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2713" lvl="0" indent="-112713" algn="l" defTabSz="932742" rtl="0" eaLnBrk="1" latinLnBrk="0" hangingPunct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Summarizes action items w/  both 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in-person 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&amp; remote participants </a:t>
                      </a:r>
                    </a:p>
                    <a:p>
                      <a:pPr marL="112713" lvl="0" indent="-112713" algn="l" defTabSz="932742" rtl="0" eaLnBrk="1" latinLnBrk="0" hangingPunct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Keeps latecomers informed w/ both 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in-person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&amp; remote participants</a:t>
                      </a:r>
                    </a:p>
                    <a:p>
                      <a:pPr marL="112713" lvl="0" indent="-112713" algn="l" defTabSz="932742" rtl="0" eaLnBrk="1" latinLnBrk="0" hangingPunct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Captures insights from 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all &amp; each participant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676455"/>
                  </a:ext>
                </a:extLst>
              </a:tr>
              <a:tr h="1210663">
                <a:tc>
                  <a:txBody>
                    <a:bodyPr/>
                    <a:lstStyle/>
                    <a:p>
                      <a:pPr marL="0" algn="l" defTabSz="932742" rtl="0" eaLnBrk="1" latinLnBrk="0" hangingPunct="1"/>
                      <a:r>
                        <a:rPr kumimoji="0" 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5A62C9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Hybrid Work </a:t>
                      </a:r>
                      <a:r>
                        <a:rPr lang="en-US" sz="160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w/ Microsoft Places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2713" lvl="0" indent="-112713" algn="l" defTabSz="932742" rtl="0" eaLnBrk="1" latinLnBrk="0" hangingPunct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Confirming in-office attendance with others</a:t>
                      </a:r>
                    </a:p>
                    <a:p>
                      <a:pPr marL="112713" lvl="0" indent="-112713" algn="l" defTabSz="932742" rtl="0" eaLnBrk="1" latinLnBrk="0" hangingPunct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Manual update &amp; check Outlook for presence</a:t>
                      </a:r>
                    </a:p>
                    <a:p>
                      <a:pPr marL="112713" lvl="0" indent="-112713" algn="l" defTabSz="932742" rtl="0" eaLnBrk="1" latinLnBrk="0" hangingPunct="1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Manual book &amp; manage recurring meeting room reservations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2713" lvl="0" indent="-112713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Advise 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to go or not to office today </a:t>
                      </a: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based on coworkers' availability</a:t>
                      </a:r>
                    </a:p>
                    <a:p>
                      <a:pPr marL="112713" indent="-112713">
                        <a:lnSpc>
                          <a:spcPct val="2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Book room</a:t>
                      </a: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&amp; </a:t>
                      </a:r>
                      <a:r>
                        <a:rPr kumimoji="0" lang="en-US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adjust recurring reservations </a:t>
                      </a:r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based on availability</a:t>
                      </a:r>
                      <a:endParaRPr lang="en-US" sz="12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073269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8066ABEE-E771-03D3-BE48-4D4285F717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V="1">
            <a:off x="9768744" y="0"/>
            <a:ext cx="2423256" cy="1453936"/>
            <a:chOff x="7810445" y="4229100"/>
            <a:chExt cx="4381555" cy="2628900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FE4A401-2461-0FE2-3D1F-DC0C71568D69}"/>
                </a:ext>
              </a:extLst>
            </p:cNvPr>
            <p:cNvSpPr/>
            <p:nvPr/>
          </p:nvSpPr>
          <p:spPr bwMode="auto">
            <a:xfrm>
              <a:off x="9616869" y="4229100"/>
              <a:ext cx="2575131" cy="2628900"/>
            </a:xfrm>
            <a:custGeom>
              <a:avLst/>
              <a:gdLst>
                <a:gd name="connsiteX0" fmla="*/ 3090339 w 3090339"/>
                <a:gd name="connsiteY0" fmla="*/ 0 h 3154865"/>
                <a:gd name="connsiteX1" fmla="*/ 3090339 w 3090339"/>
                <a:gd name="connsiteY1" fmla="*/ 3154865 h 3154865"/>
                <a:gd name="connsiteX2" fmla="*/ 393 w 3090339"/>
                <a:gd name="connsiteY2" fmla="*/ 3154865 h 3154865"/>
                <a:gd name="connsiteX3" fmla="*/ 0 w 3090339"/>
                <a:gd name="connsiteY3" fmla="*/ 3139336 h 3154865"/>
                <a:gd name="connsiteX4" fmla="*/ 2978992 w 3090339"/>
                <a:gd name="connsiteY4" fmla="*/ 2816 h 3154865"/>
                <a:gd name="connsiteX5" fmla="*/ 3090339 w 3090339"/>
                <a:gd name="connsiteY5" fmla="*/ 0 h 3154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0339" h="3154865">
                  <a:moveTo>
                    <a:pt x="3090339" y="0"/>
                  </a:moveTo>
                  <a:lnTo>
                    <a:pt x="3090339" y="3154865"/>
                  </a:lnTo>
                  <a:lnTo>
                    <a:pt x="393" y="3154865"/>
                  </a:lnTo>
                  <a:lnTo>
                    <a:pt x="0" y="3139336"/>
                  </a:lnTo>
                  <a:cubicBezTo>
                    <a:pt x="0" y="1459031"/>
                    <a:pt x="1319590" y="86931"/>
                    <a:pt x="2978992" y="2816"/>
                  </a:cubicBezTo>
                  <a:lnTo>
                    <a:pt x="3090339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DE971">
                    <a:alpha val="50000"/>
                  </a:srgbClr>
                </a:gs>
                <a:gs pos="100000">
                  <a:srgbClr val="49C5B1">
                    <a:alpha val="50000"/>
                  </a:srgbClr>
                </a:gs>
              </a:gsLst>
              <a:lin ang="0" scaled="1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600" err="1">
                <a:solidFill>
                  <a:srgbClr val="FFFFFF"/>
                </a:solidFill>
                <a:cs typeface="Segoe UI" pitchFamily="34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8E661BE-0E3B-FA36-CD5E-738A69F0E85A}"/>
                </a:ext>
              </a:extLst>
            </p:cNvPr>
            <p:cNvSpPr/>
            <p:nvPr/>
          </p:nvSpPr>
          <p:spPr bwMode="auto">
            <a:xfrm>
              <a:off x="7810445" y="5486918"/>
              <a:ext cx="3403656" cy="1371081"/>
            </a:xfrm>
            <a:custGeom>
              <a:avLst/>
              <a:gdLst>
                <a:gd name="connsiteX0" fmla="*/ 1418727 w 2837454"/>
                <a:gd name="connsiteY0" fmla="*/ 0 h 1143000"/>
                <a:gd name="connsiteX1" fmla="*/ 2805986 w 2837454"/>
                <a:gd name="connsiteY1" fmla="*/ 1020615 h 1143000"/>
                <a:gd name="connsiteX2" fmla="*/ 2837454 w 2837454"/>
                <a:gd name="connsiteY2" fmla="*/ 1143000 h 1143000"/>
                <a:gd name="connsiteX3" fmla="*/ 0 w 2837454"/>
                <a:gd name="connsiteY3" fmla="*/ 1143000 h 1143000"/>
                <a:gd name="connsiteX4" fmla="*/ 31468 w 2837454"/>
                <a:gd name="connsiteY4" fmla="*/ 1020615 h 1143000"/>
                <a:gd name="connsiteX5" fmla="*/ 1418727 w 2837454"/>
                <a:gd name="connsiteY5" fmla="*/ 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37454" h="1143000">
                  <a:moveTo>
                    <a:pt x="1418727" y="0"/>
                  </a:moveTo>
                  <a:cubicBezTo>
                    <a:pt x="2070537" y="0"/>
                    <a:pt x="2622074" y="429322"/>
                    <a:pt x="2805986" y="1020615"/>
                  </a:cubicBezTo>
                  <a:lnTo>
                    <a:pt x="2837454" y="1143000"/>
                  </a:lnTo>
                  <a:lnTo>
                    <a:pt x="0" y="1143000"/>
                  </a:lnTo>
                  <a:lnTo>
                    <a:pt x="31468" y="1020615"/>
                  </a:lnTo>
                  <a:cubicBezTo>
                    <a:pt x="215380" y="429322"/>
                    <a:pt x="766917" y="0"/>
                    <a:pt x="141872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B900">
                    <a:alpha val="50000"/>
                  </a:srgbClr>
                </a:gs>
                <a:gs pos="100000">
                  <a:srgbClr val="FFB3BB">
                    <a:alpha val="50000"/>
                  </a:srgbClr>
                </a:gs>
              </a:gsLst>
              <a:lin ang="0" scaled="1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600" err="1">
                <a:solidFill>
                  <a:srgbClr val="FFFFFF"/>
                </a:solidFill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067159"/>
      </p:ext>
    </p:extLst>
  </p:cSld>
  <p:clrMapOvr>
    <a:masterClrMapping/>
  </p:clrMapOvr>
  <p:transition advTm="228561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B5E30-9C90-7C24-A930-8244E2EC0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angle 37">
            <a:extLst>
              <a:ext uri="{FF2B5EF4-FFF2-40B4-BE49-F238E27FC236}">
                <a16:creationId xmlns:a16="http://schemas.microsoft.com/office/drawing/2014/main" id="{FA3A30A8-D3D2-D3DE-B577-AC9E219E3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277257"/>
            <a:ext cx="12191999" cy="5580743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A7B99A0E-5F60-C3A0-2C6B-89169BDD5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9491080" y="297019"/>
            <a:ext cx="2407229" cy="73992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noFill/>
            <a:headEnd type="none" w="med" len="med"/>
            <a:tailEnd type="none" w="med" len="med"/>
          </a:ln>
          <a:effectLst>
            <a:outerShdw blurRad="127000" dist="1270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defTabSz="932472"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chemeClr val="accent1"/>
              </a:solidFill>
              <a:latin typeface="Segoe UI Semibold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317DB58-9C3A-8F6B-0ECB-1D6BB6A25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825948" y="120015"/>
            <a:ext cx="1052036" cy="1061658"/>
          </a:xfrm>
          <a:prstGeom prst="ellipse">
            <a:avLst/>
          </a:prstGeom>
          <a:gradFill flip="none" rotWithShape="1">
            <a:gsLst>
              <a:gs pos="100000">
                <a:srgbClr val="C793FF"/>
              </a:gs>
              <a:gs pos="0">
                <a:srgbClr val="F4A4CB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6" name="Rectangle: Rounded Corners 18">
            <a:extLst>
              <a:ext uri="{FF2B5EF4-FFF2-40B4-BE49-F238E27FC236}">
                <a16:creationId xmlns:a16="http://schemas.microsoft.com/office/drawing/2014/main" id="{7B0B2910-A955-FDA7-07FE-E912CF465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873933" y="166882"/>
            <a:ext cx="944157" cy="976469"/>
          </a:xfrm>
          <a:prstGeom prst="ellipse">
            <a:avLst/>
          </a:prstGeom>
          <a:solidFill>
            <a:schemeClr val="bg1">
              <a:alpha val="94000"/>
            </a:schemeClr>
          </a:solidFill>
          <a:ln w="12700">
            <a:noFill/>
          </a:ln>
          <a:effectLst>
            <a:innerShdw blurRad="63500" dist="50800" dir="13080000">
              <a:prstClr val="black">
                <a:alpha val="10000"/>
              </a:prstClr>
            </a:innerShdw>
          </a:effectLst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800" b="0" i="0" u="none" strike="noStrike" kern="1200" cap="none" spc="0" normalizeH="0" baseline="0" noProof="0">
              <a:ln>
                <a:noFill/>
              </a:ln>
              <a:solidFill>
                <a:srgbClr val="C551BF"/>
              </a:solidFill>
              <a:effectLst/>
              <a:uLnTx/>
              <a:uFillTx/>
              <a:latin typeface="Segoe Sans Display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B98D9B-311F-A23B-77B9-3A99EE67E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4314477" cy="430887"/>
          </a:xfrm>
        </p:spPr>
        <p:txBody>
          <a:bodyPr/>
          <a:lstStyle/>
          <a:p>
            <a:r>
              <a:rPr lang="en-US"/>
              <a:t>Day in the life of Alexander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D18D837-4D77-B797-9C58-CC9BA86DEC0B}"/>
              </a:ext>
            </a:extLst>
          </p:cNvPr>
          <p:cNvSpPr/>
          <p:nvPr/>
        </p:nvSpPr>
        <p:spPr>
          <a:xfrm>
            <a:off x="9995247" y="477719"/>
            <a:ext cx="1757299" cy="3462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444791"/>
                </a:solidFill>
                <a:latin typeface="Segoe Sans Display Semibold"/>
                <a:cs typeface="Segoe Sans Display Semibold" pitchFamily="2" charset="0"/>
              </a:rPr>
              <a:t>Alexander </a:t>
            </a:r>
            <a:r>
              <a:rPr lang="en-US" sz="1200" err="1">
                <a:solidFill>
                  <a:srgbClr val="444791"/>
                </a:solidFill>
                <a:latin typeface="Segoe Sans Display Semibold"/>
                <a:cs typeface="Segoe Sans Display Semibold" pitchFamily="2" charset="0"/>
              </a:rPr>
              <a:t>Oddoz-Mazet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</a:br>
            <a:r>
              <a:rPr lang="en-US" sz="1050">
                <a:solidFill>
                  <a:srgbClr val="000000"/>
                </a:solidFill>
                <a:latin typeface="Segoe Sans Text"/>
                <a:cs typeface="Segoe Sans Text"/>
              </a:rPr>
              <a:t>Solution Play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Sans Text"/>
              </a:rPr>
              <a:t> Lead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"/>
              <a:ea typeface="+mn-ea"/>
              <a:cs typeface="Segoe Sans Text"/>
            </a:endParaRPr>
          </a:p>
        </p:txBody>
      </p:sp>
      <p:sp>
        <p:nvSpPr>
          <p:cNvPr id="11" name="Graphic 17">
            <a:extLst>
              <a:ext uri="{FF2B5EF4-FFF2-40B4-BE49-F238E27FC236}">
                <a16:creationId xmlns:a16="http://schemas.microsoft.com/office/drawing/2014/main" id="{89E6C3B6-9F92-C01D-C3EE-E790685579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6400" y="1781350"/>
            <a:ext cx="11353800" cy="2076060"/>
          </a:xfrm>
          <a:custGeom>
            <a:avLst/>
            <a:gdLst>
              <a:gd name="connsiteX0" fmla="*/ 1369636 w 12186784"/>
              <a:gd name="connsiteY0" fmla="*/ 0 h 2901831"/>
              <a:gd name="connsiteX1" fmla="*/ 11960826 w 12186784"/>
              <a:gd name="connsiteY1" fmla="*/ 0 h 2901831"/>
              <a:gd name="connsiteX2" fmla="*/ 12186784 w 12186784"/>
              <a:gd name="connsiteY2" fmla="*/ 225958 h 2901831"/>
              <a:gd name="connsiteX3" fmla="*/ 12186784 w 12186784"/>
              <a:gd name="connsiteY3" fmla="*/ 2223956 h 2901831"/>
              <a:gd name="connsiteX4" fmla="*/ 11960826 w 12186784"/>
              <a:gd name="connsiteY4" fmla="*/ 2449915 h 2901831"/>
              <a:gd name="connsiteX5" fmla="*/ 225958 w 12186784"/>
              <a:gd name="connsiteY5" fmla="*/ 2449915 h 2901831"/>
              <a:gd name="connsiteX6" fmla="*/ 0 w 12186784"/>
              <a:gd name="connsiteY6" fmla="*/ 2675873 h 2901831"/>
              <a:gd name="connsiteX7" fmla="*/ 0 w 12186784"/>
              <a:gd name="connsiteY7" fmla="*/ 2675873 h 2901831"/>
              <a:gd name="connsiteX8" fmla="*/ 225958 w 12186784"/>
              <a:gd name="connsiteY8" fmla="*/ 2901832 h 2901831"/>
              <a:gd name="connsiteX9" fmla="*/ 9049173 w 12186784"/>
              <a:gd name="connsiteY9" fmla="*/ 2901832 h 2901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86784" h="2901831">
                <a:moveTo>
                  <a:pt x="1369636" y="0"/>
                </a:moveTo>
                <a:lnTo>
                  <a:pt x="11960826" y="0"/>
                </a:lnTo>
                <a:cubicBezTo>
                  <a:pt x="12085659" y="0"/>
                  <a:pt x="12186784" y="101194"/>
                  <a:pt x="12186784" y="225958"/>
                </a:cubicBezTo>
                <a:lnTo>
                  <a:pt x="12186784" y="2223956"/>
                </a:lnTo>
                <a:cubicBezTo>
                  <a:pt x="12186784" y="2348789"/>
                  <a:pt x="12085591" y="2449915"/>
                  <a:pt x="11960826" y="2449915"/>
                </a:cubicBezTo>
                <a:lnTo>
                  <a:pt x="225958" y="2449915"/>
                </a:lnTo>
                <a:cubicBezTo>
                  <a:pt x="101126" y="2449915"/>
                  <a:pt x="0" y="2551108"/>
                  <a:pt x="0" y="2675873"/>
                </a:cubicBezTo>
                <a:lnTo>
                  <a:pt x="0" y="2675873"/>
                </a:lnTo>
                <a:cubicBezTo>
                  <a:pt x="0" y="2800706"/>
                  <a:pt x="101194" y="2901832"/>
                  <a:pt x="225958" y="2901832"/>
                </a:cubicBezTo>
                <a:lnTo>
                  <a:pt x="9049173" y="2901832"/>
                </a:lnTo>
              </a:path>
            </a:pathLst>
          </a:custGeom>
          <a:noFill/>
          <a:ln w="12700" cap="rnd">
            <a:solidFill>
              <a:srgbClr val="5253B0"/>
            </a:solidFill>
            <a:prstDash val="sysDot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39C41B-F8BF-7CBF-5B4E-7AEFBFA78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0472" y="170715"/>
            <a:ext cx="972316" cy="972316"/>
          </a:xfrm>
          <a:prstGeom prst="ellipse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D327542C-CEED-4389-FFAA-99B7DEA5F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479" y="1553707"/>
            <a:ext cx="3566160" cy="1834887"/>
            <a:chOff x="588963" y="1562652"/>
            <a:chExt cx="3301999" cy="1867708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1C44BD0F-DF73-6787-24BF-8C148B3B5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588963" y="1562652"/>
              <a:ext cx="3301999" cy="1867708"/>
            </a:xfrm>
            <a:prstGeom prst="roundRect">
              <a:avLst>
                <a:gd name="adj" fmla="val 6160"/>
              </a:avLst>
            </a:prstGeom>
            <a:solidFill>
              <a:schemeClr val="bg1"/>
            </a:solidFill>
            <a:ln w="19050">
              <a:solidFill>
                <a:schemeClr val="bg1"/>
              </a:solidFill>
              <a:headEnd type="none" w="med" len="med"/>
              <a:tailEnd type="none" w="med" len="med"/>
            </a:ln>
            <a:effectLst>
              <a:outerShdw blurRad="393700" dist="38100" dir="5400000" algn="t" rotWithShape="0">
                <a:prstClr val="black">
                  <a:alpha val="8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0C33E5D0-DE64-B287-C418-EF39127FC4FE}"/>
                </a:ext>
              </a:extLst>
            </p:cNvPr>
            <p:cNvSpPr/>
            <p:nvPr/>
          </p:nvSpPr>
          <p:spPr bwMode="auto">
            <a:xfrm>
              <a:off x="660400" y="1637021"/>
              <a:ext cx="989245" cy="24874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34925">
              <a:noFill/>
            </a:ln>
            <a:effectLst>
              <a:outerShdw blurRad="317500" algn="ctr" rotWithShape="0">
                <a:prstClr val="black">
                  <a:alpha val="30000"/>
                </a:prstClr>
              </a:outerShdw>
            </a:effectLst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Display Semibold"/>
                  <a:ea typeface="+mn-ea"/>
                  <a:cs typeface="+mn-cs"/>
                </a:rPr>
                <a:t>7:30 AM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497A770-78B2-3B68-AF71-6D7A8ED96ACF}"/>
                </a:ext>
              </a:extLst>
            </p:cNvPr>
            <p:cNvSpPr txBox="1"/>
            <p:nvPr/>
          </p:nvSpPr>
          <p:spPr>
            <a:xfrm>
              <a:off x="736601" y="1992218"/>
              <a:ext cx="2987674" cy="6578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defTabSz="914400">
                <a:spcAft>
                  <a:spcPts val="800"/>
                </a:spcAft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 Semibold"/>
                </a:rPr>
                <a:t>Wake up and use 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444791"/>
                  </a:solidFill>
                  <a:effectLst/>
                  <a:uLnTx/>
                  <a:uFillTx/>
                  <a:latin typeface="Segoe Sans Display Semibold"/>
                  <a:ea typeface="+mn-ea"/>
                  <a:cs typeface="Segoe Sans Display Semibold"/>
                </a:rPr>
                <a:t>Copilot</a:t>
              </a:r>
              <a:r>
                <a:rPr lang="en-US" sz="1400">
                  <a:solidFill>
                    <a:srgbClr val="000000"/>
                  </a:solidFill>
                  <a:latin typeface="Segoe Sans Text"/>
                  <a:cs typeface="Segoe UI Semibold"/>
                </a:rPr>
                <a:t> </a:t>
              </a:r>
              <a:r>
                <a:rPr lang="en-US" sz="1400">
                  <a:solidFill>
                    <a:srgbClr val="444791"/>
                  </a:solidFill>
                  <a:latin typeface="Segoe Sans Display Semibold"/>
                  <a:cs typeface="Segoe Sans Display Semibold"/>
                </a:rPr>
                <a:t>in Teams +  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444791"/>
                  </a:solidFill>
                  <a:effectLst/>
                  <a:uLnTx/>
                  <a:uFillTx/>
                  <a:latin typeface="Segoe Sans Display Semibold"/>
                  <a:ea typeface="+mn-ea"/>
                  <a:cs typeface="Segoe Sans Display Semibold"/>
                </a:rPr>
                <a:t>Places</a:t>
              </a: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 Semibold"/>
                </a:rPr>
                <a:t> 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 Semibold"/>
                </a:rPr>
                <a:t>to know who will be in the office. and book a space with a colleague</a:t>
              </a:r>
              <a:endParaRPr kumimoji="0" lang="en-US" sz="1400" b="0" i="1" u="none" strike="sngStrike" kern="1200" cap="none" spc="0" normalizeH="0" baseline="0" noProof="0">
                <a:ln>
                  <a:noFill/>
                </a:ln>
                <a:solidFill>
                  <a:srgbClr val="444791"/>
                </a:solidFill>
                <a:effectLst/>
                <a:uLnTx/>
                <a:uFillTx/>
                <a:latin typeface="Segoe Sans Display Semibold"/>
                <a:ea typeface="+mn-ea"/>
                <a:cs typeface="Segoe Sans Display Semibold" pitchFamily="2" charset="0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C58FF89-A3E9-C683-7E01-BA3B5297B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3534994" y="1603657"/>
              <a:ext cx="274320" cy="269753"/>
              <a:chOff x="5147548" y="781880"/>
              <a:chExt cx="592119" cy="584091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F67FD50B-A89D-8C3D-D93D-73422E708B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5147548" y="781880"/>
                <a:ext cx="592119" cy="584091"/>
              </a:xfrm>
              <a:prstGeom prst="ellipse">
                <a:avLst/>
              </a:prstGeom>
              <a:solidFill>
                <a:schemeClr val="bg1"/>
              </a:solidFill>
              <a:ln w="12700">
                <a:noFill/>
              </a:ln>
              <a:effectLst>
                <a:innerShdw blurRad="63500" dist="50800" dir="8100000">
                  <a:prstClr val="black">
                    <a:alpha val="10000"/>
                  </a:prstClr>
                </a:innerShdw>
              </a:effectLst>
            </p:spPr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Display Semibold"/>
                  <a:ea typeface="+mn-ea"/>
                  <a:cs typeface="+mn-cs"/>
                </a:endParaRPr>
              </a:p>
            </p:txBody>
          </p:sp>
          <p:sp>
            <p:nvSpPr>
              <p:cNvPr id="27" name="Isosceles Triangle 52">
                <a:extLst>
                  <a:ext uri="{FF2B5EF4-FFF2-40B4-BE49-F238E27FC236}">
                    <a16:creationId xmlns:a16="http://schemas.microsoft.com/office/drawing/2014/main" id="{D52C3376-FF1A-E797-37BB-B8BB8ED8B06C}"/>
                  </a:ext>
                </a:extLst>
              </p:cNvPr>
              <p:cNvSpPr/>
              <p:nvPr/>
            </p:nvSpPr>
            <p:spPr bwMode="auto">
              <a:xfrm rot="5400000">
                <a:off x="5333459" y="1012908"/>
                <a:ext cx="220296" cy="122035"/>
              </a:xfrm>
              <a:custGeom>
                <a:avLst/>
                <a:gdLst>
                  <a:gd name="connsiteX0" fmla="*/ 0 w 825333"/>
                  <a:gd name="connsiteY0" fmla="*/ 457200 h 457200"/>
                  <a:gd name="connsiteX1" fmla="*/ 412667 w 825333"/>
                  <a:gd name="connsiteY1" fmla="*/ 0 h 457200"/>
                  <a:gd name="connsiteX2" fmla="*/ 825333 w 825333"/>
                  <a:gd name="connsiteY2" fmla="*/ 457200 h 457200"/>
                  <a:gd name="connsiteX3" fmla="*/ 0 w 825333"/>
                  <a:gd name="connsiteY3" fmla="*/ 457200 h 457200"/>
                  <a:gd name="connsiteX0" fmla="*/ 0 w 825333"/>
                  <a:gd name="connsiteY0" fmla="*/ 457200 h 548640"/>
                  <a:gd name="connsiteX1" fmla="*/ 412667 w 825333"/>
                  <a:gd name="connsiteY1" fmla="*/ 0 h 548640"/>
                  <a:gd name="connsiteX2" fmla="*/ 825333 w 825333"/>
                  <a:gd name="connsiteY2" fmla="*/ 457200 h 548640"/>
                  <a:gd name="connsiteX3" fmla="*/ 91440 w 825333"/>
                  <a:gd name="connsiteY3" fmla="*/ 548640 h 548640"/>
                  <a:gd name="connsiteX0" fmla="*/ 0 w 825333"/>
                  <a:gd name="connsiteY0" fmla="*/ 457200 h 457200"/>
                  <a:gd name="connsiteX1" fmla="*/ 412667 w 825333"/>
                  <a:gd name="connsiteY1" fmla="*/ 0 h 457200"/>
                  <a:gd name="connsiteX2" fmla="*/ 825333 w 825333"/>
                  <a:gd name="connsiteY2" fmla="*/ 457200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25333" h="457200">
                    <a:moveTo>
                      <a:pt x="0" y="457200"/>
                    </a:moveTo>
                    <a:lnTo>
                      <a:pt x="412667" y="0"/>
                    </a:lnTo>
                    <a:lnTo>
                      <a:pt x="825333" y="457200"/>
                    </a:lnTo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Text"/>
                  <a:ea typeface="Segoe UI" pitchFamily="34" charset="0"/>
                  <a:cs typeface="Segoe UI" pitchFamily="34" charset="0"/>
                </a:endParaRPr>
              </a:p>
            </p:txBody>
          </p:sp>
        </p:grpSp>
      </p:grpSp>
      <p:pic>
        <p:nvPicPr>
          <p:cNvPr id="7" name="Picture 4" descr="Microsoft Places logo">
            <a:extLst>
              <a:ext uri="{FF2B5EF4-FFF2-40B4-BE49-F238E27FC236}">
                <a16:creationId xmlns:a16="http://schemas.microsoft.com/office/drawing/2014/main" id="{678981E6-1419-3B96-1221-2B172B0986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886" y="2754569"/>
            <a:ext cx="563880" cy="563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835487D6-6CC0-B65C-B583-EFFF40DEA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035011" y="1562651"/>
            <a:ext cx="3566160" cy="1829128"/>
            <a:chOff x="7741887" y="1562652"/>
            <a:chExt cx="3873322" cy="186184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C399BFB-7109-6B89-8E7E-094DB02A67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 flipH="1">
              <a:off x="7741887" y="1562652"/>
              <a:ext cx="3873322" cy="1861846"/>
            </a:xfrm>
            <a:prstGeom prst="roundRect">
              <a:avLst>
                <a:gd name="adj" fmla="val 616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accent4"/>
                </a:gs>
              </a:gsLst>
              <a:lin ang="16200000" scaled="1"/>
              <a:tileRect/>
            </a:gradFill>
            <a:ln w="19050">
              <a:solidFill>
                <a:schemeClr val="bg1"/>
              </a:solidFill>
              <a:headEnd type="none" w="med" len="med"/>
              <a:tailEnd type="none" w="med" len="med"/>
            </a:ln>
            <a:effectLst>
              <a:outerShdw blurRad="393700" dist="38100" dir="5400000" algn="t" rotWithShape="0">
                <a:prstClr val="black">
                  <a:alpha val="8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EF722D0-60A1-6A22-A229-7ED95A37C60C}"/>
                </a:ext>
              </a:extLst>
            </p:cNvPr>
            <p:cNvSpPr txBox="1"/>
            <p:nvPr/>
          </p:nvSpPr>
          <p:spPr>
            <a:xfrm>
              <a:off x="7886700" y="1992218"/>
              <a:ext cx="3541825" cy="6578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 Semibold"/>
                </a:rPr>
                <a:t>Join a Teams meeting late and asks 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444791"/>
                  </a:solidFill>
                  <a:effectLst/>
                  <a:uLnTx/>
                  <a:uFillTx/>
                  <a:latin typeface="Segoe Sans Display Semibold"/>
                  <a:ea typeface="+mn-ea"/>
                  <a:cs typeface="Segoe Sans Display Semibold" pitchFamily="2" charset="0"/>
                </a:rPr>
                <a:t>Copilot in Teams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444791"/>
                  </a:solidFill>
                  <a:effectLst/>
                  <a:uLnTx/>
                  <a:uFillTx/>
                  <a:latin typeface="Segoe Sans Text"/>
                  <a:ea typeface="+mn-ea"/>
                  <a:cs typeface="Segoe UI Semibold"/>
                </a:rPr>
                <a:t> 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 Semibold"/>
                </a:rPr>
                <a:t>for meeting highlights and recommended questions. </a:t>
              </a: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6AD398DD-2235-7297-224A-F6D965BA30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11237656" y="1603657"/>
              <a:ext cx="274320" cy="269753"/>
              <a:chOff x="5147548" y="781880"/>
              <a:chExt cx="592119" cy="584091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51D1871C-ED1A-AAAC-CDE0-38A3598031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5147548" y="781880"/>
                <a:ext cx="592119" cy="584091"/>
              </a:xfrm>
              <a:prstGeom prst="ellipse">
                <a:avLst/>
              </a:prstGeom>
              <a:solidFill>
                <a:schemeClr val="bg1"/>
              </a:solidFill>
              <a:ln w="12700">
                <a:noFill/>
              </a:ln>
              <a:effectLst>
                <a:innerShdw blurRad="63500" dist="50800" dir="8100000">
                  <a:prstClr val="black">
                    <a:alpha val="10000"/>
                  </a:prstClr>
                </a:innerShdw>
              </a:effectLst>
            </p:spPr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Display Semibold"/>
                  <a:ea typeface="+mn-ea"/>
                  <a:cs typeface="+mn-cs"/>
                </a:endParaRPr>
              </a:p>
            </p:txBody>
          </p:sp>
          <p:sp>
            <p:nvSpPr>
              <p:cNvPr id="65" name="Isosceles Triangle 52">
                <a:extLst>
                  <a:ext uri="{FF2B5EF4-FFF2-40B4-BE49-F238E27FC236}">
                    <a16:creationId xmlns:a16="http://schemas.microsoft.com/office/drawing/2014/main" id="{140FA0C6-E87C-D5B7-6E4A-0A65A333BEFC}"/>
                  </a:ext>
                </a:extLst>
              </p:cNvPr>
              <p:cNvSpPr/>
              <p:nvPr/>
            </p:nvSpPr>
            <p:spPr bwMode="auto">
              <a:xfrm rot="5400000">
                <a:off x="5333459" y="1012908"/>
                <a:ext cx="220296" cy="122035"/>
              </a:xfrm>
              <a:custGeom>
                <a:avLst/>
                <a:gdLst>
                  <a:gd name="connsiteX0" fmla="*/ 0 w 825333"/>
                  <a:gd name="connsiteY0" fmla="*/ 457200 h 457200"/>
                  <a:gd name="connsiteX1" fmla="*/ 412667 w 825333"/>
                  <a:gd name="connsiteY1" fmla="*/ 0 h 457200"/>
                  <a:gd name="connsiteX2" fmla="*/ 825333 w 825333"/>
                  <a:gd name="connsiteY2" fmla="*/ 457200 h 457200"/>
                  <a:gd name="connsiteX3" fmla="*/ 0 w 825333"/>
                  <a:gd name="connsiteY3" fmla="*/ 457200 h 457200"/>
                  <a:gd name="connsiteX0" fmla="*/ 0 w 825333"/>
                  <a:gd name="connsiteY0" fmla="*/ 457200 h 548640"/>
                  <a:gd name="connsiteX1" fmla="*/ 412667 w 825333"/>
                  <a:gd name="connsiteY1" fmla="*/ 0 h 548640"/>
                  <a:gd name="connsiteX2" fmla="*/ 825333 w 825333"/>
                  <a:gd name="connsiteY2" fmla="*/ 457200 h 548640"/>
                  <a:gd name="connsiteX3" fmla="*/ 91440 w 825333"/>
                  <a:gd name="connsiteY3" fmla="*/ 548640 h 548640"/>
                  <a:gd name="connsiteX0" fmla="*/ 0 w 825333"/>
                  <a:gd name="connsiteY0" fmla="*/ 457200 h 457200"/>
                  <a:gd name="connsiteX1" fmla="*/ 412667 w 825333"/>
                  <a:gd name="connsiteY1" fmla="*/ 0 h 457200"/>
                  <a:gd name="connsiteX2" fmla="*/ 825333 w 825333"/>
                  <a:gd name="connsiteY2" fmla="*/ 457200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25333" h="457200">
                    <a:moveTo>
                      <a:pt x="0" y="457200"/>
                    </a:moveTo>
                    <a:lnTo>
                      <a:pt x="412667" y="0"/>
                    </a:lnTo>
                    <a:lnTo>
                      <a:pt x="825333" y="457200"/>
                    </a:lnTo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Text"/>
                  <a:ea typeface="Segoe UI" pitchFamily="34" charset="0"/>
                  <a:cs typeface="Segoe UI" pitchFamily="34" charset="0"/>
                </a:endParaRP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CDC10BC-4B5B-CA71-694F-D868568A5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282745" y="1562652"/>
            <a:ext cx="3566160" cy="1834888"/>
            <a:chOff x="4031371" y="1562651"/>
            <a:chExt cx="3528316" cy="1867709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8AD94DC6-5701-378B-46AF-7B6E81A00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 flipH="1">
              <a:off x="4031371" y="1562651"/>
              <a:ext cx="3528316" cy="1867709"/>
            </a:xfrm>
            <a:prstGeom prst="roundRect">
              <a:avLst>
                <a:gd name="adj" fmla="val 616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accent4"/>
                </a:gs>
              </a:gsLst>
              <a:lin ang="16200000" scaled="1"/>
              <a:tileRect/>
            </a:gradFill>
            <a:ln w="19050">
              <a:solidFill>
                <a:schemeClr val="bg1"/>
              </a:solidFill>
              <a:headEnd type="none" w="med" len="med"/>
              <a:tailEnd type="none" w="med" len="med"/>
            </a:ln>
            <a:effectLst>
              <a:outerShdw blurRad="393700" dist="38100" dir="5400000" algn="t" rotWithShape="0">
                <a:prstClr val="black">
                  <a:alpha val="8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634475F6-B1A1-0882-6FD8-FE5DB348EF43}"/>
                </a:ext>
              </a:extLst>
            </p:cNvPr>
            <p:cNvSpPr/>
            <p:nvPr/>
          </p:nvSpPr>
          <p:spPr bwMode="auto">
            <a:xfrm>
              <a:off x="4095357" y="1637021"/>
              <a:ext cx="989245" cy="24874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34925">
              <a:noFill/>
            </a:ln>
            <a:effectLst>
              <a:outerShdw blurRad="317500" algn="ctr" rotWithShape="0">
                <a:prstClr val="black">
                  <a:alpha val="30000"/>
                </a:prstClr>
              </a:outerShdw>
            </a:effectLst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Display Semibold"/>
                  <a:ea typeface="+mn-ea"/>
                  <a:cs typeface="+mn-cs"/>
                </a:rPr>
                <a:t>8:30 AM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93DD560-C9B2-01A6-0AD3-77CE8CD94A89}"/>
                </a:ext>
              </a:extLst>
            </p:cNvPr>
            <p:cNvSpPr txBox="1"/>
            <p:nvPr/>
          </p:nvSpPr>
          <p:spPr>
            <a:xfrm>
              <a:off x="4171558" y="1992218"/>
              <a:ext cx="3295719" cy="43859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lvl="0" defTabSz="914400">
                <a:spcAft>
                  <a:spcPts val="800"/>
                </a:spcAft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 Semibold"/>
                </a:rPr>
                <a:t>Commute and call my </a:t>
              </a:r>
              <a:r>
                <a:rPr lang="en-US" sz="1400">
                  <a:solidFill>
                    <a:srgbClr val="000000"/>
                  </a:solidFill>
                  <a:latin typeface="Segoe Sans Text"/>
                  <a:cs typeface="Segoe UI Semibold"/>
                </a:rPr>
                <a:t>manager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 Semibold"/>
                </a:rPr>
                <a:t> using</a:t>
              </a:r>
              <a:r>
                <a:rPr kumimoji="0" lang="en-US" sz="1400" b="0" i="0" u="none" strike="noStrike" kern="120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 Semibold"/>
                </a:rPr>
                <a:t> </a:t>
              </a:r>
              <a:r>
                <a:rPr lang="en-US" sz="1400">
                  <a:solidFill>
                    <a:srgbClr val="444791"/>
                  </a:solidFill>
                  <a:latin typeface="Segoe Sans Display Semibold"/>
                  <a:cs typeface="Segoe Sans Display Semibold" pitchFamily="2" charset="0"/>
                </a:rPr>
                <a:t>Copilot + 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444791"/>
                  </a:solidFill>
                  <a:effectLst/>
                  <a:uLnTx/>
                  <a:uFillTx/>
                  <a:latin typeface="Segoe Sans Display Semibold"/>
                  <a:ea typeface="+mn-ea"/>
                  <a:cs typeface="Segoe Sans Display Semibold" pitchFamily="2" charset="0"/>
                </a:rPr>
                <a:t>Teams Phone.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 Semibold"/>
              </a:endParaRP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9F706C54-03EC-D006-E803-A07DB288A9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7156813" y="1603657"/>
              <a:ext cx="274320" cy="269753"/>
              <a:chOff x="5147548" y="781880"/>
              <a:chExt cx="592119" cy="584091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133360E7-9EC1-0EE7-6361-122A806051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5147548" y="781880"/>
                <a:ext cx="592119" cy="584091"/>
              </a:xfrm>
              <a:prstGeom prst="ellipse">
                <a:avLst/>
              </a:prstGeom>
              <a:solidFill>
                <a:schemeClr val="bg1"/>
              </a:solidFill>
              <a:ln w="12700">
                <a:noFill/>
              </a:ln>
              <a:effectLst>
                <a:innerShdw blurRad="63500" dist="50800" dir="8100000">
                  <a:prstClr val="black">
                    <a:alpha val="10000"/>
                  </a:prstClr>
                </a:innerShdw>
              </a:effectLst>
            </p:spPr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Display Semibold"/>
                  <a:ea typeface="+mn-ea"/>
                  <a:cs typeface="+mn-cs"/>
                </a:endParaRPr>
              </a:p>
            </p:txBody>
          </p:sp>
          <p:sp>
            <p:nvSpPr>
              <p:cNvPr id="60" name="Isosceles Triangle 52">
                <a:extLst>
                  <a:ext uri="{FF2B5EF4-FFF2-40B4-BE49-F238E27FC236}">
                    <a16:creationId xmlns:a16="http://schemas.microsoft.com/office/drawing/2014/main" id="{A075E45E-A7F4-290B-9058-5CE3F68018E2}"/>
                  </a:ext>
                </a:extLst>
              </p:cNvPr>
              <p:cNvSpPr/>
              <p:nvPr/>
            </p:nvSpPr>
            <p:spPr bwMode="auto">
              <a:xfrm rot="5400000">
                <a:off x="5333459" y="1012908"/>
                <a:ext cx="220296" cy="122035"/>
              </a:xfrm>
              <a:custGeom>
                <a:avLst/>
                <a:gdLst>
                  <a:gd name="connsiteX0" fmla="*/ 0 w 825333"/>
                  <a:gd name="connsiteY0" fmla="*/ 457200 h 457200"/>
                  <a:gd name="connsiteX1" fmla="*/ 412667 w 825333"/>
                  <a:gd name="connsiteY1" fmla="*/ 0 h 457200"/>
                  <a:gd name="connsiteX2" fmla="*/ 825333 w 825333"/>
                  <a:gd name="connsiteY2" fmla="*/ 457200 h 457200"/>
                  <a:gd name="connsiteX3" fmla="*/ 0 w 825333"/>
                  <a:gd name="connsiteY3" fmla="*/ 457200 h 457200"/>
                  <a:gd name="connsiteX0" fmla="*/ 0 w 825333"/>
                  <a:gd name="connsiteY0" fmla="*/ 457200 h 548640"/>
                  <a:gd name="connsiteX1" fmla="*/ 412667 w 825333"/>
                  <a:gd name="connsiteY1" fmla="*/ 0 h 548640"/>
                  <a:gd name="connsiteX2" fmla="*/ 825333 w 825333"/>
                  <a:gd name="connsiteY2" fmla="*/ 457200 h 548640"/>
                  <a:gd name="connsiteX3" fmla="*/ 91440 w 825333"/>
                  <a:gd name="connsiteY3" fmla="*/ 548640 h 548640"/>
                  <a:gd name="connsiteX0" fmla="*/ 0 w 825333"/>
                  <a:gd name="connsiteY0" fmla="*/ 457200 h 457200"/>
                  <a:gd name="connsiteX1" fmla="*/ 412667 w 825333"/>
                  <a:gd name="connsiteY1" fmla="*/ 0 h 457200"/>
                  <a:gd name="connsiteX2" fmla="*/ 825333 w 825333"/>
                  <a:gd name="connsiteY2" fmla="*/ 457200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25333" h="457200">
                    <a:moveTo>
                      <a:pt x="0" y="457200"/>
                    </a:moveTo>
                    <a:lnTo>
                      <a:pt x="412667" y="0"/>
                    </a:lnTo>
                    <a:lnTo>
                      <a:pt x="825333" y="457200"/>
                    </a:lnTo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Text"/>
                  <a:ea typeface="Segoe UI" pitchFamily="34" charset="0"/>
                  <a:cs typeface="Segoe UI" pitchFamily="34" charset="0"/>
                </a:endParaRPr>
              </a:p>
            </p:txBody>
          </p:sp>
        </p:grpSp>
      </p:grp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FF1A5824-23FC-B50E-709F-E71FDD6344B6}"/>
              </a:ext>
            </a:extLst>
          </p:cNvPr>
          <p:cNvSpPr/>
          <p:nvPr/>
        </p:nvSpPr>
        <p:spPr bwMode="auto">
          <a:xfrm>
            <a:off x="8177425" y="1658387"/>
            <a:ext cx="1289303" cy="2487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4925">
            <a:noFill/>
          </a:ln>
          <a:effectLst>
            <a:outerShdw blurRad="317500" algn="ctr" rotWithShape="0">
              <a:prstClr val="black">
                <a:alpha val="30000"/>
              </a:prstClr>
            </a:outerShdw>
          </a:effectLst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sng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10:00</a:t>
            </a:r>
            <a:r>
              <a:rPr lang="en-US" sz="1200">
                <a:solidFill>
                  <a:srgbClr val="FFFFFF"/>
                </a:solidFill>
                <a:latin typeface="Segoe Sans Display Semibold"/>
              </a:rPr>
              <a:t> 10:30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 AM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F2C4810-0096-EF60-8A6C-4469D6FE72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230413" y="2788596"/>
            <a:ext cx="1843459" cy="564826"/>
            <a:chOff x="5230413" y="2788596"/>
            <a:chExt cx="1843459" cy="564826"/>
          </a:xfrm>
        </p:grpSpPr>
        <p:pic>
          <p:nvPicPr>
            <p:cNvPr id="94" name="Picture 4">
              <a:extLst>
                <a:ext uri="{FF2B5EF4-FFF2-40B4-BE49-F238E27FC236}">
                  <a16:creationId xmlns:a16="http://schemas.microsoft.com/office/drawing/2014/main" id="{AD891B02-21B8-4C60-B449-94317F6115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/>
            <a:srcRect/>
            <a:stretch/>
          </p:blipFill>
          <p:spPr bwMode="auto">
            <a:xfrm>
              <a:off x="6540747" y="2788596"/>
              <a:ext cx="274320" cy="2743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6BA958A1-4BDF-0BC6-38B1-62AD0F251ED3}"/>
                </a:ext>
              </a:extLst>
            </p:cNvPr>
            <p:cNvSpPr txBox="1"/>
            <p:nvPr/>
          </p:nvSpPr>
          <p:spPr>
            <a:xfrm>
              <a:off x="6350113" y="3107201"/>
              <a:ext cx="723759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u="none" kern="1200" cap="none" spc="0" normalizeH="0" baseline="0" noProof="0">
                  <a:ln>
                    <a:noFill/>
                  </a:ln>
                  <a:solidFill>
                    <a:srgbClr val="737373"/>
                  </a:solidFill>
                  <a:effectLst/>
                  <a:uLnTx/>
                  <a:uFillTx/>
                  <a:latin typeface="Segoe Sans Display Semibold"/>
                  <a:ea typeface="+mn-ea"/>
                  <a:cs typeface="Segoe Sans Display Semibold" pitchFamily="2" charset="0"/>
                </a:rPr>
                <a:t>Teams       Phone</a:t>
              </a:r>
            </a:p>
          </p:txBody>
        </p:sp>
        <p:sp>
          <p:nvSpPr>
            <p:cNvPr id="97" name="Plus Sign 96">
              <a:extLst>
                <a:ext uri="{FF2B5EF4-FFF2-40B4-BE49-F238E27FC236}">
                  <a16:creationId xmlns:a16="http://schemas.microsoft.com/office/drawing/2014/main" id="{178D4AB6-BB73-3663-3823-0A37932E6803}"/>
                </a:ext>
              </a:extLst>
            </p:cNvPr>
            <p:cNvSpPr/>
            <p:nvPr/>
          </p:nvSpPr>
          <p:spPr bwMode="auto">
            <a:xfrm>
              <a:off x="6032422" y="2918563"/>
              <a:ext cx="182880" cy="182880"/>
            </a:xfrm>
            <a:prstGeom prst="mathPlus">
              <a:avLst/>
            </a:prstGeom>
            <a:solidFill>
              <a:schemeClr val="accent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98" name="Picture 97" descr="The Microsoft 365 Copilot logo">
              <a:extLst>
                <a:ext uri="{FF2B5EF4-FFF2-40B4-BE49-F238E27FC236}">
                  <a16:creationId xmlns:a16="http://schemas.microsoft.com/office/drawing/2014/main" id="{0F7E7506-01C9-90F7-867C-EB2DB2A9B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230413" y="2805604"/>
              <a:ext cx="658368" cy="457200"/>
            </a:xfrm>
            <a:prstGeom prst="rect">
              <a:avLst/>
            </a:prstGeom>
          </p:spPr>
        </p:pic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EC5AFDA-2B19-B000-075C-2F043FA7E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411419" y="2773007"/>
            <a:ext cx="1812189" cy="551501"/>
            <a:chOff x="1105905" y="2778514"/>
            <a:chExt cx="1812189" cy="551501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B52D1CF9-5CF3-9490-0A06-EB5232552E01}"/>
                </a:ext>
              </a:extLst>
            </p:cNvPr>
            <p:cNvSpPr txBox="1"/>
            <p:nvPr/>
          </p:nvSpPr>
          <p:spPr>
            <a:xfrm>
              <a:off x="2194335" y="3083794"/>
              <a:ext cx="723759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u="none" kern="1200" cap="none" spc="0" normalizeH="0" baseline="0" noProof="0">
                  <a:ln>
                    <a:noFill/>
                  </a:ln>
                  <a:solidFill>
                    <a:srgbClr val="737373"/>
                  </a:solidFill>
                  <a:effectLst/>
                  <a:uLnTx/>
                  <a:uFillTx/>
                  <a:latin typeface="Segoe Sans Display Semibold"/>
                  <a:ea typeface="+mn-ea"/>
                  <a:cs typeface="Segoe Sans Display Semibold" pitchFamily="2" charset="0"/>
                </a:rPr>
                <a:t>Microsoft Places</a:t>
              </a:r>
            </a:p>
          </p:txBody>
        </p:sp>
        <p:pic>
          <p:nvPicPr>
            <p:cNvPr id="93" name="Picture 92" descr="The Microsoft 365 Copilot logo">
              <a:extLst>
                <a:ext uri="{FF2B5EF4-FFF2-40B4-BE49-F238E27FC236}">
                  <a16:creationId xmlns:a16="http://schemas.microsoft.com/office/drawing/2014/main" id="{CC6F5BE8-5C97-B581-DCDA-F4331427F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05905" y="2778514"/>
              <a:ext cx="658368" cy="457200"/>
            </a:xfrm>
            <a:prstGeom prst="rect">
              <a:avLst/>
            </a:prstGeom>
          </p:spPr>
        </p:pic>
        <p:sp>
          <p:nvSpPr>
            <p:cNvPr id="99" name="Plus Sign 98">
              <a:extLst>
                <a:ext uri="{FF2B5EF4-FFF2-40B4-BE49-F238E27FC236}">
                  <a16:creationId xmlns:a16="http://schemas.microsoft.com/office/drawing/2014/main" id="{77411CBE-9586-B49F-17F8-F96DB8CC43DB}"/>
                </a:ext>
              </a:extLst>
            </p:cNvPr>
            <p:cNvSpPr/>
            <p:nvPr/>
          </p:nvSpPr>
          <p:spPr bwMode="auto">
            <a:xfrm>
              <a:off x="1938064" y="2914381"/>
              <a:ext cx="182880" cy="182880"/>
            </a:xfrm>
            <a:prstGeom prst="mathPlus">
              <a:avLst/>
            </a:prstGeom>
            <a:solidFill>
              <a:schemeClr val="accent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100" name="Picture 4" descr="Microsoft Places logo">
              <a:extLst>
                <a:ext uri="{FF2B5EF4-FFF2-40B4-BE49-F238E27FC236}">
                  <a16:creationId xmlns:a16="http://schemas.microsoft.com/office/drawing/2014/main" id="{65694F4B-E4DF-160C-957F-1FCF328C99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1503" y="2793098"/>
              <a:ext cx="274642" cy="2743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4" name="Picture 4">
            <a:extLst>
              <a:ext uri="{FF2B5EF4-FFF2-40B4-BE49-F238E27FC236}">
                <a16:creationId xmlns:a16="http://schemas.microsoft.com/office/drawing/2014/main" id="{A82179D2-5362-7151-8843-6C2374D0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/>
        </p:blipFill>
        <p:spPr bwMode="auto">
          <a:xfrm>
            <a:off x="10212741" y="2819366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" name="Plus Sign 105">
            <a:extLst>
              <a:ext uri="{FF2B5EF4-FFF2-40B4-BE49-F238E27FC236}">
                <a16:creationId xmlns:a16="http://schemas.microsoft.com/office/drawing/2014/main" id="{8C86176B-E96D-FB64-FD9E-9A6A1CB28D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9779581" y="2909455"/>
            <a:ext cx="182880" cy="182880"/>
          </a:xfrm>
          <a:prstGeom prst="mathPlus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07" name="Picture 106" descr="The Microsoft 365 Copilot logo">
            <a:extLst>
              <a:ext uri="{FF2B5EF4-FFF2-40B4-BE49-F238E27FC236}">
                <a16:creationId xmlns:a16="http://schemas.microsoft.com/office/drawing/2014/main" id="{57642C6E-9ED6-53A6-A620-61B579D2B4D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77572" y="2796496"/>
            <a:ext cx="658368" cy="457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A412E0-A252-026A-9C97-46A4C8E932A7}"/>
              </a:ext>
            </a:extLst>
          </p:cNvPr>
          <p:cNvSpPr txBox="1"/>
          <p:nvPr/>
        </p:nvSpPr>
        <p:spPr>
          <a:xfrm>
            <a:off x="197642" y="6677612"/>
            <a:ext cx="3031237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Copilot in Teams is part of Microsoft 365 Copilot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29534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2B6D4-D0E0-B0C3-EB9C-14D487B38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Rectangle 37">
            <a:extLst>
              <a:ext uri="{FF2B5EF4-FFF2-40B4-BE49-F238E27FC236}">
                <a16:creationId xmlns:a16="http://schemas.microsoft.com/office/drawing/2014/main" id="{29781E87-C3C8-591F-00DB-3FDC58094F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277257"/>
            <a:ext cx="12191999" cy="5580743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88" name="Graphic 17">
            <a:extLst>
              <a:ext uri="{FF2B5EF4-FFF2-40B4-BE49-F238E27FC236}">
                <a16:creationId xmlns:a16="http://schemas.microsoft.com/office/drawing/2014/main" id="{167581FF-E8CF-F09E-1EFF-920B3965D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20479" y="5354141"/>
            <a:ext cx="4099108" cy="675653"/>
          </a:xfrm>
          <a:custGeom>
            <a:avLst/>
            <a:gdLst>
              <a:gd name="connsiteX0" fmla="*/ 1369636 w 12186784"/>
              <a:gd name="connsiteY0" fmla="*/ 0 h 2901831"/>
              <a:gd name="connsiteX1" fmla="*/ 11960826 w 12186784"/>
              <a:gd name="connsiteY1" fmla="*/ 0 h 2901831"/>
              <a:gd name="connsiteX2" fmla="*/ 12186784 w 12186784"/>
              <a:gd name="connsiteY2" fmla="*/ 225958 h 2901831"/>
              <a:gd name="connsiteX3" fmla="*/ 12186784 w 12186784"/>
              <a:gd name="connsiteY3" fmla="*/ 2223956 h 2901831"/>
              <a:gd name="connsiteX4" fmla="*/ 11960826 w 12186784"/>
              <a:gd name="connsiteY4" fmla="*/ 2449915 h 2901831"/>
              <a:gd name="connsiteX5" fmla="*/ 225958 w 12186784"/>
              <a:gd name="connsiteY5" fmla="*/ 2449915 h 2901831"/>
              <a:gd name="connsiteX6" fmla="*/ 0 w 12186784"/>
              <a:gd name="connsiteY6" fmla="*/ 2675873 h 2901831"/>
              <a:gd name="connsiteX7" fmla="*/ 0 w 12186784"/>
              <a:gd name="connsiteY7" fmla="*/ 2675873 h 2901831"/>
              <a:gd name="connsiteX8" fmla="*/ 225958 w 12186784"/>
              <a:gd name="connsiteY8" fmla="*/ 2901832 h 2901831"/>
              <a:gd name="connsiteX9" fmla="*/ 9049173 w 12186784"/>
              <a:gd name="connsiteY9" fmla="*/ 2901832 h 2901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86784" h="2901831">
                <a:moveTo>
                  <a:pt x="1369636" y="0"/>
                </a:moveTo>
                <a:lnTo>
                  <a:pt x="11960826" y="0"/>
                </a:lnTo>
                <a:cubicBezTo>
                  <a:pt x="12085659" y="0"/>
                  <a:pt x="12186784" y="101194"/>
                  <a:pt x="12186784" y="225958"/>
                </a:cubicBezTo>
                <a:lnTo>
                  <a:pt x="12186784" y="2223956"/>
                </a:lnTo>
                <a:cubicBezTo>
                  <a:pt x="12186784" y="2348789"/>
                  <a:pt x="12085591" y="2449915"/>
                  <a:pt x="11960826" y="2449915"/>
                </a:cubicBezTo>
                <a:lnTo>
                  <a:pt x="225958" y="2449915"/>
                </a:lnTo>
                <a:cubicBezTo>
                  <a:pt x="101126" y="2449915"/>
                  <a:pt x="0" y="2551108"/>
                  <a:pt x="0" y="2675873"/>
                </a:cubicBezTo>
                <a:lnTo>
                  <a:pt x="0" y="2675873"/>
                </a:lnTo>
                <a:cubicBezTo>
                  <a:pt x="0" y="2800706"/>
                  <a:pt x="101194" y="2901832"/>
                  <a:pt x="225958" y="2901832"/>
                </a:cubicBezTo>
                <a:lnTo>
                  <a:pt x="9049173" y="2901832"/>
                </a:lnTo>
              </a:path>
            </a:pathLst>
          </a:custGeom>
          <a:noFill/>
          <a:ln w="12700" cap="rnd">
            <a:solidFill>
              <a:srgbClr val="5253B0"/>
            </a:solidFill>
            <a:prstDash val="sysDot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2C7171A6-08A4-E70D-EFC9-9CDECB107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9491080" y="297019"/>
            <a:ext cx="2407229" cy="73992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noFill/>
            <a:headEnd type="none" w="med" len="med"/>
            <a:tailEnd type="none" w="med" len="med"/>
          </a:ln>
          <a:effectLst>
            <a:outerShdw blurRad="127000" dist="1270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defTabSz="932472"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chemeClr val="accent1"/>
              </a:solidFill>
              <a:latin typeface="Segoe UI Semibold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47FA9926-FE1F-4547-B95E-156DF4455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825948" y="120015"/>
            <a:ext cx="1052036" cy="1061658"/>
          </a:xfrm>
          <a:prstGeom prst="ellipse">
            <a:avLst/>
          </a:prstGeom>
          <a:gradFill flip="none" rotWithShape="1">
            <a:gsLst>
              <a:gs pos="100000">
                <a:srgbClr val="C793FF"/>
              </a:gs>
              <a:gs pos="0">
                <a:srgbClr val="F4A4CB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6" name="Rectangle: Rounded Corners 18">
            <a:extLst>
              <a:ext uri="{FF2B5EF4-FFF2-40B4-BE49-F238E27FC236}">
                <a16:creationId xmlns:a16="http://schemas.microsoft.com/office/drawing/2014/main" id="{4FBA4BFE-390E-F0DC-2F22-0EDA1E210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873933" y="166882"/>
            <a:ext cx="944157" cy="976469"/>
          </a:xfrm>
          <a:prstGeom prst="ellipse">
            <a:avLst/>
          </a:prstGeom>
          <a:solidFill>
            <a:schemeClr val="bg1">
              <a:alpha val="94000"/>
            </a:schemeClr>
          </a:solidFill>
          <a:ln w="12700">
            <a:noFill/>
          </a:ln>
          <a:effectLst>
            <a:innerShdw blurRad="63500" dist="50800" dir="13080000">
              <a:prstClr val="black">
                <a:alpha val="10000"/>
              </a:prstClr>
            </a:innerShdw>
          </a:effectLst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800" b="0" i="0" u="none" strike="noStrike" kern="1200" cap="none" spc="0" normalizeH="0" baseline="0" noProof="0">
              <a:ln>
                <a:noFill/>
              </a:ln>
              <a:solidFill>
                <a:srgbClr val="C551BF"/>
              </a:solidFill>
              <a:effectLst/>
              <a:uLnTx/>
              <a:uFillTx/>
              <a:latin typeface="Segoe Sans Display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C7B6C24-9BCA-9BA8-0783-92FDFC699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4314477" cy="430887"/>
          </a:xfrm>
        </p:spPr>
        <p:txBody>
          <a:bodyPr/>
          <a:lstStyle/>
          <a:p>
            <a:r>
              <a:rPr lang="en-US"/>
              <a:t>Day in the life of Alexander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2F4F66D-A356-CE07-84A9-89E3D4E2424A}"/>
              </a:ext>
            </a:extLst>
          </p:cNvPr>
          <p:cNvSpPr/>
          <p:nvPr/>
        </p:nvSpPr>
        <p:spPr>
          <a:xfrm>
            <a:off x="9995247" y="477719"/>
            <a:ext cx="1757299" cy="3462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444791"/>
                </a:solidFill>
                <a:latin typeface="Segoe Sans Display Semibold"/>
                <a:cs typeface="Segoe Sans Display Semibold" pitchFamily="2" charset="0"/>
              </a:rPr>
              <a:t>Alexander </a:t>
            </a:r>
            <a:r>
              <a:rPr lang="en-US" sz="1200" err="1">
                <a:solidFill>
                  <a:srgbClr val="444791"/>
                </a:solidFill>
                <a:latin typeface="Segoe Sans Display Semibold"/>
                <a:cs typeface="Segoe Sans Display Semibold" pitchFamily="2" charset="0"/>
              </a:rPr>
              <a:t>Oddoz-Mazet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</a:br>
            <a:r>
              <a:rPr lang="en-US" sz="1050">
                <a:solidFill>
                  <a:srgbClr val="000000"/>
                </a:solidFill>
                <a:latin typeface="Segoe Sans Text"/>
                <a:cs typeface="Segoe Sans Text"/>
              </a:rPr>
              <a:t>Solution Play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Sans Text"/>
              </a:rPr>
              <a:t> Lead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"/>
              <a:ea typeface="+mn-ea"/>
              <a:cs typeface="Segoe Sans Text"/>
            </a:endParaRPr>
          </a:p>
        </p:txBody>
      </p:sp>
      <p:sp>
        <p:nvSpPr>
          <p:cNvPr id="11" name="Graphic 17">
            <a:extLst>
              <a:ext uri="{FF2B5EF4-FFF2-40B4-BE49-F238E27FC236}">
                <a16:creationId xmlns:a16="http://schemas.microsoft.com/office/drawing/2014/main" id="{196D3BFC-CA06-AFD7-F7CF-B56FF2CD2B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6400" y="1781350"/>
            <a:ext cx="11353800" cy="2076060"/>
          </a:xfrm>
          <a:custGeom>
            <a:avLst/>
            <a:gdLst>
              <a:gd name="connsiteX0" fmla="*/ 1369636 w 12186784"/>
              <a:gd name="connsiteY0" fmla="*/ 0 h 2901831"/>
              <a:gd name="connsiteX1" fmla="*/ 11960826 w 12186784"/>
              <a:gd name="connsiteY1" fmla="*/ 0 h 2901831"/>
              <a:gd name="connsiteX2" fmla="*/ 12186784 w 12186784"/>
              <a:gd name="connsiteY2" fmla="*/ 225958 h 2901831"/>
              <a:gd name="connsiteX3" fmla="*/ 12186784 w 12186784"/>
              <a:gd name="connsiteY3" fmla="*/ 2223956 h 2901831"/>
              <a:gd name="connsiteX4" fmla="*/ 11960826 w 12186784"/>
              <a:gd name="connsiteY4" fmla="*/ 2449915 h 2901831"/>
              <a:gd name="connsiteX5" fmla="*/ 225958 w 12186784"/>
              <a:gd name="connsiteY5" fmla="*/ 2449915 h 2901831"/>
              <a:gd name="connsiteX6" fmla="*/ 0 w 12186784"/>
              <a:gd name="connsiteY6" fmla="*/ 2675873 h 2901831"/>
              <a:gd name="connsiteX7" fmla="*/ 0 w 12186784"/>
              <a:gd name="connsiteY7" fmla="*/ 2675873 h 2901831"/>
              <a:gd name="connsiteX8" fmla="*/ 225958 w 12186784"/>
              <a:gd name="connsiteY8" fmla="*/ 2901832 h 2901831"/>
              <a:gd name="connsiteX9" fmla="*/ 9049173 w 12186784"/>
              <a:gd name="connsiteY9" fmla="*/ 2901832 h 2901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86784" h="2901831">
                <a:moveTo>
                  <a:pt x="1369636" y="0"/>
                </a:moveTo>
                <a:lnTo>
                  <a:pt x="11960826" y="0"/>
                </a:lnTo>
                <a:cubicBezTo>
                  <a:pt x="12085659" y="0"/>
                  <a:pt x="12186784" y="101194"/>
                  <a:pt x="12186784" y="225958"/>
                </a:cubicBezTo>
                <a:lnTo>
                  <a:pt x="12186784" y="2223956"/>
                </a:lnTo>
                <a:cubicBezTo>
                  <a:pt x="12186784" y="2348789"/>
                  <a:pt x="12085591" y="2449915"/>
                  <a:pt x="11960826" y="2449915"/>
                </a:cubicBezTo>
                <a:lnTo>
                  <a:pt x="225958" y="2449915"/>
                </a:lnTo>
                <a:cubicBezTo>
                  <a:pt x="101126" y="2449915"/>
                  <a:pt x="0" y="2551108"/>
                  <a:pt x="0" y="2675873"/>
                </a:cubicBezTo>
                <a:lnTo>
                  <a:pt x="0" y="2675873"/>
                </a:lnTo>
                <a:cubicBezTo>
                  <a:pt x="0" y="2800706"/>
                  <a:pt x="101194" y="2901832"/>
                  <a:pt x="225958" y="2901832"/>
                </a:cubicBezTo>
                <a:lnTo>
                  <a:pt x="9049173" y="2901832"/>
                </a:lnTo>
              </a:path>
            </a:pathLst>
          </a:custGeom>
          <a:noFill/>
          <a:ln w="12700" cap="rnd">
            <a:solidFill>
              <a:srgbClr val="5253B0"/>
            </a:solidFill>
            <a:prstDash val="sysDot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2C6634-ADF7-6891-822E-D5B60DC61F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0472" y="170715"/>
            <a:ext cx="972316" cy="972316"/>
          </a:xfrm>
          <a:prstGeom prst="ellipse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5EF441CB-9FFB-38D7-621B-960F8136A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479" y="1553707"/>
            <a:ext cx="3566160" cy="1834887"/>
            <a:chOff x="588963" y="1562652"/>
            <a:chExt cx="3301999" cy="1867708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E3F8117-4F7B-4AE8-03CB-665CF5DA89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588963" y="1562652"/>
              <a:ext cx="3301999" cy="1867708"/>
            </a:xfrm>
            <a:prstGeom prst="roundRect">
              <a:avLst>
                <a:gd name="adj" fmla="val 6160"/>
              </a:avLst>
            </a:prstGeom>
            <a:solidFill>
              <a:schemeClr val="bg1"/>
            </a:solidFill>
            <a:ln w="19050">
              <a:solidFill>
                <a:schemeClr val="bg1"/>
              </a:solidFill>
              <a:headEnd type="none" w="med" len="med"/>
              <a:tailEnd type="none" w="med" len="med"/>
            </a:ln>
            <a:effectLst>
              <a:outerShdw blurRad="393700" dist="38100" dir="5400000" algn="t" rotWithShape="0">
                <a:prstClr val="black">
                  <a:alpha val="8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54092754-18E9-59EF-7D09-A181D064841C}"/>
                </a:ext>
              </a:extLst>
            </p:cNvPr>
            <p:cNvSpPr/>
            <p:nvPr/>
          </p:nvSpPr>
          <p:spPr bwMode="auto">
            <a:xfrm>
              <a:off x="660400" y="1637021"/>
              <a:ext cx="989245" cy="24874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34925">
              <a:noFill/>
            </a:ln>
            <a:effectLst>
              <a:outerShdw blurRad="317500" algn="ctr" rotWithShape="0">
                <a:prstClr val="black">
                  <a:alpha val="30000"/>
                </a:prstClr>
              </a:outerShdw>
            </a:effectLst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Display Semibold"/>
                  <a:ea typeface="+mn-ea"/>
                  <a:cs typeface="+mn-cs"/>
                </a:rPr>
                <a:t>7:30 AM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2867DCA-AB3C-34AA-ECC6-ED5985934266}"/>
                </a:ext>
              </a:extLst>
            </p:cNvPr>
            <p:cNvSpPr txBox="1"/>
            <p:nvPr/>
          </p:nvSpPr>
          <p:spPr>
            <a:xfrm>
              <a:off x="736601" y="1992218"/>
              <a:ext cx="2987674" cy="6578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defTabSz="914400">
                <a:spcAft>
                  <a:spcPts val="800"/>
                </a:spcAft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 Semibold"/>
                </a:rPr>
                <a:t>Wake up and use 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444791"/>
                  </a:solidFill>
                  <a:effectLst/>
                  <a:uLnTx/>
                  <a:uFillTx/>
                  <a:latin typeface="Segoe Sans Display Semibold"/>
                  <a:ea typeface="+mn-ea"/>
                  <a:cs typeface="Segoe Sans Display Semibold"/>
                </a:rPr>
                <a:t>Copilot</a:t>
              </a:r>
              <a:r>
                <a:rPr lang="en-US" sz="1400">
                  <a:solidFill>
                    <a:srgbClr val="000000"/>
                  </a:solidFill>
                  <a:latin typeface="Segoe Sans Text"/>
                  <a:cs typeface="Segoe UI Semibold"/>
                </a:rPr>
                <a:t> </a:t>
              </a:r>
              <a:r>
                <a:rPr lang="en-US" sz="1400">
                  <a:solidFill>
                    <a:srgbClr val="444791"/>
                  </a:solidFill>
                  <a:latin typeface="Segoe Sans Display Semibold"/>
                  <a:cs typeface="Segoe Sans Display Semibold"/>
                </a:rPr>
                <a:t>in Teams +  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444791"/>
                  </a:solidFill>
                  <a:effectLst/>
                  <a:uLnTx/>
                  <a:uFillTx/>
                  <a:latin typeface="Segoe Sans Display Semibold"/>
                  <a:ea typeface="+mn-ea"/>
                  <a:cs typeface="Segoe Sans Display Semibold"/>
                </a:rPr>
                <a:t>Places</a:t>
              </a: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 Semibold"/>
                </a:rPr>
                <a:t> 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 Semibold"/>
                </a:rPr>
                <a:t>to know who will be in the office. and book a space with a colleague</a:t>
              </a:r>
              <a:endParaRPr kumimoji="0" lang="en-US" sz="1400" b="0" i="1" u="none" strike="sngStrike" kern="1200" cap="none" spc="0" normalizeH="0" baseline="0" noProof="0">
                <a:ln>
                  <a:noFill/>
                </a:ln>
                <a:solidFill>
                  <a:srgbClr val="444791"/>
                </a:solidFill>
                <a:effectLst/>
                <a:uLnTx/>
                <a:uFillTx/>
                <a:latin typeface="Segoe Sans Display Semibold"/>
                <a:ea typeface="+mn-ea"/>
                <a:cs typeface="Segoe Sans Display Semibold" pitchFamily="2" charset="0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E30691B-4DB6-9689-B1B2-3EEACF168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3534994" y="1603657"/>
              <a:ext cx="274320" cy="269753"/>
              <a:chOff x="5147548" y="781880"/>
              <a:chExt cx="592119" cy="584091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3F9EA2CF-45A4-9F03-9145-AA712C925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5147548" y="781880"/>
                <a:ext cx="592119" cy="584091"/>
              </a:xfrm>
              <a:prstGeom prst="ellipse">
                <a:avLst/>
              </a:prstGeom>
              <a:solidFill>
                <a:schemeClr val="bg1"/>
              </a:solidFill>
              <a:ln w="12700">
                <a:noFill/>
              </a:ln>
              <a:effectLst>
                <a:innerShdw blurRad="63500" dist="50800" dir="8100000">
                  <a:prstClr val="black">
                    <a:alpha val="10000"/>
                  </a:prstClr>
                </a:innerShdw>
              </a:effectLst>
            </p:spPr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Display Semibold"/>
                  <a:ea typeface="+mn-ea"/>
                  <a:cs typeface="+mn-cs"/>
                </a:endParaRPr>
              </a:p>
            </p:txBody>
          </p:sp>
          <p:sp>
            <p:nvSpPr>
              <p:cNvPr id="27" name="Isosceles Triangle 52">
                <a:extLst>
                  <a:ext uri="{FF2B5EF4-FFF2-40B4-BE49-F238E27FC236}">
                    <a16:creationId xmlns:a16="http://schemas.microsoft.com/office/drawing/2014/main" id="{FC8F1619-A8E1-DD8A-89D2-B13B3097052F}"/>
                  </a:ext>
                </a:extLst>
              </p:cNvPr>
              <p:cNvSpPr/>
              <p:nvPr/>
            </p:nvSpPr>
            <p:spPr bwMode="auto">
              <a:xfrm rot="5400000">
                <a:off x="5333459" y="1012908"/>
                <a:ext cx="220296" cy="122035"/>
              </a:xfrm>
              <a:custGeom>
                <a:avLst/>
                <a:gdLst>
                  <a:gd name="connsiteX0" fmla="*/ 0 w 825333"/>
                  <a:gd name="connsiteY0" fmla="*/ 457200 h 457200"/>
                  <a:gd name="connsiteX1" fmla="*/ 412667 w 825333"/>
                  <a:gd name="connsiteY1" fmla="*/ 0 h 457200"/>
                  <a:gd name="connsiteX2" fmla="*/ 825333 w 825333"/>
                  <a:gd name="connsiteY2" fmla="*/ 457200 h 457200"/>
                  <a:gd name="connsiteX3" fmla="*/ 0 w 825333"/>
                  <a:gd name="connsiteY3" fmla="*/ 457200 h 457200"/>
                  <a:gd name="connsiteX0" fmla="*/ 0 w 825333"/>
                  <a:gd name="connsiteY0" fmla="*/ 457200 h 548640"/>
                  <a:gd name="connsiteX1" fmla="*/ 412667 w 825333"/>
                  <a:gd name="connsiteY1" fmla="*/ 0 h 548640"/>
                  <a:gd name="connsiteX2" fmla="*/ 825333 w 825333"/>
                  <a:gd name="connsiteY2" fmla="*/ 457200 h 548640"/>
                  <a:gd name="connsiteX3" fmla="*/ 91440 w 825333"/>
                  <a:gd name="connsiteY3" fmla="*/ 548640 h 548640"/>
                  <a:gd name="connsiteX0" fmla="*/ 0 w 825333"/>
                  <a:gd name="connsiteY0" fmla="*/ 457200 h 457200"/>
                  <a:gd name="connsiteX1" fmla="*/ 412667 w 825333"/>
                  <a:gd name="connsiteY1" fmla="*/ 0 h 457200"/>
                  <a:gd name="connsiteX2" fmla="*/ 825333 w 825333"/>
                  <a:gd name="connsiteY2" fmla="*/ 457200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25333" h="457200">
                    <a:moveTo>
                      <a:pt x="0" y="457200"/>
                    </a:moveTo>
                    <a:lnTo>
                      <a:pt x="412667" y="0"/>
                    </a:lnTo>
                    <a:lnTo>
                      <a:pt x="825333" y="457200"/>
                    </a:lnTo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Text"/>
                  <a:ea typeface="Segoe UI" pitchFamily="34" charset="0"/>
                  <a:cs typeface="Segoe UI" pitchFamily="34" charset="0"/>
                </a:endParaRPr>
              </a:p>
            </p:txBody>
          </p:sp>
        </p:grpSp>
      </p:grpSp>
      <p:pic>
        <p:nvPicPr>
          <p:cNvPr id="7" name="Picture 4" descr="Microsoft Places logo">
            <a:extLst>
              <a:ext uri="{FF2B5EF4-FFF2-40B4-BE49-F238E27FC236}">
                <a16:creationId xmlns:a16="http://schemas.microsoft.com/office/drawing/2014/main" id="{ED4E34D1-C1A9-6199-6525-464042829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886" y="2754569"/>
            <a:ext cx="563880" cy="563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38CA22E5-042D-7848-025B-793C27016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035011" y="1562651"/>
            <a:ext cx="3566160" cy="1829128"/>
            <a:chOff x="7741887" y="1562652"/>
            <a:chExt cx="3873322" cy="186184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F8C0D5D-619B-EEFD-D9A4-F048DA14A1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 flipH="1">
              <a:off x="7741887" y="1562652"/>
              <a:ext cx="3873322" cy="1861846"/>
            </a:xfrm>
            <a:prstGeom prst="roundRect">
              <a:avLst>
                <a:gd name="adj" fmla="val 616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accent4"/>
                </a:gs>
              </a:gsLst>
              <a:lin ang="16200000" scaled="1"/>
              <a:tileRect/>
            </a:gradFill>
            <a:ln w="19050">
              <a:solidFill>
                <a:schemeClr val="bg1"/>
              </a:solidFill>
              <a:headEnd type="none" w="med" len="med"/>
              <a:tailEnd type="none" w="med" len="med"/>
            </a:ln>
            <a:effectLst>
              <a:outerShdw blurRad="393700" dist="38100" dir="5400000" algn="t" rotWithShape="0">
                <a:prstClr val="black">
                  <a:alpha val="8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5869738-29B9-A093-36AA-468C825D1DFE}"/>
                </a:ext>
              </a:extLst>
            </p:cNvPr>
            <p:cNvSpPr txBox="1"/>
            <p:nvPr/>
          </p:nvSpPr>
          <p:spPr>
            <a:xfrm>
              <a:off x="7886700" y="1992218"/>
              <a:ext cx="3541825" cy="6578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 Semibold"/>
                </a:rPr>
                <a:t>Join a Teams meeting late and asks 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444791"/>
                  </a:solidFill>
                  <a:effectLst/>
                  <a:uLnTx/>
                  <a:uFillTx/>
                  <a:latin typeface="Segoe Sans Display Semibold"/>
                  <a:ea typeface="+mn-ea"/>
                  <a:cs typeface="Segoe Sans Display Semibold" pitchFamily="2" charset="0"/>
                </a:rPr>
                <a:t>Copilot in Teams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444791"/>
                  </a:solidFill>
                  <a:effectLst/>
                  <a:uLnTx/>
                  <a:uFillTx/>
                  <a:latin typeface="Segoe Sans Text"/>
                  <a:ea typeface="+mn-ea"/>
                  <a:cs typeface="Segoe UI Semibold"/>
                </a:rPr>
                <a:t> 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 Semibold"/>
                </a:rPr>
                <a:t>for meeting highlights and recommended questions. </a:t>
              </a: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31ED8906-0123-9C17-616C-F7A0ECA8ED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11237656" y="1603657"/>
              <a:ext cx="274320" cy="269753"/>
              <a:chOff x="5147548" y="781880"/>
              <a:chExt cx="592119" cy="584091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7BBBE9CD-DD46-2A82-CEC6-5B02F900A0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5147548" y="781880"/>
                <a:ext cx="592119" cy="584091"/>
              </a:xfrm>
              <a:prstGeom prst="ellipse">
                <a:avLst/>
              </a:prstGeom>
              <a:solidFill>
                <a:schemeClr val="bg1"/>
              </a:solidFill>
              <a:ln w="12700">
                <a:noFill/>
              </a:ln>
              <a:effectLst>
                <a:innerShdw blurRad="63500" dist="50800" dir="8100000">
                  <a:prstClr val="black">
                    <a:alpha val="10000"/>
                  </a:prstClr>
                </a:innerShdw>
              </a:effectLst>
            </p:spPr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Display Semibold"/>
                  <a:ea typeface="+mn-ea"/>
                  <a:cs typeface="+mn-cs"/>
                </a:endParaRPr>
              </a:p>
            </p:txBody>
          </p:sp>
          <p:sp>
            <p:nvSpPr>
              <p:cNvPr id="65" name="Isosceles Triangle 52">
                <a:extLst>
                  <a:ext uri="{FF2B5EF4-FFF2-40B4-BE49-F238E27FC236}">
                    <a16:creationId xmlns:a16="http://schemas.microsoft.com/office/drawing/2014/main" id="{0D9A016D-31D0-A2EE-4F00-6BBA7E6D858E}"/>
                  </a:ext>
                </a:extLst>
              </p:cNvPr>
              <p:cNvSpPr/>
              <p:nvPr/>
            </p:nvSpPr>
            <p:spPr bwMode="auto">
              <a:xfrm rot="5400000">
                <a:off x="5333459" y="1012908"/>
                <a:ext cx="220296" cy="122035"/>
              </a:xfrm>
              <a:custGeom>
                <a:avLst/>
                <a:gdLst>
                  <a:gd name="connsiteX0" fmla="*/ 0 w 825333"/>
                  <a:gd name="connsiteY0" fmla="*/ 457200 h 457200"/>
                  <a:gd name="connsiteX1" fmla="*/ 412667 w 825333"/>
                  <a:gd name="connsiteY1" fmla="*/ 0 h 457200"/>
                  <a:gd name="connsiteX2" fmla="*/ 825333 w 825333"/>
                  <a:gd name="connsiteY2" fmla="*/ 457200 h 457200"/>
                  <a:gd name="connsiteX3" fmla="*/ 0 w 825333"/>
                  <a:gd name="connsiteY3" fmla="*/ 457200 h 457200"/>
                  <a:gd name="connsiteX0" fmla="*/ 0 w 825333"/>
                  <a:gd name="connsiteY0" fmla="*/ 457200 h 548640"/>
                  <a:gd name="connsiteX1" fmla="*/ 412667 w 825333"/>
                  <a:gd name="connsiteY1" fmla="*/ 0 h 548640"/>
                  <a:gd name="connsiteX2" fmla="*/ 825333 w 825333"/>
                  <a:gd name="connsiteY2" fmla="*/ 457200 h 548640"/>
                  <a:gd name="connsiteX3" fmla="*/ 91440 w 825333"/>
                  <a:gd name="connsiteY3" fmla="*/ 548640 h 548640"/>
                  <a:gd name="connsiteX0" fmla="*/ 0 w 825333"/>
                  <a:gd name="connsiteY0" fmla="*/ 457200 h 457200"/>
                  <a:gd name="connsiteX1" fmla="*/ 412667 w 825333"/>
                  <a:gd name="connsiteY1" fmla="*/ 0 h 457200"/>
                  <a:gd name="connsiteX2" fmla="*/ 825333 w 825333"/>
                  <a:gd name="connsiteY2" fmla="*/ 457200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25333" h="457200">
                    <a:moveTo>
                      <a:pt x="0" y="457200"/>
                    </a:moveTo>
                    <a:lnTo>
                      <a:pt x="412667" y="0"/>
                    </a:lnTo>
                    <a:lnTo>
                      <a:pt x="825333" y="457200"/>
                    </a:lnTo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Text"/>
                  <a:ea typeface="Segoe UI" pitchFamily="34" charset="0"/>
                  <a:cs typeface="Segoe UI" pitchFamily="34" charset="0"/>
                </a:endParaRPr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98C469F-036E-9B79-5DEB-2B7BDB6FA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27558" y="3715092"/>
            <a:ext cx="3566160" cy="1829129"/>
            <a:chOff x="588963" y="4076703"/>
            <a:chExt cx="3301999" cy="1861847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96D318AF-369F-70F0-9010-A16CAA423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 flipV="1">
              <a:off x="588963" y="4076703"/>
              <a:ext cx="3301999" cy="1861847"/>
            </a:xfrm>
            <a:prstGeom prst="roundRect">
              <a:avLst>
                <a:gd name="adj" fmla="val 616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accent4"/>
                </a:gs>
              </a:gsLst>
              <a:lin ang="16200000" scaled="1"/>
              <a:tileRect/>
            </a:gradFill>
            <a:ln w="19050">
              <a:solidFill>
                <a:schemeClr val="bg1"/>
              </a:solidFill>
              <a:headEnd type="none" w="med" len="med"/>
              <a:tailEnd type="none" w="med" len="med"/>
            </a:ln>
            <a:effectLst>
              <a:outerShdw blurRad="393700" dist="38100" dir="5400000" algn="t" rotWithShape="0">
                <a:prstClr val="black">
                  <a:alpha val="8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EAF0F148-E8E8-110C-6D79-7C21AF4275C0}"/>
                </a:ext>
              </a:extLst>
            </p:cNvPr>
            <p:cNvSpPr/>
            <p:nvPr/>
          </p:nvSpPr>
          <p:spPr bwMode="auto">
            <a:xfrm>
              <a:off x="660400" y="4148543"/>
              <a:ext cx="989245" cy="24874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34925">
              <a:noFill/>
            </a:ln>
            <a:effectLst>
              <a:outerShdw blurRad="317500" algn="ctr" rotWithShape="0">
                <a:prstClr val="black">
                  <a:alpha val="30000"/>
                </a:prstClr>
              </a:outerShdw>
            </a:effectLst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Display Semibold"/>
                  <a:ea typeface="+mn-ea"/>
                  <a:cs typeface="+mn-cs"/>
                </a:rPr>
                <a:t>1:00 PM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53A9513-027D-112F-7C4F-EEDBA982F9A8}"/>
                </a:ext>
              </a:extLst>
            </p:cNvPr>
            <p:cNvSpPr txBox="1"/>
            <p:nvPr/>
          </p:nvSpPr>
          <p:spPr>
            <a:xfrm>
              <a:off x="736601" y="4498451"/>
              <a:ext cx="2987674" cy="43859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444791"/>
                  </a:solidFill>
                  <a:effectLst/>
                  <a:uLnTx/>
                  <a:uFillTx/>
                  <a:latin typeface="Segoe Sans Display Semibold"/>
                  <a:ea typeface="+mn-ea"/>
                  <a:cs typeface="Segoe Sans Display Semibold" pitchFamily="2" charset="0"/>
                </a:rPr>
                <a:t>Places Finder Copilot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444791"/>
                  </a:solidFill>
                  <a:effectLst/>
                  <a:uLnTx/>
                  <a:uFillTx/>
                  <a:latin typeface="Segoe Sans Text"/>
                  <a:ea typeface="+mn-ea"/>
                  <a:cs typeface="Segoe Sans Display Semibold" pitchFamily="2" charset="0"/>
                </a:rPr>
                <a:t> 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 Semibold"/>
                </a:rPr>
                <a:t>to book room for todays meeting. </a:t>
              </a: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30E6D937-39D0-5265-AB0F-71326F599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3534994" y="4138041"/>
              <a:ext cx="274320" cy="269753"/>
              <a:chOff x="2543434" y="4026721"/>
              <a:chExt cx="293196" cy="289220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D3CF6536-C377-B6BE-12B0-04D0B53347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2543434" y="4026721"/>
                <a:ext cx="293196" cy="289220"/>
              </a:xfrm>
              <a:prstGeom prst="ellipse">
                <a:avLst/>
              </a:prstGeom>
              <a:solidFill>
                <a:schemeClr val="bg1"/>
              </a:solidFill>
              <a:ln w="12700">
                <a:noFill/>
              </a:ln>
              <a:effectLst>
                <a:innerShdw blurRad="63500" dist="50800" dir="8100000">
                  <a:prstClr val="black">
                    <a:alpha val="10000"/>
                  </a:prstClr>
                </a:innerShdw>
              </a:effectLst>
            </p:spPr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Display Semibold"/>
                  <a:ea typeface="+mn-ea"/>
                  <a:cs typeface="+mn-cs"/>
                </a:endParaRPr>
              </a:p>
            </p:txBody>
          </p:sp>
          <p:sp>
            <p:nvSpPr>
              <p:cNvPr id="70" name="Isosceles Triangle 52">
                <a:extLst>
                  <a:ext uri="{FF2B5EF4-FFF2-40B4-BE49-F238E27FC236}">
                    <a16:creationId xmlns:a16="http://schemas.microsoft.com/office/drawing/2014/main" id="{715D413E-3D88-E8B2-FB03-A62BF91825C3}"/>
                  </a:ext>
                </a:extLst>
              </p:cNvPr>
              <p:cNvSpPr/>
              <p:nvPr/>
            </p:nvSpPr>
            <p:spPr bwMode="auto">
              <a:xfrm rot="5400000">
                <a:off x="2635491" y="4141117"/>
                <a:ext cx="109082" cy="60427"/>
              </a:xfrm>
              <a:custGeom>
                <a:avLst/>
                <a:gdLst>
                  <a:gd name="connsiteX0" fmla="*/ 0 w 825333"/>
                  <a:gd name="connsiteY0" fmla="*/ 457200 h 457200"/>
                  <a:gd name="connsiteX1" fmla="*/ 412667 w 825333"/>
                  <a:gd name="connsiteY1" fmla="*/ 0 h 457200"/>
                  <a:gd name="connsiteX2" fmla="*/ 825333 w 825333"/>
                  <a:gd name="connsiteY2" fmla="*/ 457200 h 457200"/>
                  <a:gd name="connsiteX3" fmla="*/ 0 w 825333"/>
                  <a:gd name="connsiteY3" fmla="*/ 457200 h 457200"/>
                  <a:gd name="connsiteX0" fmla="*/ 0 w 825333"/>
                  <a:gd name="connsiteY0" fmla="*/ 457200 h 548640"/>
                  <a:gd name="connsiteX1" fmla="*/ 412667 w 825333"/>
                  <a:gd name="connsiteY1" fmla="*/ 0 h 548640"/>
                  <a:gd name="connsiteX2" fmla="*/ 825333 w 825333"/>
                  <a:gd name="connsiteY2" fmla="*/ 457200 h 548640"/>
                  <a:gd name="connsiteX3" fmla="*/ 91440 w 825333"/>
                  <a:gd name="connsiteY3" fmla="*/ 548640 h 548640"/>
                  <a:gd name="connsiteX0" fmla="*/ 0 w 825333"/>
                  <a:gd name="connsiteY0" fmla="*/ 457200 h 457200"/>
                  <a:gd name="connsiteX1" fmla="*/ 412667 w 825333"/>
                  <a:gd name="connsiteY1" fmla="*/ 0 h 457200"/>
                  <a:gd name="connsiteX2" fmla="*/ 825333 w 825333"/>
                  <a:gd name="connsiteY2" fmla="*/ 457200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25333" h="457200">
                    <a:moveTo>
                      <a:pt x="0" y="457200"/>
                    </a:moveTo>
                    <a:lnTo>
                      <a:pt x="412667" y="0"/>
                    </a:lnTo>
                    <a:lnTo>
                      <a:pt x="825333" y="457200"/>
                    </a:lnTo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Text"/>
                  <a:ea typeface="Segoe UI" pitchFamily="34" charset="0"/>
                  <a:cs typeface="Segoe UI" pitchFamily="34" charset="0"/>
                </a:endParaRP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8AA6B6A-4D36-E0AF-7874-111DA9057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282745" y="1562652"/>
            <a:ext cx="3566160" cy="1834888"/>
            <a:chOff x="4031371" y="1562651"/>
            <a:chExt cx="3528316" cy="1867709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D6F31F9-7387-672B-1E6D-6915C5089A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 flipH="1">
              <a:off x="4031371" y="1562651"/>
              <a:ext cx="3528316" cy="1867709"/>
            </a:xfrm>
            <a:prstGeom prst="roundRect">
              <a:avLst>
                <a:gd name="adj" fmla="val 616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accent4"/>
                </a:gs>
              </a:gsLst>
              <a:lin ang="16200000" scaled="1"/>
              <a:tileRect/>
            </a:gradFill>
            <a:ln w="19050">
              <a:solidFill>
                <a:schemeClr val="bg1"/>
              </a:solidFill>
              <a:headEnd type="none" w="med" len="med"/>
              <a:tailEnd type="none" w="med" len="med"/>
            </a:ln>
            <a:effectLst>
              <a:outerShdw blurRad="393700" dist="38100" dir="5400000" algn="t" rotWithShape="0">
                <a:prstClr val="black">
                  <a:alpha val="8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03BD1C98-A60B-F7BC-102B-54AEDA9CC3B0}"/>
                </a:ext>
              </a:extLst>
            </p:cNvPr>
            <p:cNvSpPr/>
            <p:nvPr/>
          </p:nvSpPr>
          <p:spPr bwMode="auto">
            <a:xfrm>
              <a:off x="4095357" y="1637021"/>
              <a:ext cx="989245" cy="24874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34925">
              <a:noFill/>
            </a:ln>
            <a:effectLst>
              <a:outerShdw blurRad="317500" algn="ctr" rotWithShape="0">
                <a:prstClr val="black">
                  <a:alpha val="30000"/>
                </a:prstClr>
              </a:outerShdw>
            </a:effectLst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Display Semibold"/>
                  <a:ea typeface="+mn-ea"/>
                  <a:cs typeface="+mn-cs"/>
                </a:rPr>
                <a:t>8:30 AM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2389998-BB46-085F-5633-AEA92D25FA1C}"/>
                </a:ext>
              </a:extLst>
            </p:cNvPr>
            <p:cNvSpPr txBox="1"/>
            <p:nvPr/>
          </p:nvSpPr>
          <p:spPr>
            <a:xfrm>
              <a:off x="4171558" y="1992218"/>
              <a:ext cx="3295719" cy="43859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lvl="0" defTabSz="914400">
                <a:spcAft>
                  <a:spcPts val="800"/>
                </a:spcAft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 Semibold"/>
                </a:rPr>
                <a:t>Commute and call my </a:t>
              </a:r>
              <a:r>
                <a:rPr lang="en-US" sz="1400">
                  <a:solidFill>
                    <a:srgbClr val="000000"/>
                  </a:solidFill>
                  <a:latin typeface="Segoe Sans Text"/>
                  <a:cs typeface="Segoe UI Semibold"/>
                </a:rPr>
                <a:t>manager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 Semibold"/>
                </a:rPr>
                <a:t> using</a:t>
              </a:r>
              <a:r>
                <a:rPr kumimoji="0" lang="en-US" sz="1400" b="0" i="0" u="none" strike="noStrike" kern="120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 Semibold"/>
                </a:rPr>
                <a:t> </a:t>
              </a:r>
              <a:r>
                <a:rPr lang="en-US" sz="1400">
                  <a:solidFill>
                    <a:srgbClr val="444791"/>
                  </a:solidFill>
                  <a:latin typeface="Segoe Sans Display Semibold"/>
                  <a:cs typeface="Segoe Sans Display Semibold" pitchFamily="2" charset="0"/>
                </a:rPr>
                <a:t>Copilot + 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444791"/>
                  </a:solidFill>
                  <a:effectLst/>
                  <a:uLnTx/>
                  <a:uFillTx/>
                  <a:latin typeface="Segoe Sans Display Semibold"/>
                  <a:ea typeface="+mn-ea"/>
                  <a:cs typeface="Segoe Sans Display Semibold" pitchFamily="2" charset="0"/>
                </a:rPr>
                <a:t>Teams Phone.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 Semibold"/>
              </a:endParaRP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EB4BBE5D-073A-0FF3-B56B-8BCFF1937F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7156813" y="1603657"/>
              <a:ext cx="274320" cy="269753"/>
              <a:chOff x="5147548" y="781880"/>
              <a:chExt cx="592119" cy="584091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F08E35FA-7A7F-AE3E-A392-6D3F745CC8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5147548" y="781880"/>
                <a:ext cx="592119" cy="584091"/>
              </a:xfrm>
              <a:prstGeom prst="ellipse">
                <a:avLst/>
              </a:prstGeom>
              <a:solidFill>
                <a:schemeClr val="bg1"/>
              </a:solidFill>
              <a:ln w="12700">
                <a:noFill/>
              </a:ln>
              <a:effectLst>
                <a:innerShdw blurRad="63500" dist="50800" dir="8100000">
                  <a:prstClr val="black">
                    <a:alpha val="10000"/>
                  </a:prstClr>
                </a:innerShdw>
              </a:effectLst>
            </p:spPr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Display Semibold"/>
                  <a:ea typeface="+mn-ea"/>
                  <a:cs typeface="+mn-cs"/>
                </a:endParaRPr>
              </a:p>
            </p:txBody>
          </p:sp>
          <p:sp>
            <p:nvSpPr>
              <p:cNvPr id="60" name="Isosceles Triangle 52">
                <a:extLst>
                  <a:ext uri="{FF2B5EF4-FFF2-40B4-BE49-F238E27FC236}">
                    <a16:creationId xmlns:a16="http://schemas.microsoft.com/office/drawing/2014/main" id="{E0A42C0C-D57B-EA40-4D62-99007CB30674}"/>
                  </a:ext>
                </a:extLst>
              </p:cNvPr>
              <p:cNvSpPr/>
              <p:nvPr/>
            </p:nvSpPr>
            <p:spPr bwMode="auto">
              <a:xfrm rot="5400000">
                <a:off x="5333459" y="1012908"/>
                <a:ext cx="220296" cy="122035"/>
              </a:xfrm>
              <a:custGeom>
                <a:avLst/>
                <a:gdLst>
                  <a:gd name="connsiteX0" fmla="*/ 0 w 825333"/>
                  <a:gd name="connsiteY0" fmla="*/ 457200 h 457200"/>
                  <a:gd name="connsiteX1" fmla="*/ 412667 w 825333"/>
                  <a:gd name="connsiteY1" fmla="*/ 0 h 457200"/>
                  <a:gd name="connsiteX2" fmla="*/ 825333 w 825333"/>
                  <a:gd name="connsiteY2" fmla="*/ 457200 h 457200"/>
                  <a:gd name="connsiteX3" fmla="*/ 0 w 825333"/>
                  <a:gd name="connsiteY3" fmla="*/ 457200 h 457200"/>
                  <a:gd name="connsiteX0" fmla="*/ 0 w 825333"/>
                  <a:gd name="connsiteY0" fmla="*/ 457200 h 548640"/>
                  <a:gd name="connsiteX1" fmla="*/ 412667 w 825333"/>
                  <a:gd name="connsiteY1" fmla="*/ 0 h 548640"/>
                  <a:gd name="connsiteX2" fmla="*/ 825333 w 825333"/>
                  <a:gd name="connsiteY2" fmla="*/ 457200 h 548640"/>
                  <a:gd name="connsiteX3" fmla="*/ 91440 w 825333"/>
                  <a:gd name="connsiteY3" fmla="*/ 548640 h 548640"/>
                  <a:gd name="connsiteX0" fmla="*/ 0 w 825333"/>
                  <a:gd name="connsiteY0" fmla="*/ 457200 h 457200"/>
                  <a:gd name="connsiteX1" fmla="*/ 412667 w 825333"/>
                  <a:gd name="connsiteY1" fmla="*/ 0 h 457200"/>
                  <a:gd name="connsiteX2" fmla="*/ 825333 w 825333"/>
                  <a:gd name="connsiteY2" fmla="*/ 457200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25333" h="457200">
                    <a:moveTo>
                      <a:pt x="0" y="457200"/>
                    </a:moveTo>
                    <a:lnTo>
                      <a:pt x="412667" y="0"/>
                    </a:lnTo>
                    <a:lnTo>
                      <a:pt x="825333" y="457200"/>
                    </a:lnTo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Text"/>
                  <a:ea typeface="Segoe UI" pitchFamily="34" charset="0"/>
                  <a:cs typeface="Segoe UI" pitchFamily="34" charset="0"/>
                </a:endParaRPr>
              </a:p>
            </p:txBody>
          </p:sp>
        </p:grp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4327E15-B6DB-B96A-808A-F1D93C134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281285" y="3715093"/>
            <a:ext cx="3566160" cy="1829128"/>
            <a:chOff x="4031373" y="4076704"/>
            <a:chExt cx="3528314" cy="1861846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D22EAB3C-9B57-8845-75AB-EAD2F76A3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 flipV="1">
              <a:off x="4031373" y="4076704"/>
              <a:ext cx="3528314" cy="1861846"/>
            </a:xfrm>
            <a:prstGeom prst="roundRect">
              <a:avLst>
                <a:gd name="adj" fmla="val 616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accent4"/>
                </a:gs>
              </a:gsLst>
              <a:lin ang="16200000" scaled="1"/>
              <a:tileRect/>
            </a:gradFill>
            <a:ln w="19050">
              <a:solidFill>
                <a:schemeClr val="bg1"/>
              </a:solidFill>
              <a:headEnd type="none" w="med" len="med"/>
              <a:tailEnd type="none" w="med" len="med"/>
            </a:ln>
            <a:effectLst>
              <a:outerShdw blurRad="393700" dist="38100" dir="5400000" algn="t" rotWithShape="0">
                <a:prstClr val="black">
                  <a:alpha val="8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4CA7CFF7-C1C5-8A68-8977-AA65A2FB9181}"/>
                </a:ext>
              </a:extLst>
            </p:cNvPr>
            <p:cNvSpPr/>
            <p:nvPr/>
          </p:nvSpPr>
          <p:spPr bwMode="auto">
            <a:xfrm>
              <a:off x="4107571" y="4148543"/>
              <a:ext cx="989245" cy="24874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34925">
              <a:noFill/>
            </a:ln>
            <a:effectLst>
              <a:outerShdw blurRad="317500" algn="ctr" rotWithShape="0">
                <a:prstClr val="black">
                  <a:alpha val="30000"/>
                </a:prstClr>
              </a:outerShdw>
            </a:effectLst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Display Semibold"/>
                  <a:ea typeface="+mn-ea"/>
                  <a:cs typeface="+mn-cs"/>
                </a:rPr>
                <a:t>2:00 PM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B7C65CA-6266-F138-BFDC-E3CFDFC4CAA4}"/>
                </a:ext>
              </a:extLst>
            </p:cNvPr>
            <p:cNvSpPr txBox="1"/>
            <p:nvPr/>
          </p:nvSpPr>
          <p:spPr>
            <a:xfrm>
              <a:off x="4183771" y="4498451"/>
              <a:ext cx="3247362" cy="43859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 Semibold"/>
                </a:rPr>
                <a:t>Join in-person a hybrid Teams meeting</a:t>
              </a:r>
              <a:r>
                <a:rPr kumimoji="0" lang="en-US" sz="1400" b="0" i="0" u="none" strike="noStrike" kern="120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 Semibold"/>
                </a:rPr>
                <a:t> with 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444791"/>
                  </a:solidFill>
                  <a:effectLst/>
                  <a:uLnTx/>
                  <a:uFillTx/>
                  <a:latin typeface="Segoe Sans Display Semibold"/>
                  <a:ea typeface="+mn-ea"/>
                  <a:cs typeface="Segoe Sans Display Semibold" pitchFamily="2" charset="0"/>
                </a:rPr>
                <a:t>Teams Rooms 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 Semibold"/>
                </a:rPr>
                <a:t>and </a:t>
              </a:r>
              <a:r>
                <a:rPr lang="en-US" sz="1400">
                  <a:solidFill>
                    <a:srgbClr val="444791"/>
                  </a:solidFill>
                  <a:latin typeface="Segoe Sans Display Semibold"/>
                  <a:cs typeface="Segoe Sans Display Semibold" pitchFamily="2" charset="0"/>
                </a:rPr>
                <a:t>Copilot in Teams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 Semibold"/>
                </a:rPr>
                <a:t>.</a:t>
              </a:r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64901FF5-6C61-CE42-5E32-DC72A891B6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7158446" y="4138041"/>
              <a:ext cx="274320" cy="269753"/>
              <a:chOff x="5350134" y="4026721"/>
              <a:chExt cx="293196" cy="289220"/>
            </a:xfrm>
          </p:grpSpPr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A4613444-DD73-8301-2650-EC63E4BC86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5350134" y="4026721"/>
                <a:ext cx="293196" cy="289220"/>
              </a:xfrm>
              <a:prstGeom prst="ellipse">
                <a:avLst/>
              </a:prstGeom>
              <a:solidFill>
                <a:schemeClr val="bg1"/>
              </a:solidFill>
              <a:ln w="12700">
                <a:noFill/>
              </a:ln>
              <a:effectLst>
                <a:innerShdw blurRad="63500" dist="50800" dir="8100000">
                  <a:prstClr val="black">
                    <a:alpha val="10000"/>
                  </a:prstClr>
                </a:innerShdw>
              </a:effectLst>
            </p:spPr>
            <p:txBody>
              <a:bodyPr wrap="square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Display Semibold"/>
                  <a:ea typeface="+mn-ea"/>
                  <a:cs typeface="+mn-cs"/>
                </a:endParaRPr>
              </a:p>
            </p:txBody>
          </p:sp>
          <p:sp>
            <p:nvSpPr>
              <p:cNvPr id="75" name="Isosceles Triangle 52">
                <a:extLst>
                  <a:ext uri="{FF2B5EF4-FFF2-40B4-BE49-F238E27FC236}">
                    <a16:creationId xmlns:a16="http://schemas.microsoft.com/office/drawing/2014/main" id="{0C9C8A06-4CE8-9063-386F-2F8A0602B6F6}"/>
                  </a:ext>
                </a:extLst>
              </p:cNvPr>
              <p:cNvSpPr/>
              <p:nvPr/>
            </p:nvSpPr>
            <p:spPr bwMode="auto">
              <a:xfrm rot="5400000">
                <a:off x="5442191" y="4141117"/>
                <a:ext cx="109082" cy="60427"/>
              </a:xfrm>
              <a:custGeom>
                <a:avLst/>
                <a:gdLst>
                  <a:gd name="connsiteX0" fmla="*/ 0 w 825333"/>
                  <a:gd name="connsiteY0" fmla="*/ 457200 h 457200"/>
                  <a:gd name="connsiteX1" fmla="*/ 412667 w 825333"/>
                  <a:gd name="connsiteY1" fmla="*/ 0 h 457200"/>
                  <a:gd name="connsiteX2" fmla="*/ 825333 w 825333"/>
                  <a:gd name="connsiteY2" fmla="*/ 457200 h 457200"/>
                  <a:gd name="connsiteX3" fmla="*/ 0 w 825333"/>
                  <a:gd name="connsiteY3" fmla="*/ 457200 h 457200"/>
                  <a:gd name="connsiteX0" fmla="*/ 0 w 825333"/>
                  <a:gd name="connsiteY0" fmla="*/ 457200 h 548640"/>
                  <a:gd name="connsiteX1" fmla="*/ 412667 w 825333"/>
                  <a:gd name="connsiteY1" fmla="*/ 0 h 548640"/>
                  <a:gd name="connsiteX2" fmla="*/ 825333 w 825333"/>
                  <a:gd name="connsiteY2" fmla="*/ 457200 h 548640"/>
                  <a:gd name="connsiteX3" fmla="*/ 91440 w 825333"/>
                  <a:gd name="connsiteY3" fmla="*/ 548640 h 548640"/>
                  <a:gd name="connsiteX0" fmla="*/ 0 w 825333"/>
                  <a:gd name="connsiteY0" fmla="*/ 457200 h 457200"/>
                  <a:gd name="connsiteX1" fmla="*/ 412667 w 825333"/>
                  <a:gd name="connsiteY1" fmla="*/ 0 h 457200"/>
                  <a:gd name="connsiteX2" fmla="*/ 825333 w 825333"/>
                  <a:gd name="connsiteY2" fmla="*/ 457200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25333" h="457200">
                    <a:moveTo>
                      <a:pt x="0" y="457200"/>
                    </a:moveTo>
                    <a:lnTo>
                      <a:pt x="412667" y="0"/>
                    </a:lnTo>
                    <a:lnTo>
                      <a:pt x="825333" y="457200"/>
                    </a:lnTo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Text"/>
                  <a:ea typeface="Segoe UI" pitchFamily="34" charset="0"/>
                  <a:cs typeface="Segoe UI" pitchFamily="34" charset="0"/>
                </a:endParaRPr>
              </a:p>
            </p:txBody>
          </p:sp>
        </p:grp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848E2D8-A24C-C44B-8CCC-31FCDF2AD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035011" y="3715092"/>
            <a:ext cx="3566160" cy="1829127"/>
            <a:chOff x="7741885" y="4076703"/>
            <a:chExt cx="3873323" cy="1861845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3F581477-F31C-3324-3CE1-1C4D92B835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 flipV="1">
              <a:off x="7741885" y="4076703"/>
              <a:ext cx="3873323" cy="1861845"/>
            </a:xfrm>
            <a:prstGeom prst="roundRect">
              <a:avLst>
                <a:gd name="adj" fmla="val 6160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accent4"/>
                </a:gs>
              </a:gsLst>
              <a:lin ang="16200000" scaled="1"/>
              <a:tileRect/>
            </a:gradFill>
            <a:ln w="19050">
              <a:solidFill>
                <a:schemeClr val="bg1"/>
              </a:solidFill>
              <a:headEnd type="none" w="med" len="med"/>
              <a:tailEnd type="none" w="med" len="med"/>
            </a:ln>
            <a:effectLst>
              <a:outerShdw blurRad="393700" dist="38100" dir="5400000" algn="t" rotWithShape="0">
                <a:prstClr val="black">
                  <a:alpha val="8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2E31309F-0755-EB8C-0146-EB2FA5B25562}"/>
                </a:ext>
              </a:extLst>
            </p:cNvPr>
            <p:cNvSpPr/>
            <p:nvPr/>
          </p:nvSpPr>
          <p:spPr bwMode="auto">
            <a:xfrm>
              <a:off x="7807984" y="4148542"/>
              <a:ext cx="989245" cy="24874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34925">
              <a:noFill/>
            </a:ln>
            <a:effectLst>
              <a:outerShdw blurRad="317500" algn="ctr" rotWithShape="0">
                <a:prstClr val="black">
                  <a:alpha val="30000"/>
                </a:prstClr>
              </a:outerShdw>
            </a:effectLst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>
                  <a:solidFill>
                    <a:srgbClr val="FFFFFF"/>
                  </a:solidFill>
                  <a:latin typeface="Segoe Sans Display Semibold"/>
                </a:rPr>
                <a:t>3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Display Semibold"/>
                  <a:ea typeface="+mn-ea"/>
                  <a:cs typeface="+mn-cs"/>
                </a:rPr>
                <a:t>:00 PM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EFEB17A7-71F7-4485-4587-C80478C23F57}"/>
                </a:ext>
              </a:extLst>
            </p:cNvPr>
            <p:cNvSpPr txBox="1"/>
            <p:nvPr/>
          </p:nvSpPr>
          <p:spPr>
            <a:xfrm>
              <a:off x="7886700" y="4498450"/>
              <a:ext cx="3568699" cy="43859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Segoe UI Semibold"/>
                </a:rPr>
                <a:t>Commute and call my vendor using 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444791"/>
                  </a:solidFill>
                  <a:effectLst/>
                  <a:uLnTx/>
                  <a:uFillTx/>
                  <a:latin typeface="Segoe Sans Display Semibold"/>
                  <a:ea typeface="+mn-ea"/>
                  <a:cs typeface="Segoe Sans Display Semibold" pitchFamily="2" charset="0"/>
                </a:rPr>
                <a:t>Teams Phone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444791"/>
                  </a:solidFill>
                  <a:effectLst/>
                  <a:uLnTx/>
                  <a:uFillTx/>
                  <a:latin typeface="Segoe Sans Display Semibold"/>
                  <a:ea typeface="+mn-ea"/>
                  <a:cs typeface="Segoe Sans Display Semibold" pitchFamily="2" charset="0"/>
                </a:rPr>
                <a:t>.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444791"/>
                  </a:solidFill>
                  <a:effectLst/>
                  <a:uLnTx/>
                  <a:uFillTx/>
                  <a:latin typeface="Segoe Sans Text"/>
                  <a:ea typeface="+mn-ea"/>
                  <a:cs typeface="Segoe UI Semibold"/>
                </a:rPr>
                <a:t> 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 Semibold"/>
              </a:endParaRPr>
            </a:p>
          </p:txBody>
        </p:sp>
      </p:grp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7D0E021B-295A-52C0-A88E-5E0F8031B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flipV="1">
            <a:off x="1673095" y="5786420"/>
            <a:ext cx="9056346" cy="892509"/>
          </a:xfrm>
          <a:prstGeom prst="roundRect">
            <a:avLst>
              <a:gd name="adj" fmla="val 6160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accent4"/>
              </a:gs>
            </a:gsLst>
            <a:lin ang="16200000" scaled="1"/>
            <a:tileRect/>
          </a:gradFill>
          <a:ln w="19050"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393700" dist="38100" dir="5400000" algn="t" rotWithShape="0">
              <a:prstClr val="black">
                <a:alpha val="8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6AADC83-FE68-150A-0A0B-79742CED6958}"/>
              </a:ext>
            </a:extLst>
          </p:cNvPr>
          <p:cNvSpPr txBox="1"/>
          <p:nvPr/>
        </p:nvSpPr>
        <p:spPr>
          <a:xfrm>
            <a:off x="2951199" y="6020642"/>
            <a:ext cx="4630600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 Semibold"/>
              </a:rPr>
              <a:t>Use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44791"/>
                </a:solidFill>
                <a:effectLst/>
                <a:uLnTx/>
                <a:uFillTx/>
                <a:latin typeface="Segoe Sans Display Semibold"/>
                <a:ea typeface="+mn-ea"/>
                <a:cs typeface="Segoe Sans Display Semibold" pitchFamily="2" charset="0"/>
              </a:rPr>
              <a:t>Copilot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44791"/>
                </a:solidFill>
                <a:effectLst/>
                <a:uLnTx/>
                <a:uFillTx/>
                <a:latin typeface="Segoe Sans Text"/>
                <a:ea typeface="+mn-ea"/>
                <a:cs typeface="Segoe Sans Display Semibold" pitchFamily="2" charset="0"/>
              </a:rPr>
              <a:t>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 Semibold"/>
              </a:rPr>
              <a:t>to</a:t>
            </a:r>
            <a:r>
              <a:rPr lang="en-US" sz="1400">
                <a:solidFill>
                  <a:srgbClr val="000000"/>
                </a:solidFill>
                <a:latin typeface="Segoe Sans Text"/>
                <a:cs typeface="Segoe UI Semibold"/>
              </a:rPr>
              <a:t> recap today’s meetings and outline action items that I might have missed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Segoe UI Semibold"/>
            </a:endParaRP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369829FD-1B2D-333D-EFDE-AEB3D1CA324C}"/>
              </a:ext>
            </a:extLst>
          </p:cNvPr>
          <p:cNvSpPr/>
          <p:nvPr/>
        </p:nvSpPr>
        <p:spPr bwMode="auto">
          <a:xfrm>
            <a:off x="8177425" y="1658387"/>
            <a:ext cx="1289303" cy="2487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4925">
            <a:noFill/>
          </a:ln>
          <a:effectLst>
            <a:outerShdw blurRad="317500" algn="ctr" rotWithShape="0">
              <a:prstClr val="black">
                <a:alpha val="30000"/>
              </a:prstClr>
            </a:outerShdw>
          </a:effectLst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sng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10:00</a:t>
            </a:r>
            <a:r>
              <a:rPr lang="en-US" sz="1200">
                <a:solidFill>
                  <a:srgbClr val="FFFFFF"/>
                </a:solidFill>
                <a:latin typeface="Segoe Sans Display Semibold"/>
              </a:rPr>
              <a:t> 10:30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 AM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01D6867A-CA8A-84F6-63AF-B72F1F3D420F}"/>
              </a:ext>
            </a:extLst>
          </p:cNvPr>
          <p:cNvSpPr/>
          <p:nvPr/>
        </p:nvSpPr>
        <p:spPr bwMode="auto">
          <a:xfrm>
            <a:off x="1720006" y="5824254"/>
            <a:ext cx="910796" cy="2487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4925">
            <a:noFill/>
          </a:ln>
          <a:effectLst>
            <a:outerShdw blurRad="317500" algn="ctr" rotWithShape="0">
              <a:prstClr val="black">
                <a:alpha val="30000"/>
              </a:prstClr>
            </a:outerShdw>
          </a:effectLst>
        </p:spPr>
        <p:txBody>
          <a:bodyPr wrap="square" lIns="0" tIns="0" rIns="0" bIns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4:00 PM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257126D3-D33B-059B-C80F-2436AC1A9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230413" y="2788596"/>
            <a:ext cx="1843459" cy="564826"/>
            <a:chOff x="5230413" y="2788596"/>
            <a:chExt cx="1843459" cy="564826"/>
          </a:xfrm>
        </p:grpSpPr>
        <p:pic>
          <p:nvPicPr>
            <p:cNvPr id="94" name="Picture 4">
              <a:extLst>
                <a:ext uri="{FF2B5EF4-FFF2-40B4-BE49-F238E27FC236}">
                  <a16:creationId xmlns:a16="http://schemas.microsoft.com/office/drawing/2014/main" id="{322B3523-453B-5589-F07A-D21D212C3A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/>
            <a:srcRect/>
            <a:stretch/>
          </p:blipFill>
          <p:spPr bwMode="auto">
            <a:xfrm>
              <a:off x="6540747" y="2788596"/>
              <a:ext cx="274320" cy="2743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26F1BFBF-C2DF-2FBC-EC67-8445490ACB6B}"/>
                </a:ext>
              </a:extLst>
            </p:cNvPr>
            <p:cNvSpPr txBox="1"/>
            <p:nvPr/>
          </p:nvSpPr>
          <p:spPr>
            <a:xfrm>
              <a:off x="6350113" y="3107201"/>
              <a:ext cx="723759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u="none" kern="1200" cap="none" spc="0" normalizeH="0" baseline="0" noProof="0">
                  <a:ln>
                    <a:noFill/>
                  </a:ln>
                  <a:solidFill>
                    <a:srgbClr val="737373"/>
                  </a:solidFill>
                  <a:effectLst/>
                  <a:uLnTx/>
                  <a:uFillTx/>
                  <a:latin typeface="Segoe Sans Display Semibold"/>
                  <a:ea typeface="+mn-ea"/>
                  <a:cs typeface="Segoe Sans Display Semibold" pitchFamily="2" charset="0"/>
                </a:rPr>
                <a:t>Teams       Phone</a:t>
              </a:r>
            </a:p>
          </p:txBody>
        </p:sp>
        <p:sp>
          <p:nvSpPr>
            <p:cNvPr id="97" name="Plus Sign 96">
              <a:extLst>
                <a:ext uri="{FF2B5EF4-FFF2-40B4-BE49-F238E27FC236}">
                  <a16:creationId xmlns:a16="http://schemas.microsoft.com/office/drawing/2014/main" id="{814337F6-89AE-D742-B69E-D13E1A3DB3D5}"/>
                </a:ext>
              </a:extLst>
            </p:cNvPr>
            <p:cNvSpPr/>
            <p:nvPr/>
          </p:nvSpPr>
          <p:spPr bwMode="auto">
            <a:xfrm>
              <a:off x="6032422" y="2918563"/>
              <a:ext cx="182880" cy="182880"/>
            </a:xfrm>
            <a:prstGeom prst="mathPlus">
              <a:avLst/>
            </a:prstGeom>
            <a:solidFill>
              <a:schemeClr val="accent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98" name="Picture 97" descr="The Microsoft 365 Copilot logo">
              <a:extLst>
                <a:ext uri="{FF2B5EF4-FFF2-40B4-BE49-F238E27FC236}">
                  <a16:creationId xmlns:a16="http://schemas.microsoft.com/office/drawing/2014/main" id="{12394E0C-0F93-9280-7516-1864244485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230413" y="2805604"/>
              <a:ext cx="658368" cy="457200"/>
            </a:xfrm>
            <a:prstGeom prst="rect">
              <a:avLst/>
            </a:prstGeom>
          </p:spPr>
        </p:pic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71D6EB6-4829-6277-C29F-316457F1D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411419" y="2773007"/>
            <a:ext cx="1812189" cy="551501"/>
            <a:chOff x="1105905" y="2778514"/>
            <a:chExt cx="1812189" cy="551501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B5ECB739-7B9B-486C-E806-0979C856735C}"/>
                </a:ext>
              </a:extLst>
            </p:cNvPr>
            <p:cNvSpPr txBox="1"/>
            <p:nvPr/>
          </p:nvSpPr>
          <p:spPr>
            <a:xfrm>
              <a:off x="2194335" y="3083794"/>
              <a:ext cx="723759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u="none" kern="1200" cap="none" spc="0" normalizeH="0" baseline="0" noProof="0">
                  <a:ln>
                    <a:noFill/>
                  </a:ln>
                  <a:solidFill>
                    <a:srgbClr val="737373"/>
                  </a:solidFill>
                  <a:effectLst/>
                  <a:uLnTx/>
                  <a:uFillTx/>
                  <a:latin typeface="Segoe Sans Display Semibold"/>
                  <a:ea typeface="+mn-ea"/>
                  <a:cs typeface="Segoe Sans Display Semibold" pitchFamily="2" charset="0"/>
                </a:rPr>
                <a:t>Microsoft Places</a:t>
              </a:r>
            </a:p>
          </p:txBody>
        </p:sp>
        <p:pic>
          <p:nvPicPr>
            <p:cNvPr id="93" name="Picture 92" descr="The Microsoft 365 Copilot logo">
              <a:extLst>
                <a:ext uri="{FF2B5EF4-FFF2-40B4-BE49-F238E27FC236}">
                  <a16:creationId xmlns:a16="http://schemas.microsoft.com/office/drawing/2014/main" id="{594DADF2-DB84-D5A9-5E30-4D5438EBC1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05905" y="2778514"/>
              <a:ext cx="658368" cy="457200"/>
            </a:xfrm>
            <a:prstGeom prst="rect">
              <a:avLst/>
            </a:prstGeom>
          </p:spPr>
        </p:pic>
        <p:sp>
          <p:nvSpPr>
            <p:cNvPr id="99" name="Plus Sign 98">
              <a:extLst>
                <a:ext uri="{FF2B5EF4-FFF2-40B4-BE49-F238E27FC236}">
                  <a16:creationId xmlns:a16="http://schemas.microsoft.com/office/drawing/2014/main" id="{2B9EF6C3-EEC1-F597-5CAA-017C55010776}"/>
                </a:ext>
              </a:extLst>
            </p:cNvPr>
            <p:cNvSpPr/>
            <p:nvPr/>
          </p:nvSpPr>
          <p:spPr bwMode="auto">
            <a:xfrm>
              <a:off x="1938064" y="2914381"/>
              <a:ext cx="182880" cy="182880"/>
            </a:xfrm>
            <a:prstGeom prst="mathPlus">
              <a:avLst/>
            </a:prstGeom>
            <a:solidFill>
              <a:schemeClr val="accent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100" name="Picture 4" descr="Microsoft Places logo">
              <a:extLst>
                <a:ext uri="{FF2B5EF4-FFF2-40B4-BE49-F238E27FC236}">
                  <a16:creationId xmlns:a16="http://schemas.microsoft.com/office/drawing/2014/main" id="{26C9E1D1-8A8F-59D1-4C59-0CEA2B5E03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1503" y="2793098"/>
              <a:ext cx="274642" cy="2743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4" name="Picture 4">
            <a:extLst>
              <a:ext uri="{FF2B5EF4-FFF2-40B4-BE49-F238E27FC236}">
                <a16:creationId xmlns:a16="http://schemas.microsoft.com/office/drawing/2014/main" id="{9FA0F336-FF66-6528-D571-390375E15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/>
        </p:blipFill>
        <p:spPr bwMode="auto">
          <a:xfrm>
            <a:off x="10212741" y="2819366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" name="Plus Sign 105">
            <a:extLst>
              <a:ext uri="{FF2B5EF4-FFF2-40B4-BE49-F238E27FC236}">
                <a16:creationId xmlns:a16="http://schemas.microsoft.com/office/drawing/2014/main" id="{F9580499-7B60-079D-18C9-56E7B4853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9779581" y="2909455"/>
            <a:ext cx="182880" cy="182880"/>
          </a:xfrm>
          <a:prstGeom prst="mathPlus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07" name="Picture 106" descr="The Microsoft 365 Copilot logo">
            <a:extLst>
              <a:ext uri="{FF2B5EF4-FFF2-40B4-BE49-F238E27FC236}">
                <a16:creationId xmlns:a16="http://schemas.microsoft.com/office/drawing/2014/main" id="{B07B3DA1-F4E1-5159-3B40-ACA4A4F8FD2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77572" y="2796496"/>
            <a:ext cx="658368" cy="457200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8EF2FC3F-F120-26BE-B876-B9E6E46EB2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230413" y="4922218"/>
            <a:ext cx="1843459" cy="564826"/>
            <a:chOff x="5230413" y="2788596"/>
            <a:chExt cx="1843459" cy="564826"/>
          </a:xfrm>
        </p:grpSpPr>
        <p:pic>
          <p:nvPicPr>
            <p:cNvPr id="109" name="Picture 4">
              <a:extLst>
                <a:ext uri="{FF2B5EF4-FFF2-40B4-BE49-F238E27FC236}">
                  <a16:creationId xmlns:a16="http://schemas.microsoft.com/office/drawing/2014/main" id="{B744C7E4-7B36-EB41-6426-6A83BBD96A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/>
            <a:srcRect/>
            <a:stretch/>
          </p:blipFill>
          <p:spPr bwMode="auto">
            <a:xfrm>
              <a:off x="6540747" y="2788596"/>
              <a:ext cx="274320" cy="2743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C2D267E3-A8D7-D544-75D4-BA58BCFF7E29}"/>
                </a:ext>
              </a:extLst>
            </p:cNvPr>
            <p:cNvSpPr txBox="1"/>
            <p:nvPr/>
          </p:nvSpPr>
          <p:spPr>
            <a:xfrm>
              <a:off x="6350113" y="3107201"/>
              <a:ext cx="723759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u="none" kern="1200" cap="none" spc="0" normalizeH="0" baseline="0" noProof="0">
                  <a:ln>
                    <a:noFill/>
                  </a:ln>
                  <a:solidFill>
                    <a:srgbClr val="737373"/>
                  </a:solidFill>
                  <a:effectLst/>
                  <a:uLnTx/>
                  <a:uFillTx/>
                  <a:latin typeface="Segoe Sans Display Semibold"/>
                  <a:ea typeface="+mn-ea"/>
                  <a:cs typeface="Segoe Sans Display Semibold" pitchFamily="2" charset="0"/>
                </a:rPr>
                <a:t>Teams     Rooms</a:t>
              </a:r>
            </a:p>
          </p:txBody>
        </p:sp>
        <p:sp>
          <p:nvSpPr>
            <p:cNvPr id="111" name="Plus Sign 110">
              <a:extLst>
                <a:ext uri="{FF2B5EF4-FFF2-40B4-BE49-F238E27FC236}">
                  <a16:creationId xmlns:a16="http://schemas.microsoft.com/office/drawing/2014/main" id="{B5679F9A-CEF1-AD03-3433-AC1FA82B874F}"/>
                </a:ext>
              </a:extLst>
            </p:cNvPr>
            <p:cNvSpPr/>
            <p:nvPr/>
          </p:nvSpPr>
          <p:spPr bwMode="auto">
            <a:xfrm>
              <a:off x="6045870" y="2918563"/>
              <a:ext cx="182880" cy="182880"/>
            </a:xfrm>
            <a:prstGeom prst="mathPlus">
              <a:avLst/>
            </a:prstGeom>
            <a:solidFill>
              <a:schemeClr val="accent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112" name="Picture 111" descr="The Microsoft 365 Copilot logo">
              <a:extLst>
                <a:ext uri="{FF2B5EF4-FFF2-40B4-BE49-F238E27FC236}">
                  <a16:creationId xmlns:a16="http://schemas.microsoft.com/office/drawing/2014/main" id="{1012905D-58B3-6700-6794-543DBE37E15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230413" y="2805604"/>
              <a:ext cx="658368" cy="45720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63848BE3-041C-4574-B6FF-814011D97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977572" y="4923575"/>
            <a:ext cx="1843459" cy="564826"/>
            <a:chOff x="5230413" y="2788596"/>
            <a:chExt cx="1843459" cy="564826"/>
          </a:xfrm>
        </p:grpSpPr>
        <p:pic>
          <p:nvPicPr>
            <p:cNvPr id="116" name="Picture 4">
              <a:extLst>
                <a:ext uri="{FF2B5EF4-FFF2-40B4-BE49-F238E27FC236}">
                  <a16:creationId xmlns:a16="http://schemas.microsoft.com/office/drawing/2014/main" id="{B0ACEDE2-914F-F8A6-00AD-ED629171E0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/>
            <a:srcRect/>
            <a:stretch/>
          </p:blipFill>
          <p:spPr bwMode="auto">
            <a:xfrm>
              <a:off x="6540747" y="2788596"/>
              <a:ext cx="274320" cy="2743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35A1ADCD-A81D-5E5C-B7AB-C1F501FD5469}"/>
                </a:ext>
              </a:extLst>
            </p:cNvPr>
            <p:cNvSpPr txBox="1"/>
            <p:nvPr/>
          </p:nvSpPr>
          <p:spPr>
            <a:xfrm>
              <a:off x="6350113" y="3107201"/>
              <a:ext cx="723759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u="none" kern="1200" cap="none" spc="0" normalizeH="0" baseline="0" noProof="0">
                  <a:ln>
                    <a:noFill/>
                  </a:ln>
                  <a:solidFill>
                    <a:srgbClr val="737373"/>
                  </a:solidFill>
                  <a:effectLst/>
                  <a:uLnTx/>
                  <a:uFillTx/>
                  <a:latin typeface="Segoe Sans Display Semibold"/>
                  <a:ea typeface="+mn-ea"/>
                  <a:cs typeface="Segoe Sans Display Semibold" pitchFamily="2" charset="0"/>
                </a:rPr>
                <a:t>Teams      Phone</a:t>
              </a:r>
            </a:p>
          </p:txBody>
        </p:sp>
        <p:sp>
          <p:nvSpPr>
            <p:cNvPr id="118" name="Plus Sign 117">
              <a:extLst>
                <a:ext uri="{FF2B5EF4-FFF2-40B4-BE49-F238E27FC236}">
                  <a16:creationId xmlns:a16="http://schemas.microsoft.com/office/drawing/2014/main" id="{4D137A2A-6D5F-1F6B-CC5B-D51DBE06EF25}"/>
                </a:ext>
              </a:extLst>
            </p:cNvPr>
            <p:cNvSpPr/>
            <p:nvPr/>
          </p:nvSpPr>
          <p:spPr bwMode="auto">
            <a:xfrm>
              <a:off x="6045870" y="2918563"/>
              <a:ext cx="182880" cy="182880"/>
            </a:xfrm>
            <a:prstGeom prst="mathPlus">
              <a:avLst/>
            </a:prstGeom>
            <a:solidFill>
              <a:schemeClr val="accent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119" name="Picture 118" descr="The Microsoft 365 Copilot logo">
              <a:extLst>
                <a:ext uri="{FF2B5EF4-FFF2-40B4-BE49-F238E27FC236}">
                  <a16:creationId xmlns:a16="http://schemas.microsoft.com/office/drawing/2014/main" id="{BE70CC84-7F8F-2B96-4B11-69FC23FC7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230413" y="2805604"/>
              <a:ext cx="658368" cy="457200"/>
            </a:xfrm>
            <a:prstGeom prst="rect">
              <a:avLst/>
            </a:prstGeom>
          </p:spPr>
        </p:pic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C6BCBA05-F506-F0E4-D445-C3630F8B1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09919" y="4939226"/>
            <a:ext cx="2016502" cy="551501"/>
            <a:chOff x="1105905" y="2778514"/>
            <a:chExt cx="1812189" cy="551501"/>
          </a:xfrm>
        </p:grpSpPr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2619DBBA-58C1-EF72-F638-D2BD91850905}"/>
                </a:ext>
              </a:extLst>
            </p:cNvPr>
            <p:cNvSpPr txBox="1"/>
            <p:nvPr/>
          </p:nvSpPr>
          <p:spPr>
            <a:xfrm>
              <a:off x="2194335" y="3083794"/>
              <a:ext cx="723759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u="none" kern="1200" cap="none" spc="0" normalizeH="0" baseline="0" noProof="0">
                  <a:ln>
                    <a:noFill/>
                  </a:ln>
                  <a:solidFill>
                    <a:srgbClr val="737373"/>
                  </a:solidFill>
                  <a:effectLst/>
                  <a:uLnTx/>
                  <a:uFillTx/>
                  <a:latin typeface="Segoe Sans Display Semibold"/>
                  <a:ea typeface="+mn-ea"/>
                  <a:cs typeface="Segoe Sans Display Semibold" pitchFamily="2" charset="0"/>
                </a:rPr>
                <a:t>Microsoft   Places</a:t>
              </a:r>
            </a:p>
          </p:txBody>
        </p:sp>
        <p:pic>
          <p:nvPicPr>
            <p:cNvPr id="122" name="Picture 121" descr="The Microsoft 365 Copilot logo">
              <a:extLst>
                <a:ext uri="{FF2B5EF4-FFF2-40B4-BE49-F238E27FC236}">
                  <a16:creationId xmlns:a16="http://schemas.microsoft.com/office/drawing/2014/main" id="{4248B42D-680B-0599-2BAD-284E14FF2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05905" y="2778514"/>
              <a:ext cx="658368" cy="457200"/>
            </a:xfrm>
            <a:prstGeom prst="rect">
              <a:avLst/>
            </a:prstGeom>
          </p:spPr>
        </p:pic>
        <p:sp>
          <p:nvSpPr>
            <p:cNvPr id="123" name="Plus Sign 122">
              <a:extLst>
                <a:ext uri="{FF2B5EF4-FFF2-40B4-BE49-F238E27FC236}">
                  <a16:creationId xmlns:a16="http://schemas.microsoft.com/office/drawing/2014/main" id="{8887A630-B48E-CE47-A75F-E34F3C38F2B9}"/>
                </a:ext>
              </a:extLst>
            </p:cNvPr>
            <p:cNvSpPr/>
            <p:nvPr/>
          </p:nvSpPr>
          <p:spPr bwMode="auto">
            <a:xfrm>
              <a:off x="1938064" y="2914381"/>
              <a:ext cx="182880" cy="182880"/>
            </a:xfrm>
            <a:prstGeom prst="mathPlus">
              <a:avLst/>
            </a:prstGeom>
            <a:solidFill>
              <a:schemeClr val="accent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124" name="Picture 4" descr="Microsoft Places logo">
              <a:extLst>
                <a:ext uri="{FF2B5EF4-FFF2-40B4-BE49-F238E27FC236}">
                  <a16:creationId xmlns:a16="http://schemas.microsoft.com/office/drawing/2014/main" id="{51841D3E-B7AC-7727-A5B5-7C89B79042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1503" y="2793098"/>
              <a:ext cx="274642" cy="2743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5" name="Picture 4">
            <a:extLst>
              <a:ext uri="{FF2B5EF4-FFF2-40B4-BE49-F238E27FC236}">
                <a16:creationId xmlns:a16="http://schemas.microsoft.com/office/drawing/2014/main" id="{D8A3CE43-83BB-00DA-C771-598420994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/>
        </p:blipFill>
        <p:spPr bwMode="auto">
          <a:xfrm>
            <a:off x="9491081" y="6027743"/>
            <a:ext cx="365760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6" name="Plus Sign 125">
            <a:extLst>
              <a:ext uri="{FF2B5EF4-FFF2-40B4-BE49-F238E27FC236}">
                <a16:creationId xmlns:a16="http://schemas.microsoft.com/office/drawing/2014/main" id="{3D05FC69-653E-A64D-871D-0B99F05433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9057921" y="6117832"/>
            <a:ext cx="182880" cy="182880"/>
          </a:xfrm>
          <a:prstGeom prst="mathPlus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27" name="Picture 126" descr="The Microsoft 365 Copilot logo">
            <a:extLst>
              <a:ext uri="{FF2B5EF4-FFF2-40B4-BE49-F238E27FC236}">
                <a16:creationId xmlns:a16="http://schemas.microsoft.com/office/drawing/2014/main" id="{3C76B974-B3B9-8373-2E8A-F84F55A9D9A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55912" y="6004873"/>
            <a:ext cx="658368" cy="457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D6C5B9-C3E5-CE2E-CA47-E22506DBEF26}"/>
              </a:ext>
            </a:extLst>
          </p:cNvPr>
          <p:cNvSpPr txBox="1"/>
          <p:nvPr/>
        </p:nvSpPr>
        <p:spPr>
          <a:xfrm>
            <a:off x="197642" y="6677612"/>
            <a:ext cx="3031237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Copilot in Teams is part of Microsoft 365 Copilot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8120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!!Rectangle 37">
            <a:extLst>
              <a:ext uri="{FF2B5EF4-FFF2-40B4-BE49-F238E27FC236}">
                <a16:creationId xmlns:a16="http://schemas.microsoft.com/office/drawing/2014/main" id="{9C67D3F7-1F46-5593-C5C9-07681FD5BC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" y="3301733"/>
            <a:ext cx="12191999" cy="3556267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Sans Display" pitchFamily="2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80D0619-03E2-C991-62DB-C845DC0D7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H="1">
            <a:off x="-1" y="5480701"/>
            <a:ext cx="2295525" cy="1377298"/>
            <a:chOff x="7810445" y="4229100"/>
            <a:chExt cx="4381555" cy="2628900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92C588A-1E39-AB1B-0BF3-D69750AC9CC6}"/>
                </a:ext>
              </a:extLst>
            </p:cNvPr>
            <p:cNvSpPr/>
            <p:nvPr/>
          </p:nvSpPr>
          <p:spPr bwMode="auto">
            <a:xfrm>
              <a:off x="9616869" y="4229100"/>
              <a:ext cx="2575131" cy="2628900"/>
            </a:xfrm>
            <a:custGeom>
              <a:avLst/>
              <a:gdLst>
                <a:gd name="connsiteX0" fmla="*/ 3090339 w 3090339"/>
                <a:gd name="connsiteY0" fmla="*/ 0 h 3154865"/>
                <a:gd name="connsiteX1" fmla="*/ 3090339 w 3090339"/>
                <a:gd name="connsiteY1" fmla="*/ 3154865 h 3154865"/>
                <a:gd name="connsiteX2" fmla="*/ 393 w 3090339"/>
                <a:gd name="connsiteY2" fmla="*/ 3154865 h 3154865"/>
                <a:gd name="connsiteX3" fmla="*/ 0 w 3090339"/>
                <a:gd name="connsiteY3" fmla="*/ 3139336 h 3154865"/>
                <a:gd name="connsiteX4" fmla="*/ 2978992 w 3090339"/>
                <a:gd name="connsiteY4" fmla="*/ 2816 h 3154865"/>
                <a:gd name="connsiteX5" fmla="*/ 3090339 w 3090339"/>
                <a:gd name="connsiteY5" fmla="*/ 0 h 3154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0339" h="3154865">
                  <a:moveTo>
                    <a:pt x="3090339" y="0"/>
                  </a:moveTo>
                  <a:lnTo>
                    <a:pt x="3090339" y="3154865"/>
                  </a:lnTo>
                  <a:lnTo>
                    <a:pt x="393" y="3154865"/>
                  </a:lnTo>
                  <a:lnTo>
                    <a:pt x="0" y="3139336"/>
                  </a:lnTo>
                  <a:cubicBezTo>
                    <a:pt x="0" y="1459031"/>
                    <a:pt x="1319590" y="86931"/>
                    <a:pt x="2978992" y="2816"/>
                  </a:cubicBezTo>
                  <a:lnTo>
                    <a:pt x="3090339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DE971">
                    <a:alpha val="50000"/>
                  </a:srgbClr>
                </a:gs>
                <a:gs pos="100000">
                  <a:srgbClr val="49C5B1">
                    <a:alpha val="50000"/>
                  </a:srgbClr>
                </a:gs>
              </a:gsLst>
              <a:lin ang="0" scaled="1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600" err="1">
                <a:solidFill>
                  <a:srgbClr val="FFFFFF"/>
                </a:solidFill>
                <a:cs typeface="Segoe UI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4014EE2-48C3-A35D-DFA3-4D09855237A2}"/>
                </a:ext>
              </a:extLst>
            </p:cNvPr>
            <p:cNvSpPr/>
            <p:nvPr/>
          </p:nvSpPr>
          <p:spPr bwMode="auto">
            <a:xfrm>
              <a:off x="7810445" y="5486918"/>
              <a:ext cx="3403656" cy="1371081"/>
            </a:xfrm>
            <a:custGeom>
              <a:avLst/>
              <a:gdLst>
                <a:gd name="connsiteX0" fmla="*/ 1418727 w 2837454"/>
                <a:gd name="connsiteY0" fmla="*/ 0 h 1143000"/>
                <a:gd name="connsiteX1" fmla="*/ 2805986 w 2837454"/>
                <a:gd name="connsiteY1" fmla="*/ 1020615 h 1143000"/>
                <a:gd name="connsiteX2" fmla="*/ 2837454 w 2837454"/>
                <a:gd name="connsiteY2" fmla="*/ 1143000 h 1143000"/>
                <a:gd name="connsiteX3" fmla="*/ 0 w 2837454"/>
                <a:gd name="connsiteY3" fmla="*/ 1143000 h 1143000"/>
                <a:gd name="connsiteX4" fmla="*/ 31468 w 2837454"/>
                <a:gd name="connsiteY4" fmla="*/ 1020615 h 1143000"/>
                <a:gd name="connsiteX5" fmla="*/ 1418727 w 2837454"/>
                <a:gd name="connsiteY5" fmla="*/ 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37454" h="1143000">
                  <a:moveTo>
                    <a:pt x="1418727" y="0"/>
                  </a:moveTo>
                  <a:cubicBezTo>
                    <a:pt x="2070537" y="0"/>
                    <a:pt x="2622074" y="429322"/>
                    <a:pt x="2805986" y="1020615"/>
                  </a:cubicBezTo>
                  <a:lnTo>
                    <a:pt x="2837454" y="1143000"/>
                  </a:lnTo>
                  <a:lnTo>
                    <a:pt x="0" y="1143000"/>
                  </a:lnTo>
                  <a:lnTo>
                    <a:pt x="31468" y="1020615"/>
                  </a:lnTo>
                  <a:cubicBezTo>
                    <a:pt x="215380" y="429322"/>
                    <a:pt x="766917" y="0"/>
                    <a:pt x="141872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B900">
                    <a:alpha val="50000"/>
                  </a:srgbClr>
                </a:gs>
                <a:gs pos="100000">
                  <a:srgbClr val="FFB3BB">
                    <a:alpha val="50000"/>
                  </a:srgbClr>
                </a:gs>
              </a:gsLst>
              <a:lin ang="0" scaled="1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600" err="1">
                <a:solidFill>
                  <a:srgbClr val="FFFFFF"/>
                </a:solidFill>
                <a:cs typeface="Segoe UI" pitchFamily="34" charset="0"/>
              </a:endParaRPr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581AA4B-FBD4-ABFF-B506-1863824BD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1208087" y="1268903"/>
            <a:ext cx="4743450" cy="487077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>
            <a:noFill/>
          </a:ln>
          <a:effectLst>
            <a:outerShdw blurRad="127000" dist="1270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457200" rIns="18288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Pro Display Semibold" panose="020B0702040504020203" pitchFamily="34" charset="0"/>
              <a:ea typeface="+mn-ea"/>
              <a:cs typeface="+mn-cs"/>
            </a:endParaRPr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EE6DF8D5-2F1F-A641-3AA6-1F90E5CA28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 bwMode="auto">
          <a:xfrm>
            <a:off x="1208086" y="1268903"/>
            <a:ext cx="4743450" cy="492443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22000">
                <a:srgbClr val="9299F7"/>
              </a:gs>
              <a:gs pos="100000">
                <a:srgbClr val="5B5FC7"/>
              </a:gs>
            </a:gsLst>
            <a:lin ang="3600000" scaled="0"/>
            <a:tileRect/>
          </a:gradFill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0" i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 Semibold" panose="020B0502040204020203" pitchFamily="34" charset="0"/>
              </a:defRPr>
            </a:lvl1pPr>
          </a:lstStyle>
          <a:p>
            <a:pPr algn="ctr">
              <a:spcBef>
                <a:spcPts val="0"/>
              </a:spcBef>
              <a:defRPr/>
            </a:pPr>
            <a:r>
              <a:rPr lang="en-IN" sz="2000" spc="0">
                <a:solidFill>
                  <a:schemeClr val="bg1"/>
                </a:solidFill>
                <a:cs typeface="Segoe UI" pitchFamily="34" charset="0"/>
              </a:rPr>
              <a:t>Partner opportunities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188D23-F73A-CB6B-DD27-255D5220168B}"/>
              </a:ext>
            </a:extLst>
          </p:cNvPr>
          <p:cNvSpPr txBox="1"/>
          <p:nvPr/>
        </p:nvSpPr>
        <p:spPr>
          <a:xfrm>
            <a:off x="1362075" y="1991159"/>
            <a:ext cx="19161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932742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lang="en-US" sz="1600"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</a:rPr>
              <a:t>Millions of </a:t>
            </a:r>
            <a:r>
              <a:rPr lang="en-US" sz="1600">
                <a:solidFill>
                  <a:schemeClr val="accent1"/>
                </a:solidFill>
                <a:latin typeface="+mj-lt"/>
              </a:rPr>
              <a:t>hybrid meetings</a:t>
            </a:r>
          </a:p>
        </p:txBody>
      </p:sp>
      <p:sp>
        <p:nvSpPr>
          <p:cNvPr id="7" name="Graphic 14" descr="Right arrow">
            <a:extLst>
              <a:ext uri="{FF2B5EF4-FFF2-40B4-BE49-F238E27FC236}">
                <a16:creationId xmlns:a16="http://schemas.microsoft.com/office/drawing/2014/main" id="{7293B3EB-05F3-F621-6243-774F5BF3F321}"/>
              </a:ext>
            </a:extLst>
          </p:cNvPr>
          <p:cNvSpPr/>
          <p:nvPr/>
        </p:nvSpPr>
        <p:spPr>
          <a:xfrm>
            <a:off x="3466197" y="2200710"/>
            <a:ext cx="227232" cy="227230"/>
          </a:xfrm>
          <a:custGeom>
            <a:avLst/>
            <a:gdLst>
              <a:gd name="connsiteX0" fmla="*/ 95250 w 190500"/>
              <a:gd name="connsiteY0" fmla="*/ 0 h 190500"/>
              <a:gd name="connsiteX1" fmla="*/ 190500 w 190500"/>
              <a:gd name="connsiteY1" fmla="*/ 95250 h 190500"/>
              <a:gd name="connsiteX2" fmla="*/ 95250 w 190500"/>
              <a:gd name="connsiteY2" fmla="*/ 190500 h 190500"/>
              <a:gd name="connsiteX3" fmla="*/ 0 w 190500"/>
              <a:gd name="connsiteY3" fmla="*/ 95250 h 190500"/>
              <a:gd name="connsiteX4" fmla="*/ 95250 w 190500"/>
              <a:gd name="connsiteY4" fmla="*/ 0 h 190500"/>
              <a:gd name="connsiteX5" fmla="*/ 102680 w 190500"/>
              <a:gd name="connsiteY5" fmla="*/ 52102 h 190500"/>
              <a:gd name="connsiteX6" fmla="*/ 101918 w 190500"/>
              <a:gd name="connsiteY6" fmla="*/ 51435 h 190500"/>
              <a:gd name="connsiteX7" fmla="*/ 93536 w 190500"/>
              <a:gd name="connsiteY7" fmla="*/ 51435 h 190500"/>
              <a:gd name="connsiteX8" fmla="*/ 92678 w 190500"/>
              <a:gd name="connsiteY8" fmla="*/ 52197 h 190500"/>
              <a:gd name="connsiteX9" fmla="*/ 92012 w 190500"/>
              <a:gd name="connsiteY9" fmla="*/ 52959 h 190500"/>
              <a:gd name="connsiteX10" fmla="*/ 92012 w 190500"/>
              <a:gd name="connsiteY10" fmla="*/ 61341 h 190500"/>
              <a:gd name="connsiteX11" fmla="*/ 92774 w 190500"/>
              <a:gd name="connsiteY11" fmla="*/ 62198 h 190500"/>
              <a:gd name="connsiteX12" fmla="*/ 118682 w 190500"/>
              <a:gd name="connsiteY12" fmla="*/ 88106 h 190500"/>
              <a:gd name="connsiteX13" fmla="*/ 54007 w 190500"/>
              <a:gd name="connsiteY13" fmla="*/ 88106 h 190500"/>
              <a:gd name="connsiteX14" fmla="*/ 47911 w 190500"/>
              <a:gd name="connsiteY14" fmla="*/ 94298 h 190500"/>
              <a:gd name="connsiteX15" fmla="*/ 47911 w 190500"/>
              <a:gd name="connsiteY15" fmla="*/ 95250 h 190500"/>
              <a:gd name="connsiteX16" fmla="*/ 47911 w 190500"/>
              <a:gd name="connsiteY16" fmla="*/ 96203 h 190500"/>
              <a:gd name="connsiteX17" fmla="*/ 54007 w 190500"/>
              <a:gd name="connsiteY17" fmla="*/ 102299 h 190500"/>
              <a:gd name="connsiteX18" fmla="*/ 54959 w 190500"/>
              <a:gd name="connsiteY18" fmla="*/ 102299 h 190500"/>
              <a:gd name="connsiteX19" fmla="*/ 118682 w 190500"/>
              <a:gd name="connsiteY19" fmla="*/ 102299 h 190500"/>
              <a:gd name="connsiteX20" fmla="*/ 92774 w 190500"/>
              <a:gd name="connsiteY20" fmla="*/ 128207 h 190500"/>
              <a:gd name="connsiteX21" fmla="*/ 92107 w 190500"/>
              <a:gd name="connsiteY21" fmla="*/ 129064 h 190500"/>
              <a:gd name="connsiteX22" fmla="*/ 93536 w 190500"/>
              <a:gd name="connsiteY22" fmla="*/ 139065 h 190500"/>
              <a:gd name="connsiteX23" fmla="*/ 102108 w 190500"/>
              <a:gd name="connsiteY23" fmla="*/ 139065 h 190500"/>
              <a:gd name="connsiteX24" fmla="*/ 102870 w 190500"/>
              <a:gd name="connsiteY24" fmla="*/ 138398 h 190500"/>
              <a:gd name="connsiteX25" fmla="*/ 140970 w 190500"/>
              <a:gd name="connsiteY25" fmla="*/ 100298 h 190500"/>
              <a:gd name="connsiteX26" fmla="*/ 141637 w 190500"/>
              <a:gd name="connsiteY26" fmla="*/ 99441 h 190500"/>
              <a:gd name="connsiteX27" fmla="*/ 141637 w 190500"/>
              <a:gd name="connsiteY27" fmla="*/ 91059 h 190500"/>
              <a:gd name="connsiteX28" fmla="*/ 140875 w 190500"/>
              <a:gd name="connsiteY28" fmla="*/ 90202 h 190500"/>
              <a:gd name="connsiteX29" fmla="*/ 102775 w 190500"/>
              <a:gd name="connsiteY29" fmla="*/ 52102 h 190500"/>
              <a:gd name="connsiteX30" fmla="*/ 101918 w 190500"/>
              <a:gd name="connsiteY30" fmla="*/ 51435 h 190500"/>
              <a:gd name="connsiteX31" fmla="*/ 102680 w 190500"/>
              <a:gd name="connsiteY31" fmla="*/ 52102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90500" h="190500">
                <a:moveTo>
                  <a:pt x="95250" y="0"/>
                </a:moveTo>
                <a:cubicBezTo>
                  <a:pt x="147828" y="0"/>
                  <a:pt x="190500" y="42672"/>
                  <a:pt x="190500" y="95250"/>
                </a:cubicBezTo>
                <a:cubicBezTo>
                  <a:pt x="190500" y="147828"/>
                  <a:pt x="147828" y="190500"/>
                  <a:pt x="95250" y="190500"/>
                </a:cubicBezTo>
                <a:cubicBezTo>
                  <a:pt x="42672" y="190500"/>
                  <a:pt x="0" y="147828"/>
                  <a:pt x="0" y="95250"/>
                </a:cubicBezTo>
                <a:cubicBezTo>
                  <a:pt x="0" y="42672"/>
                  <a:pt x="42672" y="0"/>
                  <a:pt x="95250" y="0"/>
                </a:cubicBezTo>
                <a:close/>
                <a:moveTo>
                  <a:pt x="102680" y="52102"/>
                </a:moveTo>
                <a:lnTo>
                  <a:pt x="101918" y="51435"/>
                </a:lnTo>
                <a:cubicBezTo>
                  <a:pt x="99441" y="49625"/>
                  <a:pt x="96012" y="49530"/>
                  <a:pt x="93536" y="51435"/>
                </a:cubicBezTo>
                <a:lnTo>
                  <a:pt x="92678" y="52197"/>
                </a:lnTo>
                <a:lnTo>
                  <a:pt x="92012" y="52959"/>
                </a:lnTo>
                <a:cubicBezTo>
                  <a:pt x="90202" y="55436"/>
                  <a:pt x="90107" y="58865"/>
                  <a:pt x="92012" y="61341"/>
                </a:cubicBezTo>
                <a:lnTo>
                  <a:pt x="92774" y="62198"/>
                </a:lnTo>
                <a:lnTo>
                  <a:pt x="118682" y="88106"/>
                </a:lnTo>
                <a:lnTo>
                  <a:pt x="54007" y="88106"/>
                </a:lnTo>
                <a:cubicBezTo>
                  <a:pt x="50864" y="88583"/>
                  <a:pt x="48292" y="91059"/>
                  <a:pt x="47911" y="94298"/>
                </a:cubicBezTo>
                <a:lnTo>
                  <a:pt x="47911" y="95250"/>
                </a:lnTo>
                <a:cubicBezTo>
                  <a:pt x="47911" y="95250"/>
                  <a:pt x="47911" y="96203"/>
                  <a:pt x="47911" y="96203"/>
                </a:cubicBezTo>
                <a:cubicBezTo>
                  <a:pt x="48387" y="99346"/>
                  <a:pt x="50864" y="101918"/>
                  <a:pt x="54007" y="102299"/>
                </a:cubicBezTo>
                <a:lnTo>
                  <a:pt x="54959" y="102299"/>
                </a:lnTo>
                <a:cubicBezTo>
                  <a:pt x="54959" y="102299"/>
                  <a:pt x="118682" y="102299"/>
                  <a:pt x="118682" y="102299"/>
                </a:cubicBezTo>
                <a:lnTo>
                  <a:pt x="92774" y="128207"/>
                </a:lnTo>
                <a:lnTo>
                  <a:pt x="92107" y="129064"/>
                </a:lnTo>
                <a:cubicBezTo>
                  <a:pt x="89726" y="132207"/>
                  <a:pt x="90392" y="136684"/>
                  <a:pt x="93536" y="139065"/>
                </a:cubicBezTo>
                <a:cubicBezTo>
                  <a:pt x="96107" y="140970"/>
                  <a:pt x="99536" y="140970"/>
                  <a:pt x="102108" y="139065"/>
                </a:cubicBezTo>
                <a:lnTo>
                  <a:pt x="102870" y="138398"/>
                </a:lnTo>
                <a:lnTo>
                  <a:pt x="140970" y="100298"/>
                </a:lnTo>
                <a:lnTo>
                  <a:pt x="141637" y="99441"/>
                </a:lnTo>
                <a:cubicBezTo>
                  <a:pt x="143447" y="96965"/>
                  <a:pt x="143542" y="93536"/>
                  <a:pt x="141637" y="91059"/>
                </a:cubicBezTo>
                <a:lnTo>
                  <a:pt x="140875" y="90202"/>
                </a:lnTo>
                <a:lnTo>
                  <a:pt x="102775" y="52102"/>
                </a:lnTo>
                <a:lnTo>
                  <a:pt x="101918" y="51435"/>
                </a:lnTo>
                <a:cubicBezTo>
                  <a:pt x="101918" y="51435"/>
                  <a:pt x="102680" y="52102"/>
                  <a:pt x="102680" y="52102"/>
                </a:cubicBezTo>
                <a:close/>
              </a:path>
            </a:pathLst>
          </a:custGeom>
          <a:gradFill flip="none" rotWithShape="1">
            <a:gsLst>
              <a:gs pos="100000">
                <a:srgbClr val="0078D4"/>
              </a:gs>
              <a:gs pos="0">
                <a:srgbClr val="5A62C9"/>
              </a:gs>
            </a:gsLst>
            <a:path path="circle">
              <a:fillToRect l="100000" t="100000"/>
            </a:path>
            <a:tileRect r="-100000" b="-100000"/>
          </a:gradFill>
          <a:effectLst/>
        </p:spPr>
        <p:txBody>
          <a:bodyPr wrap="square" lIns="0" tIns="18288" rIns="0" bIns="45720" anchor="ctr" anchorCtr="0">
            <a:noAutofit/>
          </a:bodyPr>
          <a:lstStyle/>
          <a:p>
            <a:pPr marL="0" marR="0" lvl="0" indent="0" algn="ctr" defTabSz="91436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 w="3175">
                <a:noFill/>
              </a:ln>
              <a:gradFill>
                <a:gsLst>
                  <a:gs pos="3933">
                    <a:srgbClr val="FFFFFF"/>
                  </a:gs>
                  <a:gs pos="17416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Variable Text Semibold" pitchFamily="2" charset="0"/>
              <a:ea typeface="+mn-ea"/>
              <a:cs typeface="Segoe U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431AFA-C082-C9C0-21B6-4CDB6A641EB7}"/>
              </a:ext>
            </a:extLst>
          </p:cNvPr>
          <p:cNvSpPr txBox="1"/>
          <p:nvPr/>
        </p:nvSpPr>
        <p:spPr>
          <a:xfrm>
            <a:off x="3797201" y="1991159"/>
            <a:ext cx="14869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932742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lang="en-US" sz="1600">
                <a:solidFill>
                  <a:schemeClr val="accent1"/>
                </a:solidFill>
                <a:latin typeface="+mj-lt"/>
              </a:rPr>
              <a:t>Copilot + Teams Rooms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A44C7E-6B81-5093-A8BF-2BDE0995DE07}"/>
              </a:ext>
            </a:extLst>
          </p:cNvPr>
          <p:cNvSpPr txBox="1"/>
          <p:nvPr/>
        </p:nvSpPr>
        <p:spPr>
          <a:xfrm>
            <a:off x="1362075" y="3015627"/>
            <a:ext cx="19161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932742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lang="en-US" sz="1600"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</a:rPr>
              <a:t>Billions of</a:t>
            </a:r>
            <a:br>
              <a:rPr lang="en-US" sz="1600"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</a:rPr>
            </a:br>
            <a:r>
              <a:rPr lang="en-US" sz="1600">
                <a:solidFill>
                  <a:schemeClr val="accent1"/>
                </a:solidFill>
                <a:latin typeface="+mj-lt"/>
              </a:rPr>
              <a:t>calls</a:t>
            </a:r>
          </a:p>
        </p:txBody>
      </p:sp>
      <p:sp>
        <p:nvSpPr>
          <p:cNvPr id="11" name="Graphic 14" descr="Right arrow">
            <a:extLst>
              <a:ext uri="{FF2B5EF4-FFF2-40B4-BE49-F238E27FC236}">
                <a16:creationId xmlns:a16="http://schemas.microsoft.com/office/drawing/2014/main" id="{3F61713D-4867-683C-A756-FCFFB26D2270}"/>
              </a:ext>
            </a:extLst>
          </p:cNvPr>
          <p:cNvSpPr/>
          <p:nvPr/>
        </p:nvSpPr>
        <p:spPr>
          <a:xfrm>
            <a:off x="3466197" y="3225178"/>
            <a:ext cx="227232" cy="227230"/>
          </a:xfrm>
          <a:custGeom>
            <a:avLst/>
            <a:gdLst>
              <a:gd name="connsiteX0" fmla="*/ 95250 w 190500"/>
              <a:gd name="connsiteY0" fmla="*/ 0 h 190500"/>
              <a:gd name="connsiteX1" fmla="*/ 190500 w 190500"/>
              <a:gd name="connsiteY1" fmla="*/ 95250 h 190500"/>
              <a:gd name="connsiteX2" fmla="*/ 95250 w 190500"/>
              <a:gd name="connsiteY2" fmla="*/ 190500 h 190500"/>
              <a:gd name="connsiteX3" fmla="*/ 0 w 190500"/>
              <a:gd name="connsiteY3" fmla="*/ 95250 h 190500"/>
              <a:gd name="connsiteX4" fmla="*/ 95250 w 190500"/>
              <a:gd name="connsiteY4" fmla="*/ 0 h 190500"/>
              <a:gd name="connsiteX5" fmla="*/ 102680 w 190500"/>
              <a:gd name="connsiteY5" fmla="*/ 52102 h 190500"/>
              <a:gd name="connsiteX6" fmla="*/ 101918 w 190500"/>
              <a:gd name="connsiteY6" fmla="*/ 51435 h 190500"/>
              <a:gd name="connsiteX7" fmla="*/ 93536 w 190500"/>
              <a:gd name="connsiteY7" fmla="*/ 51435 h 190500"/>
              <a:gd name="connsiteX8" fmla="*/ 92678 w 190500"/>
              <a:gd name="connsiteY8" fmla="*/ 52197 h 190500"/>
              <a:gd name="connsiteX9" fmla="*/ 92012 w 190500"/>
              <a:gd name="connsiteY9" fmla="*/ 52959 h 190500"/>
              <a:gd name="connsiteX10" fmla="*/ 92012 w 190500"/>
              <a:gd name="connsiteY10" fmla="*/ 61341 h 190500"/>
              <a:gd name="connsiteX11" fmla="*/ 92774 w 190500"/>
              <a:gd name="connsiteY11" fmla="*/ 62198 h 190500"/>
              <a:gd name="connsiteX12" fmla="*/ 118682 w 190500"/>
              <a:gd name="connsiteY12" fmla="*/ 88106 h 190500"/>
              <a:gd name="connsiteX13" fmla="*/ 54007 w 190500"/>
              <a:gd name="connsiteY13" fmla="*/ 88106 h 190500"/>
              <a:gd name="connsiteX14" fmla="*/ 47911 w 190500"/>
              <a:gd name="connsiteY14" fmla="*/ 94298 h 190500"/>
              <a:gd name="connsiteX15" fmla="*/ 47911 w 190500"/>
              <a:gd name="connsiteY15" fmla="*/ 95250 h 190500"/>
              <a:gd name="connsiteX16" fmla="*/ 47911 w 190500"/>
              <a:gd name="connsiteY16" fmla="*/ 96203 h 190500"/>
              <a:gd name="connsiteX17" fmla="*/ 54007 w 190500"/>
              <a:gd name="connsiteY17" fmla="*/ 102299 h 190500"/>
              <a:gd name="connsiteX18" fmla="*/ 54959 w 190500"/>
              <a:gd name="connsiteY18" fmla="*/ 102299 h 190500"/>
              <a:gd name="connsiteX19" fmla="*/ 118682 w 190500"/>
              <a:gd name="connsiteY19" fmla="*/ 102299 h 190500"/>
              <a:gd name="connsiteX20" fmla="*/ 92774 w 190500"/>
              <a:gd name="connsiteY20" fmla="*/ 128207 h 190500"/>
              <a:gd name="connsiteX21" fmla="*/ 92107 w 190500"/>
              <a:gd name="connsiteY21" fmla="*/ 129064 h 190500"/>
              <a:gd name="connsiteX22" fmla="*/ 93536 w 190500"/>
              <a:gd name="connsiteY22" fmla="*/ 139065 h 190500"/>
              <a:gd name="connsiteX23" fmla="*/ 102108 w 190500"/>
              <a:gd name="connsiteY23" fmla="*/ 139065 h 190500"/>
              <a:gd name="connsiteX24" fmla="*/ 102870 w 190500"/>
              <a:gd name="connsiteY24" fmla="*/ 138398 h 190500"/>
              <a:gd name="connsiteX25" fmla="*/ 140970 w 190500"/>
              <a:gd name="connsiteY25" fmla="*/ 100298 h 190500"/>
              <a:gd name="connsiteX26" fmla="*/ 141637 w 190500"/>
              <a:gd name="connsiteY26" fmla="*/ 99441 h 190500"/>
              <a:gd name="connsiteX27" fmla="*/ 141637 w 190500"/>
              <a:gd name="connsiteY27" fmla="*/ 91059 h 190500"/>
              <a:gd name="connsiteX28" fmla="*/ 140875 w 190500"/>
              <a:gd name="connsiteY28" fmla="*/ 90202 h 190500"/>
              <a:gd name="connsiteX29" fmla="*/ 102775 w 190500"/>
              <a:gd name="connsiteY29" fmla="*/ 52102 h 190500"/>
              <a:gd name="connsiteX30" fmla="*/ 101918 w 190500"/>
              <a:gd name="connsiteY30" fmla="*/ 51435 h 190500"/>
              <a:gd name="connsiteX31" fmla="*/ 102680 w 190500"/>
              <a:gd name="connsiteY31" fmla="*/ 52102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90500" h="190500">
                <a:moveTo>
                  <a:pt x="95250" y="0"/>
                </a:moveTo>
                <a:cubicBezTo>
                  <a:pt x="147828" y="0"/>
                  <a:pt x="190500" y="42672"/>
                  <a:pt x="190500" y="95250"/>
                </a:cubicBezTo>
                <a:cubicBezTo>
                  <a:pt x="190500" y="147828"/>
                  <a:pt x="147828" y="190500"/>
                  <a:pt x="95250" y="190500"/>
                </a:cubicBezTo>
                <a:cubicBezTo>
                  <a:pt x="42672" y="190500"/>
                  <a:pt x="0" y="147828"/>
                  <a:pt x="0" y="95250"/>
                </a:cubicBezTo>
                <a:cubicBezTo>
                  <a:pt x="0" y="42672"/>
                  <a:pt x="42672" y="0"/>
                  <a:pt x="95250" y="0"/>
                </a:cubicBezTo>
                <a:close/>
                <a:moveTo>
                  <a:pt x="102680" y="52102"/>
                </a:moveTo>
                <a:lnTo>
                  <a:pt x="101918" y="51435"/>
                </a:lnTo>
                <a:cubicBezTo>
                  <a:pt x="99441" y="49625"/>
                  <a:pt x="96012" y="49530"/>
                  <a:pt x="93536" y="51435"/>
                </a:cubicBezTo>
                <a:lnTo>
                  <a:pt x="92678" y="52197"/>
                </a:lnTo>
                <a:lnTo>
                  <a:pt x="92012" y="52959"/>
                </a:lnTo>
                <a:cubicBezTo>
                  <a:pt x="90202" y="55436"/>
                  <a:pt x="90107" y="58865"/>
                  <a:pt x="92012" y="61341"/>
                </a:cubicBezTo>
                <a:lnTo>
                  <a:pt x="92774" y="62198"/>
                </a:lnTo>
                <a:lnTo>
                  <a:pt x="118682" y="88106"/>
                </a:lnTo>
                <a:lnTo>
                  <a:pt x="54007" y="88106"/>
                </a:lnTo>
                <a:cubicBezTo>
                  <a:pt x="50864" y="88583"/>
                  <a:pt x="48292" y="91059"/>
                  <a:pt x="47911" y="94298"/>
                </a:cubicBezTo>
                <a:lnTo>
                  <a:pt x="47911" y="95250"/>
                </a:lnTo>
                <a:cubicBezTo>
                  <a:pt x="47911" y="95250"/>
                  <a:pt x="47911" y="96203"/>
                  <a:pt x="47911" y="96203"/>
                </a:cubicBezTo>
                <a:cubicBezTo>
                  <a:pt x="48387" y="99346"/>
                  <a:pt x="50864" y="101918"/>
                  <a:pt x="54007" y="102299"/>
                </a:cubicBezTo>
                <a:lnTo>
                  <a:pt x="54959" y="102299"/>
                </a:lnTo>
                <a:cubicBezTo>
                  <a:pt x="54959" y="102299"/>
                  <a:pt x="118682" y="102299"/>
                  <a:pt x="118682" y="102299"/>
                </a:cubicBezTo>
                <a:lnTo>
                  <a:pt x="92774" y="128207"/>
                </a:lnTo>
                <a:lnTo>
                  <a:pt x="92107" y="129064"/>
                </a:lnTo>
                <a:cubicBezTo>
                  <a:pt x="89726" y="132207"/>
                  <a:pt x="90392" y="136684"/>
                  <a:pt x="93536" y="139065"/>
                </a:cubicBezTo>
                <a:cubicBezTo>
                  <a:pt x="96107" y="140970"/>
                  <a:pt x="99536" y="140970"/>
                  <a:pt x="102108" y="139065"/>
                </a:cubicBezTo>
                <a:lnTo>
                  <a:pt x="102870" y="138398"/>
                </a:lnTo>
                <a:lnTo>
                  <a:pt x="140970" y="100298"/>
                </a:lnTo>
                <a:lnTo>
                  <a:pt x="141637" y="99441"/>
                </a:lnTo>
                <a:cubicBezTo>
                  <a:pt x="143447" y="96965"/>
                  <a:pt x="143542" y="93536"/>
                  <a:pt x="141637" y="91059"/>
                </a:cubicBezTo>
                <a:lnTo>
                  <a:pt x="140875" y="90202"/>
                </a:lnTo>
                <a:lnTo>
                  <a:pt x="102775" y="52102"/>
                </a:lnTo>
                <a:lnTo>
                  <a:pt x="101918" y="51435"/>
                </a:lnTo>
                <a:cubicBezTo>
                  <a:pt x="101918" y="51435"/>
                  <a:pt x="102680" y="52102"/>
                  <a:pt x="102680" y="52102"/>
                </a:cubicBezTo>
                <a:close/>
              </a:path>
            </a:pathLst>
          </a:custGeom>
          <a:gradFill flip="none" rotWithShape="1">
            <a:gsLst>
              <a:gs pos="100000">
                <a:srgbClr val="0078D4"/>
              </a:gs>
              <a:gs pos="0">
                <a:srgbClr val="5A62C9"/>
              </a:gs>
            </a:gsLst>
            <a:path path="circle">
              <a:fillToRect l="100000" t="100000"/>
            </a:path>
            <a:tileRect r="-100000" b="-100000"/>
          </a:gradFill>
          <a:effectLst/>
        </p:spPr>
        <p:txBody>
          <a:bodyPr wrap="square" lIns="0" tIns="18288" rIns="0" bIns="45720" anchor="ctr" anchorCtr="0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b="1">
              <a:ln w="3175">
                <a:noFill/>
              </a:ln>
              <a:gradFill>
                <a:gsLst>
                  <a:gs pos="3933">
                    <a:srgbClr val="FFFFFF"/>
                  </a:gs>
                  <a:gs pos="17416">
                    <a:srgbClr val="FFFFFF"/>
                  </a:gs>
                </a:gsLst>
                <a:path path="circle">
                  <a:fillToRect l="100000" b="100000"/>
                </a:path>
              </a:gradFill>
              <a:latin typeface="Segoe UI Variable Text Semibold" pitchFamily="2" charset="0"/>
              <a:cs typeface="Segoe UI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CC30B5-9246-4B1B-4DB7-F84D358E8C80}"/>
              </a:ext>
            </a:extLst>
          </p:cNvPr>
          <p:cNvSpPr txBox="1"/>
          <p:nvPr/>
        </p:nvSpPr>
        <p:spPr>
          <a:xfrm>
            <a:off x="3797201" y="3015627"/>
            <a:ext cx="17907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932742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lang="en-US" sz="1600">
                <a:solidFill>
                  <a:schemeClr val="accent1"/>
                </a:solidFill>
                <a:latin typeface="+mj-lt"/>
              </a:rPr>
              <a:t>Copilot + </a:t>
            </a:r>
            <a:br>
              <a:rPr lang="en-US" sz="1600">
                <a:solidFill>
                  <a:schemeClr val="accent1"/>
                </a:solidFill>
                <a:latin typeface="+mj-lt"/>
              </a:rPr>
            </a:br>
            <a:r>
              <a:rPr lang="en-US" sz="1600">
                <a:solidFill>
                  <a:schemeClr val="accent1"/>
                </a:solidFill>
                <a:latin typeface="+mj-lt"/>
              </a:rPr>
              <a:t>Teams Phone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B6BAD5-50C6-5471-E5F7-7DD4B06BBD7E}"/>
              </a:ext>
            </a:extLst>
          </p:cNvPr>
          <p:cNvSpPr txBox="1"/>
          <p:nvPr/>
        </p:nvSpPr>
        <p:spPr>
          <a:xfrm>
            <a:off x="1362075" y="4040095"/>
            <a:ext cx="19161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932742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lang="en-US" sz="1600"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</a:rPr>
              <a:t>Millions of </a:t>
            </a:r>
            <a:r>
              <a:rPr lang="en-US" sz="1600">
                <a:solidFill>
                  <a:schemeClr val="accent1"/>
                </a:solidFill>
                <a:latin typeface="+mj-lt"/>
              </a:rPr>
              <a:t>meetings</a:t>
            </a:r>
          </a:p>
        </p:txBody>
      </p:sp>
      <p:sp>
        <p:nvSpPr>
          <p:cNvPr id="14" name="Graphic 14" descr="Right arrow">
            <a:extLst>
              <a:ext uri="{FF2B5EF4-FFF2-40B4-BE49-F238E27FC236}">
                <a16:creationId xmlns:a16="http://schemas.microsoft.com/office/drawing/2014/main" id="{B1BE0999-415E-E055-D541-D863553DE742}"/>
              </a:ext>
            </a:extLst>
          </p:cNvPr>
          <p:cNvSpPr/>
          <p:nvPr/>
        </p:nvSpPr>
        <p:spPr>
          <a:xfrm>
            <a:off x="3466197" y="4249646"/>
            <a:ext cx="227232" cy="227230"/>
          </a:xfrm>
          <a:custGeom>
            <a:avLst/>
            <a:gdLst>
              <a:gd name="connsiteX0" fmla="*/ 95250 w 190500"/>
              <a:gd name="connsiteY0" fmla="*/ 0 h 190500"/>
              <a:gd name="connsiteX1" fmla="*/ 190500 w 190500"/>
              <a:gd name="connsiteY1" fmla="*/ 95250 h 190500"/>
              <a:gd name="connsiteX2" fmla="*/ 95250 w 190500"/>
              <a:gd name="connsiteY2" fmla="*/ 190500 h 190500"/>
              <a:gd name="connsiteX3" fmla="*/ 0 w 190500"/>
              <a:gd name="connsiteY3" fmla="*/ 95250 h 190500"/>
              <a:gd name="connsiteX4" fmla="*/ 95250 w 190500"/>
              <a:gd name="connsiteY4" fmla="*/ 0 h 190500"/>
              <a:gd name="connsiteX5" fmla="*/ 102680 w 190500"/>
              <a:gd name="connsiteY5" fmla="*/ 52102 h 190500"/>
              <a:gd name="connsiteX6" fmla="*/ 101918 w 190500"/>
              <a:gd name="connsiteY6" fmla="*/ 51435 h 190500"/>
              <a:gd name="connsiteX7" fmla="*/ 93536 w 190500"/>
              <a:gd name="connsiteY7" fmla="*/ 51435 h 190500"/>
              <a:gd name="connsiteX8" fmla="*/ 92678 w 190500"/>
              <a:gd name="connsiteY8" fmla="*/ 52197 h 190500"/>
              <a:gd name="connsiteX9" fmla="*/ 92012 w 190500"/>
              <a:gd name="connsiteY9" fmla="*/ 52959 h 190500"/>
              <a:gd name="connsiteX10" fmla="*/ 92012 w 190500"/>
              <a:gd name="connsiteY10" fmla="*/ 61341 h 190500"/>
              <a:gd name="connsiteX11" fmla="*/ 92774 w 190500"/>
              <a:gd name="connsiteY11" fmla="*/ 62198 h 190500"/>
              <a:gd name="connsiteX12" fmla="*/ 118682 w 190500"/>
              <a:gd name="connsiteY12" fmla="*/ 88106 h 190500"/>
              <a:gd name="connsiteX13" fmla="*/ 54007 w 190500"/>
              <a:gd name="connsiteY13" fmla="*/ 88106 h 190500"/>
              <a:gd name="connsiteX14" fmla="*/ 47911 w 190500"/>
              <a:gd name="connsiteY14" fmla="*/ 94298 h 190500"/>
              <a:gd name="connsiteX15" fmla="*/ 47911 w 190500"/>
              <a:gd name="connsiteY15" fmla="*/ 95250 h 190500"/>
              <a:gd name="connsiteX16" fmla="*/ 47911 w 190500"/>
              <a:gd name="connsiteY16" fmla="*/ 96203 h 190500"/>
              <a:gd name="connsiteX17" fmla="*/ 54007 w 190500"/>
              <a:gd name="connsiteY17" fmla="*/ 102299 h 190500"/>
              <a:gd name="connsiteX18" fmla="*/ 54959 w 190500"/>
              <a:gd name="connsiteY18" fmla="*/ 102299 h 190500"/>
              <a:gd name="connsiteX19" fmla="*/ 118682 w 190500"/>
              <a:gd name="connsiteY19" fmla="*/ 102299 h 190500"/>
              <a:gd name="connsiteX20" fmla="*/ 92774 w 190500"/>
              <a:gd name="connsiteY20" fmla="*/ 128207 h 190500"/>
              <a:gd name="connsiteX21" fmla="*/ 92107 w 190500"/>
              <a:gd name="connsiteY21" fmla="*/ 129064 h 190500"/>
              <a:gd name="connsiteX22" fmla="*/ 93536 w 190500"/>
              <a:gd name="connsiteY22" fmla="*/ 139065 h 190500"/>
              <a:gd name="connsiteX23" fmla="*/ 102108 w 190500"/>
              <a:gd name="connsiteY23" fmla="*/ 139065 h 190500"/>
              <a:gd name="connsiteX24" fmla="*/ 102870 w 190500"/>
              <a:gd name="connsiteY24" fmla="*/ 138398 h 190500"/>
              <a:gd name="connsiteX25" fmla="*/ 140970 w 190500"/>
              <a:gd name="connsiteY25" fmla="*/ 100298 h 190500"/>
              <a:gd name="connsiteX26" fmla="*/ 141637 w 190500"/>
              <a:gd name="connsiteY26" fmla="*/ 99441 h 190500"/>
              <a:gd name="connsiteX27" fmla="*/ 141637 w 190500"/>
              <a:gd name="connsiteY27" fmla="*/ 91059 h 190500"/>
              <a:gd name="connsiteX28" fmla="*/ 140875 w 190500"/>
              <a:gd name="connsiteY28" fmla="*/ 90202 h 190500"/>
              <a:gd name="connsiteX29" fmla="*/ 102775 w 190500"/>
              <a:gd name="connsiteY29" fmla="*/ 52102 h 190500"/>
              <a:gd name="connsiteX30" fmla="*/ 101918 w 190500"/>
              <a:gd name="connsiteY30" fmla="*/ 51435 h 190500"/>
              <a:gd name="connsiteX31" fmla="*/ 102680 w 190500"/>
              <a:gd name="connsiteY31" fmla="*/ 52102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90500" h="190500">
                <a:moveTo>
                  <a:pt x="95250" y="0"/>
                </a:moveTo>
                <a:cubicBezTo>
                  <a:pt x="147828" y="0"/>
                  <a:pt x="190500" y="42672"/>
                  <a:pt x="190500" y="95250"/>
                </a:cubicBezTo>
                <a:cubicBezTo>
                  <a:pt x="190500" y="147828"/>
                  <a:pt x="147828" y="190500"/>
                  <a:pt x="95250" y="190500"/>
                </a:cubicBezTo>
                <a:cubicBezTo>
                  <a:pt x="42672" y="190500"/>
                  <a:pt x="0" y="147828"/>
                  <a:pt x="0" y="95250"/>
                </a:cubicBezTo>
                <a:cubicBezTo>
                  <a:pt x="0" y="42672"/>
                  <a:pt x="42672" y="0"/>
                  <a:pt x="95250" y="0"/>
                </a:cubicBezTo>
                <a:close/>
                <a:moveTo>
                  <a:pt x="102680" y="52102"/>
                </a:moveTo>
                <a:lnTo>
                  <a:pt x="101918" y="51435"/>
                </a:lnTo>
                <a:cubicBezTo>
                  <a:pt x="99441" y="49625"/>
                  <a:pt x="96012" y="49530"/>
                  <a:pt x="93536" y="51435"/>
                </a:cubicBezTo>
                <a:lnTo>
                  <a:pt x="92678" y="52197"/>
                </a:lnTo>
                <a:lnTo>
                  <a:pt x="92012" y="52959"/>
                </a:lnTo>
                <a:cubicBezTo>
                  <a:pt x="90202" y="55436"/>
                  <a:pt x="90107" y="58865"/>
                  <a:pt x="92012" y="61341"/>
                </a:cubicBezTo>
                <a:lnTo>
                  <a:pt x="92774" y="62198"/>
                </a:lnTo>
                <a:lnTo>
                  <a:pt x="118682" y="88106"/>
                </a:lnTo>
                <a:lnTo>
                  <a:pt x="54007" y="88106"/>
                </a:lnTo>
                <a:cubicBezTo>
                  <a:pt x="50864" y="88583"/>
                  <a:pt x="48292" y="91059"/>
                  <a:pt x="47911" y="94298"/>
                </a:cubicBezTo>
                <a:lnTo>
                  <a:pt x="47911" y="95250"/>
                </a:lnTo>
                <a:cubicBezTo>
                  <a:pt x="47911" y="95250"/>
                  <a:pt x="47911" y="96203"/>
                  <a:pt x="47911" y="96203"/>
                </a:cubicBezTo>
                <a:cubicBezTo>
                  <a:pt x="48387" y="99346"/>
                  <a:pt x="50864" y="101918"/>
                  <a:pt x="54007" y="102299"/>
                </a:cubicBezTo>
                <a:lnTo>
                  <a:pt x="54959" y="102299"/>
                </a:lnTo>
                <a:cubicBezTo>
                  <a:pt x="54959" y="102299"/>
                  <a:pt x="118682" y="102299"/>
                  <a:pt x="118682" y="102299"/>
                </a:cubicBezTo>
                <a:lnTo>
                  <a:pt x="92774" y="128207"/>
                </a:lnTo>
                <a:lnTo>
                  <a:pt x="92107" y="129064"/>
                </a:lnTo>
                <a:cubicBezTo>
                  <a:pt x="89726" y="132207"/>
                  <a:pt x="90392" y="136684"/>
                  <a:pt x="93536" y="139065"/>
                </a:cubicBezTo>
                <a:cubicBezTo>
                  <a:pt x="96107" y="140970"/>
                  <a:pt x="99536" y="140970"/>
                  <a:pt x="102108" y="139065"/>
                </a:cubicBezTo>
                <a:lnTo>
                  <a:pt x="102870" y="138398"/>
                </a:lnTo>
                <a:lnTo>
                  <a:pt x="140970" y="100298"/>
                </a:lnTo>
                <a:lnTo>
                  <a:pt x="141637" y="99441"/>
                </a:lnTo>
                <a:cubicBezTo>
                  <a:pt x="143447" y="96965"/>
                  <a:pt x="143542" y="93536"/>
                  <a:pt x="141637" y="91059"/>
                </a:cubicBezTo>
                <a:lnTo>
                  <a:pt x="140875" y="90202"/>
                </a:lnTo>
                <a:lnTo>
                  <a:pt x="102775" y="52102"/>
                </a:lnTo>
                <a:lnTo>
                  <a:pt x="101918" y="51435"/>
                </a:lnTo>
                <a:cubicBezTo>
                  <a:pt x="101918" y="51435"/>
                  <a:pt x="102680" y="52102"/>
                  <a:pt x="102680" y="52102"/>
                </a:cubicBezTo>
                <a:close/>
              </a:path>
            </a:pathLst>
          </a:custGeom>
          <a:gradFill flip="none" rotWithShape="1">
            <a:gsLst>
              <a:gs pos="100000">
                <a:srgbClr val="0078D4"/>
              </a:gs>
              <a:gs pos="0">
                <a:srgbClr val="5A62C9"/>
              </a:gs>
            </a:gsLst>
            <a:path path="circle">
              <a:fillToRect l="100000" t="100000"/>
            </a:path>
            <a:tileRect r="-100000" b="-100000"/>
          </a:gradFill>
          <a:effectLst/>
        </p:spPr>
        <p:txBody>
          <a:bodyPr wrap="square" lIns="0" tIns="18288" rIns="0" bIns="45720" anchor="ctr" anchorCtr="0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b="1">
              <a:ln w="3175">
                <a:noFill/>
              </a:ln>
              <a:gradFill>
                <a:gsLst>
                  <a:gs pos="3933">
                    <a:srgbClr val="FFFFFF"/>
                  </a:gs>
                  <a:gs pos="17416">
                    <a:srgbClr val="FFFFFF"/>
                  </a:gs>
                </a:gsLst>
                <a:path path="circle">
                  <a:fillToRect l="100000" b="100000"/>
                </a:path>
              </a:gradFill>
              <a:latin typeface="Segoe UI Variable Text Semibold" pitchFamily="2" charset="0"/>
              <a:cs typeface="Segoe UI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174FC6-41AE-1607-C000-3D3AC1C79444}"/>
              </a:ext>
            </a:extLst>
          </p:cNvPr>
          <p:cNvSpPr txBox="1"/>
          <p:nvPr/>
        </p:nvSpPr>
        <p:spPr>
          <a:xfrm>
            <a:off x="3797201" y="4040095"/>
            <a:ext cx="19161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defTabSz="932742">
              <a:spcBef>
                <a:spcPts val="3000"/>
              </a:spcBef>
              <a:buSzPct val="90000"/>
              <a:defRPr/>
            </a:pPr>
            <a:r>
              <a:rPr lang="en-US" sz="1600">
                <a:solidFill>
                  <a:schemeClr val="accent1"/>
                </a:solidFill>
                <a:latin typeface="+mj-lt"/>
              </a:rPr>
              <a:t>Copilot +  </a:t>
            </a:r>
            <a:br>
              <a:rPr lang="en-US" sz="1600">
                <a:solidFill>
                  <a:schemeClr val="accent1"/>
                </a:solidFill>
                <a:latin typeface="+mj-lt"/>
              </a:rPr>
            </a:br>
            <a:r>
              <a:rPr lang="en-US" sz="1600">
                <a:solidFill>
                  <a:schemeClr val="accent1"/>
                </a:solidFill>
                <a:latin typeface="+mj-lt"/>
              </a:rPr>
              <a:t>Teams Premium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B95795-71A6-701C-66B4-DBF6B7CEF107}"/>
              </a:ext>
            </a:extLst>
          </p:cNvPr>
          <p:cNvSpPr txBox="1"/>
          <p:nvPr/>
        </p:nvSpPr>
        <p:spPr>
          <a:xfrm>
            <a:off x="1362075" y="5064563"/>
            <a:ext cx="181199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932742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lang="en-US" sz="1600"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</a:rPr>
              <a:t>Millions of </a:t>
            </a:r>
            <a:r>
              <a:rPr lang="en-US" sz="1600">
                <a:solidFill>
                  <a:schemeClr val="accent1"/>
                </a:solidFill>
                <a:latin typeface="+mj-lt"/>
              </a:rPr>
              <a:t>employees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 panose="020B0502040204020203" pitchFamily="34" charset="0"/>
              </a:rPr>
              <a:t> </a:t>
            </a:r>
            <a:b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 panose="020B0502040204020203" pitchFamily="34" charset="0"/>
              </a:rPr>
            </a:br>
            <a:r>
              <a:rPr lang="en-US" sz="1600"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</a:rPr>
              <a:t>in hybrid work</a:t>
            </a:r>
          </a:p>
        </p:txBody>
      </p:sp>
      <p:sp>
        <p:nvSpPr>
          <p:cNvPr id="19" name="Graphic 14" descr="Right arrow">
            <a:extLst>
              <a:ext uri="{FF2B5EF4-FFF2-40B4-BE49-F238E27FC236}">
                <a16:creationId xmlns:a16="http://schemas.microsoft.com/office/drawing/2014/main" id="{6B98E621-27AF-C3F4-85D8-3CC0C8B0A113}"/>
              </a:ext>
            </a:extLst>
          </p:cNvPr>
          <p:cNvSpPr/>
          <p:nvPr/>
        </p:nvSpPr>
        <p:spPr>
          <a:xfrm>
            <a:off x="3466197" y="5412613"/>
            <a:ext cx="227232" cy="227230"/>
          </a:xfrm>
          <a:custGeom>
            <a:avLst/>
            <a:gdLst>
              <a:gd name="connsiteX0" fmla="*/ 95250 w 190500"/>
              <a:gd name="connsiteY0" fmla="*/ 0 h 190500"/>
              <a:gd name="connsiteX1" fmla="*/ 190500 w 190500"/>
              <a:gd name="connsiteY1" fmla="*/ 95250 h 190500"/>
              <a:gd name="connsiteX2" fmla="*/ 95250 w 190500"/>
              <a:gd name="connsiteY2" fmla="*/ 190500 h 190500"/>
              <a:gd name="connsiteX3" fmla="*/ 0 w 190500"/>
              <a:gd name="connsiteY3" fmla="*/ 95250 h 190500"/>
              <a:gd name="connsiteX4" fmla="*/ 95250 w 190500"/>
              <a:gd name="connsiteY4" fmla="*/ 0 h 190500"/>
              <a:gd name="connsiteX5" fmla="*/ 102680 w 190500"/>
              <a:gd name="connsiteY5" fmla="*/ 52102 h 190500"/>
              <a:gd name="connsiteX6" fmla="*/ 101918 w 190500"/>
              <a:gd name="connsiteY6" fmla="*/ 51435 h 190500"/>
              <a:gd name="connsiteX7" fmla="*/ 93536 w 190500"/>
              <a:gd name="connsiteY7" fmla="*/ 51435 h 190500"/>
              <a:gd name="connsiteX8" fmla="*/ 92678 w 190500"/>
              <a:gd name="connsiteY8" fmla="*/ 52197 h 190500"/>
              <a:gd name="connsiteX9" fmla="*/ 92012 w 190500"/>
              <a:gd name="connsiteY9" fmla="*/ 52959 h 190500"/>
              <a:gd name="connsiteX10" fmla="*/ 92012 w 190500"/>
              <a:gd name="connsiteY10" fmla="*/ 61341 h 190500"/>
              <a:gd name="connsiteX11" fmla="*/ 92774 w 190500"/>
              <a:gd name="connsiteY11" fmla="*/ 62198 h 190500"/>
              <a:gd name="connsiteX12" fmla="*/ 118682 w 190500"/>
              <a:gd name="connsiteY12" fmla="*/ 88106 h 190500"/>
              <a:gd name="connsiteX13" fmla="*/ 54007 w 190500"/>
              <a:gd name="connsiteY13" fmla="*/ 88106 h 190500"/>
              <a:gd name="connsiteX14" fmla="*/ 47911 w 190500"/>
              <a:gd name="connsiteY14" fmla="*/ 94298 h 190500"/>
              <a:gd name="connsiteX15" fmla="*/ 47911 w 190500"/>
              <a:gd name="connsiteY15" fmla="*/ 95250 h 190500"/>
              <a:gd name="connsiteX16" fmla="*/ 47911 w 190500"/>
              <a:gd name="connsiteY16" fmla="*/ 96203 h 190500"/>
              <a:gd name="connsiteX17" fmla="*/ 54007 w 190500"/>
              <a:gd name="connsiteY17" fmla="*/ 102299 h 190500"/>
              <a:gd name="connsiteX18" fmla="*/ 54959 w 190500"/>
              <a:gd name="connsiteY18" fmla="*/ 102299 h 190500"/>
              <a:gd name="connsiteX19" fmla="*/ 118682 w 190500"/>
              <a:gd name="connsiteY19" fmla="*/ 102299 h 190500"/>
              <a:gd name="connsiteX20" fmla="*/ 92774 w 190500"/>
              <a:gd name="connsiteY20" fmla="*/ 128207 h 190500"/>
              <a:gd name="connsiteX21" fmla="*/ 92107 w 190500"/>
              <a:gd name="connsiteY21" fmla="*/ 129064 h 190500"/>
              <a:gd name="connsiteX22" fmla="*/ 93536 w 190500"/>
              <a:gd name="connsiteY22" fmla="*/ 139065 h 190500"/>
              <a:gd name="connsiteX23" fmla="*/ 102108 w 190500"/>
              <a:gd name="connsiteY23" fmla="*/ 139065 h 190500"/>
              <a:gd name="connsiteX24" fmla="*/ 102870 w 190500"/>
              <a:gd name="connsiteY24" fmla="*/ 138398 h 190500"/>
              <a:gd name="connsiteX25" fmla="*/ 140970 w 190500"/>
              <a:gd name="connsiteY25" fmla="*/ 100298 h 190500"/>
              <a:gd name="connsiteX26" fmla="*/ 141637 w 190500"/>
              <a:gd name="connsiteY26" fmla="*/ 99441 h 190500"/>
              <a:gd name="connsiteX27" fmla="*/ 141637 w 190500"/>
              <a:gd name="connsiteY27" fmla="*/ 91059 h 190500"/>
              <a:gd name="connsiteX28" fmla="*/ 140875 w 190500"/>
              <a:gd name="connsiteY28" fmla="*/ 90202 h 190500"/>
              <a:gd name="connsiteX29" fmla="*/ 102775 w 190500"/>
              <a:gd name="connsiteY29" fmla="*/ 52102 h 190500"/>
              <a:gd name="connsiteX30" fmla="*/ 101918 w 190500"/>
              <a:gd name="connsiteY30" fmla="*/ 51435 h 190500"/>
              <a:gd name="connsiteX31" fmla="*/ 102680 w 190500"/>
              <a:gd name="connsiteY31" fmla="*/ 52102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90500" h="190500">
                <a:moveTo>
                  <a:pt x="95250" y="0"/>
                </a:moveTo>
                <a:cubicBezTo>
                  <a:pt x="147828" y="0"/>
                  <a:pt x="190500" y="42672"/>
                  <a:pt x="190500" y="95250"/>
                </a:cubicBezTo>
                <a:cubicBezTo>
                  <a:pt x="190500" y="147828"/>
                  <a:pt x="147828" y="190500"/>
                  <a:pt x="95250" y="190500"/>
                </a:cubicBezTo>
                <a:cubicBezTo>
                  <a:pt x="42672" y="190500"/>
                  <a:pt x="0" y="147828"/>
                  <a:pt x="0" y="95250"/>
                </a:cubicBezTo>
                <a:cubicBezTo>
                  <a:pt x="0" y="42672"/>
                  <a:pt x="42672" y="0"/>
                  <a:pt x="95250" y="0"/>
                </a:cubicBezTo>
                <a:close/>
                <a:moveTo>
                  <a:pt x="102680" y="52102"/>
                </a:moveTo>
                <a:lnTo>
                  <a:pt x="101918" y="51435"/>
                </a:lnTo>
                <a:cubicBezTo>
                  <a:pt x="99441" y="49625"/>
                  <a:pt x="96012" y="49530"/>
                  <a:pt x="93536" y="51435"/>
                </a:cubicBezTo>
                <a:lnTo>
                  <a:pt x="92678" y="52197"/>
                </a:lnTo>
                <a:lnTo>
                  <a:pt x="92012" y="52959"/>
                </a:lnTo>
                <a:cubicBezTo>
                  <a:pt x="90202" y="55436"/>
                  <a:pt x="90107" y="58865"/>
                  <a:pt x="92012" y="61341"/>
                </a:cubicBezTo>
                <a:lnTo>
                  <a:pt x="92774" y="62198"/>
                </a:lnTo>
                <a:lnTo>
                  <a:pt x="118682" y="88106"/>
                </a:lnTo>
                <a:lnTo>
                  <a:pt x="54007" y="88106"/>
                </a:lnTo>
                <a:cubicBezTo>
                  <a:pt x="50864" y="88583"/>
                  <a:pt x="48292" y="91059"/>
                  <a:pt x="47911" y="94298"/>
                </a:cubicBezTo>
                <a:lnTo>
                  <a:pt x="47911" y="95250"/>
                </a:lnTo>
                <a:cubicBezTo>
                  <a:pt x="47911" y="95250"/>
                  <a:pt x="47911" y="96203"/>
                  <a:pt x="47911" y="96203"/>
                </a:cubicBezTo>
                <a:cubicBezTo>
                  <a:pt x="48387" y="99346"/>
                  <a:pt x="50864" y="101918"/>
                  <a:pt x="54007" y="102299"/>
                </a:cubicBezTo>
                <a:lnTo>
                  <a:pt x="54959" y="102299"/>
                </a:lnTo>
                <a:cubicBezTo>
                  <a:pt x="54959" y="102299"/>
                  <a:pt x="118682" y="102299"/>
                  <a:pt x="118682" y="102299"/>
                </a:cubicBezTo>
                <a:lnTo>
                  <a:pt x="92774" y="128207"/>
                </a:lnTo>
                <a:lnTo>
                  <a:pt x="92107" y="129064"/>
                </a:lnTo>
                <a:cubicBezTo>
                  <a:pt x="89726" y="132207"/>
                  <a:pt x="90392" y="136684"/>
                  <a:pt x="93536" y="139065"/>
                </a:cubicBezTo>
                <a:cubicBezTo>
                  <a:pt x="96107" y="140970"/>
                  <a:pt x="99536" y="140970"/>
                  <a:pt x="102108" y="139065"/>
                </a:cubicBezTo>
                <a:lnTo>
                  <a:pt x="102870" y="138398"/>
                </a:lnTo>
                <a:lnTo>
                  <a:pt x="140970" y="100298"/>
                </a:lnTo>
                <a:lnTo>
                  <a:pt x="141637" y="99441"/>
                </a:lnTo>
                <a:cubicBezTo>
                  <a:pt x="143447" y="96965"/>
                  <a:pt x="143542" y="93536"/>
                  <a:pt x="141637" y="91059"/>
                </a:cubicBezTo>
                <a:lnTo>
                  <a:pt x="140875" y="90202"/>
                </a:lnTo>
                <a:lnTo>
                  <a:pt x="102775" y="52102"/>
                </a:lnTo>
                <a:lnTo>
                  <a:pt x="101918" y="51435"/>
                </a:lnTo>
                <a:cubicBezTo>
                  <a:pt x="101918" y="51435"/>
                  <a:pt x="102680" y="52102"/>
                  <a:pt x="102680" y="52102"/>
                </a:cubicBezTo>
                <a:close/>
              </a:path>
            </a:pathLst>
          </a:custGeom>
          <a:gradFill flip="none" rotWithShape="1">
            <a:gsLst>
              <a:gs pos="100000">
                <a:srgbClr val="0078D4"/>
              </a:gs>
              <a:gs pos="0">
                <a:srgbClr val="5A62C9"/>
              </a:gs>
            </a:gsLst>
            <a:path path="circle">
              <a:fillToRect l="100000" t="100000"/>
            </a:path>
            <a:tileRect r="-100000" b="-100000"/>
          </a:gradFill>
          <a:effectLst/>
        </p:spPr>
        <p:txBody>
          <a:bodyPr wrap="square" lIns="0" tIns="18288" rIns="0" bIns="45720" anchor="ctr" anchorCtr="0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b="1">
              <a:ln w="3175">
                <a:noFill/>
              </a:ln>
              <a:gradFill>
                <a:gsLst>
                  <a:gs pos="3933">
                    <a:srgbClr val="FFFFFF"/>
                  </a:gs>
                  <a:gs pos="17416">
                    <a:srgbClr val="FFFFFF"/>
                  </a:gs>
                </a:gsLst>
                <a:path path="circle">
                  <a:fillToRect l="100000" b="100000"/>
                </a:path>
              </a:gradFill>
              <a:latin typeface="Segoe UI Variable Text Semibold" pitchFamily="2" charset="0"/>
              <a:cs typeface="Segoe UI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64B9F6-CF9C-D8E4-BD67-8FC6777D5A27}"/>
              </a:ext>
            </a:extLst>
          </p:cNvPr>
          <p:cNvSpPr txBox="1"/>
          <p:nvPr/>
        </p:nvSpPr>
        <p:spPr>
          <a:xfrm>
            <a:off x="3797201" y="5203062"/>
            <a:ext cx="19161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932742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lang="en-US" sz="1600">
                <a:solidFill>
                  <a:schemeClr val="accent1"/>
                </a:solidFill>
                <a:latin typeface="+mj-lt"/>
              </a:rPr>
              <a:t>Copilot + Microsoft Places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6F90D25-3717-86BD-0E93-BC536D3F11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430079" y="2812312"/>
            <a:ext cx="4242391" cy="2070243"/>
            <a:chOff x="1430079" y="2812312"/>
            <a:chExt cx="4242391" cy="2070243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1DAB94D-536D-DDB1-EC2F-A0839DA71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1430079" y="2812312"/>
              <a:ext cx="4242391" cy="0"/>
            </a:xfrm>
            <a:prstGeom prst="line">
              <a:avLst/>
            </a:prstGeom>
            <a:ln>
              <a:solidFill>
                <a:srgbClr val="50E6FF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708D2E2-988A-7383-8A34-8EA759AAC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1430079" y="3850002"/>
              <a:ext cx="4242391" cy="0"/>
            </a:xfrm>
            <a:prstGeom prst="line">
              <a:avLst/>
            </a:prstGeom>
            <a:ln>
              <a:solidFill>
                <a:srgbClr val="50E6FF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E4E80B2-FEB2-5EED-D00F-B69328A551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1430079" y="4882555"/>
              <a:ext cx="4242391" cy="0"/>
            </a:xfrm>
            <a:prstGeom prst="line">
              <a:avLst/>
            </a:prstGeom>
            <a:ln>
              <a:solidFill>
                <a:srgbClr val="50E6FF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14435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19 -0.00024 L 2.08333E-7 3.7037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19 -0.00023 L 2.08333E-7 -3.33333E-6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19 -0.00023 L 2.08333E-7 1.48148E-6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19 -0.00023 L 4.16667E-6 -3.7037E-7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19 -0.00023 L 4.16667E-6 2.59259E-6 " pathEditMode="relative" rAng="0" ptsTypes="AA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18 -0.00023 L -3.95833E-6 -2.96296E-6 " pathEditMode="relative" rAng="0" ptsTypes="AA">
                                      <p:cBhvr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18 -0.00023 L -4.375E-6 -3.7037E-7 " pathEditMode="relative" rAng="0" ptsTypes="AA">
                                      <p:cBhvr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18 -0.00023 L -4.375E-6 2.59259E-6 " pathEditMode="relative" rAng="0" ptsTypes="AA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18 -0.00023 L -4.375E-6 -2.96296E-6 " pathEditMode="relative" rAng="0" ptsTypes="AA">
                                      <p:cBhvr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19 -0.00023 L 2.5E-6 2.59259E-6 " pathEditMode="relative" rAng="0" ptsTypes="AA">
                                      <p:cBhvr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18 -0.00023 L -3.95833E-6 1.11111E-6 " pathEditMode="relative" rAng="0" ptsTypes="AA">
                                      <p:cBhvr>
                                        <p:cTn id="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19 -0.00024 L 2.08333E-7 4.44444E-6 " pathEditMode="relative" rAng="0" ptsTypes="AA">
                                      <p:cBhvr>
                                        <p:cTn id="6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19 -0.00023 L 2.08333E-7 -1.11111E-6 " pathEditMode="relative" rAng="0" ptsTypes="AA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19 -0.00023 L 2.08333E-7 2.96296E-6 " pathEditMode="relative" rAng="0" ptsTypes="AA">
                                      <p:cBhvr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19 -0.00023 L 2.08333E-7 -3.33333E-6 " pathEditMode="relative" rAng="0" ptsTypes="AA">
                                      <p:cBhvr>
                                        <p:cTn id="7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5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  <p:bldP spid="6" grpId="0"/>
      <p:bldP spid="6" grpId="1"/>
      <p:bldP spid="7" grpId="0" animBg="1"/>
      <p:bldP spid="7" grpId="1" animBg="1"/>
      <p:bldP spid="8" grpId="0"/>
      <p:bldP spid="8" grpId="1"/>
      <p:bldP spid="10" grpId="0"/>
      <p:bldP spid="10" grpId="1"/>
      <p:bldP spid="11" grpId="0" animBg="1"/>
      <p:bldP spid="11" grpId="1" animBg="1"/>
      <p:bldP spid="12" grpId="0"/>
      <p:bldP spid="12" grpId="1"/>
      <p:bldP spid="13" grpId="0"/>
      <p:bldP spid="13" grpId="1"/>
      <p:bldP spid="14" grpId="0" animBg="1"/>
      <p:bldP spid="14" grpId="1" animBg="1"/>
      <p:bldP spid="15" grpId="0"/>
      <p:bldP spid="15" grpId="1"/>
      <p:bldP spid="18" grpId="0"/>
      <p:bldP spid="18" grpId="1"/>
      <p:bldP spid="19" grpId="0" animBg="1"/>
      <p:bldP spid="19" grpId="1" animBg="1"/>
      <p:bldP spid="25" grpId="0"/>
      <p:bldP spid="25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4639A-736B-BB43-CD2A-318466098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!!Rectangle 37">
            <a:extLst>
              <a:ext uri="{FF2B5EF4-FFF2-40B4-BE49-F238E27FC236}">
                <a16:creationId xmlns:a16="http://schemas.microsoft.com/office/drawing/2014/main" id="{126B57BF-216F-D4A5-1828-CB8E3ACF0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" y="3301733"/>
            <a:ext cx="12191999" cy="3556267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Sans Display" pitchFamily="2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870774A-151F-6CDF-1917-D3537D040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H="1">
            <a:off x="-1" y="5480701"/>
            <a:ext cx="2295525" cy="1377298"/>
            <a:chOff x="7810445" y="4229100"/>
            <a:chExt cx="4381555" cy="2628900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BEA1ABB-873B-8D04-F0EB-6D1C6DD2A1FB}"/>
                </a:ext>
              </a:extLst>
            </p:cNvPr>
            <p:cNvSpPr/>
            <p:nvPr/>
          </p:nvSpPr>
          <p:spPr bwMode="auto">
            <a:xfrm>
              <a:off x="9616869" y="4229100"/>
              <a:ext cx="2575131" cy="2628900"/>
            </a:xfrm>
            <a:custGeom>
              <a:avLst/>
              <a:gdLst>
                <a:gd name="connsiteX0" fmla="*/ 3090339 w 3090339"/>
                <a:gd name="connsiteY0" fmla="*/ 0 h 3154865"/>
                <a:gd name="connsiteX1" fmla="*/ 3090339 w 3090339"/>
                <a:gd name="connsiteY1" fmla="*/ 3154865 h 3154865"/>
                <a:gd name="connsiteX2" fmla="*/ 393 w 3090339"/>
                <a:gd name="connsiteY2" fmla="*/ 3154865 h 3154865"/>
                <a:gd name="connsiteX3" fmla="*/ 0 w 3090339"/>
                <a:gd name="connsiteY3" fmla="*/ 3139336 h 3154865"/>
                <a:gd name="connsiteX4" fmla="*/ 2978992 w 3090339"/>
                <a:gd name="connsiteY4" fmla="*/ 2816 h 3154865"/>
                <a:gd name="connsiteX5" fmla="*/ 3090339 w 3090339"/>
                <a:gd name="connsiteY5" fmla="*/ 0 h 3154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0339" h="3154865">
                  <a:moveTo>
                    <a:pt x="3090339" y="0"/>
                  </a:moveTo>
                  <a:lnTo>
                    <a:pt x="3090339" y="3154865"/>
                  </a:lnTo>
                  <a:lnTo>
                    <a:pt x="393" y="3154865"/>
                  </a:lnTo>
                  <a:lnTo>
                    <a:pt x="0" y="3139336"/>
                  </a:lnTo>
                  <a:cubicBezTo>
                    <a:pt x="0" y="1459031"/>
                    <a:pt x="1319590" y="86931"/>
                    <a:pt x="2978992" y="2816"/>
                  </a:cubicBezTo>
                  <a:lnTo>
                    <a:pt x="3090339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DE971">
                    <a:alpha val="50000"/>
                  </a:srgbClr>
                </a:gs>
                <a:gs pos="100000">
                  <a:srgbClr val="49C5B1">
                    <a:alpha val="50000"/>
                  </a:srgbClr>
                </a:gs>
              </a:gsLst>
              <a:lin ang="0" scaled="1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600" err="1">
                <a:solidFill>
                  <a:srgbClr val="FFFFFF"/>
                </a:solidFill>
                <a:cs typeface="Segoe UI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7827C4F-B6E2-E3C2-AA28-03B68134795B}"/>
                </a:ext>
              </a:extLst>
            </p:cNvPr>
            <p:cNvSpPr/>
            <p:nvPr/>
          </p:nvSpPr>
          <p:spPr bwMode="auto">
            <a:xfrm>
              <a:off x="7810445" y="5486918"/>
              <a:ext cx="3403656" cy="1371081"/>
            </a:xfrm>
            <a:custGeom>
              <a:avLst/>
              <a:gdLst>
                <a:gd name="connsiteX0" fmla="*/ 1418727 w 2837454"/>
                <a:gd name="connsiteY0" fmla="*/ 0 h 1143000"/>
                <a:gd name="connsiteX1" fmla="*/ 2805986 w 2837454"/>
                <a:gd name="connsiteY1" fmla="*/ 1020615 h 1143000"/>
                <a:gd name="connsiteX2" fmla="*/ 2837454 w 2837454"/>
                <a:gd name="connsiteY2" fmla="*/ 1143000 h 1143000"/>
                <a:gd name="connsiteX3" fmla="*/ 0 w 2837454"/>
                <a:gd name="connsiteY3" fmla="*/ 1143000 h 1143000"/>
                <a:gd name="connsiteX4" fmla="*/ 31468 w 2837454"/>
                <a:gd name="connsiteY4" fmla="*/ 1020615 h 1143000"/>
                <a:gd name="connsiteX5" fmla="*/ 1418727 w 2837454"/>
                <a:gd name="connsiteY5" fmla="*/ 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37454" h="1143000">
                  <a:moveTo>
                    <a:pt x="1418727" y="0"/>
                  </a:moveTo>
                  <a:cubicBezTo>
                    <a:pt x="2070537" y="0"/>
                    <a:pt x="2622074" y="429322"/>
                    <a:pt x="2805986" y="1020615"/>
                  </a:cubicBezTo>
                  <a:lnTo>
                    <a:pt x="2837454" y="1143000"/>
                  </a:lnTo>
                  <a:lnTo>
                    <a:pt x="0" y="1143000"/>
                  </a:lnTo>
                  <a:lnTo>
                    <a:pt x="31468" y="1020615"/>
                  </a:lnTo>
                  <a:cubicBezTo>
                    <a:pt x="215380" y="429322"/>
                    <a:pt x="766917" y="0"/>
                    <a:pt x="141872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B900">
                    <a:alpha val="50000"/>
                  </a:srgbClr>
                </a:gs>
                <a:gs pos="100000">
                  <a:srgbClr val="FFB3BB">
                    <a:alpha val="50000"/>
                  </a:srgbClr>
                </a:gs>
              </a:gsLst>
              <a:lin ang="0" scaled="1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600" err="1">
                <a:solidFill>
                  <a:srgbClr val="FFFFFF"/>
                </a:solidFill>
                <a:cs typeface="Segoe UI" pitchFamily="34" charset="0"/>
              </a:endParaRPr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4D7F190-ABE3-8818-CC82-941DE50D9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1208087" y="1268903"/>
            <a:ext cx="4743450" cy="487077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>
            <a:noFill/>
          </a:ln>
          <a:effectLst>
            <a:outerShdw blurRad="127000" dist="1270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457200" rIns="18288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Pro Display Semibold" panose="020B0702040504020203" pitchFamily="34" charset="0"/>
              <a:ea typeface="+mn-ea"/>
              <a:cs typeface="+mn-cs"/>
            </a:endParaRPr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7C71DA7E-BE92-A651-D11D-8CB3C686AE3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 bwMode="auto">
          <a:xfrm>
            <a:off x="1208086" y="1268903"/>
            <a:ext cx="4743450" cy="492443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22000">
                <a:srgbClr val="9299F7"/>
              </a:gs>
              <a:gs pos="100000">
                <a:srgbClr val="5B5FC7"/>
              </a:gs>
            </a:gsLst>
            <a:lin ang="3600000" scaled="0"/>
            <a:tileRect/>
          </a:gradFill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0" i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 Semibold" panose="020B0502040204020203" pitchFamily="34" charset="0"/>
              </a:defRPr>
            </a:lvl1pPr>
          </a:lstStyle>
          <a:p>
            <a:pPr algn="ctr">
              <a:spcBef>
                <a:spcPts val="0"/>
              </a:spcBef>
              <a:defRPr/>
            </a:pPr>
            <a:r>
              <a:rPr lang="en-IN" sz="2000" spc="0">
                <a:solidFill>
                  <a:schemeClr val="bg1"/>
                </a:solidFill>
                <a:cs typeface="Segoe UI" pitchFamily="34" charset="0"/>
              </a:rPr>
              <a:t>Partner opportunities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9B1F96-DF9F-2231-F4D3-F84FC9D63548}"/>
              </a:ext>
            </a:extLst>
          </p:cNvPr>
          <p:cNvSpPr txBox="1"/>
          <p:nvPr/>
        </p:nvSpPr>
        <p:spPr>
          <a:xfrm>
            <a:off x="1362075" y="1991159"/>
            <a:ext cx="19161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932742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lang="en-US" sz="1600"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</a:rPr>
              <a:t>Millions of </a:t>
            </a:r>
            <a:r>
              <a:rPr lang="en-US" sz="1600">
                <a:solidFill>
                  <a:schemeClr val="accent1"/>
                </a:solidFill>
                <a:latin typeface="+mj-lt"/>
              </a:rPr>
              <a:t>hybrid meetings</a:t>
            </a:r>
          </a:p>
        </p:txBody>
      </p:sp>
      <p:sp>
        <p:nvSpPr>
          <p:cNvPr id="7" name="Graphic 14" descr="Right arrow">
            <a:extLst>
              <a:ext uri="{FF2B5EF4-FFF2-40B4-BE49-F238E27FC236}">
                <a16:creationId xmlns:a16="http://schemas.microsoft.com/office/drawing/2014/main" id="{AEDD690C-8A77-6E9E-63E8-D593CC1C7DA8}"/>
              </a:ext>
            </a:extLst>
          </p:cNvPr>
          <p:cNvSpPr/>
          <p:nvPr/>
        </p:nvSpPr>
        <p:spPr>
          <a:xfrm>
            <a:off x="3466197" y="2200710"/>
            <a:ext cx="227232" cy="227230"/>
          </a:xfrm>
          <a:custGeom>
            <a:avLst/>
            <a:gdLst>
              <a:gd name="connsiteX0" fmla="*/ 95250 w 190500"/>
              <a:gd name="connsiteY0" fmla="*/ 0 h 190500"/>
              <a:gd name="connsiteX1" fmla="*/ 190500 w 190500"/>
              <a:gd name="connsiteY1" fmla="*/ 95250 h 190500"/>
              <a:gd name="connsiteX2" fmla="*/ 95250 w 190500"/>
              <a:gd name="connsiteY2" fmla="*/ 190500 h 190500"/>
              <a:gd name="connsiteX3" fmla="*/ 0 w 190500"/>
              <a:gd name="connsiteY3" fmla="*/ 95250 h 190500"/>
              <a:gd name="connsiteX4" fmla="*/ 95250 w 190500"/>
              <a:gd name="connsiteY4" fmla="*/ 0 h 190500"/>
              <a:gd name="connsiteX5" fmla="*/ 102680 w 190500"/>
              <a:gd name="connsiteY5" fmla="*/ 52102 h 190500"/>
              <a:gd name="connsiteX6" fmla="*/ 101918 w 190500"/>
              <a:gd name="connsiteY6" fmla="*/ 51435 h 190500"/>
              <a:gd name="connsiteX7" fmla="*/ 93536 w 190500"/>
              <a:gd name="connsiteY7" fmla="*/ 51435 h 190500"/>
              <a:gd name="connsiteX8" fmla="*/ 92678 w 190500"/>
              <a:gd name="connsiteY8" fmla="*/ 52197 h 190500"/>
              <a:gd name="connsiteX9" fmla="*/ 92012 w 190500"/>
              <a:gd name="connsiteY9" fmla="*/ 52959 h 190500"/>
              <a:gd name="connsiteX10" fmla="*/ 92012 w 190500"/>
              <a:gd name="connsiteY10" fmla="*/ 61341 h 190500"/>
              <a:gd name="connsiteX11" fmla="*/ 92774 w 190500"/>
              <a:gd name="connsiteY11" fmla="*/ 62198 h 190500"/>
              <a:gd name="connsiteX12" fmla="*/ 118682 w 190500"/>
              <a:gd name="connsiteY12" fmla="*/ 88106 h 190500"/>
              <a:gd name="connsiteX13" fmla="*/ 54007 w 190500"/>
              <a:gd name="connsiteY13" fmla="*/ 88106 h 190500"/>
              <a:gd name="connsiteX14" fmla="*/ 47911 w 190500"/>
              <a:gd name="connsiteY14" fmla="*/ 94298 h 190500"/>
              <a:gd name="connsiteX15" fmla="*/ 47911 w 190500"/>
              <a:gd name="connsiteY15" fmla="*/ 95250 h 190500"/>
              <a:gd name="connsiteX16" fmla="*/ 47911 w 190500"/>
              <a:gd name="connsiteY16" fmla="*/ 96203 h 190500"/>
              <a:gd name="connsiteX17" fmla="*/ 54007 w 190500"/>
              <a:gd name="connsiteY17" fmla="*/ 102299 h 190500"/>
              <a:gd name="connsiteX18" fmla="*/ 54959 w 190500"/>
              <a:gd name="connsiteY18" fmla="*/ 102299 h 190500"/>
              <a:gd name="connsiteX19" fmla="*/ 118682 w 190500"/>
              <a:gd name="connsiteY19" fmla="*/ 102299 h 190500"/>
              <a:gd name="connsiteX20" fmla="*/ 92774 w 190500"/>
              <a:gd name="connsiteY20" fmla="*/ 128207 h 190500"/>
              <a:gd name="connsiteX21" fmla="*/ 92107 w 190500"/>
              <a:gd name="connsiteY21" fmla="*/ 129064 h 190500"/>
              <a:gd name="connsiteX22" fmla="*/ 93536 w 190500"/>
              <a:gd name="connsiteY22" fmla="*/ 139065 h 190500"/>
              <a:gd name="connsiteX23" fmla="*/ 102108 w 190500"/>
              <a:gd name="connsiteY23" fmla="*/ 139065 h 190500"/>
              <a:gd name="connsiteX24" fmla="*/ 102870 w 190500"/>
              <a:gd name="connsiteY24" fmla="*/ 138398 h 190500"/>
              <a:gd name="connsiteX25" fmla="*/ 140970 w 190500"/>
              <a:gd name="connsiteY25" fmla="*/ 100298 h 190500"/>
              <a:gd name="connsiteX26" fmla="*/ 141637 w 190500"/>
              <a:gd name="connsiteY26" fmla="*/ 99441 h 190500"/>
              <a:gd name="connsiteX27" fmla="*/ 141637 w 190500"/>
              <a:gd name="connsiteY27" fmla="*/ 91059 h 190500"/>
              <a:gd name="connsiteX28" fmla="*/ 140875 w 190500"/>
              <a:gd name="connsiteY28" fmla="*/ 90202 h 190500"/>
              <a:gd name="connsiteX29" fmla="*/ 102775 w 190500"/>
              <a:gd name="connsiteY29" fmla="*/ 52102 h 190500"/>
              <a:gd name="connsiteX30" fmla="*/ 101918 w 190500"/>
              <a:gd name="connsiteY30" fmla="*/ 51435 h 190500"/>
              <a:gd name="connsiteX31" fmla="*/ 102680 w 190500"/>
              <a:gd name="connsiteY31" fmla="*/ 52102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90500" h="190500">
                <a:moveTo>
                  <a:pt x="95250" y="0"/>
                </a:moveTo>
                <a:cubicBezTo>
                  <a:pt x="147828" y="0"/>
                  <a:pt x="190500" y="42672"/>
                  <a:pt x="190500" y="95250"/>
                </a:cubicBezTo>
                <a:cubicBezTo>
                  <a:pt x="190500" y="147828"/>
                  <a:pt x="147828" y="190500"/>
                  <a:pt x="95250" y="190500"/>
                </a:cubicBezTo>
                <a:cubicBezTo>
                  <a:pt x="42672" y="190500"/>
                  <a:pt x="0" y="147828"/>
                  <a:pt x="0" y="95250"/>
                </a:cubicBezTo>
                <a:cubicBezTo>
                  <a:pt x="0" y="42672"/>
                  <a:pt x="42672" y="0"/>
                  <a:pt x="95250" y="0"/>
                </a:cubicBezTo>
                <a:close/>
                <a:moveTo>
                  <a:pt x="102680" y="52102"/>
                </a:moveTo>
                <a:lnTo>
                  <a:pt x="101918" y="51435"/>
                </a:lnTo>
                <a:cubicBezTo>
                  <a:pt x="99441" y="49625"/>
                  <a:pt x="96012" y="49530"/>
                  <a:pt x="93536" y="51435"/>
                </a:cubicBezTo>
                <a:lnTo>
                  <a:pt x="92678" y="52197"/>
                </a:lnTo>
                <a:lnTo>
                  <a:pt x="92012" y="52959"/>
                </a:lnTo>
                <a:cubicBezTo>
                  <a:pt x="90202" y="55436"/>
                  <a:pt x="90107" y="58865"/>
                  <a:pt x="92012" y="61341"/>
                </a:cubicBezTo>
                <a:lnTo>
                  <a:pt x="92774" y="62198"/>
                </a:lnTo>
                <a:lnTo>
                  <a:pt x="118682" y="88106"/>
                </a:lnTo>
                <a:lnTo>
                  <a:pt x="54007" y="88106"/>
                </a:lnTo>
                <a:cubicBezTo>
                  <a:pt x="50864" y="88583"/>
                  <a:pt x="48292" y="91059"/>
                  <a:pt x="47911" y="94298"/>
                </a:cubicBezTo>
                <a:lnTo>
                  <a:pt x="47911" y="95250"/>
                </a:lnTo>
                <a:cubicBezTo>
                  <a:pt x="47911" y="95250"/>
                  <a:pt x="47911" y="96203"/>
                  <a:pt x="47911" y="96203"/>
                </a:cubicBezTo>
                <a:cubicBezTo>
                  <a:pt x="48387" y="99346"/>
                  <a:pt x="50864" y="101918"/>
                  <a:pt x="54007" y="102299"/>
                </a:cubicBezTo>
                <a:lnTo>
                  <a:pt x="54959" y="102299"/>
                </a:lnTo>
                <a:cubicBezTo>
                  <a:pt x="54959" y="102299"/>
                  <a:pt x="118682" y="102299"/>
                  <a:pt x="118682" y="102299"/>
                </a:cubicBezTo>
                <a:lnTo>
                  <a:pt x="92774" y="128207"/>
                </a:lnTo>
                <a:lnTo>
                  <a:pt x="92107" y="129064"/>
                </a:lnTo>
                <a:cubicBezTo>
                  <a:pt x="89726" y="132207"/>
                  <a:pt x="90392" y="136684"/>
                  <a:pt x="93536" y="139065"/>
                </a:cubicBezTo>
                <a:cubicBezTo>
                  <a:pt x="96107" y="140970"/>
                  <a:pt x="99536" y="140970"/>
                  <a:pt x="102108" y="139065"/>
                </a:cubicBezTo>
                <a:lnTo>
                  <a:pt x="102870" y="138398"/>
                </a:lnTo>
                <a:lnTo>
                  <a:pt x="140970" y="100298"/>
                </a:lnTo>
                <a:lnTo>
                  <a:pt x="141637" y="99441"/>
                </a:lnTo>
                <a:cubicBezTo>
                  <a:pt x="143447" y="96965"/>
                  <a:pt x="143542" y="93536"/>
                  <a:pt x="141637" y="91059"/>
                </a:cubicBezTo>
                <a:lnTo>
                  <a:pt x="140875" y="90202"/>
                </a:lnTo>
                <a:lnTo>
                  <a:pt x="102775" y="52102"/>
                </a:lnTo>
                <a:lnTo>
                  <a:pt x="101918" y="51435"/>
                </a:lnTo>
                <a:cubicBezTo>
                  <a:pt x="101918" y="51435"/>
                  <a:pt x="102680" y="52102"/>
                  <a:pt x="102680" y="52102"/>
                </a:cubicBezTo>
                <a:close/>
              </a:path>
            </a:pathLst>
          </a:custGeom>
          <a:gradFill flip="none" rotWithShape="1">
            <a:gsLst>
              <a:gs pos="100000">
                <a:srgbClr val="0078D4"/>
              </a:gs>
              <a:gs pos="0">
                <a:srgbClr val="5A62C9"/>
              </a:gs>
            </a:gsLst>
            <a:path path="circle">
              <a:fillToRect l="100000" t="100000"/>
            </a:path>
            <a:tileRect r="-100000" b="-100000"/>
          </a:gradFill>
          <a:effectLst/>
        </p:spPr>
        <p:txBody>
          <a:bodyPr wrap="square" lIns="0" tIns="18288" rIns="0" bIns="45720" anchor="ctr" anchorCtr="0">
            <a:noAutofit/>
          </a:bodyPr>
          <a:lstStyle/>
          <a:p>
            <a:pPr marL="0" marR="0" lvl="0" indent="0" algn="ctr" defTabSz="91436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 w="3175">
                <a:noFill/>
              </a:ln>
              <a:gradFill>
                <a:gsLst>
                  <a:gs pos="3933">
                    <a:srgbClr val="FFFFFF"/>
                  </a:gs>
                  <a:gs pos="17416">
                    <a:srgbClr val="FFFFFF"/>
                  </a:gs>
                </a:gsLst>
                <a:path path="circle">
                  <a:fillToRect l="100000" b="100000"/>
                </a:path>
              </a:gradFill>
              <a:effectLst/>
              <a:uLnTx/>
              <a:uFillTx/>
              <a:latin typeface="Segoe UI Variable Text Semibold" pitchFamily="2" charset="0"/>
              <a:ea typeface="+mn-ea"/>
              <a:cs typeface="Segoe U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B3EBA0-12F9-A259-DBD4-320C21441762}"/>
              </a:ext>
            </a:extLst>
          </p:cNvPr>
          <p:cNvSpPr txBox="1"/>
          <p:nvPr/>
        </p:nvSpPr>
        <p:spPr>
          <a:xfrm>
            <a:off x="3797201" y="1991159"/>
            <a:ext cx="14869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932742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lang="en-US" sz="1600">
                <a:solidFill>
                  <a:schemeClr val="accent1"/>
                </a:solidFill>
                <a:latin typeface="+mj-lt"/>
              </a:rPr>
              <a:t>Copilot + Teams Rooms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E681D5-EE9B-9835-2B02-9CC0CE7CE8DA}"/>
              </a:ext>
            </a:extLst>
          </p:cNvPr>
          <p:cNvSpPr txBox="1"/>
          <p:nvPr/>
        </p:nvSpPr>
        <p:spPr>
          <a:xfrm>
            <a:off x="1362075" y="3015627"/>
            <a:ext cx="19161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932742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lang="en-US" sz="1600"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</a:rPr>
              <a:t>Billions of</a:t>
            </a:r>
            <a:br>
              <a:rPr lang="en-US" sz="1600"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</a:rPr>
            </a:br>
            <a:r>
              <a:rPr lang="en-US" sz="1600">
                <a:solidFill>
                  <a:schemeClr val="accent1"/>
                </a:solidFill>
                <a:latin typeface="+mj-lt"/>
              </a:rPr>
              <a:t>calls</a:t>
            </a:r>
          </a:p>
        </p:txBody>
      </p:sp>
      <p:sp>
        <p:nvSpPr>
          <p:cNvPr id="11" name="Graphic 14" descr="Right arrow">
            <a:extLst>
              <a:ext uri="{FF2B5EF4-FFF2-40B4-BE49-F238E27FC236}">
                <a16:creationId xmlns:a16="http://schemas.microsoft.com/office/drawing/2014/main" id="{D5CB35F1-FB73-837B-31C1-BD6F4E79E1C0}"/>
              </a:ext>
            </a:extLst>
          </p:cNvPr>
          <p:cNvSpPr/>
          <p:nvPr/>
        </p:nvSpPr>
        <p:spPr>
          <a:xfrm>
            <a:off x="3466197" y="3225178"/>
            <a:ext cx="227232" cy="227230"/>
          </a:xfrm>
          <a:custGeom>
            <a:avLst/>
            <a:gdLst>
              <a:gd name="connsiteX0" fmla="*/ 95250 w 190500"/>
              <a:gd name="connsiteY0" fmla="*/ 0 h 190500"/>
              <a:gd name="connsiteX1" fmla="*/ 190500 w 190500"/>
              <a:gd name="connsiteY1" fmla="*/ 95250 h 190500"/>
              <a:gd name="connsiteX2" fmla="*/ 95250 w 190500"/>
              <a:gd name="connsiteY2" fmla="*/ 190500 h 190500"/>
              <a:gd name="connsiteX3" fmla="*/ 0 w 190500"/>
              <a:gd name="connsiteY3" fmla="*/ 95250 h 190500"/>
              <a:gd name="connsiteX4" fmla="*/ 95250 w 190500"/>
              <a:gd name="connsiteY4" fmla="*/ 0 h 190500"/>
              <a:gd name="connsiteX5" fmla="*/ 102680 w 190500"/>
              <a:gd name="connsiteY5" fmla="*/ 52102 h 190500"/>
              <a:gd name="connsiteX6" fmla="*/ 101918 w 190500"/>
              <a:gd name="connsiteY6" fmla="*/ 51435 h 190500"/>
              <a:gd name="connsiteX7" fmla="*/ 93536 w 190500"/>
              <a:gd name="connsiteY7" fmla="*/ 51435 h 190500"/>
              <a:gd name="connsiteX8" fmla="*/ 92678 w 190500"/>
              <a:gd name="connsiteY8" fmla="*/ 52197 h 190500"/>
              <a:gd name="connsiteX9" fmla="*/ 92012 w 190500"/>
              <a:gd name="connsiteY9" fmla="*/ 52959 h 190500"/>
              <a:gd name="connsiteX10" fmla="*/ 92012 w 190500"/>
              <a:gd name="connsiteY10" fmla="*/ 61341 h 190500"/>
              <a:gd name="connsiteX11" fmla="*/ 92774 w 190500"/>
              <a:gd name="connsiteY11" fmla="*/ 62198 h 190500"/>
              <a:gd name="connsiteX12" fmla="*/ 118682 w 190500"/>
              <a:gd name="connsiteY12" fmla="*/ 88106 h 190500"/>
              <a:gd name="connsiteX13" fmla="*/ 54007 w 190500"/>
              <a:gd name="connsiteY13" fmla="*/ 88106 h 190500"/>
              <a:gd name="connsiteX14" fmla="*/ 47911 w 190500"/>
              <a:gd name="connsiteY14" fmla="*/ 94298 h 190500"/>
              <a:gd name="connsiteX15" fmla="*/ 47911 w 190500"/>
              <a:gd name="connsiteY15" fmla="*/ 95250 h 190500"/>
              <a:gd name="connsiteX16" fmla="*/ 47911 w 190500"/>
              <a:gd name="connsiteY16" fmla="*/ 96203 h 190500"/>
              <a:gd name="connsiteX17" fmla="*/ 54007 w 190500"/>
              <a:gd name="connsiteY17" fmla="*/ 102299 h 190500"/>
              <a:gd name="connsiteX18" fmla="*/ 54959 w 190500"/>
              <a:gd name="connsiteY18" fmla="*/ 102299 h 190500"/>
              <a:gd name="connsiteX19" fmla="*/ 118682 w 190500"/>
              <a:gd name="connsiteY19" fmla="*/ 102299 h 190500"/>
              <a:gd name="connsiteX20" fmla="*/ 92774 w 190500"/>
              <a:gd name="connsiteY20" fmla="*/ 128207 h 190500"/>
              <a:gd name="connsiteX21" fmla="*/ 92107 w 190500"/>
              <a:gd name="connsiteY21" fmla="*/ 129064 h 190500"/>
              <a:gd name="connsiteX22" fmla="*/ 93536 w 190500"/>
              <a:gd name="connsiteY22" fmla="*/ 139065 h 190500"/>
              <a:gd name="connsiteX23" fmla="*/ 102108 w 190500"/>
              <a:gd name="connsiteY23" fmla="*/ 139065 h 190500"/>
              <a:gd name="connsiteX24" fmla="*/ 102870 w 190500"/>
              <a:gd name="connsiteY24" fmla="*/ 138398 h 190500"/>
              <a:gd name="connsiteX25" fmla="*/ 140970 w 190500"/>
              <a:gd name="connsiteY25" fmla="*/ 100298 h 190500"/>
              <a:gd name="connsiteX26" fmla="*/ 141637 w 190500"/>
              <a:gd name="connsiteY26" fmla="*/ 99441 h 190500"/>
              <a:gd name="connsiteX27" fmla="*/ 141637 w 190500"/>
              <a:gd name="connsiteY27" fmla="*/ 91059 h 190500"/>
              <a:gd name="connsiteX28" fmla="*/ 140875 w 190500"/>
              <a:gd name="connsiteY28" fmla="*/ 90202 h 190500"/>
              <a:gd name="connsiteX29" fmla="*/ 102775 w 190500"/>
              <a:gd name="connsiteY29" fmla="*/ 52102 h 190500"/>
              <a:gd name="connsiteX30" fmla="*/ 101918 w 190500"/>
              <a:gd name="connsiteY30" fmla="*/ 51435 h 190500"/>
              <a:gd name="connsiteX31" fmla="*/ 102680 w 190500"/>
              <a:gd name="connsiteY31" fmla="*/ 52102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90500" h="190500">
                <a:moveTo>
                  <a:pt x="95250" y="0"/>
                </a:moveTo>
                <a:cubicBezTo>
                  <a:pt x="147828" y="0"/>
                  <a:pt x="190500" y="42672"/>
                  <a:pt x="190500" y="95250"/>
                </a:cubicBezTo>
                <a:cubicBezTo>
                  <a:pt x="190500" y="147828"/>
                  <a:pt x="147828" y="190500"/>
                  <a:pt x="95250" y="190500"/>
                </a:cubicBezTo>
                <a:cubicBezTo>
                  <a:pt x="42672" y="190500"/>
                  <a:pt x="0" y="147828"/>
                  <a:pt x="0" y="95250"/>
                </a:cubicBezTo>
                <a:cubicBezTo>
                  <a:pt x="0" y="42672"/>
                  <a:pt x="42672" y="0"/>
                  <a:pt x="95250" y="0"/>
                </a:cubicBezTo>
                <a:close/>
                <a:moveTo>
                  <a:pt x="102680" y="52102"/>
                </a:moveTo>
                <a:lnTo>
                  <a:pt x="101918" y="51435"/>
                </a:lnTo>
                <a:cubicBezTo>
                  <a:pt x="99441" y="49625"/>
                  <a:pt x="96012" y="49530"/>
                  <a:pt x="93536" y="51435"/>
                </a:cubicBezTo>
                <a:lnTo>
                  <a:pt x="92678" y="52197"/>
                </a:lnTo>
                <a:lnTo>
                  <a:pt x="92012" y="52959"/>
                </a:lnTo>
                <a:cubicBezTo>
                  <a:pt x="90202" y="55436"/>
                  <a:pt x="90107" y="58865"/>
                  <a:pt x="92012" y="61341"/>
                </a:cubicBezTo>
                <a:lnTo>
                  <a:pt x="92774" y="62198"/>
                </a:lnTo>
                <a:lnTo>
                  <a:pt x="118682" y="88106"/>
                </a:lnTo>
                <a:lnTo>
                  <a:pt x="54007" y="88106"/>
                </a:lnTo>
                <a:cubicBezTo>
                  <a:pt x="50864" y="88583"/>
                  <a:pt x="48292" y="91059"/>
                  <a:pt x="47911" y="94298"/>
                </a:cubicBezTo>
                <a:lnTo>
                  <a:pt x="47911" y="95250"/>
                </a:lnTo>
                <a:cubicBezTo>
                  <a:pt x="47911" y="95250"/>
                  <a:pt x="47911" y="96203"/>
                  <a:pt x="47911" y="96203"/>
                </a:cubicBezTo>
                <a:cubicBezTo>
                  <a:pt x="48387" y="99346"/>
                  <a:pt x="50864" y="101918"/>
                  <a:pt x="54007" y="102299"/>
                </a:cubicBezTo>
                <a:lnTo>
                  <a:pt x="54959" y="102299"/>
                </a:lnTo>
                <a:cubicBezTo>
                  <a:pt x="54959" y="102299"/>
                  <a:pt x="118682" y="102299"/>
                  <a:pt x="118682" y="102299"/>
                </a:cubicBezTo>
                <a:lnTo>
                  <a:pt x="92774" y="128207"/>
                </a:lnTo>
                <a:lnTo>
                  <a:pt x="92107" y="129064"/>
                </a:lnTo>
                <a:cubicBezTo>
                  <a:pt x="89726" y="132207"/>
                  <a:pt x="90392" y="136684"/>
                  <a:pt x="93536" y="139065"/>
                </a:cubicBezTo>
                <a:cubicBezTo>
                  <a:pt x="96107" y="140970"/>
                  <a:pt x="99536" y="140970"/>
                  <a:pt x="102108" y="139065"/>
                </a:cubicBezTo>
                <a:lnTo>
                  <a:pt x="102870" y="138398"/>
                </a:lnTo>
                <a:lnTo>
                  <a:pt x="140970" y="100298"/>
                </a:lnTo>
                <a:lnTo>
                  <a:pt x="141637" y="99441"/>
                </a:lnTo>
                <a:cubicBezTo>
                  <a:pt x="143447" y="96965"/>
                  <a:pt x="143542" y="93536"/>
                  <a:pt x="141637" y="91059"/>
                </a:cubicBezTo>
                <a:lnTo>
                  <a:pt x="140875" y="90202"/>
                </a:lnTo>
                <a:lnTo>
                  <a:pt x="102775" y="52102"/>
                </a:lnTo>
                <a:lnTo>
                  <a:pt x="101918" y="51435"/>
                </a:lnTo>
                <a:cubicBezTo>
                  <a:pt x="101918" y="51435"/>
                  <a:pt x="102680" y="52102"/>
                  <a:pt x="102680" y="52102"/>
                </a:cubicBezTo>
                <a:close/>
              </a:path>
            </a:pathLst>
          </a:custGeom>
          <a:gradFill flip="none" rotWithShape="1">
            <a:gsLst>
              <a:gs pos="100000">
                <a:srgbClr val="0078D4"/>
              </a:gs>
              <a:gs pos="0">
                <a:srgbClr val="5A62C9"/>
              </a:gs>
            </a:gsLst>
            <a:path path="circle">
              <a:fillToRect l="100000" t="100000"/>
            </a:path>
            <a:tileRect r="-100000" b="-100000"/>
          </a:gradFill>
          <a:effectLst/>
        </p:spPr>
        <p:txBody>
          <a:bodyPr wrap="square" lIns="0" tIns="18288" rIns="0" bIns="45720" anchor="ctr" anchorCtr="0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b="1">
              <a:ln w="3175">
                <a:noFill/>
              </a:ln>
              <a:gradFill>
                <a:gsLst>
                  <a:gs pos="3933">
                    <a:srgbClr val="FFFFFF"/>
                  </a:gs>
                  <a:gs pos="17416">
                    <a:srgbClr val="FFFFFF"/>
                  </a:gs>
                </a:gsLst>
                <a:path path="circle">
                  <a:fillToRect l="100000" b="100000"/>
                </a:path>
              </a:gradFill>
              <a:latin typeface="Segoe UI Variable Text Semibold" pitchFamily="2" charset="0"/>
              <a:cs typeface="Segoe UI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2020A0-5850-7CC8-B005-C80D87D114D5}"/>
              </a:ext>
            </a:extLst>
          </p:cNvPr>
          <p:cNvSpPr txBox="1"/>
          <p:nvPr/>
        </p:nvSpPr>
        <p:spPr>
          <a:xfrm>
            <a:off x="3797201" y="3015627"/>
            <a:ext cx="17907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932742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lang="en-US" sz="1600">
                <a:solidFill>
                  <a:schemeClr val="accent1"/>
                </a:solidFill>
                <a:latin typeface="+mj-lt"/>
              </a:rPr>
              <a:t>Copilot + </a:t>
            </a:r>
            <a:br>
              <a:rPr lang="en-US" sz="1600">
                <a:solidFill>
                  <a:schemeClr val="accent1"/>
                </a:solidFill>
                <a:latin typeface="+mj-lt"/>
              </a:rPr>
            </a:br>
            <a:r>
              <a:rPr lang="en-US" sz="1600">
                <a:solidFill>
                  <a:schemeClr val="accent1"/>
                </a:solidFill>
                <a:latin typeface="+mj-lt"/>
              </a:rPr>
              <a:t>Teams Phone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FA4145-F3F9-C6CF-05AA-76226377C172}"/>
              </a:ext>
            </a:extLst>
          </p:cNvPr>
          <p:cNvSpPr txBox="1"/>
          <p:nvPr/>
        </p:nvSpPr>
        <p:spPr>
          <a:xfrm>
            <a:off x="1362075" y="4040095"/>
            <a:ext cx="19161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932742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lang="en-US" sz="1600"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</a:rPr>
              <a:t>Millions of </a:t>
            </a:r>
            <a:r>
              <a:rPr lang="en-US" sz="1600">
                <a:solidFill>
                  <a:schemeClr val="accent1"/>
                </a:solidFill>
                <a:latin typeface="+mj-lt"/>
              </a:rPr>
              <a:t>meetings</a:t>
            </a:r>
          </a:p>
        </p:txBody>
      </p:sp>
      <p:sp>
        <p:nvSpPr>
          <p:cNvPr id="14" name="Graphic 14" descr="Right arrow">
            <a:extLst>
              <a:ext uri="{FF2B5EF4-FFF2-40B4-BE49-F238E27FC236}">
                <a16:creationId xmlns:a16="http://schemas.microsoft.com/office/drawing/2014/main" id="{925D35A2-ECB6-DDA5-B5C6-095BC1B2B326}"/>
              </a:ext>
            </a:extLst>
          </p:cNvPr>
          <p:cNvSpPr/>
          <p:nvPr/>
        </p:nvSpPr>
        <p:spPr>
          <a:xfrm>
            <a:off x="3466197" y="4249646"/>
            <a:ext cx="227232" cy="227230"/>
          </a:xfrm>
          <a:custGeom>
            <a:avLst/>
            <a:gdLst>
              <a:gd name="connsiteX0" fmla="*/ 95250 w 190500"/>
              <a:gd name="connsiteY0" fmla="*/ 0 h 190500"/>
              <a:gd name="connsiteX1" fmla="*/ 190500 w 190500"/>
              <a:gd name="connsiteY1" fmla="*/ 95250 h 190500"/>
              <a:gd name="connsiteX2" fmla="*/ 95250 w 190500"/>
              <a:gd name="connsiteY2" fmla="*/ 190500 h 190500"/>
              <a:gd name="connsiteX3" fmla="*/ 0 w 190500"/>
              <a:gd name="connsiteY3" fmla="*/ 95250 h 190500"/>
              <a:gd name="connsiteX4" fmla="*/ 95250 w 190500"/>
              <a:gd name="connsiteY4" fmla="*/ 0 h 190500"/>
              <a:gd name="connsiteX5" fmla="*/ 102680 w 190500"/>
              <a:gd name="connsiteY5" fmla="*/ 52102 h 190500"/>
              <a:gd name="connsiteX6" fmla="*/ 101918 w 190500"/>
              <a:gd name="connsiteY6" fmla="*/ 51435 h 190500"/>
              <a:gd name="connsiteX7" fmla="*/ 93536 w 190500"/>
              <a:gd name="connsiteY7" fmla="*/ 51435 h 190500"/>
              <a:gd name="connsiteX8" fmla="*/ 92678 w 190500"/>
              <a:gd name="connsiteY8" fmla="*/ 52197 h 190500"/>
              <a:gd name="connsiteX9" fmla="*/ 92012 w 190500"/>
              <a:gd name="connsiteY9" fmla="*/ 52959 h 190500"/>
              <a:gd name="connsiteX10" fmla="*/ 92012 w 190500"/>
              <a:gd name="connsiteY10" fmla="*/ 61341 h 190500"/>
              <a:gd name="connsiteX11" fmla="*/ 92774 w 190500"/>
              <a:gd name="connsiteY11" fmla="*/ 62198 h 190500"/>
              <a:gd name="connsiteX12" fmla="*/ 118682 w 190500"/>
              <a:gd name="connsiteY12" fmla="*/ 88106 h 190500"/>
              <a:gd name="connsiteX13" fmla="*/ 54007 w 190500"/>
              <a:gd name="connsiteY13" fmla="*/ 88106 h 190500"/>
              <a:gd name="connsiteX14" fmla="*/ 47911 w 190500"/>
              <a:gd name="connsiteY14" fmla="*/ 94298 h 190500"/>
              <a:gd name="connsiteX15" fmla="*/ 47911 w 190500"/>
              <a:gd name="connsiteY15" fmla="*/ 95250 h 190500"/>
              <a:gd name="connsiteX16" fmla="*/ 47911 w 190500"/>
              <a:gd name="connsiteY16" fmla="*/ 96203 h 190500"/>
              <a:gd name="connsiteX17" fmla="*/ 54007 w 190500"/>
              <a:gd name="connsiteY17" fmla="*/ 102299 h 190500"/>
              <a:gd name="connsiteX18" fmla="*/ 54959 w 190500"/>
              <a:gd name="connsiteY18" fmla="*/ 102299 h 190500"/>
              <a:gd name="connsiteX19" fmla="*/ 118682 w 190500"/>
              <a:gd name="connsiteY19" fmla="*/ 102299 h 190500"/>
              <a:gd name="connsiteX20" fmla="*/ 92774 w 190500"/>
              <a:gd name="connsiteY20" fmla="*/ 128207 h 190500"/>
              <a:gd name="connsiteX21" fmla="*/ 92107 w 190500"/>
              <a:gd name="connsiteY21" fmla="*/ 129064 h 190500"/>
              <a:gd name="connsiteX22" fmla="*/ 93536 w 190500"/>
              <a:gd name="connsiteY22" fmla="*/ 139065 h 190500"/>
              <a:gd name="connsiteX23" fmla="*/ 102108 w 190500"/>
              <a:gd name="connsiteY23" fmla="*/ 139065 h 190500"/>
              <a:gd name="connsiteX24" fmla="*/ 102870 w 190500"/>
              <a:gd name="connsiteY24" fmla="*/ 138398 h 190500"/>
              <a:gd name="connsiteX25" fmla="*/ 140970 w 190500"/>
              <a:gd name="connsiteY25" fmla="*/ 100298 h 190500"/>
              <a:gd name="connsiteX26" fmla="*/ 141637 w 190500"/>
              <a:gd name="connsiteY26" fmla="*/ 99441 h 190500"/>
              <a:gd name="connsiteX27" fmla="*/ 141637 w 190500"/>
              <a:gd name="connsiteY27" fmla="*/ 91059 h 190500"/>
              <a:gd name="connsiteX28" fmla="*/ 140875 w 190500"/>
              <a:gd name="connsiteY28" fmla="*/ 90202 h 190500"/>
              <a:gd name="connsiteX29" fmla="*/ 102775 w 190500"/>
              <a:gd name="connsiteY29" fmla="*/ 52102 h 190500"/>
              <a:gd name="connsiteX30" fmla="*/ 101918 w 190500"/>
              <a:gd name="connsiteY30" fmla="*/ 51435 h 190500"/>
              <a:gd name="connsiteX31" fmla="*/ 102680 w 190500"/>
              <a:gd name="connsiteY31" fmla="*/ 52102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90500" h="190500">
                <a:moveTo>
                  <a:pt x="95250" y="0"/>
                </a:moveTo>
                <a:cubicBezTo>
                  <a:pt x="147828" y="0"/>
                  <a:pt x="190500" y="42672"/>
                  <a:pt x="190500" y="95250"/>
                </a:cubicBezTo>
                <a:cubicBezTo>
                  <a:pt x="190500" y="147828"/>
                  <a:pt x="147828" y="190500"/>
                  <a:pt x="95250" y="190500"/>
                </a:cubicBezTo>
                <a:cubicBezTo>
                  <a:pt x="42672" y="190500"/>
                  <a:pt x="0" y="147828"/>
                  <a:pt x="0" y="95250"/>
                </a:cubicBezTo>
                <a:cubicBezTo>
                  <a:pt x="0" y="42672"/>
                  <a:pt x="42672" y="0"/>
                  <a:pt x="95250" y="0"/>
                </a:cubicBezTo>
                <a:close/>
                <a:moveTo>
                  <a:pt x="102680" y="52102"/>
                </a:moveTo>
                <a:lnTo>
                  <a:pt x="101918" y="51435"/>
                </a:lnTo>
                <a:cubicBezTo>
                  <a:pt x="99441" y="49625"/>
                  <a:pt x="96012" y="49530"/>
                  <a:pt x="93536" y="51435"/>
                </a:cubicBezTo>
                <a:lnTo>
                  <a:pt x="92678" y="52197"/>
                </a:lnTo>
                <a:lnTo>
                  <a:pt x="92012" y="52959"/>
                </a:lnTo>
                <a:cubicBezTo>
                  <a:pt x="90202" y="55436"/>
                  <a:pt x="90107" y="58865"/>
                  <a:pt x="92012" y="61341"/>
                </a:cubicBezTo>
                <a:lnTo>
                  <a:pt x="92774" y="62198"/>
                </a:lnTo>
                <a:lnTo>
                  <a:pt x="118682" y="88106"/>
                </a:lnTo>
                <a:lnTo>
                  <a:pt x="54007" y="88106"/>
                </a:lnTo>
                <a:cubicBezTo>
                  <a:pt x="50864" y="88583"/>
                  <a:pt x="48292" y="91059"/>
                  <a:pt x="47911" y="94298"/>
                </a:cubicBezTo>
                <a:lnTo>
                  <a:pt x="47911" y="95250"/>
                </a:lnTo>
                <a:cubicBezTo>
                  <a:pt x="47911" y="95250"/>
                  <a:pt x="47911" y="96203"/>
                  <a:pt x="47911" y="96203"/>
                </a:cubicBezTo>
                <a:cubicBezTo>
                  <a:pt x="48387" y="99346"/>
                  <a:pt x="50864" y="101918"/>
                  <a:pt x="54007" y="102299"/>
                </a:cubicBezTo>
                <a:lnTo>
                  <a:pt x="54959" y="102299"/>
                </a:lnTo>
                <a:cubicBezTo>
                  <a:pt x="54959" y="102299"/>
                  <a:pt x="118682" y="102299"/>
                  <a:pt x="118682" y="102299"/>
                </a:cubicBezTo>
                <a:lnTo>
                  <a:pt x="92774" y="128207"/>
                </a:lnTo>
                <a:lnTo>
                  <a:pt x="92107" y="129064"/>
                </a:lnTo>
                <a:cubicBezTo>
                  <a:pt x="89726" y="132207"/>
                  <a:pt x="90392" y="136684"/>
                  <a:pt x="93536" y="139065"/>
                </a:cubicBezTo>
                <a:cubicBezTo>
                  <a:pt x="96107" y="140970"/>
                  <a:pt x="99536" y="140970"/>
                  <a:pt x="102108" y="139065"/>
                </a:cubicBezTo>
                <a:lnTo>
                  <a:pt x="102870" y="138398"/>
                </a:lnTo>
                <a:lnTo>
                  <a:pt x="140970" y="100298"/>
                </a:lnTo>
                <a:lnTo>
                  <a:pt x="141637" y="99441"/>
                </a:lnTo>
                <a:cubicBezTo>
                  <a:pt x="143447" y="96965"/>
                  <a:pt x="143542" y="93536"/>
                  <a:pt x="141637" y="91059"/>
                </a:cubicBezTo>
                <a:lnTo>
                  <a:pt x="140875" y="90202"/>
                </a:lnTo>
                <a:lnTo>
                  <a:pt x="102775" y="52102"/>
                </a:lnTo>
                <a:lnTo>
                  <a:pt x="101918" y="51435"/>
                </a:lnTo>
                <a:cubicBezTo>
                  <a:pt x="101918" y="51435"/>
                  <a:pt x="102680" y="52102"/>
                  <a:pt x="102680" y="52102"/>
                </a:cubicBezTo>
                <a:close/>
              </a:path>
            </a:pathLst>
          </a:custGeom>
          <a:gradFill flip="none" rotWithShape="1">
            <a:gsLst>
              <a:gs pos="100000">
                <a:srgbClr val="0078D4"/>
              </a:gs>
              <a:gs pos="0">
                <a:srgbClr val="5A62C9"/>
              </a:gs>
            </a:gsLst>
            <a:path path="circle">
              <a:fillToRect l="100000" t="100000"/>
            </a:path>
            <a:tileRect r="-100000" b="-100000"/>
          </a:gradFill>
          <a:effectLst/>
        </p:spPr>
        <p:txBody>
          <a:bodyPr wrap="square" lIns="0" tIns="18288" rIns="0" bIns="45720" anchor="ctr" anchorCtr="0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b="1">
              <a:ln w="3175">
                <a:noFill/>
              </a:ln>
              <a:gradFill>
                <a:gsLst>
                  <a:gs pos="3933">
                    <a:srgbClr val="FFFFFF"/>
                  </a:gs>
                  <a:gs pos="17416">
                    <a:srgbClr val="FFFFFF"/>
                  </a:gs>
                </a:gsLst>
                <a:path path="circle">
                  <a:fillToRect l="100000" b="100000"/>
                </a:path>
              </a:gradFill>
              <a:latin typeface="Segoe UI Variable Text Semibold" pitchFamily="2" charset="0"/>
              <a:cs typeface="Segoe UI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AF0B94-41A8-C284-0088-44CF5B9B0B27}"/>
              </a:ext>
            </a:extLst>
          </p:cNvPr>
          <p:cNvSpPr txBox="1"/>
          <p:nvPr/>
        </p:nvSpPr>
        <p:spPr>
          <a:xfrm>
            <a:off x="3797201" y="4040095"/>
            <a:ext cx="19161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defTabSz="932742">
              <a:spcBef>
                <a:spcPts val="3000"/>
              </a:spcBef>
              <a:buSzPct val="90000"/>
              <a:defRPr/>
            </a:pPr>
            <a:r>
              <a:rPr lang="en-US" sz="1600">
                <a:solidFill>
                  <a:schemeClr val="accent1"/>
                </a:solidFill>
                <a:latin typeface="+mj-lt"/>
              </a:rPr>
              <a:t>Copilot +  </a:t>
            </a:r>
            <a:br>
              <a:rPr lang="en-US" sz="1600">
                <a:solidFill>
                  <a:schemeClr val="accent1"/>
                </a:solidFill>
                <a:latin typeface="+mj-lt"/>
              </a:rPr>
            </a:br>
            <a:r>
              <a:rPr lang="en-US" sz="1600">
                <a:solidFill>
                  <a:schemeClr val="accent1"/>
                </a:solidFill>
                <a:latin typeface="+mj-lt"/>
              </a:rPr>
              <a:t>Teams Premium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95A195-9D1B-712D-1A00-30D04F9B7BDF}"/>
              </a:ext>
            </a:extLst>
          </p:cNvPr>
          <p:cNvSpPr txBox="1"/>
          <p:nvPr/>
        </p:nvSpPr>
        <p:spPr>
          <a:xfrm>
            <a:off x="1362075" y="5064563"/>
            <a:ext cx="181199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932742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lang="en-US" sz="1600"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</a:rPr>
              <a:t>Millions of </a:t>
            </a:r>
            <a:r>
              <a:rPr lang="en-US" sz="1600">
                <a:solidFill>
                  <a:schemeClr val="accent1"/>
                </a:solidFill>
                <a:latin typeface="+mj-lt"/>
              </a:rPr>
              <a:t>employees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 panose="020B0502040204020203" pitchFamily="34" charset="0"/>
              </a:rPr>
              <a:t> </a:t>
            </a:r>
            <a:b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 panose="020B0502040204020203" pitchFamily="34" charset="0"/>
              </a:rPr>
            </a:br>
            <a:r>
              <a:rPr lang="en-US" sz="1600"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</a:rPr>
              <a:t>in hybrid work</a:t>
            </a:r>
          </a:p>
        </p:txBody>
      </p:sp>
      <p:sp>
        <p:nvSpPr>
          <p:cNvPr id="19" name="Graphic 14" descr="Right arrow">
            <a:extLst>
              <a:ext uri="{FF2B5EF4-FFF2-40B4-BE49-F238E27FC236}">
                <a16:creationId xmlns:a16="http://schemas.microsoft.com/office/drawing/2014/main" id="{1C4B1521-9F16-236A-A1F3-64F1781844AB}"/>
              </a:ext>
            </a:extLst>
          </p:cNvPr>
          <p:cNvSpPr/>
          <p:nvPr/>
        </p:nvSpPr>
        <p:spPr>
          <a:xfrm>
            <a:off x="3466197" y="5412613"/>
            <a:ext cx="227232" cy="227230"/>
          </a:xfrm>
          <a:custGeom>
            <a:avLst/>
            <a:gdLst>
              <a:gd name="connsiteX0" fmla="*/ 95250 w 190500"/>
              <a:gd name="connsiteY0" fmla="*/ 0 h 190500"/>
              <a:gd name="connsiteX1" fmla="*/ 190500 w 190500"/>
              <a:gd name="connsiteY1" fmla="*/ 95250 h 190500"/>
              <a:gd name="connsiteX2" fmla="*/ 95250 w 190500"/>
              <a:gd name="connsiteY2" fmla="*/ 190500 h 190500"/>
              <a:gd name="connsiteX3" fmla="*/ 0 w 190500"/>
              <a:gd name="connsiteY3" fmla="*/ 95250 h 190500"/>
              <a:gd name="connsiteX4" fmla="*/ 95250 w 190500"/>
              <a:gd name="connsiteY4" fmla="*/ 0 h 190500"/>
              <a:gd name="connsiteX5" fmla="*/ 102680 w 190500"/>
              <a:gd name="connsiteY5" fmla="*/ 52102 h 190500"/>
              <a:gd name="connsiteX6" fmla="*/ 101918 w 190500"/>
              <a:gd name="connsiteY6" fmla="*/ 51435 h 190500"/>
              <a:gd name="connsiteX7" fmla="*/ 93536 w 190500"/>
              <a:gd name="connsiteY7" fmla="*/ 51435 h 190500"/>
              <a:gd name="connsiteX8" fmla="*/ 92678 w 190500"/>
              <a:gd name="connsiteY8" fmla="*/ 52197 h 190500"/>
              <a:gd name="connsiteX9" fmla="*/ 92012 w 190500"/>
              <a:gd name="connsiteY9" fmla="*/ 52959 h 190500"/>
              <a:gd name="connsiteX10" fmla="*/ 92012 w 190500"/>
              <a:gd name="connsiteY10" fmla="*/ 61341 h 190500"/>
              <a:gd name="connsiteX11" fmla="*/ 92774 w 190500"/>
              <a:gd name="connsiteY11" fmla="*/ 62198 h 190500"/>
              <a:gd name="connsiteX12" fmla="*/ 118682 w 190500"/>
              <a:gd name="connsiteY12" fmla="*/ 88106 h 190500"/>
              <a:gd name="connsiteX13" fmla="*/ 54007 w 190500"/>
              <a:gd name="connsiteY13" fmla="*/ 88106 h 190500"/>
              <a:gd name="connsiteX14" fmla="*/ 47911 w 190500"/>
              <a:gd name="connsiteY14" fmla="*/ 94298 h 190500"/>
              <a:gd name="connsiteX15" fmla="*/ 47911 w 190500"/>
              <a:gd name="connsiteY15" fmla="*/ 95250 h 190500"/>
              <a:gd name="connsiteX16" fmla="*/ 47911 w 190500"/>
              <a:gd name="connsiteY16" fmla="*/ 96203 h 190500"/>
              <a:gd name="connsiteX17" fmla="*/ 54007 w 190500"/>
              <a:gd name="connsiteY17" fmla="*/ 102299 h 190500"/>
              <a:gd name="connsiteX18" fmla="*/ 54959 w 190500"/>
              <a:gd name="connsiteY18" fmla="*/ 102299 h 190500"/>
              <a:gd name="connsiteX19" fmla="*/ 118682 w 190500"/>
              <a:gd name="connsiteY19" fmla="*/ 102299 h 190500"/>
              <a:gd name="connsiteX20" fmla="*/ 92774 w 190500"/>
              <a:gd name="connsiteY20" fmla="*/ 128207 h 190500"/>
              <a:gd name="connsiteX21" fmla="*/ 92107 w 190500"/>
              <a:gd name="connsiteY21" fmla="*/ 129064 h 190500"/>
              <a:gd name="connsiteX22" fmla="*/ 93536 w 190500"/>
              <a:gd name="connsiteY22" fmla="*/ 139065 h 190500"/>
              <a:gd name="connsiteX23" fmla="*/ 102108 w 190500"/>
              <a:gd name="connsiteY23" fmla="*/ 139065 h 190500"/>
              <a:gd name="connsiteX24" fmla="*/ 102870 w 190500"/>
              <a:gd name="connsiteY24" fmla="*/ 138398 h 190500"/>
              <a:gd name="connsiteX25" fmla="*/ 140970 w 190500"/>
              <a:gd name="connsiteY25" fmla="*/ 100298 h 190500"/>
              <a:gd name="connsiteX26" fmla="*/ 141637 w 190500"/>
              <a:gd name="connsiteY26" fmla="*/ 99441 h 190500"/>
              <a:gd name="connsiteX27" fmla="*/ 141637 w 190500"/>
              <a:gd name="connsiteY27" fmla="*/ 91059 h 190500"/>
              <a:gd name="connsiteX28" fmla="*/ 140875 w 190500"/>
              <a:gd name="connsiteY28" fmla="*/ 90202 h 190500"/>
              <a:gd name="connsiteX29" fmla="*/ 102775 w 190500"/>
              <a:gd name="connsiteY29" fmla="*/ 52102 h 190500"/>
              <a:gd name="connsiteX30" fmla="*/ 101918 w 190500"/>
              <a:gd name="connsiteY30" fmla="*/ 51435 h 190500"/>
              <a:gd name="connsiteX31" fmla="*/ 102680 w 190500"/>
              <a:gd name="connsiteY31" fmla="*/ 52102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90500" h="190500">
                <a:moveTo>
                  <a:pt x="95250" y="0"/>
                </a:moveTo>
                <a:cubicBezTo>
                  <a:pt x="147828" y="0"/>
                  <a:pt x="190500" y="42672"/>
                  <a:pt x="190500" y="95250"/>
                </a:cubicBezTo>
                <a:cubicBezTo>
                  <a:pt x="190500" y="147828"/>
                  <a:pt x="147828" y="190500"/>
                  <a:pt x="95250" y="190500"/>
                </a:cubicBezTo>
                <a:cubicBezTo>
                  <a:pt x="42672" y="190500"/>
                  <a:pt x="0" y="147828"/>
                  <a:pt x="0" y="95250"/>
                </a:cubicBezTo>
                <a:cubicBezTo>
                  <a:pt x="0" y="42672"/>
                  <a:pt x="42672" y="0"/>
                  <a:pt x="95250" y="0"/>
                </a:cubicBezTo>
                <a:close/>
                <a:moveTo>
                  <a:pt x="102680" y="52102"/>
                </a:moveTo>
                <a:lnTo>
                  <a:pt x="101918" y="51435"/>
                </a:lnTo>
                <a:cubicBezTo>
                  <a:pt x="99441" y="49625"/>
                  <a:pt x="96012" y="49530"/>
                  <a:pt x="93536" y="51435"/>
                </a:cubicBezTo>
                <a:lnTo>
                  <a:pt x="92678" y="52197"/>
                </a:lnTo>
                <a:lnTo>
                  <a:pt x="92012" y="52959"/>
                </a:lnTo>
                <a:cubicBezTo>
                  <a:pt x="90202" y="55436"/>
                  <a:pt x="90107" y="58865"/>
                  <a:pt x="92012" y="61341"/>
                </a:cubicBezTo>
                <a:lnTo>
                  <a:pt x="92774" y="62198"/>
                </a:lnTo>
                <a:lnTo>
                  <a:pt x="118682" y="88106"/>
                </a:lnTo>
                <a:lnTo>
                  <a:pt x="54007" y="88106"/>
                </a:lnTo>
                <a:cubicBezTo>
                  <a:pt x="50864" y="88583"/>
                  <a:pt x="48292" y="91059"/>
                  <a:pt x="47911" y="94298"/>
                </a:cubicBezTo>
                <a:lnTo>
                  <a:pt x="47911" y="95250"/>
                </a:lnTo>
                <a:cubicBezTo>
                  <a:pt x="47911" y="95250"/>
                  <a:pt x="47911" y="96203"/>
                  <a:pt x="47911" y="96203"/>
                </a:cubicBezTo>
                <a:cubicBezTo>
                  <a:pt x="48387" y="99346"/>
                  <a:pt x="50864" y="101918"/>
                  <a:pt x="54007" y="102299"/>
                </a:cubicBezTo>
                <a:lnTo>
                  <a:pt x="54959" y="102299"/>
                </a:lnTo>
                <a:cubicBezTo>
                  <a:pt x="54959" y="102299"/>
                  <a:pt x="118682" y="102299"/>
                  <a:pt x="118682" y="102299"/>
                </a:cubicBezTo>
                <a:lnTo>
                  <a:pt x="92774" y="128207"/>
                </a:lnTo>
                <a:lnTo>
                  <a:pt x="92107" y="129064"/>
                </a:lnTo>
                <a:cubicBezTo>
                  <a:pt x="89726" y="132207"/>
                  <a:pt x="90392" y="136684"/>
                  <a:pt x="93536" y="139065"/>
                </a:cubicBezTo>
                <a:cubicBezTo>
                  <a:pt x="96107" y="140970"/>
                  <a:pt x="99536" y="140970"/>
                  <a:pt x="102108" y="139065"/>
                </a:cubicBezTo>
                <a:lnTo>
                  <a:pt x="102870" y="138398"/>
                </a:lnTo>
                <a:lnTo>
                  <a:pt x="140970" y="100298"/>
                </a:lnTo>
                <a:lnTo>
                  <a:pt x="141637" y="99441"/>
                </a:lnTo>
                <a:cubicBezTo>
                  <a:pt x="143447" y="96965"/>
                  <a:pt x="143542" y="93536"/>
                  <a:pt x="141637" y="91059"/>
                </a:cubicBezTo>
                <a:lnTo>
                  <a:pt x="140875" y="90202"/>
                </a:lnTo>
                <a:lnTo>
                  <a:pt x="102775" y="52102"/>
                </a:lnTo>
                <a:lnTo>
                  <a:pt x="101918" y="51435"/>
                </a:lnTo>
                <a:cubicBezTo>
                  <a:pt x="101918" y="51435"/>
                  <a:pt x="102680" y="52102"/>
                  <a:pt x="102680" y="52102"/>
                </a:cubicBezTo>
                <a:close/>
              </a:path>
            </a:pathLst>
          </a:custGeom>
          <a:gradFill flip="none" rotWithShape="1">
            <a:gsLst>
              <a:gs pos="100000">
                <a:srgbClr val="0078D4"/>
              </a:gs>
              <a:gs pos="0">
                <a:srgbClr val="5A62C9"/>
              </a:gs>
            </a:gsLst>
            <a:path path="circle">
              <a:fillToRect l="100000" t="100000"/>
            </a:path>
            <a:tileRect r="-100000" b="-100000"/>
          </a:gradFill>
          <a:effectLst/>
        </p:spPr>
        <p:txBody>
          <a:bodyPr wrap="square" lIns="0" tIns="18288" rIns="0" bIns="45720" anchor="ctr" anchorCtr="0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1600" b="1">
              <a:ln w="3175">
                <a:noFill/>
              </a:ln>
              <a:gradFill>
                <a:gsLst>
                  <a:gs pos="3933">
                    <a:srgbClr val="FFFFFF"/>
                  </a:gs>
                  <a:gs pos="17416">
                    <a:srgbClr val="FFFFFF"/>
                  </a:gs>
                </a:gsLst>
                <a:path path="circle">
                  <a:fillToRect l="100000" b="100000"/>
                </a:path>
              </a:gradFill>
              <a:latin typeface="Segoe UI Variable Text Semibold" pitchFamily="2" charset="0"/>
              <a:cs typeface="Segoe UI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A9C01A-E987-7EE4-0390-792FE311A041}"/>
              </a:ext>
            </a:extLst>
          </p:cNvPr>
          <p:cNvSpPr txBox="1"/>
          <p:nvPr/>
        </p:nvSpPr>
        <p:spPr>
          <a:xfrm>
            <a:off x="3797201" y="5203062"/>
            <a:ext cx="19161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932742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lang="en-US" sz="1600">
                <a:solidFill>
                  <a:schemeClr val="accent1"/>
                </a:solidFill>
                <a:latin typeface="+mj-lt"/>
              </a:rPr>
              <a:t>Copilot + Microsoft Places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9DCD5D4-7B0B-0CF3-976D-F287C4A90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240464" y="1268903"/>
            <a:ext cx="4743450" cy="487077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>
            <a:noFill/>
          </a:ln>
          <a:effectLst>
            <a:outerShdw blurRad="127000" dist="1270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457200" rIns="18288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Pro Display Semibold" panose="020B0702040504020203" pitchFamily="34" charset="0"/>
              <a:ea typeface="+mn-ea"/>
              <a:cs typeface="+mn-cs"/>
            </a:endParaRPr>
          </a:p>
        </p:txBody>
      </p:sp>
      <p:sp>
        <p:nvSpPr>
          <p:cNvPr id="28" name="Rectangle: Top Corners Rounded 27!!">
            <a:extLst>
              <a:ext uri="{FF2B5EF4-FFF2-40B4-BE49-F238E27FC236}">
                <a16:creationId xmlns:a16="http://schemas.microsoft.com/office/drawing/2014/main" id="{1BC7A34E-44F2-D825-66FE-E2951F6D53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240463" y="1268903"/>
            <a:ext cx="4743451" cy="492443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22000">
                <a:srgbClr val="9299F7"/>
              </a:gs>
              <a:gs pos="100000">
                <a:srgbClr val="5B5FC7"/>
              </a:gs>
            </a:gsLst>
            <a:lin ang="3600000" scaled="0"/>
            <a:tileRect/>
          </a:gradFill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defTabSz="932742"/>
            <a:endParaRPr lang="en-IN" sz="2000">
              <a:ln w="3175">
                <a:noFill/>
              </a:ln>
              <a:solidFill>
                <a:schemeClr val="bg1"/>
              </a:solidFill>
              <a:latin typeface="+mj-lt"/>
              <a:cs typeface="Segoe UI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9BD3BE-5C50-C7E8-ABB3-355F6EECD6A7}"/>
              </a:ext>
            </a:extLst>
          </p:cNvPr>
          <p:cNvSpPr txBox="1"/>
          <p:nvPr/>
        </p:nvSpPr>
        <p:spPr>
          <a:xfrm>
            <a:off x="6240461" y="1315172"/>
            <a:ext cx="47434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>
                <a:ln w="3175"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Segoe UI" pitchFamily="34" charset="0"/>
              </a:rPr>
              <a:t>Our priorities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A79FAEB-4AB8-0B6E-EDBB-17D6CA4221D9}"/>
              </a:ext>
            </a:extLst>
          </p:cNvPr>
          <p:cNvSpPr txBox="1"/>
          <p:nvPr/>
        </p:nvSpPr>
        <p:spPr>
          <a:xfrm>
            <a:off x="6515845" y="2485199"/>
            <a:ext cx="4192689" cy="430887"/>
          </a:xfrm>
          <a:prstGeom prst="rect">
            <a:avLst/>
          </a:prstGeom>
          <a:solidFill>
            <a:srgbClr val="F4F5FE"/>
          </a:solidFill>
        </p:spPr>
        <p:txBody>
          <a:bodyPr wrap="square" tIns="91440" bIns="91440" anchor="ctr" anchorCtr="0">
            <a:spAutoFit/>
          </a:bodyPr>
          <a:lstStyle/>
          <a:p>
            <a:pPr marL="0" marR="0" lvl="1" indent="0" algn="ctr" defTabSz="932742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Segoe Sans Display Semibold" pitchFamily="2" charset="0"/>
                <a:cs typeface="Segoe Sans Display Semibold" pitchFamily="2" charset="0"/>
              </a:rPr>
              <a:t>Attach to Copilot &amp; Ready for Copilot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9C7910-EB36-3B05-EB5C-AAA482585781}"/>
              </a:ext>
            </a:extLst>
          </p:cNvPr>
          <p:cNvSpPr txBox="1"/>
          <p:nvPr/>
        </p:nvSpPr>
        <p:spPr>
          <a:xfrm>
            <a:off x="6515845" y="3363326"/>
            <a:ext cx="4192689" cy="430887"/>
          </a:xfrm>
          <a:prstGeom prst="rect">
            <a:avLst/>
          </a:prstGeom>
          <a:solidFill>
            <a:srgbClr val="F4F5FE"/>
          </a:solidFill>
        </p:spPr>
        <p:txBody>
          <a:bodyPr wrap="square" tIns="91440" bIns="91440" anchor="ctr" anchorCtr="0">
            <a:spAutoFit/>
          </a:bodyPr>
          <a:lstStyle/>
          <a:p>
            <a:pPr marL="0" marR="0" lvl="1" indent="0" algn="ctr" defTabSz="932742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Segoe Sans Display Semibold" pitchFamily="2" charset="0"/>
                <a:cs typeface="Segoe Sans Display Semibold" pitchFamily="2" charset="0"/>
              </a:rPr>
              <a:t>Accelerate expansion &amp; enablement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E9B8F7-52C7-5700-D6F3-07382F3E878A}"/>
              </a:ext>
            </a:extLst>
          </p:cNvPr>
          <p:cNvSpPr txBox="1"/>
          <p:nvPr/>
        </p:nvSpPr>
        <p:spPr>
          <a:xfrm>
            <a:off x="6515845" y="4241453"/>
            <a:ext cx="4192689" cy="430887"/>
          </a:xfrm>
          <a:prstGeom prst="rect">
            <a:avLst/>
          </a:prstGeom>
          <a:solidFill>
            <a:srgbClr val="F4F5FE"/>
          </a:solidFill>
        </p:spPr>
        <p:txBody>
          <a:bodyPr wrap="square" tIns="91440" bIns="91440" anchor="ctr" anchorCtr="0">
            <a:spAutoFit/>
          </a:bodyPr>
          <a:lstStyle/>
          <a:p>
            <a:pPr marL="0" marR="0" lvl="1" indent="0" algn="ctr" defTabSz="932742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Segoe Sans Display Semibold" pitchFamily="2" charset="0"/>
                <a:cs typeface="Segoe Sans Display Semibold" pitchFamily="2" charset="0"/>
              </a:rPr>
              <a:t>Upsell new workloads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D82D0A-41CC-6A81-33A9-0CE34E3BD7D2}"/>
              </a:ext>
            </a:extLst>
          </p:cNvPr>
          <p:cNvSpPr txBox="1"/>
          <p:nvPr/>
        </p:nvSpPr>
        <p:spPr>
          <a:xfrm>
            <a:off x="6515845" y="5119580"/>
            <a:ext cx="4192689" cy="430887"/>
          </a:xfrm>
          <a:prstGeom prst="rect">
            <a:avLst/>
          </a:prstGeom>
          <a:solidFill>
            <a:srgbClr val="F4F5FE"/>
          </a:solidFill>
        </p:spPr>
        <p:txBody>
          <a:bodyPr wrap="square" tIns="91440" bIns="91440" anchor="ctr" anchorCtr="0">
            <a:spAutoFit/>
          </a:bodyPr>
          <a:lstStyle/>
          <a:p>
            <a:pPr marL="0" marR="0" lvl="1" indent="0" algn="ctr" defTabSz="932742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r>
              <a:rPr kumimoji="0" lang="en-US" sz="160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Segoe Sans Display Semibold" pitchFamily="2" charset="0"/>
                <a:cs typeface="Segoe Sans Display Semibold" pitchFamily="2" charset="0"/>
              </a:rPr>
              <a:t>Acquire new customers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5EA9C1D-3146-E227-AD2B-8B5F4037D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430079" y="2812312"/>
            <a:ext cx="4242391" cy="2070243"/>
            <a:chOff x="1430079" y="2812312"/>
            <a:chExt cx="4242391" cy="2070243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7534DDA-DE3F-D2AB-A815-DFBD04EC9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1430079" y="2812312"/>
              <a:ext cx="4242391" cy="0"/>
            </a:xfrm>
            <a:prstGeom prst="line">
              <a:avLst/>
            </a:prstGeom>
            <a:ln>
              <a:solidFill>
                <a:srgbClr val="50E6FF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10CDD9D-2E0F-ECE6-7C14-1DB2F57883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1430079" y="3850002"/>
              <a:ext cx="4242391" cy="0"/>
            </a:xfrm>
            <a:prstGeom prst="line">
              <a:avLst/>
            </a:prstGeom>
            <a:ln>
              <a:solidFill>
                <a:srgbClr val="50E6FF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C3422FD-A65D-2CEB-9C2D-3686CF49D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1430079" y="4882555"/>
              <a:ext cx="4242391" cy="0"/>
            </a:xfrm>
            <a:prstGeom prst="line">
              <a:avLst/>
            </a:prstGeom>
            <a:ln>
              <a:solidFill>
                <a:srgbClr val="50E6FF"/>
              </a:solidFill>
              <a:headEnd type="none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19963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667 -0.00047 L -2.08333E-7 3.7037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300" y="230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667 -0.00046 L -2.08333E-7 -3.33333E-6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300" y="230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667 -0.00047 L -2.08333E-7 2.96296E-6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300" y="230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667 -0.00047 L -2.08333E-7 3.7037E-6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300" y="230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667 -0.00047 L -2.08333E-7 4.44444E-6 " pathEditMode="relative" rAng="0" ptsTypes="AA">
                                      <p:cBhvr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300" y="230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667 -0.00046 L -2.08333E-7 -4.81481E-6 " pathEditMode="relative" rAng="0" ptsTypes="AA">
                                      <p:cBhvr>
                                        <p:cTn id="3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300" y="230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667 -0.00047 L -2.08333E-7 3.7037E-6 " pathEditMode="relative" rAng="0" ptsTypes="AA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300" y="2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6" grpId="1" animBg="1"/>
      <p:bldP spid="28" grpId="0" animBg="1"/>
      <p:bldP spid="28" grpId="1" animBg="1"/>
      <p:bldP spid="4" grpId="0"/>
      <p:bldP spid="4" grpId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258B6-F7AC-BFA0-55B7-42A6190EE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Rectangle 37">
            <a:extLst>
              <a:ext uri="{FF2B5EF4-FFF2-40B4-BE49-F238E27FC236}">
                <a16:creationId xmlns:a16="http://schemas.microsoft.com/office/drawing/2014/main" id="{E068496B-B78C-CEBB-D408-6244DF308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277257"/>
            <a:ext cx="12191999" cy="5580743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Sans Display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962CF3-879E-DA39-0429-52FE26972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186734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D749E47-D877-61F7-7957-FBD9325F5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88264" y="1345286"/>
            <a:ext cx="11062902" cy="502306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noFill/>
            <a:headEnd type="none" w="med" len="med"/>
            <a:tailEnd type="none" w="med" len="med"/>
          </a:ln>
          <a:effectLst>
            <a:outerShdw blurRad="127000" dist="1270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defTabSz="932472"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chemeClr val="accent1"/>
              </a:solidFill>
              <a:latin typeface="Segoe Pro Display Semibold" panose="020B07020405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0264D4-4FA9-981D-BDFD-96E37A8BC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30887"/>
          </a:xfrm>
        </p:spPr>
        <p:txBody>
          <a:bodyPr/>
          <a:lstStyle/>
          <a:p>
            <a:r>
              <a:rPr lang="en-US" b="0"/>
              <a:t>What customers* are telling us…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6B99468-C250-04BC-D827-4D1A94C79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V="1">
            <a:off x="9768744" y="0"/>
            <a:ext cx="2423256" cy="1348372"/>
            <a:chOff x="7810445" y="4229100"/>
            <a:chExt cx="4381555" cy="243802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8DE03D0-61C2-01CE-9D54-CA8188A647D8}"/>
                </a:ext>
              </a:extLst>
            </p:cNvPr>
            <p:cNvSpPr/>
            <p:nvPr/>
          </p:nvSpPr>
          <p:spPr bwMode="auto">
            <a:xfrm>
              <a:off x="9616869" y="4229100"/>
              <a:ext cx="2575131" cy="2438027"/>
            </a:xfrm>
            <a:custGeom>
              <a:avLst/>
              <a:gdLst>
                <a:gd name="connsiteX0" fmla="*/ 3090339 w 3090339"/>
                <a:gd name="connsiteY0" fmla="*/ 0 h 3154865"/>
                <a:gd name="connsiteX1" fmla="*/ 3090339 w 3090339"/>
                <a:gd name="connsiteY1" fmla="*/ 3154865 h 3154865"/>
                <a:gd name="connsiteX2" fmla="*/ 393 w 3090339"/>
                <a:gd name="connsiteY2" fmla="*/ 3154865 h 3154865"/>
                <a:gd name="connsiteX3" fmla="*/ 0 w 3090339"/>
                <a:gd name="connsiteY3" fmla="*/ 3139336 h 3154865"/>
                <a:gd name="connsiteX4" fmla="*/ 2978992 w 3090339"/>
                <a:gd name="connsiteY4" fmla="*/ 2816 h 3154865"/>
                <a:gd name="connsiteX5" fmla="*/ 3090339 w 3090339"/>
                <a:gd name="connsiteY5" fmla="*/ 0 h 3154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0339" h="3154865">
                  <a:moveTo>
                    <a:pt x="3090339" y="0"/>
                  </a:moveTo>
                  <a:lnTo>
                    <a:pt x="3090339" y="3154865"/>
                  </a:lnTo>
                  <a:lnTo>
                    <a:pt x="393" y="3154865"/>
                  </a:lnTo>
                  <a:lnTo>
                    <a:pt x="0" y="3139336"/>
                  </a:lnTo>
                  <a:cubicBezTo>
                    <a:pt x="0" y="1459031"/>
                    <a:pt x="1319590" y="86931"/>
                    <a:pt x="2978992" y="2816"/>
                  </a:cubicBezTo>
                  <a:lnTo>
                    <a:pt x="3090339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DE971">
                    <a:alpha val="50000"/>
                  </a:srgbClr>
                </a:gs>
                <a:gs pos="100000">
                  <a:srgbClr val="49C5B1">
                    <a:alpha val="50000"/>
                  </a:srgbClr>
                </a:gs>
              </a:gsLst>
              <a:lin ang="0" scaled="1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600" err="1">
                <a:solidFill>
                  <a:srgbClr val="FFFFFF"/>
                </a:solidFill>
                <a:cs typeface="Segoe UI" pitchFamily="34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F953643-B9E2-51F7-25A7-47375EF2FD83}"/>
                </a:ext>
              </a:extLst>
            </p:cNvPr>
            <p:cNvSpPr/>
            <p:nvPr/>
          </p:nvSpPr>
          <p:spPr bwMode="auto">
            <a:xfrm>
              <a:off x="7810445" y="5296046"/>
              <a:ext cx="3403657" cy="1371081"/>
            </a:xfrm>
            <a:custGeom>
              <a:avLst/>
              <a:gdLst>
                <a:gd name="connsiteX0" fmla="*/ 1418727 w 2837454"/>
                <a:gd name="connsiteY0" fmla="*/ 0 h 1143000"/>
                <a:gd name="connsiteX1" fmla="*/ 2805986 w 2837454"/>
                <a:gd name="connsiteY1" fmla="*/ 1020615 h 1143000"/>
                <a:gd name="connsiteX2" fmla="*/ 2837454 w 2837454"/>
                <a:gd name="connsiteY2" fmla="*/ 1143000 h 1143000"/>
                <a:gd name="connsiteX3" fmla="*/ 0 w 2837454"/>
                <a:gd name="connsiteY3" fmla="*/ 1143000 h 1143000"/>
                <a:gd name="connsiteX4" fmla="*/ 31468 w 2837454"/>
                <a:gd name="connsiteY4" fmla="*/ 1020615 h 1143000"/>
                <a:gd name="connsiteX5" fmla="*/ 1418727 w 2837454"/>
                <a:gd name="connsiteY5" fmla="*/ 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37454" h="1143000">
                  <a:moveTo>
                    <a:pt x="1418727" y="0"/>
                  </a:moveTo>
                  <a:cubicBezTo>
                    <a:pt x="2070537" y="0"/>
                    <a:pt x="2622074" y="429322"/>
                    <a:pt x="2805986" y="1020615"/>
                  </a:cubicBezTo>
                  <a:lnTo>
                    <a:pt x="2837454" y="1143000"/>
                  </a:lnTo>
                  <a:lnTo>
                    <a:pt x="0" y="1143000"/>
                  </a:lnTo>
                  <a:lnTo>
                    <a:pt x="31468" y="1020615"/>
                  </a:lnTo>
                  <a:cubicBezTo>
                    <a:pt x="215380" y="429322"/>
                    <a:pt x="766917" y="0"/>
                    <a:pt x="141872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B900">
                    <a:alpha val="50000"/>
                  </a:srgbClr>
                </a:gs>
                <a:gs pos="100000">
                  <a:srgbClr val="FFB3BB">
                    <a:alpha val="50000"/>
                  </a:srgbClr>
                </a:gs>
              </a:gsLst>
              <a:lin ang="0" scaled="1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600" err="1">
                <a:solidFill>
                  <a:srgbClr val="FFFFFF"/>
                </a:solidFill>
                <a:cs typeface="Segoe UI" pitchFamily="34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C36FB8B-1652-9251-8156-443C5D2665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718139" y="1441176"/>
            <a:ext cx="10839607" cy="412460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95327">
                <a:schemeClr val="accent1"/>
              </a:gs>
              <a:gs pos="935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ln w="12700">
            <a:noFill/>
          </a:ln>
          <a:effectLst/>
        </p:spPr>
        <p:txBody>
          <a:bodyPr wrap="square" anchor="ctr">
            <a:noAutofit/>
          </a:bodyPr>
          <a:lstStyle>
            <a:defPPr>
              <a:defRPr lang="en-US"/>
            </a:defPPr>
            <a:lvl1pPr algn="ctr">
              <a:defRPr sz="2800">
                <a:solidFill>
                  <a:srgbClr val="FFFFFF"/>
                </a:solidFill>
                <a:latin typeface="Segoe Sans Display Semibold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4674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				Survey says…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4FBD147-6E1B-D2D5-A07C-31E0B36AF1A0}"/>
              </a:ext>
            </a:extLst>
          </p:cNvPr>
          <p:cNvSpPr/>
          <p:nvPr/>
        </p:nvSpPr>
        <p:spPr bwMode="auto">
          <a:xfrm>
            <a:off x="702984" y="2144948"/>
            <a:ext cx="2240764" cy="669103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C551BF"/>
              </a:gs>
              <a:gs pos="100000">
                <a:srgbClr val="5B5FC7"/>
              </a:gs>
            </a:gsLst>
            <a:lin ang="10800000" scaled="1"/>
          </a:gradFill>
          <a:ln w="12700">
            <a:solidFill>
              <a:schemeClr val="bg1"/>
            </a:solidFill>
          </a:ln>
          <a:effectLst/>
        </p:spPr>
        <p:txBody>
          <a:bodyPr wrap="square" lIns="91440" tIns="45720" rIns="91440" bIns="45720" anchor="ctr">
            <a:no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AI Priority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945624B-FFAF-D06F-CA5C-2ED918EA6874}"/>
              </a:ext>
            </a:extLst>
          </p:cNvPr>
          <p:cNvSpPr>
            <a:spLocks/>
          </p:cNvSpPr>
          <p:nvPr/>
        </p:nvSpPr>
        <p:spPr bwMode="auto">
          <a:xfrm>
            <a:off x="1985092" y="2136233"/>
            <a:ext cx="3849650" cy="68022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9299F7">
                <a:alpha val="79000"/>
              </a:srgbClr>
            </a:solidFill>
            <a:headEnd type="none" w="med" len="med"/>
            <a:tailEnd type="none" w="med" len="med"/>
          </a:ln>
          <a:effectLst>
            <a:outerShdw blurRad="127000" dist="127000" dir="5400000" sx="95000" sy="95000" algn="t" rotWithShape="0">
              <a:schemeClr val="accent3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7013" marR="0" lvl="0" indent="-227013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  <a:t>1st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or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  <a:t>2nd</a:t>
            </a:r>
            <a:r>
              <a:rPr lang="en-US" sz="1400" b="1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  <a:t> p</a:t>
            </a:r>
            <a:r>
              <a:rPr lang="en-US" sz="1400" b="1" err="1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  <a:t>riority</a:t>
            </a:r>
            <a:endParaRPr lang="en-US" sz="1400" b="1">
              <a:solidFill>
                <a:schemeClr val="tx1"/>
              </a:solidFill>
              <a:latin typeface="Segoe Sans Display Semibold" pitchFamily="2" charset="0"/>
              <a:cs typeface="Segoe Sans Display Semibold" pitchFamily="2" charset="0"/>
            </a:endParaRPr>
          </a:p>
          <a:p>
            <a:pPr marL="227013" marR="0" lvl="0" indent="-227013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Sans Display Semibold" pitchFamily="2" charset="0"/>
                <a:ea typeface="Segoe UI" panose="020B0502040204020203" pitchFamily="34" charset="0"/>
                <a:cs typeface="Segoe Sans Display Semibold" pitchFamily="2" charset="0"/>
              </a:rPr>
              <a:t>Nearly 50%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to adopt in </a:t>
            </a:r>
            <a:r>
              <a:rPr kumimoji="0" lang="en-US" sz="1400" b="0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next 12 </a:t>
            </a:r>
            <a:r>
              <a:rPr lang="en-US" sz="1400" u="sng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months</a:t>
            </a:r>
            <a:endParaRPr kumimoji="0" lang="en-US" sz="1100" b="0" i="0" u="sng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F30B985-3AF3-2554-A83B-9B63566D4F8E}"/>
              </a:ext>
            </a:extLst>
          </p:cNvPr>
          <p:cNvSpPr txBox="1">
            <a:spLocks/>
          </p:cNvSpPr>
          <p:nvPr/>
        </p:nvSpPr>
        <p:spPr>
          <a:xfrm>
            <a:off x="8427207" y="1473587"/>
            <a:ext cx="2509862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i="0" kern="1200" cap="none" spc="-50" baseline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 Semibold" panose="020B0502040204020203" pitchFamily="34" charset="0"/>
              </a:defRPr>
            </a:lvl1pPr>
          </a:lstStyle>
          <a:p>
            <a:pPr defTabSz="467454">
              <a:spcBef>
                <a:spcPts val="0"/>
              </a:spcBef>
              <a:defRPr/>
            </a:pPr>
            <a:r>
              <a:rPr lang="en-US" sz="2000" b="0" spc="0">
                <a:ln>
                  <a:noFill/>
                </a:ln>
                <a:solidFill>
                  <a:srgbClr val="FFFFFF"/>
                </a:solidFill>
                <a:latin typeface="Segoe Sans Display Semibold"/>
                <a:cs typeface="+mn-cs"/>
              </a:rPr>
              <a:t>…and its impact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0865AE2-F986-D725-CECE-49EE4E9BD203}"/>
              </a:ext>
            </a:extLst>
          </p:cNvPr>
          <p:cNvSpPr>
            <a:spLocks/>
          </p:cNvSpPr>
          <p:nvPr/>
        </p:nvSpPr>
        <p:spPr bwMode="auto">
          <a:xfrm>
            <a:off x="6557556" y="2133822"/>
            <a:ext cx="4931460" cy="68022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9299F7">
                <a:alpha val="79000"/>
              </a:srgbClr>
            </a:solidFill>
            <a:headEnd type="none" w="med" len="med"/>
            <a:tailEnd type="none" w="med" len="med"/>
          </a:ln>
          <a:effectLst>
            <a:outerShdw blurRad="127000" dist="127000" dir="5400000" sx="95000" sy="95000" algn="t" rotWithShape="0">
              <a:schemeClr val="accent3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Leverage compelling m</a:t>
            </a:r>
            <a:r>
              <a:rPr lang="en-US" sz="140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oment</a:t>
            </a:r>
            <a:r>
              <a:rPr lang="en-US" sz="1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and AI priority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D0DC93D-A6C8-3BA9-D281-0278B833E266}"/>
              </a:ext>
            </a:extLst>
          </p:cNvPr>
          <p:cNvSpPr txBox="1"/>
          <p:nvPr/>
        </p:nvSpPr>
        <p:spPr>
          <a:xfrm>
            <a:off x="588263" y="6563178"/>
            <a:ext cx="76761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en-US" sz="1000">
                <a:solidFill>
                  <a:srgbClr val="000000"/>
                </a:solidFill>
                <a:latin typeface="Segoe UI"/>
                <a:cs typeface="Arial"/>
              </a:rPr>
              <a:t>*Based on September-October 2024 survey of 400 respondents across USA, UK, DE, FR, Australia, ES, NL, SE, FI, &amp; NZ.</a:t>
            </a:r>
          </a:p>
        </p:txBody>
      </p:sp>
    </p:spTree>
    <p:extLst>
      <p:ext uri="{BB962C8B-B14F-4D97-AF65-F5344CB8AC3E}">
        <p14:creationId xmlns:p14="http://schemas.microsoft.com/office/powerpoint/2010/main" val="1442282790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9C031-26C8-BE0B-710E-7EE425FD8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Rectangle 37">
            <a:extLst>
              <a:ext uri="{FF2B5EF4-FFF2-40B4-BE49-F238E27FC236}">
                <a16:creationId xmlns:a16="http://schemas.microsoft.com/office/drawing/2014/main" id="{BDEB9524-08B5-46A1-A9E6-630F58B0F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277257"/>
            <a:ext cx="12191999" cy="5580743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Sans Display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CDE7C5-D9C9-E67A-0096-F06833F1B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186734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8B03544-F503-2E84-762A-12F53E4EC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88264" y="1345286"/>
            <a:ext cx="11062902" cy="502306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noFill/>
            <a:headEnd type="none" w="med" len="med"/>
            <a:tailEnd type="none" w="med" len="med"/>
          </a:ln>
          <a:effectLst>
            <a:outerShdw blurRad="127000" dist="1270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defTabSz="932472"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chemeClr val="accent1"/>
              </a:solidFill>
              <a:latin typeface="Segoe Pro Display Semibold" panose="020B07020405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8447BE-5FBE-614F-8DD1-612552B2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30887"/>
          </a:xfrm>
        </p:spPr>
        <p:txBody>
          <a:bodyPr/>
          <a:lstStyle/>
          <a:p>
            <a:r>
              <a:rPr lang="en-US" b="0"/>
              <a:t>What customers* are telling us…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9D1E357-5EA4-40E1-085A-F2F6069DAC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V="1">
            <a:off x="9768744" y="0"/>
            <a:ext cx="2423256" cy="1348372"/>
            <a:chOff x="7810445" y="4229100"/>
            <a:chExt cx="4381555" cy="243802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357F379-99D0-E2BB-7121-EFA1C1CE0ABA}"/>
                </a:ext>
              </a:extLst>
            </p:cNvPr>
            <p:cNvSpPr/>
            <p:nvPr/>
          </p:nvSpPr>
          <p:spPr bwMode="auto">
            <a:xfrm>
              <a:off x="9616869" y="4229100"/>
              <a:ext cx="2575131" cy="2438027"/>
            </a:xfrm>
            <a:custGeom>
              <a:avLst/>
              <a:gdLst>
                <a:gd name="connsiteX0" fmla="*/ 3090339 w 3090339"/>
                <a:gd name="connsiteY0" fmla="*/ 0 h 3154865"/>
                <a:gd name="connsiteX1" fmla="*/ 3090339 w 3090339"/>
                <a:gd name="connsiteY1" fmla="*/ 3154865 h 3154865"/>
                <a:gd name="connsiteX2" fmla="*/ 393 w 3090339"/>
                <a:gd name="connsiteY2" fmla="*/ 3154865 h 3154865"/>
                <a:gd name="connsiteX3" fmla="*/ 0 w 3090339"/>
                <a:gd name="connsiteY3" fmla="*/ 3139336 h 3154865"/>
                <a:gd name="connsiteX4" fmla="*/ 2978992 w 3090339"/>
                <a:gd name="connsiteY4" fmla="*/ 2816 h 3154865"/>
                <a:gd name="connsiteX5" fmla="*/ 3090339 w 3090339"/>
                <a:gd name="connsiteY5" fmla="*/ 0 h 3154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0339" h="3154865">
                  <a:moveTo>
                    <a:pt x="3090339" y="0"/>
                  </a:moveTo>
                  <a:lnTo>
                    <a:pt x="3090339" y="3154865"/>
                  </a:lnTo>
                  <a:lnTo>
                    <a:pt x="393" y="3154865"/>
                  </a:lnTo>
                  <a:lnTo>
                    <a:pt x="0" y="3139336"/>
                  </a:lnTo>
                  <a:cubicBezTo>
                    <a:pt x="0" y="1459031"/>
                    <a:pt x="1319590" y="86931"/>
                    <a:pt x="2978992" y="2816"/>
                  </a:cubicBezTo>
                  <a:lnTo>
                    <a:pt x="3090339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DE971">
                    <a:alpha val="50000"/>
                  </a:srgbClr>
                </a:gs>
                <a:gs pos="100000">
                  <a:srgbClr val="49C5B1">
                    <a:alpha val="50000"/>
                  </a:srgbClr>
                </a:gs>
              </a:gsLst>
              <a:lin ang="0" scaled="1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600" err="1">
                <a:solidFill>
                  <a:srgbClr val="FFFFFF"/>
                </a:solidFill>
                <a:cs typeface="Segoe UI" pitchFamily="34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43E6B1E-B308-DE23-4C64-CA1DB3374735}"/>
                </a:ext>
              </a:extLst>
            </p:cNvPr>
            <p:cNvSpPr/>
            <p:nvPr/>
          </p:nvSpPr>
          <p:spPr bwMode="auto">
            <a:xfrm>
              <a:off x="7810445" y="5296046"/>
              <a:ext cx="3403657" cy="1371081"/>
            </a:xfrm>
            <a:custGeom>
              <a:avLst/>
              <a:gdLst>
                <a:gd name="connsiteX0" fmla="*/ 1418727 w 2837454"/>
                <a:gd name="connsiteY0" fmla="*/ 0 h 1143000"/>
                <a:gd name="connsiteX1" fmla="*/ 2805986 w 2837454"/>
                <a:gd name="connsiteY1" fmla="*/ 1020615 h 1143000"/>
                <a:gd name="connsiteX2" fmla="*/ 2837454 w 2837454"/>
                <a:gd name="connsiteY2" fmla="*/ 1143000 h 1143000"/>
                <a:gd name="connsiteX3" fmla="*/ 0 w 2837454"/>
                <a:gd name="connsiteY3" fmla="*/ 1143000 h 1143000"/>
                <a:gd name="connsiteX4" fmla="*/ 31468 w 2837454"/>
                <a:gd name="connsiteY4" fmla="*/ 1020615 h 1143000"/>
                <a:gd name="connsiteX5" fmla="*/ 1418727 w 2837454"/>
                <a:gd name="connsiteY5" fmla="*/ 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37454" h="1143000">
                  <a:moveTo>
                    <a:pt x="1418727" y="0"/>
                  </a:moveTo>
                  <a:cubicBezTo>
                    <a:pt x="2070537" y="0"/>
                    <a:pt x="2622074" y="429322"/>
                    <a:pt x="2805986" y="1020615"/>
                  </a:cubicBezTo>
                  <a:lnTo>
                    <a:pt x="2837454" y="1143000"/>
                  </a:lnTo>
                  <a:lnTo>
                    <a:pt x="0" y="1143000"/>
                  </a:lnTo>
                  <a:lnTo>
                    <a:pt x="31468" y="1020615"/>
                  </a:lnTo>
                  <a:cubicBezTo>
                    <a:pt x="215380" y="429322"/>
                    <a:pt x="766917" y="0"/>
                    <a:pt x="141872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B900">
                    <a:alpha val="50000"/>
                  </a:srgbClr>
                </a:gs>
                <a:gs pos="100000">
                  <a:srgbClr val="FFB3BB">
                    <a:alpha val="50000"/>
                  </a:srgbClr>
                </a:gs>
              </a:gsLst>
              <a:lin ang="0" scaled="1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600" err="1">
                <a:solidFill>
                  <a:srgbClr val="FFFFFF"/>
                </a:solidFill>
                <a:cs typeface="Segoe UI" pitchFamily="34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26C5D42-3082-405C-AA82-5FFE339C26F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718139" y="1441176"/>
            <a:ext cx="10839607" cy="412460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95327">
                <a:schemeClr val="accent1"/>
              </a:gs>
              <a:gs pos="935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ln w="12700">
            <a:noFill/>
          </a:ln>
          <a:effectLst/>
        </p:spPr>
        <p:txBody>
          <a:bodyPr wrap="square" anchor="ctr">
            <a:noAutofit/>
          </a:bodyPr>
          <a:lstStyle>
            <a:defPPr>
              <a:defRPr lang="en-US"/>
            </a:defPPr>
            <a:lvl1pPr algn="ctr">
              <a:defRPr sz="2800">
                <a:solidFill>
                  <a:srgbClr val="FFFFFF"/>
                </a:solidFill>
                <a:latin typeface="Segoe Sans Display Semibold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4674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				Survey says…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F9368A9-7FA1-B9D4-5DA5-E574179749C7}"/>
              </a:ext>
            </a:extLst>
          </p:cNvPr>
          <p:cNvSpPr/>
          <p:nvPr/>
        </p:nvSpPr>
        <p:spPr bwMode="auto">
          <a:xfrm>
            <a:off x="702984" y="2144948"/>
            <a:ext cx="2240764" cy="669103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C551BF"/>
              </a:gs>
              <a:gs pos="100000">
                <a:srgbClr val="5B5FC7"/>
              </a:gs>
            </a:gsLst>
            <a:lin ang="10800000" scaled="1"/>
          </a:gradFill>
          <a:ln w="12700">
            <a:solidFill>
              <a:schemeClr val="bg1"/>
            </a:solidFill>
          </a:ln>
          <a:effectLst/>
        </p:spPr>
        <p:txBody>
          <a:bodyPr wrap="square" lIns="91440" tIns="45720" rIns="91440" bIns="45720" anchor="ctr">
            <a:no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AI Priority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7802CB7-D3BA-0888-AA70-70E8D769A4E5}"/>
              </a:ext>
            </a:extLst>
          </p:cNvPr>
          <p:cNvSpPr>
            <a:spLocks/>
          </p:cNvSpPr>
          <p:nvPr/>
        </p:nvSpPr>
        <p:spPr bwMode="auto">
          <a:xfrm>
            <a:off x="1985092" y="2136233"/>
            <a:ext cx="3849650" cy="68022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9299F7">
                <a:alpha val="79000"/>
              </a:srgbClr>
            </a:solidFill>
            <a:headEnd type="none" w="med" len="med"/>
            <a:tailEnd type="none" w="med" len="med"/>
          </a:ln>
          <a:effectLst>
            <a:outerShdw blurRad="127000" dist="127000" dir="5400000" sx="95000" sy="95000" algn="t" rotWithShape="0">
              <a:schemeClr val="accent3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7013" marR="0" lvl="0" indent="-227013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  <a:t>1st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or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  <a:t>2nd</a:t>
            </a:r>
            <a:r>
              <a:rPr lang="en-US" sz="1400" b="1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  <a:t> p</a:t>
            </a:r>
            <a:r>
              <a:rPr lang="en-US" sz="1400" b="1" err="1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  <a:t>riority</a:t>
            </a:r>
            <a:endParaRPr lang="en-US" sz="1400" b="1">
              <a:solidFill>
                <a:schemeClr val="tx1"/>
              </a:solidFill>
              <a:latin typeface="Segoe Sans Display Semibold" pitchFamily="2" charset="0"/>
              <a:cs typeface="Segoe Sans Display Semibold" pitchFamily="2" charset="0"/>
            </a:endParaRPr>
          </a:p>
          <a:p>
            <a:pPr marL="227013" marR="0" lvl="0" indent="-227013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Sans Display Semibold" pitchFamily="2" charset="0"/>
                <a:ea typeface="Segoe UI" panose="020B0502040204020203" pitchFamily="34" charset="0"/>
                <a:cs typeface="Segoe Sans Display Semibold" pitchFamily="2" charset="0"/>
              </a:rPr>
              <a:t>Nearly 50%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to adopt in </a:t>
            </a:r>
            <a:r>
              <a:rPr kumimoji="0" lang="en-US" sz="1400" b="0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next 12 </a:t>
            </a:r>
            <a:r>
              <a:rPr lang="en-US" sz="1400" u="sng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months</a:t>
            </a:r>
            <a:endParaRPr kumimoji="0" lang="en-US" sz="1100" b="0" i="0" u="sng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4E8A873-4BFD-B586-A6E4-F322C9BBFEAB}"/>
              </a:ext>
            </a:extLst>
          </p:cNvPr>
          <p:cNvSpPr/>
          <p:nvPr/>
        </p:nvSpPr>
        <p:spPr bwMode="auto">
          <a:xfrm>
            <a:off x="695070" y="2993305"/>
            <a:ext cx="2240764" cy="656026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C551BF"/>
              </a:gs>
              <a:gs pos="100000">
                <a:srgbClr val="5B5FC7"/>
              </a:gs>
            </a:gsLst>
            <a:lin ang="10800000" scaled="1"/>
          </a:gradFill>
          <a:ln w="12700">
            <a:solidFill>
              <a:schemeClr val="bg1"/>
            </a:solidFill>
          </a:ln>
          <a:effectLst/>
        </p:spPr>
        <p:txBody>
          <a:bodyPr wrap="square" lIns="91440" tIns="45720" rIns="274320" bIns="45720" anchor="ctr">
            <a:no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Decision </a:t>
            </a:r>
            <a:r>
              <a:rPr lang="en-US" sz="1400" b="1">
                <a:solidFill>
                  <a:srgbClr val="FFFFFF"/>
                </a:solidFill>
                <a:latin typeface="Segoe Sans Display Semibold"/>
              </a:rPr>
              <a:t>           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Making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F645871-2E30-5484-C3E8-6E68BF3B92F8}"/>
              </a:ext>
            </a:extLst>
          </p:cNvPr>
          <p:cNvSpPr>
            <a:spLocks/>
          </p:cNvSpPr>
          <p:nvPr/>
        </p:nvSpPr>
        <p:spPr bwMode="auto">
          <a:xfrm>
            <a:off x="1985092" y="2984589"/>
            <a:ext cx="3849650" cy="6603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9299F7">
                <a:alpha val="79000"/>
              </a:srgbClr>
            </a:solidFill>
            <a:headEnd type="none" w="med" len="med"/>
            <a:tailEnd type="none" w="med" len="med"/>
          </a:ln>
          <a:effectLst>
            <a:outerShdw blurRad="127000" dist="127000" dir="5400000" sx="95000" sy="95000" algn="t" rotWithShape="0">
              <a:schemeClr val="accent3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7013" marR="0" lvl="0" indent="-227013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  <a:t>C-Level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ITDMs </a:t>
            </a:r>
            <a:r>
              <a:rPr lang="en-US" sz="140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&amp;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BDMs </a:t>
            </a:r>
            <a:r>
              <a:rPr lang="en-US" sz="140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  <a:t>Highest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Influence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B5DEA92-3DC2-5D3A-DA1E-6C730B360CF6}"/>
              </a:ext>
            </a:extLst>
          </p:cNvPr>
          <p:cNvSpPr txBox="1">
            <a:spLocks/>
          </p:cNvSpPr>
          <p:nvPr/>
        </p:nvSpPr>
        <p:spPr>
          <a:xfrm>
            <a:off x="8427207" y="1473587"/>
            <a:ext cx="2509862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i="0" kern="1200" cap="none" spc="-50" baseline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 Semibold" panose="020B0502040204020203" pitchFamily="34" charset="0"/>
              </a:defRPr>
            </a:lvl1pPr>
          </a:lstStyle>
          <a:p>
            <a:pPr defTabSz="467454">
              <a:spcBef>
                <a:spcPts val="0"/>
              </a:spcBef>
              <a:defRPr/>
            </a:pPr>
            <a:r>
              <a:rPr lang="en-US" sz="2000" b="0" spc="0">
                <a:ln>
                  <a:noFill/>
                </a:ln>
                <a:solidFill>
                  <a:srgbClr val="FFFFFF"/>
                </a:solidFill>
                <a:latin typeface="Segoe Sans Display Semibold"/>
                <a:cs typeface="+mn-cs"/>
              </a:rPr>
              <a:t>…and its impact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34D1BD5-64B0-0FE5-438D-6C1ED87AFE8F}"/>
              </a:ext>
            </a:extLst>
          </p:cNvPr>
          <p:cNvSpPr>
            <a:spLocks/>
          </p:cNvSpPr>
          <p:nvPr/>
        </p:nvSpPr>
        <p:spPr bwMode="auto">
          <a:xfrm>
            <a:off x="6557556" y="2133822"/>
            <a:ext cx="4931460" cy="68022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9299F7">
                <a:alpha val="79000"/>
              </a:srgbClr>
            </a:solidFill>
            <a:headEnd type="none" w="med" len="med"/>
            <a:tailEnd type="none" w="med" len="med"/>
          </a:ln>
          <a:effectLst>
            <a:outerShdw blurRad="127000" dist="127000" dir="5400000" sx="95000" sy="95000" algn="t" rotWithShape="0">
              <a:schemeClr val="accent3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Leverage compelling m</a:t>
            </a:r>
            <a:r>
              <a:rPr lang="en-US" sz="140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oment</a:t>
            </a:r>
            <a:r>
              <a:rPr lang="en-US" sz="1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and AI priority 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1836694-C900-02E5-F748-E1C9205397E1}"/>
              </a:ext>
            </a:extLst>
          </p:cNvPr>
          <p:cNvSpPr>
            <a:spLocks/>
          </p:cNvSpPr>
          <p:nvPr/>
        </p:nvSpPr>
        <p:spPr bwMode="auto">
          <a:xfrm>
            <a:off x="6557555" y="2984588"/>
            <a:ext cx="4936316" cy="6603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9299F7">
                <a:alpha val="79000"/>
              </a:srgbClr>
            </a:solidFill>
            <a:headEnd type="none" w="med" len="med"/>
            <a:tailEnd type="none" w="med" len="med"/>
          </a:ln>
          <a:effectLst>
            <a:outerShdw blurRad="127000" dist="127000" dir="5400000" sx="95000" sy="95000" algn="t" rotWithShape="0">
              <a:schemeClr val="accent3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Target AI decision makers among C-level IT and BDMs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F338D8F-D90C-A494-E95F-D57FCAB6EE8D}"/>
              </a:ext>
            </a:extLst>
          </p:cNvPr>
          <p:cNvSpPr txBox="1"/>
          <p:nvPr/>
        </p:nvSpPr>
        <p:spPr>
          <a:xfrm>
            <a:off x="588263" y="6563178"/>
            <a:ext cx="76761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en-US" sz="1000">
                <a:solidFill>
                  <a:srgbClr val="000000"/>
                </a:solidFill>
                <a:latin typeface="Segoe UI"/>
                <a:cs typeface="Arial"/>
              </a:rPr>
              <a:t>*Based on September-October 2024 survey of 400 respondents across USA, UK, DE, FR, Australia, ES, NL, SE, FI, &amp; NZ.</a:t>
            </a:r>
          </a:p>
        </p:txBody>
      </p:sp>
    </p:spTree>
    <p:extLst>
      <p:ext uri="{BB962C8B-B14F-4D97-AF65-F5344CB8AC3E}">
        <p14:creationId xmlns:p14="http://schemas.microsoft.com/office/powerpoint/2010/main" val="2770837259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82544-A539-17D0-5967-7E6B966C2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Rectangle 37">
            <a:extLst>
              <a:ext uri="{FF2B5EF4-FFF2-40B4-BE49-F238E27FC236}">
                <a16:creationId xmlns:a16="http://schemas.microsoft.com/office/drawing/2014/main" id="{CA41414E-FB92-E110-4E4D-8F869D91C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277257"/>
            <a:ext cx="12191999" cy="5580743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Sans Display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BFE032E-2D85-D8F8-1AB4-2957B677E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186734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1EB9372-258C-6B53-BF4B-1EC4624298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88264" y="1345286"/>
            <a:ext cx="11062902" cy="502306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noFill/>
            <a:headEnd type="none" w="med" len="med"/>
            <a:tailEnd type="none" w="med" len="med"/>
          </a:ln>
          <a:effectLst>
            <a:outerShdw blurRad="127000" dist="1270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defTabSz="932472"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chemeClr val="accent1"/>
              </a:solidFill>
              <a:latin typeface="Segoe Pro Display Semibold" panose="020B07020405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55683C-F359-BD89-C57D-FE4DA0870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30887"/>
          </a:xfrm>
        </p:spPr>
        <p:txBody>
          <a:bodyPr/>
          <a:lstStyle/>
          <a:p>
            <a:r>
              <a:rPr lang="en-US" b="0"/>
              <a:t>What customers* are telling us…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6FFFEC8-4D50-DD67-82C7-56F9701C6E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V="1">
            <a:off x="9768744" y="0"/>
            <a:ext cx="2423256" cy="1348372"/>
            <a:chOff x="7810445" y="4229100"/>
            <a:chExt cx="4381555" cy="243802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A2C2B9F-92FE-7F43-DBFF-7A3B6DC54BA9}"/>
                </a:ext>
              </a:extLst>
            </p:cNvPr>
            <p:cNvSpPr/>
            <p:nvPr/>
          </p:nvSpPr>
          <p:spPr bwMode="auto">
            <a:xfrm>
              <a:off x="9616869" y="4229100"/>
              <a:ext cx="2575131" cy="2438027"/>
            </a:xfrm>
            <a:custGeom>
              <a:avLst/>
              <a:gdLst>
                <a:gd name="connsiteX0" fmla="*/ 3090339 w 3090339"/>
                <a:gd name="connsiteY0" fmla="*/ 0 h 3154865"/>
                <a:gd name="connsiteX1" fmla="*/ 3090339 w 3090339"/>
                <a:gd name="connsiteY1" fmla="*/ 3154865 h 3154865"/>
                <a:gd name="connsiteX2" fmla="*/ 393 w 3090339"/>
                <a:gd name="connsiteY2" fmla="*/ 3154865 h 3154865"/>
                <a:gd name="connsiteX3" fmla="*/ 0 w 3090339"/>
                <a:gd name="connsiteY3" fmla="*/ 3139336 h 3154865"/>
                <a:gd name="connsiteX4" fmla="*/ 2978992 w 3090339"/>
                <a:gd name="connsiteY4" fmla="*/ 2816 h 3154865"/>
                <a:gd name="connsiteX5" fmla="*/ 3090339 w 3090339"/>
                <a:gd name="connsiteY5" fmla="*/ 0 h 3154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0339" h="3154865">
                  <a:moveTo>
                    <a:pt x="3090339" y="0"/>
                  </a:moveTo>
                  <a:lnTo>
                    <a:pt x="3090339" y="3154865"/>
                  </a:lnTo>
                  <a:lnTo>
                    <a:pt x="393" y="3154865"/>
                  </a:lnTo>
                  <a:lnTo>
                    <a:pt x="0" y="3139336"/>
                  </a:lnTo>
                  <a:cubicBezTo>
                    <a:pt x="0" y="1459031"/>
                    <a:pt x="1319590" y="86931"/>
                    <a:pt x="2978992" y="2816"/>
                  </a:cubicBezTo>
                  <a:lnTo>
                    <a:pt x="3090339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DE971">
                    <a:alpha val="50000"/>
                  </a:srgbClr>
                </a:gs>
                <a:gs pos="100000">
                  <a:srgbClr val="49C5B1">
                    <a:alpha val="50000"/>
                  </a:srgbClr>
                </a:gs>
              </a:gsLst>
              <a:lin ang="0" scaled="1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600" err="1">
                <a:solidFill>
                  <a:srgbClr val="FFFFFF"/>
                </a:solidFill>
                <a:cs typeface="Segoe UI" pitchFamily="34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02EBB6B-8B8F-E4F9-6F38-2388D60990DE}"/>
                </a:ext>
              </a:extLst>
            </p:cNvPr>
            <p:cNvSpPr/>
            <p:nvPr/>
          </p:nvSpPr>
          <p:spPr bwMode="auto">
            <a:xfrm>
              <a:off x="7810445" y="5296046"/>
              <a:ext cx="3403657" cy="1371081"/>
            </a:xfrm>
            <a:custGeom>
              <a:avLst/>
              <a:gdLst>
                <a:gd name="connsiteX0" fmla="*/ 1418727 w 2837454"/>
                <a:gd name="connsiteY0" fmla="*/ 0 h 1143000"/>
                <a:gd name="connsiteX1" fmla="*/ 2805986 w 2837454"/>
                <a:gd name="connsiteY1" fmla="*/ 1020615 h 1143000"/>
                <a:gd name="connsiteX2" fmla="*/ 2837454 w 2837454"/>
                <a:gd name="connsiteY2" fmla="*/ 1143000 h 1143000"/>
                <a:gd name="connsiteX3" fmla="*/ 0 w 2837454"/>
                <a:gd name="connsiteY3" fmla="*/ 1143000 h 1143000"/>
                <a:gd name="connsiteX4" fmla="*/ 31468 w 2837454"/>
                <a:gd name="connsiteY4" fmla="*/ 1020615 h 1143000"/>
                <a:gd name="connsiteX5" fmla="*/ 1418727 w 2837454"/>
                <a:gd name="connsiteY5" fmla="*/ 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37454" h="1143000">
                  <a:moveTo>
                    <a:pt x="1418727" y="0"/>
                  </a:moveTo>
                  <a:cubicBezTo>
                    <a:pt x="2070537" y="0"/>
                    <a:pt x="2622074" y="429322"/>
                    <a:pt x="2805986" y="1020615"/>
                  </a:cubicBezTo>
                  <a:lnTo>
                    <a:pt x="2837454" y="1143000"/>
                  </a:lnTo>
                  <a:lnTo>
                    <a:pt x="0" y="1143000"/>
                  </a:lnTo>
                  <a:lnTo>
                    <a:pt x="31468" y="1020615"/>
                  </a:lnTo>
                  <a:cubicBezTo>
                    <a:pt x="215380" y="429322"/>
                    <a:pt x="766917" y="0"/>
                    <a:pt x="141872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B900">
                    <a:alpha val="50000"/>
                  </a:srgbClr>
                </a:gs>
                <a:gs pos="100000">
                  <a:srgbClr val="FFB3BB">
                    <a:alpha val="50000"/>
                  </a:srgbClr>
                </a:gs>
              </a:gsLst>
              <a:lin ang="0" scaled="1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600" err="1">
                <a:solidFill>
                  <a:srgbClr val="FFFFFF"/>
                </a:solidFill>
                <a:cs typeface="Segoe UI" pitchFamily="34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6377B409-58A6-8087-B335-27367FD3E61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718139" y="1441176"/>
            <a:ext cx="10839607" cy="412460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95327">
                <a:schemeClr val="accent1"/>
              </a:gs>
              <a:gs pos="935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ln w="12700">
            <a:noFill/>
          </a:ln>
          <a:effectLst/>
        </p:spPr>
        <p:txBody>
          <a:bodyPr wrap="square" anchor="ctr">
            <a:noAutofit/>
          </a:bodyPr>
          <a:lstStyle>
            <a:defPPr>
              <a:defRPr lang="en-US"/>
            </a:defPPr>
            <a:lvl1pPr algn="ctr">
              <a:defRPr sz="2800">
                <a:solidFill>
                  <a:srgbClr val="FFFFFF"/>
                </a:solidFill>
                <a:latin typeface="Segoe Sans Display Semibold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4674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				Survey says…</a:t>
            </a: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7FD26C95-098B-D9A4-B5A1-AF2EF8269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623364" y="3875601"/>
            <a:ext cx="848395" cy="579728"/>
          </a:xfrm>
          <a:prstGeom prst="rightArrow">
            <a:avLst/>
          </a:prstGeom>
          <a:gradFill flip="none" rotWithShape="1">
            <a:gsLst>
              <a:gs pos="0">
                <a:srgbClr val="C551BF">
                  <a:alpha val="0"/>
                </a:srgbClr>
              </a:gs>
              <a:gs pos="100000">
                <a:srgbClr val="C551BF"/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FB9F756-0762-2376-8B64-4BC895EF0B10}"/>
              </a:ext>
            </a:extLst>
          </p:cNvPr>
          <p:cNvSpPr/>
          <p:nvPr/>
        </p:nvSpPr>
        <p:spPr bwMode="auto">
          <a:xfrm>
            <a:off x="702984" y="2144948"/>
            <a:ext cx="2240764" cy="669103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C551BF"/>
              </a:gs>
              <a:gs pos="100000">
                <a:srgbClr val="5B5FC7"/>
              </a:gs>
            </a:gsLst>
            <a:lin ang="10800000" scaled="1"/>
          </a:gradFill>
          <a:ln w="12700">
            <a:solidFill>
              <a:schemeClr val="bg1"/>
            </a:solidFill>
          </a:ln>
          <a:effectLst/>
        </p:spPr>
        <p:txBody>
          <a:bodyPr wrap="square" lIns="91440" tIns="45720" rIns="91440" bIns="45720" anchor="ctr">
            <a:no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AI Priority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881556B-CE5C-F29B-90EB-CC482EF5FF1A}"/>
              </a:ext>
            </a:extLst>
          </p:cNvPr>
          <p:cNvSpPr>
            <a:spLocks/>
          </p:cNvSpPr>
          <p:nvPr/>
        </p:nvSpPr>
        <p:spPr bwMode="auto">
          <a:xfrm>
            <a:off x="1985092" y="2136233"/>
            <a:ext cx="3849650" cy="68022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9299F7">
                <a:alpha val="79000"/>
              </a:srgbClr>
            </a:solidFill>
            <a:headEnd type="none" w="med" len="med"/>
            <a:tailEnd type="none" w="med" len="med"/>
          </a:ln>
          <a:effectLst>
            <a:outerShdw blurRad="127000" dist="127000" dir="5400000" sx="95000" sy="95000" algn="t" rotWithShape="0">
              <a:schemeClr val="accent3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7013" marR="0" lvl="0" indent="-227013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  <a:t>1st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or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  <a:t>2nd</a:t>
            </a:r>
            <a:r>
              <a:rPr lang="en-US" sz="1400" b="1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  <a:t> p</a:t>
            </a:r>
            <a:r>
              <a:rPr lang="en-US" sz="1400" b="1" err="1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  <a:t>riority</a:t>
            </a:r>
            <a:endParaRPr lang="en-US" sz="1400" b="1">
              <a:solidFill>
                <a:schemeClr val="tx1"/>
              </a:solidFill>
              <a:latin typeface="Segoe Sans Display Semibold" pitchFamily="2" charset="0"/>
              <a:cs typeface="Segoe Sans Display Semibold" pitchFamily="2" charset="0"/>
            </a:endParaRPr>
          </a:p>
          <a:p>
            <a:pPr marL="227013" marR="0" lvl="0" indent="-227013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Sans Display Semibold" pitchFamily="2" charset="0"/>
                <a:ea typeface="Segoe UI" panose="020B0502040204020203" pitchFamily="34" charset="0"/>
                <a:cs typeface="Segoe Sans Display Semibold" pitchFamily="2" charset="0"/>
              </a:rPr>
              <a:t>Nearly 50%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to adopt in </a:t>
            </a:r>
            <a:r>
              <a:rPr kumimoji="0" lang="en-US" sz="1400" b="0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next 12 </a:t>
            </a:r>
            <a:r>
              <a:rPr lang="en-US" sz="1400" u="sng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months</a:t>
            </a:r>
            <a:endParaRPr kumimoji="0" lang="en-US" sz="1100" b="0" i="0" u="sng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2066F52-5A1B-A826-C39C-15290D60DD2D}"/>
              </a:ext>
            </a:extLst>
          </p:cNvPr>
          <p:cNvSpPr/>
          <p:nvPr/>
        </p:nvSpPr>
        <p:spPr bwMode="auto">
          <a:xfrm>
            <a:off x="695070" y="2993305"/>
            <a:ext cx="2240764" cy="656026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C551BF"/>
              </a:gs>
              <a:gs pos="100000">
                <a:srgbClr val="5B5FC7"/>
              </a:gs>
            </a:gsLst>
            <a:lin ang="10800000" scaled="1"/>
          </a:gradFill>
          <a:ln w="12700">
            <a:solidFill>
              <a:schemeClr val="bg1"/>
            </a:solidFill>
          </a:ln>
          <a:effectLst/>
        </p:spPr>
        <p:txBody>
          <a:bodyPr wrap="square" lIns="91440" tIns="45720" rIns="274320" bIns="45720" anchor="ctr">
            <a:no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Decision </a:t>
            </a:r>
            <a:r>
              <a:rPr lang="en-US" sz="1400" b="1">
                <a:solidFill>
                  <a:srgbClr val="FFFFFF"/>
                </a:solidFill>
                <a:latin typeface="Segoe Sans Display Semibold"/>
              </a:rPr>
              <a:t>           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Making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B66FC76-2666-4D45-381A-B1A7B0A34C7F}"/>
              </a:ext>
            </a:extLst>
          </p:cNvPr>
          <p:cNvSpPr>
            <a:spLocks/>
          </p:cNvSpPr>
          <p:nvPr/>
        </p:nvSpPr>
        <p:spPr bwMode="auto">
          <a:xfrm>
            <a:off x="1985092" y="2984589"/>
            <a:ext cx="3849650" cy="6603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9299F7">
                <a:alpha val="79000"/>
              </a:srgbClr>
            </a:solidFill>
            <a:headEnd type="none" w="med" len="med"/>
            <a:tailEnd type="none" w="med" len="med"/>
          </a:ln>
          <a:effectLst>
            <a:outerShdw blurRad="127000" dist="127000" dir="5400000" sx="95000" sy="95000" algn="t" rotWithShape="0">
              <a:schemeClr val="accent3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7013" marR="0" lvl="0" indent="-227013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  <a:t>C-Level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ITDMs </a:t>
            </a:r>
            <a:r>
              <a:rPr lang="en-US" sz="140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&amp;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BDMs </a:t>
            </a:r>
            <a:r>
              <a:rPr lang="en-US" sz="140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  <a:t>Highest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Influence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8935FE5-F90D-8DB0-E53E-B5FB12499274}"/>
              </a:ext>
            </a:extLst>
          </p:cNvPr>
          <p:cNvSpPr/>
          <p:nvPr/>
        </p:nvSpPr>
        <p:spPr bwMode="auto">
          <a:xfrm>
            <a:off x="698129" y="3832944"/>
            <a:ext cx="1908085" cy="656026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C551BF"/>
              </a:gs>
              <a:gs pos="100000">
                <a:srgbClr val="5B5FC7"/>
              </a:gs>
            </a:gsLst>
            <a:lin ang="10800000" scaled="1"/>
          </a:gradFill>
          <a:ln w="12700">
            <a:solidFill>
              <a:schemeClr val="bg1"/>
            </a:solidFill>
          </a:ln>
          <a:effectLst/>
        </p:spPr>
        <p:txBody>
          <a:bodyPr wrap="square" lIns="91440" tIns="45720" rIns="91440" bIns="45720" anchor="ctr">
            <a:no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Demand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 Semibold"/>
              <a:ea typeface="+mn-ea"/>
              <a:cs typeface="+mn-cs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E345636-5401-7E94-3F99-B26A8CED9E0E}"/>
              </a:ext>
            </a:extLst>
          </p:cNvPr>
          <p:cNvSpPr>
            <a:spLocks/>
          </p:cNvSpPr>
          <p:nvPr/>
        </p:nvSpPr>
        <p:spPr bwMode="auto">
          <a:xfrm>
            <a:off x="1985092" y="3828588"/>
            <a:ext cx="3849652" cy="6603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9299F7">
                <a:alpha val="79000"/>
              </a:srgbClr>
            </a:solidFill>
            <a:headEnd type="none" w="med" len="med"/>
            <a:tailEnd type="none" w="med" len="med"/>
          </a:ln>
          <a:effectLst>
            <a:outerShdw blurRad="127000" dist="127000" dir="5400000" sx="95000" sy="95000" algn="t" rotWithShape="0">
              <a:schemeClr val="accent3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7013" marR="0" lvl="0" indent="-227013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90% find use cases </a:t>
            </a:r>
            <a:r>
              <a:rPr lang="en-US" sz="140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  <a:t>appealing</a:t>
            </a:r>
          </a:p>
          <a:p>
            <a:pPr marL="227013" marR="0" lvl="0" indent="-227013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60% see </a:t>
            </a:r>
            <a:r>
              <a:rPr lang="en-US" sz="140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  <a:t>big impact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or </a:t>
            </a:r>
            <a:r>
              <a:rPr lang="en-US" sz="140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  <a:t>reinvent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org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C42EC00-DF63-8D51-BAF1-B2B753D8E3A8}"/>
              </a:ext>
            </a:extLst>
          </p:cNvPr>
          <p:cNvSpPr txBox="1">
            <a:spLocks/>
          </p:cNvSpPr>
          <p:nvPr/>
        </p:nvSpPr>
        <p:spPr>
          <a:xfrm>
            <a:off x="8427207" y="1473587"/>
            <a:ext cx="2509862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i="0" kern="1200" cap="none" spc="-50" baseline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 Semibold" panose="020B0502040204020203" pitchFamily="34" charset="0"/>
              </a:defRPr>
            </a:lvl1pPr>
          </a:lstStyle>
          <a:p>
            <a:pPr defTabSz="467454">
              <a:spcBef>
                <a:spcPts val="0"/>
              </a:spcBef>
              <a:defRPr/>
            </a:pPr>
            <a:r>
              <a:rPr lang="en-US" sz="2000" b="0" spc="0">
                <a:ln>
                  <a:noFill/>
                </a:ln>
                <a:solidFill>
                  <a:srgbClr val="FFFFFF"/>
                </a:solidFill>
                <a:latin typeface="Segoe Sans Display Semibold"/>
                <a:cs typeface="+mn-cs"/>
              </a:rPr>
              <a:t>…and its impact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DAD1DAA-9956-6A73-819A-3E32C6A400D2}"/>
              </a:ext>
            </a:extLst>
          </p:cNvPr>
          <p:cNvSpPr>
            <a:spLocks/>
          </p:cNvSpPr>
          <p:nvPr/>
        </p:nvSpPr>
        <p:spPr bwMode="auto">
          <a:xfrm>
            <a:off x="6557556" y="2133822"/>
            <a:ext cx="4931460" cy="68022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9299F7">
                <a:alpha val="79000"/>
              </a:srgbClr>
            </a:solidFill>
            <a:headEnd type="none" w="med" len="med"/>
            <a:tailEnd type="none" w="med" len="med"/>
          </a:ln>
          <a:effectLst>
            <a:outerShdw blurRad="127000" dist="127000" dir="5400000" sx="95000" sy="95000" algn="t" rotWithShape="0">
              <a:schemeClr val="accent3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Leverage compelling m</a:t>
            </a:r>
            <a:r>
              <a:rPr lang="en-US" sz="140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oment</a:t>
            </a:r>
            <a:r>
              <a:rPr lang="en-US" sz="1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and AI priority 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9785BCF-5D38-3DA8-B608-2114DC211EC4}"/>
              </a:ext>
            </a:extLst>
          </p:cNvPr>
          <p:cNvSpPr>
            <a:spLocks/>
          </p:cNvSpPr>
          <p:nvPr/>
        </p:nvSpPr>
        <p:spPr bwMode="auto">
          <a:xfrm>
            <a:off x="6557555" y="2984588"/>
            <a:ext cx="4936316" cy="6603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9299F7">
                <a:alpha val="79000"/>
              </a:srgbClr>
            </a:solidFill>
            <a:headEnd type="none" w="med" len="med"/>
            <a:tailEnd type="none" w="med" len="med"/>
          </a:ln>
          <a:effectLst>
            <a:outerShdw blurRad="127000" dist="127000" dir="5400000" sx="95000" sy="95000" algn="t" rotWithShape="0">
              <a:schemeClr val="accent3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Target AI decision makers among C-level IT and BDMs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F527379-3532-D7F8-4805-7E6FD82F36AB}"/>
              </a:ext>
            </a:extLst>
          </p:cNvPr>
          <p:cNvSpPr>
            <a:spLocks/>
          </p:cNvSpPr>
          <p:nvPr/>
        </p:nvSpPr>
        <p:spPr bwMode="auto">
          <a:xfrm>
            <a:off x="6557554" y="3835127"/>
            <a:ext cx="4936317" cy="65384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9299F7">
                <a:alpha val="79000"/>
              </a:srgbClr>
            </a:solidFill>
            <a:headEnd type="none" w="med" len="med"/>
            <a:tailEnd type="none" w="med" len="med"/>
          </a:ln>
          <a:effectLst>
            <a:outerShdw blurRad="127000" dist="127000" dir="5400000" sx="95000" sy="95000" algn="t" rotWithShape="0">
              <a:schemeClr val="accent3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Enable AI transformation</a:t>
            </a:r>
            <a:r>
              <a:rPr lang="en-US" sz="140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and reinvent calling and meetings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C8BA648-8D71-0427-FC2B-B6E831F78944}"/>
              </a:ext>
            </a:extLst>
          </p:cNvPr>
          <p:cNvSpPr txBox="1"/>
          <p:nvPr/>
        </p:nvSpPr>
        <p:spPr>
          <a:xfrm>
            <a:off x="588263" y="6563178"/>
            <a:ext cx="76761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en-US" sz="1000">
                <a:solidFill>
                  <a:srgbClr val="000000"/>
                </a:solidFill>
                <a:latin typeface="Segoe UI"/>
                <a:cs typeface="Arial"/>
              </a:rPr>
              <a:t>*Based on September-October 2024 survey of 400 respondents across USA, UK, DE, FR, Australia, ES, NL, SE, FI, &amp; NZ.</a:t>
            </a:r>
          </a:p>
        </p:txBody>
      </p:sp>
    </p:spTree>
    <p:extLst>
      <p:ext uri="{BB962C8B-B14F-4D97-AF65-F5344CB8AC3E}">
        <p14:creationId xmlns:p14="http://schemas.microsoft.com/office/powerpoint/2010/main" val="141993892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C8BC3-F6B8-B547-7463-E04CA291E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Rectangle 37">
            <a:extLst>
              <a:ext uri="{FF2B5EF4-FFF2-40B4-BE49-F238E27FC236}">
                <a16:creationId xmlns:a16="http://schemas.microsoft.com/office/drawing/2014/main" id="{1681D6EA-7941-3A50-7057-42BE4253A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277257"/>
            <a:ext cx="12191999" cy="5580743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Sans Display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FC83CE-6E63-18E1-C14E-95841A93F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186734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903C5A4-0CFE-2FC9-5022-C4C150D16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88264" y="1345286"/>
            <a:ext cx="11062902" cy="502306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noFill/>
            <a:headEnd type="none" w="med" len="med"/>
            <a:tailEnd type="none" w="med" len="med"/>
          </a:ln>
          <a:effectLst>
            <a:outerShdw blurRad="127000" dist="1270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defTabSz="932472"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chemeClr val="accent1"/>
              </a:solidFill>
              <a:latin typeface="Segoe Pro Display Semibold" panose="020B07020405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8C5E4C-081B-4C41-E462-E37CDADEB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30887"/>
          </a:xfrm>
        </p:spPr>
        <p:txBody>
          <a:bodyPr/>
          <a:lstStyle/>
          <a:p>
            <a:r>
              <a:rPr lang="en-US" b="0"/>
              <a:t>What customers* are telling us…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AA35FD7-24CA-47DE-EFB8-D4B97F9AA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V="1">
            <a:off x="9768744" y="0"/>
            <a:ext cx="2423256" cy="1348372"/>
            <a:chOff x="7810445" y="4229100"/>
            <a:chExt cx="4381555" cy="243802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1213B69-4FFC-6993-7EB5-F7E87B9A07B5}"/>
                </a:ext>
              </a:extLst>
            </p:cNvPr>
            <p:cNvSpPr/>
            <p:nvPr/>
          </p:nvSpPr>
          <p:spPr bwMode="auto">
            <a:xfrm>
              <a:off x="9616869" y="4229100"/>
              <a:ext cx="2575131" cy="2438027"/>
            </a:xfrm>
            <a:custGeom>
              <a:avLst/>
              <a:gdLst>
                <a:gd name="connsiteX0" fmla="*/ 3090339 w 3090339"/>
                <a:gd name="connsiteY0" fmla="*/ 0 h 3154865"/>
                <a:gd name="connsiteX1" fmla="*/ 3090339 w 3090339"/>
                <a:gd name="connsiteY1" fmla="*/ 3154865 h 3154865"/>
                <a:gd name="connsiteX2" fmla="*/ 393 w 3090339"/>
                <a:gd name="connsiteY2" fmla="*/ 3154865 h 3154865"/>
                <a:gd name="connsiteX3" fmla="*/ 0 w 3090339"/>
                <a:gd name="connsiteY3" fmla="*/ 3139336 h 3154865"/>
                <a:gd name="connsiteX4" fmla="*/ 2978992 w 3090339"/>
                <a:gd name="connsiteY4" fmla="*/ 2816 h 3154865"/>
                <a:gd name="connsiteX5" fmla="*/ 3090339 w 3090339"/>
                <a:gd name="connsiteY5" fmla="*/ 0 h 3154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0339" h="3154865">
                  <a:moveTo>
                    <a:pt x="3090339" y="0"/>
                  </a:moveTo>
                  <a:lnTo>
                    <a:pt x="3090339" y="3154865"/>
                  </a:lnTo>
                  <a:lnTo>
                    <a:pt x="393" y="3154865"/>
                  </a:lnTo>
                  <a:lnTo>
                    <a:pt x="0" y="3139336"/>
                  </a:lnTo>
                  <a:cubicBezTo>
                    <a:pt x="0" y="1459031"/>
                    <a:pt x="1319590" y="86931"/>
                    <a:pt x="2978992" y="2816"/>
                  </a:cubicBezTo>
                  <a:lnTo>
                    <a:pt x="3090339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DE971">
                    <a:alpha val="50000"/>
                  </a:srgbClr>
                </a:gs>
                <a:gs pos="100000">
                  <a:srgbClr val="49C5B1">
                    <a:alpha val="50000"/>
                  </a:srgbClr>
                </a:gs>
              </a:gsLst>
              <a:lin ang="0" scaled="1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600" err="1">
                <a:solidFill>
                  <a:srgbClr val="FFFFFF"/>
                </a:solidFill>
                <a:cs typeface="Segoe UI" pitchFamily="34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A307AB7-C66F-71CF-1C11-E65CE7A6E92F}"/>
                </a:ext>
              </a:extLst>
            </p:cNvPr>
            <p:cNvSpPr/>
            <p:nvPr/>
          </p:nvSpPr>
          <p:spPr bwMode="auto">
            <a:xfrm>
              <a:off x="7810445" y="5296046"/>
              <a:ext cx="3403657" cy="1371081"/>
            </a:xfrm>
            <a:custGeom>
              <a:avLst/>
              <a:gdLst>
                <a:gd name="connsiteX0" fmla="*/ 1418727 w 2837454"/>
                <a:gd name="connsiteY0" fmla="*/ 0 h 1143000"/>
                <a:gd name="connsiteX1" fmla="*/ 2805986 w 2837454"/>
                <a:gd name="connsiteY1" fmla="*/ 1020615 h 1143000"/>
                <a:gd name="connsiteX2" fmla="*/ 2837454 w 2837454"/>
                <a:gd name="connsiteY2" fmla="*/ 1143000 h 1143000"/>
                <a:gd name="connsiteX3" fmla="*/ 0 w 2837454"/>
                <a:gd name="connsiteY3" fmla="*/ 1143000 h 1143000"/>
                <a:gd name="connsiteX4" fmla="*/ 31468 w 2837454"/>
                <a:gd name="connsiteY4" fmla="*/ 1020615 h 1143000"/>
                <a:gd name="connsiteX5" fmla="*/ 1418727 w 2837454"/>
                <a:gd name="connsiteY5" fmla="*/ 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37454" h="1143000">
                  <a:moveTo>
                    <a:pt x="1418727" y="0"/>
                  </a:moveTo>
                  <a:cubicBezTo>
                    <a:pt x="2070537" y="0"/>
                    <a:pt x="2622074" y="429322"/>
                    <a:pt x="2805986" y="1020615"/>
                  </a:cubicBezTo>
                  <a:lnTo>
                    <a:pt x="2837454" y="1143000"/>
                  </a:lnTo>
                  <a:lnTo>
                    <a:pt x="0" y="1143000"/>
                  </a:lnTo>
                  <a:lnTo>
                    <a:pt x="31468" y="1020615"/>
                  </a:lnTo>
                  <a:cubicBezTo>
                    <a:pt x="215380" y="429322"/>
                    <a:pt x="766917" y="0"/>
                    <a:pt x="141872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B900">
                    <a:alpha val="50000"/>
                  </a:srgbClr>
                </a:gs>
                <a:gs pos="100000">
                  <a:srgbClr val="FFB3BB">
                    <a:alpha val="50000"/>
                  </a:srgbClr>
                </a:gs>
              </a:gsLst>
              <a:lin ang="0" scaled="1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600" err="1">
                <a:solidFill>
                  <a:srgbClr val="FFFFFF"/>
                </a:solidFill>
                <a:cs typeface="Segoe UI" pitchFamily="34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FCFA5FD-B1CB-040A-7B53-B8937FF13BF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718139" y="1441176"/>
            <a:ext cx="10839607" cy="412460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95327">
                <a:schemeClr val="accent1"/>
              </a:gs>
              <a:gs pos="935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ln w="12700">
            <a:noFill/>
          </a:ln>
          <a:effectLst/>
        </p:spPr>
        <p:txBody>
          <a:bodyPr wrap="square" anchor="ctr">
            <a:noAutofit/>
          </a:bodyPr>
          <a:lstStyle>
            <a:defPPr>
              <a:defRPr lang="en-US"/>
            </a:defPPr>
            <a:lvl1pPr algn="ctr">
              <a:defRPr sz="2800">
                <a:solidFill>
                  <a:srgbClr val="FFFFFF"/>
                </a:solidFill>
                <a:latin typeface="Segoe Sans Display Semibold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4674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				Survey says…</a:t>
            </a: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3C4AAD78-9FDD-3291-C423-B7D078880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623364" y="3875601"/>
            <a:ext cx="848395" cy="579728"/>
          </a:xfrm>
          <a:prstGeom prst="rightArrow">
            <a:avLst/>
          </a:prstGeom>
          <a:gradFill flip="none" rotWithShape="1">
            <a:gsLst>
              <a:gs pos="0">
                <a:srgbClr val="C551BF">
                  <a:alpha val="0"/>
                </a:srgbClr>
              </a:gs>
              <a:gs pos="100000">
                <a:srgbClr val="C551BF"/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1CD6E45-A328-A321-A32E-48E7B060C02B}"/>
              </a:ext>
            </a:extLst>
          </p:cNvPr>
          <p:cNvSpPr/>
          <p:nvPr/>
        </p:nvSpPr>
        <p:spPr bwMode="auto">
          <a:xfrm>
            <a:off x="702984" y="2144948"/>
            <a:ext cx="2240764" cy="669103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C551BF"/>
              </a:gs>
              <a:gs pos="100000">
                <a:srgbClr val="5B5FC7"/>
              </a:gs>
            </a:gsLst>
            <a:lin ang="10800000" scaled="1"/>
          </a:gradFill>
          <a:ln w="12700">
            <a:solidFill>
              <a:schemeClr val="bg1"/>
            </a:solidFill>
          </a:ln>
          <a:effectLst/>
        </p:spPr>
        <p:txBody>
          <a:bodyPr wrap="square" lIns="91440" tIns="45720" rIns="91440" bIns="45720" anchor="ctr">
            <a:no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AI Priority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A7C671D-5979-81C5-6686-EF46E10DD5A6}"/>
              </a:ext>
            </a:extLst>
          </p:cNvPr>
          <p:cNvSpPr>
            <a:spLocks/>
          </p:cNvSpPr>
          <p:nvPr/>
        </p:nvSpPr>
        <p:spPr bwMode="auto">
          <a:xfrm>
            <a:off x="1985092" y="2136233"/>
            <a:ext cx="3849650" cy="68022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9299F7">
                <a:alpha val="79000"/>
              </a:srgbClr>
            </a:solidFill>
            <a:headEnd type="none" w="med" len="med"/>
            <a:tailEnd type="none" w="med" len="med"/>
          </a:ln>
          <a:effectLst>
            <a:outerShdw blurRad="127000" dist="127000" dir="5400000" sx="95000" sy="95000" algn="t" rotWithShape="0">
              <a:schemeClr val="accent3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7013" marR="0" lvl="0" indent="-227013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  <a:t>1st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or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  <a:t>2nd</a:t>
            </a:r>
            <a:r>
              <a:rPr lang="en-US" sz="1400" b="1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  <a:t> p</a:t>
            </a:r>
            <a:r>
              <a:rPr lang="en-US" sz="1400" b="1" err="1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  <a:t>riority</a:t>
            </a:r>
            <a:endParaRPr lang="en-US" sz="1400" b="1">
              <a:solidFill>
                <a:schemeClr val="tx1"/>
              </a:solidFill>
              <a:latin typeface="Segoe Sans Display Semibold" pitchFamily="2" charset="0"/>
              <a:cs typeface="Segoe Sans Display Semibold" pitchFamily="2" charset="0"/>
            </a:endParaRPr>
          </a:p>
          <a:p>
            <a:pPr marL="227013" marR="0" lvl="0" indent="-227013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Sans Display Semibold" pitchFamily="2" charset="0"/>
                <a:ea typeface="Segoe UI" panose="020B0502040204020203" pitchFamily="34" charset="0"/>
                <a:cs typeface="Segoe Sans Display Semibold" pitchFamily="2" charset="0"/>
              </a:rPr>
              <a:t>Nearly 50%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to adopt in </a:t>
            </a:r>
            <a:r>
              <a:rPr kumimoji="0" lang="en-US" sz="1400" b="0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next 12 </a:t>
            </a:r>
            <a:r>
              <a:rPr lang="en-US" sz="1400" u="sng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months</a:t>
            </a:r>
            <a:endParaRPr kumimoji="0" lang="en-US" sz="1100" b="0" i="0" u="sng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83A4D69-5240-E48D-ACA4-B0527A9EF12E}"/>
              </a:ext>
            </a:extLst>
          </p:cNvPr>
          <p:cNvSpPr/>
          <p:nvPr/>
        </p:nvSpPr>
        <p:spPr bwMode="auto">
          <a:xfrm>
            <a:off x="695070" y="2993305"/>
            <a:ext cx="2240764" cy="656026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C551BF"/>
              </a:gs>
              <a:gs pos="100000">
                <a:srgbClr val="5B5FC7"/>
              </a:gs>
            </a:gsLst>
            <a:lin ang="10800000" scaled="1"/>
          </a:gradFill>
          <a:ln w="12700">
            <a:solidFill>
              <a:schemeClr val="bg1"/>
            </a:solidFill>
          </a:ln>
          <a:effectLst/>
        </p:spPr>
        <p:txBody>
          <a:bodyPr wrap="square" lIns="91440" tIns="45720" rIns="274320" bIns="45720" anchor="ctr">
            <a:no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Decision </a:t>
            </a:r>
            <a:r>
              <a:rPr lang="en-US" sz="1400" b="1">
                <a:solidFill>
                  <a:srgbClr val="FFFFFF"/>
                </a:solidFill>
                <a:latin typeface="Segoe Sans Display Semibold"/>
              </a:rPr>
              <a:t>           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Making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90F8259-8984-E6FE-F4CD-BCC0F4A0AFD5}"/>
              </a:ext>
            </a:extLst>
          </p:cNvPr>
          <p:cNvSpPr>
            <a:spLocks/>
          </p:cNvSpPr>
          <p:nvPr/>
        </p:nvSpPr>
        <p:spPr bwMode="auto">
          <a:xfrm>
            <a:off x="1985092" y="2984589"/>
            <a:ext cx="3849650" cy="6603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9299F7">
                <a:alpha val="79000"/>
              </a:srgbClr>
            </a:solidFill>
            <a:headEnd type="none" w="med" len="med"/>
            <a:tailEnd type="none" w="med" len="med"/>
          </a:ln>
          <a:effectLst>
            <a:outerShdw blurRad="127000" dist="127000" dir="5400000" sx="95000" sy="95000" algn="t" rotWithShape="0">
              <a:schemeClr val="accent3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7013" marR="0" lvl="0" indent="-227013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  <a:t>C-Level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ITDMs </a:t>
            </a:r>
            <a:r>
              <a:rPr lang="en-US" sz="140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&amp;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BDMs </a:t>
            </a:r>
            <a:r>
              <a:rPr lang="en-US" sz="140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  <a:t>Highest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Influence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CD7A800-57E3-0006-1F9E-087E4BF94041}"/>
              </a:ext>
            </a:extLst>
          </p:cNvPr>
          <p:cNvSpPr/>
          <p:nvPr/>
        </p:nvSpPr>
        <p:spPr bwMode="auto">
          <a:xfrm>
            <a:off x="698129" y="3832944"/>
            <a:ext cx="1908085" cy="656026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C551BF"/>
              </a:gs>
              <a:gs pos="100000">
                <a:srgbClr val="5B5FC7"/>
              </a:gs>
            </a:gsLst>
            <a:lin ang="10800000" scaled="1"/>
          </a:gradFill>
          <a:ln w="12700">
            <a:solidFill>
              <a:schemeClr val="bg1"/>
            </a:solidFill>
          </a:ln>
          <a:effectLst/>
        </p:spPr>
        <p:txBody>
          <a:bodyPr wrap="square" lIns="91440" tIns="45720" rIns="91440" bIns="45720" anchor="ctr">
            <a:no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Demand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 Semibold"/>
              <a:ea typeface="+mn-ea"/>
              <a:cs typeface="+mn-cs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D156AFB-B3FC-4F37-422A-BA2CD98BBB78}"/>
              </a:ext>
            </a:extLst>
          </p:cNvPr>
          <p:cNvSpPr>
            <a:spLocks/>
          </p:cNvSpPr>
          <p:nvPr/>
        </p:nvSpPr>
        <p:spPr bwMode="auto">
          <a:xfrm>
            <a:off x="1985092" y="3828588"/>
            <a:ext cx="3849652" cy="6603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9299F7">
                <a:alpha val="79000"/>
              </a:srgbClr>
            </a:solidFill>
            <a:headEnd type="none" w="med" len="med"/>
            <a:tailEnd type="none" w="med" len="med"/>
          </a:ln>
          <a:effectLst>
            <a:outerShdw blurRad="127000" dist="127000" dir="5400000" sx="95000" sy="95000" algn="t" rotWithShape="0">
              <a:schemeClr val="accent3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7013" marR="0" lvl="0" indent="-227013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90% find use cases </a:t>
            </a:r>
            <a:r>
              <a:rPr lang="en-US" sz="140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  <a:t>appealing</a:t>
            </a:r>
          </a:p>
          <a:p>
            <a:pPr marL="227013" marR="0" lvl="0" indent="-227013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60% see </a:t>
            </a:r>
            <a:r>
              <a:rPr lang="en-US" sz="140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  <a:t>big impact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or </a:t>
            </a:r>
            <a:r>
              <a:rPr lang="en-US" sz="140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  <a:t>reinvent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org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116F48F-0DA9-30B3-735D-A0974FCF0151}"/>
              </a:ext>
            </a:extLst>
          </p:cNvPr>
          <p:cNvSpPr/>
          <p:nvPr/>
        </p:nvSpPr>
        <p:spPr bwMode="auto">
          <a:xfrm>
            <a:off x="695070" y="4674529"/>
            <a:ext cx="2108469" cy="656026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C551BF"/>
              </a:gs>
              <a:gs pos="100000">
                <a:srgbClr val="5B5FC7"/>
              </a:gs>
            </a:gsLst>
            <a:lin ang="10800000" scaled="1"/>
          </a:gradFill>
          <a:ln w="12700">
            <a:solidFill>
              <a:schemeClr val="bg1"/>
            </a:solidFill>
          </a:ln>
          <a:effectLst/>
        </p:spPr>
        <p:txBody>
          <a:bodyPr wrap="square" lIns="91440" tIns="45720" rIns="365760" bIns="45720" anchor="ctr">
            <a:no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Functional     </a:t>
            </a:r>
            <a:b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</a:b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Value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4E90E57-EC2E-EF2F-5657-4801B67CDF50}"/>
              </a:ext>
            </a:extLst>
          </p:cNvPr>
          <p:cNvSpPr>
            <a:spLocks/>
          </p:cNvSpPr>
          <p:nvPr/>
        </p:nvSpPr>
        <p:spPr bwMode="auto">
          <a:xfrm>
            <a:off x="1985090" y="4665813"/>
            <a:ext cx="3849651" cy="6603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9299F7">
                <a:alpha val="79000"/>
              </a:srgbClr>
            </a:solidFill>
            <a:headEnd type="none" w="med" len="med"/>
            <a:tailEnd type="none" w="med" len="med"/>
          </a:ln>
          <a:effectLst>
            <a:outerShdw blurRad="127000" dist="127000" dir="5400000" sx="95000" sy="95000" algn="t" rotWithShape="0">
              <a:schemeClr val="accent3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7013" marR="0" lvl="0" indent="-227013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Customer Service, Sales, Marketing </a:t>
            </a:r>
          </a:p>
          <a:p>
            <a:pPr marL="227013" marR="0" lvl="0" indent="-227013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IT, Operations, Administration 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C5ACF3B-9311-9BEF-9CDA-9975B43BE895}"/>
              </a:ext>
            </a:extLst>
          </p:cNvPr>
          <p:cNvSpPr txBox="1">
            <a:spLocks/>
          </p:cNvSpPr>
          <p:nvPr/>
        </p:nvSpPr>
        <p:spPr>
          <a:xfrm>
            <a:off x="8427207" y="1473587"/>
            <a:ext cx="2509862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i="0" kern="1200" cap="none" spc="-50" baseline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 Semibold" panose="020B0502040204020203" pitchFamily="34" charset="0"/>
              </a:defRPr>
            </a:lvl1pPr>
          </a:lstStyle>
          <a:p>
            <a:pPr defTabSz="467454">
              <a:spcBef>
                <a:spcPts val="0"/>
              </a:spcBef>
              <a:defRPr/>
            </a:pPr>
            <a:r>
              <a:rPr lang="en-US" sz="2000" b="0" spc="0">
                <a:ln>
                  <a:noFill/>
                </a:ln>
                <a:solidFill>
                  <a:srgbClr val="FFFFFF"/>
                </a:solidFill>
                <a:latin typeface="Segoe Sans Display Semibold"/>
                <a:cs typeface="+mn-cs"/>
              </a:rPr>
              <a:t>…and its impact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3F27294-B35B-54EC-3278-D46F708C26AE}"/>
              </a:ext>
            </a:extLst>
          </p:cNvPr>
          <p:cNvSpPr>
            <a:spLocks/>
          </p:cNvSpPr>
          <p:nvPr/>
        </p:nvSpPr>
        <p:spPr bwMode="auto">
          <a:xfrm>
            <a:off x="6557556" y="2133822"/>
            <a:ext cx="4931460" cy="68022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9299F7">
                <a:alpha val="79000"/>
              </a:srgbClr>
            </a:solidFill>
            <a:headEnd type="none" w="med" len="med"/>
            <a:tailEnd type="none" w="med" len="med"/>
          </a:ln>
          <a:effectLst>
            <a:outerShdw blurRad="127000" dist="127000" dir="5400000" sx="95000" sy="95000" algn="t" rotWithShape="0">
              <a:schemeClr val="accent3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Leverage compelling m</a:t>
            </a:r>
            <a:r>
              <a:rPr lang="en-US" sz="140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oment</a:t>
            </a:r>
            <a:r>
              <a:rPr lang="en-US" sz="1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and AI priority 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1555BBC-B400-F6F5-0590-80AD2B35B046}"/>
              </a:ext>
            </a:extLst>
          </p:cNvPr>
          <p:cNvSpPr>
            <a:spLocks/>
          </p:cNvSpPr>
          <p:nvPr/>
        </p:nvSpPr>
        <p:spPr bwMode="auto">
          <a:xfrm>
            <a:off x="6557555" y="2984588"/>
            <a:ext cx="4936316" cy="6603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9299F7">
                <a:alpha val="79000"/>
              </a:srgbClr>
            </a:solidFill>
            <a:headEnd type="none" w="med" len="med"/>
            <a:tailEnd type="none" w="med" len="med"/>
          </a:ln>
          <a:effectLst>
            <a:outerShdw blurRad="127000" dist="127000" dir="5400000" sx="95000" sy="95000" algn="t" rotWithShape="0">
              <a:schemeClr val="accent3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Target AI decision makers among C-level IT and BDMs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2B5EF4C-BC5A-C8C5-40A2-897420CFAB45}"/>
              </a:ext>
            </a:extLst>
          </p:cNvPr>
          <p:cNvSpPr>
            <a:spLocks/>
          </p:cNvSpPr>
          <p:nvPr/>
        </p:nvSpPr>
        <p:spPr bwMode="auto">
          <a:xfrm>
            <a:off x="6557554" y="3835127"/>
            <a:ext cx="4936317" cy="65384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9299F7">
                <a:alpha val="79000"/>
              </a:srgbClr>
            </a:solidFill>
            <a:headEnd type="none" w="med" len="med"/>
            <a:tailEnd type="none" w="med" len="med"/>
          </a:ln>
          <a:effectLst>
            <a:outerShdw blurRad="127000" dist="127000" dir="5400000" sx="95000" sy="95000" algn="t" rotWithShape="0">
              <a:schemeClr val="accent3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Enable AI transformation</a:t>
            </a:r>
            <a:r>
              <a:rPr lang="en-US" sz="140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and reinvent calling and meetings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363F85C-DF53-C1DC-5EB5-FF685F077811}"/>
              </a:ext>
            </a:extLst>
          </p:cNvPr>
          <p:cNvSpPr>
            <a:spLocks/>
          </p:cNvSpPr>
          <p:nvPr/>
        </p:nvSpPr>
        <p:spPr bwMode="auto">
          <a:xfrm>
            <a:off x="6557553" y="4659513"/>
            <a:ext cx="4939377" cy="6666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9299F7">
                <a:alpha val="79000"/>
              </a:srgbClr>
            </a:solidFill>
            <a:headEnd type="none" w="med" len="med"/>
            <a:tailEnd type="none" w="med" len="med"/>
          </a:ln>
          <a:effectLst>
            <a:outerShdw blurRad="127000" dist="127000" dir="5400000" sx="95000" sy="95000" algn="t" rotWithShape="0">
              <a:schemeClr val="accent3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Target functional leaders to accrue value across the org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8DA9750-E927-5B50-5744-7B361FEAB503}"/>
              </a:ext>
            </a:extLst>
          </p:cNvPr>
          <p:cNvSpPr txBox="1"/>
          <p:nvPr/>
        </p:nvSpPr>
        <p:spPr>
          <a:xfrm>
            <a:off x="588263" y="6563178"/>
            <a:ext cx="76761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en-US" sz="1000">
                <a:solidFill>
                  <a:srgbClr val="000000"/>
                </a:solidFill>
                <a:latin typeface="Segoe UI"/>
                <a:cs typeface="Arial"/>
              </a:rPr>
              <a:t>*Based on September-October 2024 survey of 400 respondents across USA, UK, DE, FR, Australia, ES, NL, SE, FI, &amp; NZ.</a:t>
            </a:r>
          </a:p>
        </p:txBody>
      </p:sp>
    </p:spTree>
    <p:extLst>
      <p:ext uri="{BB962C8B-B14F-4D97-AF65-F5344CB8AC3E}">
        <p14:creationId xmlns:p14="http://schemas.microsoft.com/office/powerpoint/2010/main" val="1792965597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E3D30-8E0A-1B39-1069-9466EB577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Rectangle 37">
            <a:extLst>
              <a:ext uri="{FF2B5EF4-FFF2-40B4-BE49-F238E27FC236}">
                <a16:creationId xmlns:a16="http://schemas.microsoft.com/office/drawing/2014/main" id="{37BA4353-8EF9-836C-090F-B722F2D720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277257"/>
            <a:ext cx="12191999" cy="5580743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Sans Display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5E606D-6D45-914B-0EC3-13D02364A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186734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BAC5048-5991-617C-51A3-DC00B8DC4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88264" y="1345286"/>
            <a:ext cx="11062902" cy="502306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noFill/>
            <a:headEnd type="none" w="med" len="med"/>
            <a:tailEnd type="none" w="med" len="med"/>
          </a:ln>
          <a:effectLst>
            <a:outerShdw blurRad="127000" dist="1270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defTabSz="932472"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chemeClr val="accent1"/>
              </a:solidFill>
              <a:latin typeface="Segoe Pro Display Semibold" panose="020B07020405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5FAD10-D7DC-3149-F036-7A3103E77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30887"/>
          </a:xfrm>
        </p:spPr>
        <p:txBody>
          <a:bodyPr/>
          <a:lstStyle/>
          <a:p>
            <a:r>
              <a:rPr lang="en-US" b="0"/>
              <a:t>What customers* are telling us…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362DC7B-FBB2-7288-D527-F7EA73077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V="1">
            <a:off x="9768744" y="0"/>
            <a:ext cx="2423256" cy="1348372"/>
            <a:chOff x="7810445" y="4229100"/>
            <a:chExt cx="4381555" cy="243802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8966A15-4CDF-4D13-C03C-76437669BCE5}"/>
                </a:ext>
              </a:extLst>
            </p:cNvPr>
            <p:cNvSpPr/>
            <p:nvPr/>
          </p:nvSpPr>
          <p:spPr bwMode="auto">
            <a:xfrm>
              <a:off x="9616869" y="4229100"/>
              <a:ext cx="2575131" cy="2438027"/>
            </a:xfrm>
            <a:custGeom>
              <a:avLst/>
              <a:gdLst>
                <a:gd name="connsiteX0" fmla="*/ 3090339 w 3090339"/>
                <a:gd name="connsiteY0" fmla="*/ 0 h 3154865"/>
                <a:gd name="connsiteX1" fmla="*/ 3090339 w 3090339"/>
                <a:gd name="connsiteY1" fmla="*/ 3154865 h 3154865"/>
                <a:gd name="connsiteX2" fmla="*/ 393 w 3090339"/>
                <a:gd name="connsiteY2" fmla="*/ 3154865 h 3154865"/>
                <a:gd name="connsiteX3" fmla="*/ 0 w 3090339"/>
                <a:gd name="connsiteY3" fmla="*/ 3139336 h 3154865"/>
                <a:gd name="connsiteX4" fmla="*/ 2978992 w 3090339"/>
                <a:gd name="connsiteY4" fmla="*/ 2816 h 3154865"/>
                <a:gd name="connsiteX5" fmla="*/ 3090339 w 3090339"/>
                <a:gd name="connsiteY5" fmla="*/ 0 h 3154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0339" h="3154865">
                  <a:moveTo>
                    <a:pt x="3090339" y="0"/>
                  </a:moveTo>
                  <a:lnTo>
                    <a:pt x="3090339" y="3154865"/>
                  </a:lnTo>
                  <a:lnTo>
                    <a:pt x="393" y="3154865"/>
                  </a:lnTo>
                  <a:lnTo>
                    <a:pt x="0" y="3139336"/>
                  </a:lnTo>
                  <a:cubicBezTo>
                    <a:pt x="0" y="1459031"/>
                    <a:pt x="1319590" y="86931"/>
                    <a:pt x="2978992" y="2816"/>
                  </a:cubicBezTo>
                  <a:lnTo>
                    <a:pt x="3090339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DE971">
                    <a:alpha val="50000"/>
                  </a:srgbClr>
                </a:gs>
                <a:gs pos="100000">
                  <a:srgbClr val="49C5B1">
                    <a:alpha val="50000"/>
                  </a:srgbClr>
                </a:gs>
              </a:gsLst>
              <a:lin ang="0" scaled="1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600" err="1">
                <a:solidFill>
                  <a:srgbClr val="FFFFFF"/>
                </a:solidFill>
                <a:cs typeface="Segoe UI" pitchFamily="34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AC24CDD-F328-DD6B-947B-2E23E9FB85D6}"/>
                </a:ext>
              </a:extLst>
            </p:cNvPr>
            <p:cNvSpPr/>
            <p:nvPr/>
          </p:nvSpPr>
          <p:spPr bwMode="auto">
            <a:xfrm>
              <a:off x="7810445" y="5296046"/>
              <a:ext cx="3403657" cy="1371081"/>
            </a:xfrm>
            <a:custGeom>
              <a:avLst/>
              <a:gdLst>
                <a:gd name="connsiteX0" fmla="*/ 1418727 w 2837454"/>
                <a:gd name="connsiteY0" fmla="*/ 0 h 1143000"/>
                <a:gd name="connsiteX1" fmla="*/ 2805986 w 2837454"/>
                <a:gd name="connsiteY1" fmla="*/ 1020615 h 1143000"/>
                <a:gd name="connsiteX2" fmla="*/ 2837454 w 2837454"/>
                <a:gd name="connsiteY2" fmla="*/ 1143000 h 1143000"/>
                <a:gd name="connsiteX3" fmla="*/ 0 w 2837454"/>
                <a:gd name="connsiteY3" fmla="*/ 1143000 h 1143000"/>
                <a:gd name="connsiteX4" fmla="*/ 31468 w 2837454"/>
                <a:gd name="connsiteY4" fmla="*/ 1020615 h 1143000"/>
                <a:gd name="connsiteX5" fmla="*/ 1418727 w 2837454"/>
                <a:gd name="connsiteY5" fmla="*/ 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37454" h="1143000">
                  <a:moveTo>
                    <a:pt x="1418727" y="0"/>
                  </a:moveTo>
                  <a:cubicBezTo>
                    <a:pt x="2070537" y="0"/>
                    <a:pt x="2622074" y="429322"/>
                    <a:pt x="2805986" y="1020615"/>
                  </a:cubicBezTo>
                  <a:lnTo>
                    <a:pt x="2837454" y="1143000"/>
                  </a:lnTo>
                  <a:lnTo>
                    <a:pt x="0" y="1143000"/>
                  </a:lnTo>
                  <a:lnTo>
                    <a:pt x="31468" y="1020615"/>
                  </a:lnTo>
                  <a:cubicBezTo>
                    <a:pt x="215380" y="429322"/>
                    <a:pt x="766917" y="0"/>
                    <a:pt x="141872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B900">
                    <a:alpha val="50000"/>
                  </a:srgbClr>
                </a:gs>
                <a:gs pos="100000">
                  <a:srgbClr val="FFB3BB">
                    <a:alpha val="50000"/>
                  </a:srgbClr>
                </a:gs>
              </a:gsLst>
              <a:lin ang="0" scaled="1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600" err="1">
                <a:solidFill>
                  <a:srgbClr val="FFFFFF"/>
                </a:solidFill>
                <a:cs typeface="Segoe UI" pitchFamily="34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9F651CD-C5EC-A2EE-E7CC-0D1CF60DE6B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718139" y="1441176"/>
            <a:ext cx="10839607" cy="412460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95327">
                <a:schemeClr val="accent1"/>
              </a:gs>
              <a:gs pos="935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ln w="12700">
            <a:noFill/>
          </a:ln>
          <a:effectLst/>
        </p:spPr>
        <p:txBody>
          <a:bodyPr wrap="square" anchor="ctr">
            <a:noAutofit/>
          </a:bodyPr>
          <a:lstStyle>
            <a:defPPr>
              <a:defRPr lang="en-US"/>
            </a:defPPr>
            <a:lvl1pPr algn="ctr">
              <a:defRPr sz="2800">
                <a:solidFill>
                  <a:srgbClr val="FFFFFF"/>
                </a:solidFill>
                <a:latin typeface="Segoe Sans Display Semibold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l" defTabSz="4674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				Survey says…</a:t>
            </a: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AD39CC88-678D-425A-67EF-12ABBCCDB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623364" y="3875601"/>
            <a:ext cx="848395" cy="579728"/>
          </a:xfrm>
          <a:prstGeom prst="rightArrow">
            <a:avLst/>
          </a:prstGeom>
          <a:gradFill flip="none" rotWithShape="1">
            <a:gsLst>
              <a:gs pos="0">
                <a:srgbClr val="C551BF">
                  <a:alpha val="0"/>
                </a:srgbClr>
              </a:gs>
              <a:gs pos="100000">
                <a:srgbClr val="C551BF"/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24F8477-C2B3-8117-09B4-BC3CF200E68C}"/>
              </a:ext>
            </a:extLst>
          </p:cNvPr>
          <p:cNvSpPr/>
          <p:nvPr/>
        </p:nvSpPr>
        <p:spPr bwMode="auto">
          <a:xfrm>
            <a:off x="702984" y="2144948"/>
            <a:ext cx="2240764" cy="669103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C551BF"/>
              </a:gs>
              <a:gs pos="100000">
                <a:srgbClr val="5B5FC7"/>
              </a:gs>
            </a:gsLst>
            <a:lin ang="10800000" scaled="1"/>
          </a:gradFill>
          <a:ln w="12700">
            <a:solidFill>
              <a:schemeClr val="bg1"/>
            </a:solidFill>
          </a:ln>
          <a:effectLst/>
        </p:spPr>
        <p:txBody>
          <a:bodyPr wrap="square" lIns="91440" tIns="45720" rIns="91440" bIns="45720" anchor="ctr">
            <a:no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AI Priority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06118E6-2877-E01B-FA8A-E2FFA3A449FE}"/>
              </a:ext>
            </a:extLst>
          </p:cNvPr>
          <p:cNvSpPr>
            <a:spLocks/>
          </p:cNvSpPr>
          <p:nvPr/>
        </p:nvSpPr>
        <p:spPr bwMode="auto">
          <a:xfrm>
            <a:off x="1985092" y="2136233"/>
            <a:ext cx="3849650" cy="68022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9299F7">
                <a:alpha val="79000"/>
              </a:srgbClr>
            </a:solidFill>
            <a:headEnd type="none" w="med" len="med"/>
            <a:tailEnd type="none" w="med" len="med"/>
          </a:ln>
          <a:effectLst>
            <a:outerShdw blurRad="127000" dist="127000" dir="5400000" sx="95000" sy="95000" algn="t" rotWithShape="0">
              <a:schemeClr val="accent3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7013" marR="0" lvl="0" indent="-227013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  <a:t>1st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or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  <a:t>2nd</a:t>
            </a:r>
            <a:r>
              <a:rPr lang="en-US" sz="1400" b="1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  <a:t> p</a:t>
            </a:r>
            <a:r>
              <a:rPr lang="en-US" sz="1400" b="1" err="1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  <a:t>riority</a:t>
            </a:r>
            <a:endParaRPr lang="en-US" sz="1400" b="1">
              <a:solidFill>
                <a:schemeClr val="tx1"/>
              </a:solidFill>
              <a:latin typeface="Segoe Sans Display Semibold" pitchFamily="2" charset="0"/>
              <a:cs typeface="Segoe Sans Display Semibold" pitchFamily="2" charset="0"/>
            </a:endParaRPr>
          </a:p>
          <a:p>
            <a:pPr marL="227013" marR="0" lvl="0" indent="-227013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Sans Display Semibold" pitchFamily="2" charset="0"/>
                <a:ea typeface="Segoe UI" panose="020B0502040204020203" pitchFamily="34" charset="0"/>
                <a:cs typeface="Segoe Sans Display Semibold" pitchFamily="2" charset="0"/>
              </a:rPr>
              <a:t>Nearly 50%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to adopt in </a:t>
            </a:r>
            <a:r>
              <a:rPr kumimoji="0" lang="en-US" sz="1400" b="0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next 12 </a:t>
            </a:r>
            <a:r>
              <a:rPr lang="en-US" sz="1400" u="sng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months</a:t>
            </a:r>
            <a:endParaRPr kumimoji="0" lang="en-US" sz="1100" b="0" i="0" u="sng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7EC8B60-2BE7-62DF-F3A9-AD8983662BBB}"/>
              </a:ext>
            </a:extLst>
          </p:cNvPr>
          <p:cNvSpPr/>
          <p:nvPr/>
        </p:nvSpPr>
        <p:spPr bwMode="auto">
          <a:xfrm>
            <a:off x="695070" y="2993305"/>
            <a:ext cx="2240764" cy="656026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C551BF"/>
              </a:gs>
              <a:gs pos="100000">
                <a:srgbClr val="5B5FC7"/>
              </a:gs>
            </a:gsLst>
            <a:lin ang="10800000" scaled="1"/>
          </a:gradFill>
          <a:ln w="12700">
            <a:solidFill>
              <a:schemeClr val="bg1"/>
            </a:solidFill>
          </a:ln>
          <a:effectLst/>
        </p:spPr>
        <p:txBody>
          <a:bodyPr wrap="square" lIns="91440" tIns="45720" rIns="274320" bIns="45720" anchor="ctr">
            <a:no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Decision </a:t>
            </a:r>
            <a:r>
              <a:rPr lang="en-US" sz="1400" b="1">
                <a:solidFill>
                  <a:srgbClr val="FFFFFF"/>
                </a:solidFill>
                <a:latin typeface="Segoe Sans Display Semibold"/>
              </a:rPr>
              <a:t>           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Making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CA7D3C8-C63D-1765-25B4-2490AA2F545E}"/>
              </a:ext>
            </a:extLst>
          </p:cNvPr>
          <p:cNvSpPr>
            <a:spLocks/>
          </p:cNvSpPr>
          <p:nvPr/>
        </p:nvSpPr>
        <p:spPr bwMode="auto">
          <a:xfrm>
            <a:off x="1985092" y="2984589"/>
            <a:ext cx="3849650" cy="6603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9299F7">
                <a:alpha val="79000"/>
              </a:srgbClr>
            </a:solidFill>
            <a:headEnd type="none" w="med" len="med"/>
            <a:tailEnd type="none" w="med" len="med"/>
          </a:ln>
          <a:effectLst>
            <a:outerShdw blurRad="127000" dist="127000" dir="5400000" sx="95000" sy="95000" algn="t" rotWithShape="0">
              <a:schemeClr val="accent3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7013" marR="0" lvl="0" indent="-227013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  <a:t>C-Level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ITDMs </a:t>
            </a:r>
            <a:r>
              <a:rPr lang="en-US" sz="140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&amp;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BDMs </a:t>
            </a:r>
            <a:r>
              <a:rPr lang="en-US" sz="140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  <a:t>Highest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Influence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647AD25-6C84-7989-4807-30A870B27176}"/>
              </a:ext>
            </a:extLst>
          </p:cNvPr>
          <p:cNvSpPr/>
          <p:nvPr/>
        </p:nvSpPr>
        <p:spPr bwMode="auto">
          <a:xfrm>
            <a:off x="698129" y="3832944"/>
            <a:ext cx="1908085" cy="656026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C551BF"/>
              </a:gs>
              <a:gs pos="100000">
                <a:srgbClr val="5B5FC7"/>
              </a:gs>
            </a:gsLst>
            <a:lin ang="10800000" scaled="1"/>
          </a:gradFill>
          <a:ln w="12700">
            <a:solidFill>
              <a:schemeClr val="bg1"/>
            </a:solidFill>
          </a:ln>
          <a:effectLst/>
        </p:spPr>
        <p:txBody>
          <a:bodyPr wrap="square" lIns="91440" tIns="45720" rIns="91440" bIns="45720" anchor="ctr">
            <a:no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Demand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 Semibold"/>
              <a:ea typeface="+mn-ea"/>
              <a:cs typeface="+mn-cs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6E9672D-F14B-6FD7-FAD9-B6785E9A16A6}"/>
              </a:ext>
            </a:extLst>
          </p:cNvPr>
          <p:cNvSpPr>
            <a:spLocks/>
          </p:cNvSpPr>
          <p:nvPr/>
        </p:nvSpPr>
        <p:spPr bwMode="auto">
          <a:xfrm>
            <a:off x="1985092" y="3828588"/>
            <a:ext cx="3849652" cy="6603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9299F7">
                <a:alpha val="79000"/>
              </a:srgbClr>
            </a:solidFill>
            <a:headEnd type="none" w="med" len="med"/>
            <a:tailEnd type="none" w="med" len="med"/>
          </a:ln>
          <a:effectLst>
            <a:outerShdw blurRad="127000" dist="127000" dir="5400000" sx="95000" sy="95000" algn="t" rotWithShape="0">
              <a:schemeClr val="accent3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7013" marR="0" lvl="0" indent="-227013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90% find use cases </a:t>
            </a:r>
            <a:r>
              <a:rPr lang="en-US" sz="140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  <a:t>appealing</a:t>
            </a:r>
          </a:p>
          <a:p>
            <a:pPr marL="227013" marR="0" lvl="0" indent="-227013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60% see </a:t>
            </a:r>
            <a:r>
              <a:rPr lang="en-US" sz="140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  <a:t>big impact 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or </a:t>
            </a:r>
            <a:r>
              <a:rPr lang="en-US" sz="140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rPr>
              <a:t>reinvent</a:t>
            </a: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org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BEEF81C-8102-D2C6-0396-730D3CE315B0}"/>
              </a:ext>
            </a:extLst>
          </p:cNvPr>
          <p:cNvSpPr/>
          <p:nvPr/>
        </p:nvSpPr>
        <p:spPr bwMode="auto">
          <a:xfrm>
            <a:off x="695070" y="4674529"/>
            <a:ext cx="2108469" cy="656026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C551BF"/>
              </a:gs>
              <a:gs pos="100000">
                <a:srgbClr val="5B5FC7"/>
              </a:gs>
            </a:gsLst>
            <a:lin ang="10800000" scaled="1"/>
          </a:gradFill>
          <a:ln w="12700">
            <a:solidFill>
              <a:schemeClr val="bg1"/>
            </a:solidFill>
          </a:ln>
          <a:effectLst/>
        </p:spPr>
        <p:txBody>
          <a:bodyPr wrap="square" lIns="91440" tIns="45720" rIns="365760" bIns="45720" anchor="ctr">
            <a:no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Functional     </a:t>
            </a:r>
            <a:b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</a:b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Value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80D10D2-A67D-9EC2-FF87-8129CCD30844}"/>
              </a:ext>
            </a:extLst>
          </p:cNvPr>
          <p:cNvSpPr>
            <a:spLocks/>
          </p:cNvSpPr>
          <p:nvPr/>
        </p:nvSpPr>
        <p:spPr bwMode="auto">
          <a:xfrm>
            <a:off x="1985090" y="4665813"/>
            <a:ext cx="3849651" cy="6603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9299F7">
                <a:alpha val="79000"/>
              </a:srgbClr>
            </a:solidFill>
            <a:headEnd type="none" w="med" len="med"/>
            <a:tailEnd type="none" w="med" len="med"/>
          </a:ln>
          <a:effectLst>
            <a:outerShdw blurRad="127000" dist="127000" dir="5400000" sx="95000" sy="95000" algn="t" rotWithShape="0">
              <a:schemeClr val="accent3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7013" marR="0" lvl="0" indent="-227013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Customer Service, Sales, Marketing </a:t>
            </a:r>
          </a:p>
          <a:p>
            <a:pPr marL="227013" marR="0" lvl="0" indent="-227013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IT, Operations, Administration 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C6ECE05-CA9B-FEAF-25B2-5F4715038C79}"/>
              </a:ext>
            </a:extLst>
          </p:cNvPr>
          <p:cNvSpPr/>
          <p:nvPr/>
        </p:nvSpPr>
        <p:spPr bwMode="auto">
          <a:xfrm>
            <a:off x="695070" y="5521139"/>
            <a:ext cx="1908085" cy="656026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C551BF"/>
              </a:gs>
              <a:gs pos="100000">
                <a:srgbClr val="5B5FC7"/>
              </a:gs>
            </a:gsLst>
            <a:lin ang="10800000" scaled="1"/>
          </a:gradFill>
          <a:ln w="12700">
            <a:solidFill>
              <a:schemeClr val="bg1"/>
            </a:solidFill>
          </a:ln>
          <a:effectLst/>
        </p:spPr>
        <p:txBody>
          <a:bodyPr wrap="square" lIns="91440" tIns="45720" rIns="365760" bIns="45720" anchor="ctr">
            <a:no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Horizontal </a:t>
            </a:r>
            <a:b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</a:b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Value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9099DF1-EF3E-7CEB-0DAD-74C16909BC99}"/>
              </a:ext>
            </a:extLst>
          </p:cNvPr>
          <p:cNvSpPr>
            <a:spLocks/>
          </p:cNvSpPr>
          <p:nvPr/>
        </p:nvSpPr>
        <p:spPr bwMode="auto">
          <a:xfrm>
            <a:off x="1985093" y="5512423"/>
            <a:ext cx="3849650" cy="6603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9299F7">
                <a:alpha val="79000"/>
              </a:srgbClr>
            </a:solidFill>
            <a:headEnd type="none" w="med" len="med"/>
            <a:tailEnd type="none" w="med" len="med"/>
          </a:ln>
          <a:effectLst>
            <a:outerShdw blurRad="127000" dist="127000" dir="5400000" sx="95000" sy="95000" algn="t" rotWithShape="0">
              <a:schemeClr val="accent3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7013" marR="0" lvl="0" indent="-227013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Increased Employee &amp; Team productivity</a:t>
            </a:r>
          </a:p>
          <a:p>
            <a:pPr marL="227013" marR="0" lvl="0" indent="-227013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ncreased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Time Savings </a:t>
            </a:r>
          </a:p>
          <a:p>
            <a:pPr marL="227013" marR="0" lvl="0" indent="-227013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Improve Business Processes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C9EE4E8-E267-E5B7-EED4-BFA5E2B910FC}"/>
              </a:ext>
            </a:extLst>
          </p:cNvPr>
          <p:cNvSpPr txBox="1">
            <a:spLocks/>
          </p:cNvSpPr>
          <p:nvPr/>
        </p:nvSpPr>
        <p:spPr>
          <a:xfrm>
            <a:off x="8427207" y="1473587"/>
            <a:ext cx="2509862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i="0" kern="1200" cap="none" spc="-50" baseline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 Semibold" panose="020B0502040204020203" pitchFamily="34" charset="0"/>
              </a:defRPr>
            </a:lvl1pPr>
          </a:lstStyle>
          <a:p>
            <a:pPr defTabSz="467454">
              <a:spcBef>
                <a:spcPts val="0"/>
              </a:spcBef>
              <a:defRPr/>
            </a:pPr>
            <a:r>
              <a:rPr lang="en-US" sz="2000" b="0" spc="0">
                <a:ln>
                  <a:noFill/>
                </a:ln>
                <a:solidFill>
                  <a:srgbClr val="FFFFFF"/>
                </a:solidFill>
                <a:latin typeface="Segoe Sans Display Semibold"/>
                <a:cs typeface="+mn-cs"/>
              </a:rPr>
              <a:t>…and its impact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8AD679A-6D37-AA58-CF1A-C89B64C74CEF}"/>
              </a:ext>
            </a:extLst>
          </p:cNvPr>
          <p:cNvSpPr>
            <a:spLocks/>
          </p:cNvSpPr>
          <p:nvPr/>
        </p:nvSpPr>
        <p:spPr bwMode="auto">
          <a:xfrm>
            <a:off x="6557556" y="2133822"/>
            <a:ext cx="4931460" cy="68022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9299F7">
                <a:alpha val="79000"/>
              </a:srgbClr>
            </a:solidFill>
            <a:headEnd type="none" w="med" len="med"/>
            <a:tailEnd type="none" w="med" len="med"/>
          </a:ln>
          <a:effectLst>
            <a:outerShdw blurRad="127000" dist="127000" dir="5400000" sx="95000" sy="95000" algn="t" rotWithShape="0">
              <a:schemeClr val="accent3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Leverage compelling m</a:t>
            </a:r>
            <a:r>
              <a:rPr lang="en-US" sz="140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oment</a:t>
            </a:r>
            <a:r>
              <a:rPr lang="en-US" sz="1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and AI priority 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BEB0B97-9088-750E-7E21-2E32EDA723B0}"/>
              </a:ext>
            </a:extLst>
          </p:cNvPr>
          <p:cNvSpPr>
            <a:spLocks/>
          </p:cNvSpPr>
          <p:nvPr/>
        </p:nvSpPr>
        <p:spPr bwMode="auto">
          <a:xfrm>
            <a:off x="6557555" y="2984588"/>
            <a:ext cx="4936316" cy="6603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9299F7">
                <a:alpha val="79000"/>
              </a:srgbClr>
            </a:solidFill>
            <a:headEnd type="none" w="med" len="med"/>
            <a:tailEnd type="none" w="med" len="med"/>
          </a:ln>
          <a:effectLst>
            <a:outerShdw blurRad="127000" dist="127000" dir="5400000" sx="95000" sy="95000" algn="t" rotWithShape="0">
              <a:schemeClr val="accent3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Target AI decision makers among C-level IT and BDMs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C522C51-3F4C-B4AC-8088-A59149C46569}"/>
              </a:ext>
            </a:extLst>
          </p:cNvPr>
          <p:cNvSpPr>
            <a:spLocks/>
          </p:cNvSpPr>
          <p:nvPr/>
        </p:nvSpPr>
        <p:spPr bwMode="auto">
          <a:xfrm>
            <a:off x="6557554" y="3835127"/>
            <a:ext cx="4936317" cy="65384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9299F7">
                <a:alpha val="79000"/>
              </a:srgbClr>
            </a:solidFill>
            <a:headEnd type="none" w="med" len="med"/>
            <a:tailEnd type="none" w="med" len="med"/>
          </a:ln>
          <a:effectLst>
            <a:outerShdw blurRad="127000" dist="127000" dir="5400000" sx="95000" sy="95000" algn="t" rotWithShape="0">
              <a:schemeClr val="accent3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Enable AI transformation</a:t>
            </a:r>
            <a:r>
              <a:rPr lang="en-US" sz="1400"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 and reinvent calling and meetings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8AEAE04-52E7-4E5A-632C-112D448DB6E9}"/>
              </a:ext>
            </a:extLst>
          </p:cNvPr>
          <p:cNvSpPr>
            <a:spLocks/>
          </p:cNvSpPr>
          <p:nvPr/>
        </p:nvSpPr>
        <p:spPr bwMode="auto">
          <a:xfrm>
            <a:off x="6557553" y="4659513"/>
            <a:ext cx="4939377" cy="6666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9299F7">
                <a:alpha val="79000"/>
              </a:srgbClr>
            </a:solidFill>
            <a:headEnd type="none" w="med" len="med"/>
            <a:tailEnd type="none" w="med" len="med"/>
          </a:ln>
          <a:effectLst>
            <a:outerShdw blurRad="127000" dist="127000" dir="5400000" sx="95000" sy="95000" algn="t" rotWithShape="0">
              <a:schemeClr val="accent3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Target functional leaders to accrue value across the org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70ADB19-B4A5-FD71-91F9-35E9B18467A5}"/>
              </a:ext>
            </a:extLst>
          </p:cNvPr>
          <p:cNvSpPr>
            <a:spLocks/>
          </p:cNvSpPr>
          <p:nvPr/>
        </p:nvSpPr>
        <p:spPr bwMode="auto">
          <a:xfrm>
            <a:off x="6557554" y="5510045"/>
            <a:ext cx="4939376" cy="66711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9299F7">
                <a:alpha val="79000"/>
              </a:srgbClr>
            </a:solidFill>
            <a:headEnd type="none" w="med" len="med"/>
            <a:tailEnd type="none" w="med" len="med"/>
          </a:ln>
          <a:effectLst>
            <a:outerShdw blurRad="127000" dist="127000" dir="5400000" sx="95000" sy="95000" algn="t" rotWithShape="0">
              <a:schemeClr val="accent3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Drive organizational value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17ACEA7-8363-2A3C-4411-39C859647717}"/>
              </a:ext>
            </a:extLst>
          </p:cNvPr>
          <p:cNvSpPr txBox="1"/>
          <p:nvPr/>
        </p:nvSpPr>
        <p:spPr>
          <a:xfrm>
            <a:off x="588263" y="6563178"/>
            <a:ext cx="76761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en-US" sz="1000">
                <a:solidFill>
                  <a:srgbClr val="000000"/>
                </a:solidFill>
                <a:latin typeface="Segoe UI"/>
                <a:cs typeface="Arial"/>
              </a:rPr>
              <a:t>*Based on September-October 2024 survey of 400 respondents across USA, UK, DE, FR, Australia, ES, NL, SE, FI, &amp; NZ.</a:t>
            </a:r>
          </a:p>
        </p:txBody>
      </p:sp>
    </p:spTree>
    <p:extLst>
      <p:ext uri="{BB962C8B-B14F-4D97-AF65-F5344CB8AC3E}">
        <p14:creationId xmlns:p14="http://schemas.microsoft.com/office/powerpoint/2010/main" val="4014978818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C8DB6-B4C9-75CC-1099-0C4425B0F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Rectangle 37">
            <a:extLst>
              <a:ext uri="{FF2B5EF4-FFF2-40B4-BE49-F238E27FC236}">
                <a16:creationId xmlns:a16="http://schemas.microsoft.com/office/drawing/2014/main" id="{D704BBC7-1232-D4E9-7F54-ECC9825FF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277257"/>
            <a:ext cx="12191999" cy="5580743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Sans Display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C8EB58-8C19-07C3-A824-B7F14E3B1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186734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AD94359-6B35-DCCD-7FA7-E4A570BB3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88264" y="1345286"/>
            <a:ext cx="11062902" cy="512508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noFill/>
            <a:headEnd type="none" w="med" len="med"/>
            <a:tailEnd type="none" w="med" len="med"/>
          </a:ln>
          <a:effectLst>
            <a:outerShdw blurRad="127000" dist="1270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defTabSz="932472" fontAlgn="base">
              <a:spcBef>
                <a:spcPct val="0"/>
              </a:spcBef>
              <a:spcAft>
                <a:spcPct val="0"/>
              </a:spcAft>
            </a:pPr>
            <a:endParaRPr lang="en-US" sz="1200">
              <a:solidFill>
                <a:schemeClr val="accent1"/>
              </a:solidFill>
              <a:latin typeface="Segoe Pro Display Semibold" panose="020B07020405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4D2240-5D4E-4003-D139-94FB62540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/>
              <a:t>Customer Conversation Starters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767E8C0-42D5-8D98-D6C5-491F4E6DD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V="1">
            <a:off x="9768744" y="0"/>
            <a:ext cx="2423256" cy="1348372"/>
            <a:chOff x="7810445" y="4229100"/>
            <a:chExt cx="4381555" cy="243802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F9AFC7E-34D9-3AD1-73EE-08A1E6EC559C}"/>
                </a:ext>
              </a:extLst>
            </p:cNvPr>
            <p:cNvSpPr/>
            <p:nvPr/>
          </p:nvSpPr>
          <p:spPr bwMode="auto">
            <a:xfrm>
              <a:off x="9616869" y="4229100"/>
              <a:ext cx="2575131" cy="2438027"/>
            </a:xfrm>
            <a:custGeom>
              <a:avLst/>
              <a:gdLst>
                <a:gd name="connsiteX0" fmla="*/ 3090339 w 3090339"/>
                <a:gd name="connsiteY0" fmla="*/ 0 h 3154865"/>
                <a:gd name="connsiteX1" fmla="*/ 3090339 w 3090339"/>
                <a:gd name="connsiteY1" fmla="*/ 3154865 h 3154865"/>
                <a:gd name="connsiteX2" fmla="*/ 393 w 3090339"/>
                <a:gd name="connsiteY2" fmla="*/ 3154865 h 3154865"/>
                <a:gd name="connsiteX3" fmla="*/ 0 w 3090339"/>
                <a:gd name="connsiteY3" fmla="*/ 3139336 h 3154865"/>
                <a:gd name="connsiteX4" fmla="*/ 2978992 w 3090339"/>
                <a:gd name="connsiteY4" fmla="*/ 2816 h 3154865"/>
                <a:gd name="connsiteX5" fmla="*/ 3090339 w 3090339"/>
                <a:gd name="connsiteY5" fmla="*/ 0 h 3154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0339" h="3154865">
                  <a:moveTo>
                    <a:pt x="3090339" y="0"/>
                  </a:moveTo>
                  <a:lnTo>
                    <a:pt x="3090339" y="3154865"/>
                  </a:lnTo>
                  <a:lnTo>
                    <a:pt x="393" y="3154865"/>
                  </a:lnTo>
                  <a:lnTo>
                    <a:pt x="0" y="3139336"/>
                  </a:lnTo>
                  <a:cubicBezTo>
                    <a:pt x="0" y="1459031"/>
                    <a:pt x="1319590" y="86931"/>
                    <a:pt x="2978992" y="2816"/>
                  </a:cubicBezTo>
                  <a:lnTo>
                    <a:pt x="3090339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8DE971">
                    <a:alpha val="50000"/>
                  </a:srgbClr>
                </a:gs>
                <a:gs pos="100000">
                  <a:srgbClr val="49C5B1">
                    <a:alpha val="50000"/>
                  </a:srgbClr>
                </a:gs>
              </a:gsLst>
              <a:lin ang="0" scaled="1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600" err="1">
                <a:solidFill>
                  <a:srgbClr val="FFFFFF"/>
                </a:solidFill>
                <a:cs typeface="Segoe UI" pitchFamily="34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1EB4CCF-41EF-1A79-594B-691CA6AE85D8}"/>
                </a:ext>
              </a:extLst>
            </p:cNvPr>
            <p:cNvSpPr/>
            <p:nvPr/>
          </p:nvSpPr>
          <p:spPr bwMode="auto">
            <a:xfrm>
              <a:off x="7810445" y="5296046"/>
              <a:ext cx="3403657" cy="1371081"/>
            </a:xfrm>
            <a:custGeom>
              <a:avLst/>
              <a:gdLst>
                <a:gd name="connsiteX0" fmla="*/ 1418727 w 2837454"/>
                <a:gd name="connsiteY0" fmla="*/ 0 h 1143000"/>
                <a:gd name="connsiteX1" fmla="*/ 2805986 w 2837454"/>
                <a:gd name="connsiteY1" fmla="*/ 1020615 h 1143000"/>
                <a:gd name="connsiteX2" fmla="*/ 2837454 w 2837454"/>
                <a:gd name="connsiteY2" fmla="*/ 1143000 h 1143000"/>
                <a:gd name="connsiteX3" fmla="*/ 0 w 2837454"/>
                <a:gd name="connsiteY3" fmla="*/ 1143000 h 1143000"/>
                <a:gd name="connsiteX4" fmla="*/ 31468 w 2837454"/>
                <a:gd name="connsiteY4" fmla="*/ 1020615 h 1143000"/>
                <a:gd name="connsiteX5" fmla="*/ 1418727 w 2837454"/>
                <a:gd name="connsiteY5" fmla="*/ 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37454" h="1143000">
                  <a:moveTo>
                    <a:pt x="1418727" y="0"/>
                  </a:moveTo>
                  <a:cubicBezTo>
                    <a:pt x="2070537" y="0"/>
                    <a:pt x="2622074" y="429322"/>
                    <a:pt x="2805986" y="1020615"/>
                  </a:cubicBezTo>
                  <a:lnTo>
                    <a:pt x="2837454" y="1143000"/>
                  </a:lnTo>
                  <a:lnTo>
                    <a:pt x="0" y="1143000"/>
                  </a:lnTo>
                  <a:lnTo>
                    <a:pt x="31468" y="1020615"/>
                  </a:lnTo>
                  <a:cubicBezTo>
                    <a:pt x="215380" y="429322"/>
                    <a:pt x="766917" y="0"/>
                    <a:pt x="141872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B900">
                    <a:alpha val="50000"/>
                  </a:srgbClr>
                </a:gs>
                <a:gs pos="100000">
                  <a:srgbClr val="FFB3BB">
                    <a:alpha val="50000"/>
                  </a:srgbClr>
                </a:gs>
              </a:gsLst>
              <a:lin ang="0" scaled="1"/>
              <a:tileRect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600" err="1">
                <a:solidFill>
                  <a:srgbClr val="FFFFFF"/>
                </a:solidFill>
                <a:cs typeface="Segoe UI" pitchFamily="34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9A73934-308A-B47A-D052-ECAA1D731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718139" y="1441176"/>
            <a:ext cx="10839607" cy="412460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95327">
                <a:schemeClr val="accent1"/>
              </a:gs>
              <a:gs pos="935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ln w="12700">
            <a:noFill/>
          </a:ln>
          <a:effectLst/>
        </p:spPr>
        <p:txBody>
          <a:bodyPr wrap="square" anchor="ctr">
            <a:noAutofit/>
          </a:bodyPr>
          <a:lstStyle>
            <a:defPPr>
              <a:defRPr lang="en-US"/>
            </a:defPPr>
            <a:lvl1pPr algn="ctr">
              <a:defRPr sz="2800">
                <a:solidFill>
                  <a:srgbClr val="FFFFFF"/>
                </a:solidFill>
                <a:latin typeface="Segoe Sans Display Semibold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ctr" defTabSz="4674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1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 Semibold"/>
              <a:ea typeface="+mn-ea"/>
              <a:cs typeface="+mn-cs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21D9C81-9EE7-6F2C-8F1D-7A42AC063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549893"/>
              </p:ext>
            </p:extLst>
          </p:nvPr>
        </p:nvGraphicFramePr>
        <p:xfrm>
          <a:off x="699912" y="1452657"/>
          <a:ext cx="10839607" cy="48862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104">
                  <a:extLst>
                    <a:ext uri="{9D8B030D-6E8A-4147-A177-3AD203B41FA5}">
                      <a16:colId xmlns:a16="http://schemas.microsoft.com/office/drawing/2014/main" val="2041964824"/>
                    </a:ext>
                  </a:extLst>
                </a:gridCol>
                <a:gridCol w="9311503">
                  <a:extLst>
                    <a:ext uri="{9D8B030D-6E8A-4147-A177-3AD203B41FA5}">
                      <a16:colId xmlns:a16="http://schemas.microsoft.com/office/drawing/2014/main" val="2206470233"/>
                    </a:ext>
                  </a:extLst>
                </a:gridCol>
              </a:tblGrid>
              <a:tr h="415900">
                <a:tc gridSpan="2"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9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Segoe Sans Display Semibold"/>
                          <a:ea typeface="+mn-ea"/>
                          <a:cs typeface="Segoe UI"/>
                        </a:rPr>
                        <a:t>Customer Conversation Starters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568619"/>
                  </a:ext>
                </a:extLst>
              </a:tr>
              <a:tr h="7225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B5FC7"/>
                          </a:solidFill>
                          <a:effectLst/>
                          <a:uLnTx/>
                          <a:uFillTx/>
                          <a:latin typeface="Segoe Sans Display Semibold"/>
                          <a:ea typeface="+mn-ea"/>
                          <a:cs typeface="+mn-cs"/>
                        </a:rPr>
                        <a:t>Converged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B5FC7"/>
                          </a:solidFill>
                          <a:effectLst/>
                          <a:uLnTx/>
                          <a:uFillTx/>
                          <a:latin typeface="Segoe Sans Display Semibold"/>
                          <a:ea typeface="+mn-ea"/>
                          <a:cs typeface="+mn-cs"/>
                        </a:rPr>
                        <a:t>Communications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Sans Text"/>
                          <a:ea typeface="+mn-ea"/>
                          <a:cs typeface="Segoe UI" panose="020B0502040204020203" pitchFamily="34" charset="0"/>
                        </a:rPr>
                        <a:t>How important is it for your org to benefit from AI transformation with meetings, calling, and hybrid workers?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Sans Text"/>
                          <a:ea typeface="+mn-ea"/>
                          <a:cs typeface="Segoe UI" panose="020B0502040204020203" pitchFamily="34" charset="0"/>
                        </a:rPr>
                        <a:t>How important is it to leverage AI to make meetings &amp; collaboration more automated, inclusive, actionable, and secure for all?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33807"/>
                  </a:ext>
                </a:extLst>
              </a:tr>
              <a:tr h="9222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B5FC7"/>
                          </a:solidFill>
                          <a:effectLst/>
                          <a:uLnTx/>
                          <a:uFillTx/>
                          <a:latin typeface="Segoe Sans Display Semibold"/>
                          <a:ea typeface="+mn-ea"/>
                          <a:cs typeface="+mn-cs"/>
                        </a:rPr>
                        <a:t>Teams Phone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Sans Text"/>
                          <a:ea typeface="+mn-ea"/>
                          <a:cs typeface="Segoe UI" panose="020B0502040204020203" pitchFamily="34" charset="0"/>
                        </a:rPr>
                        <a:t>How important is it for employees to automatically get a call recap with action items?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Sans Text"/>
                          <a:ea typeface="+mn-ea"/>
                          <a:cs typeface="Segoe UI" panose="020B0502040204020203" pitchFamily="34" charset="0"/>
                        </a:rPr>
                        <a:t>How easy is it to route customers to the right person with the relevant context?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78185"/>
                  </a:ext>
                </a:extLst>
              </a:tr>
              <a:tr h="8632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B5FC7"/>
                          </a:solidFill>
                          <a:effectLst/>
                          <a:uLnTx/>
                          <a:uFillTx/>
                          <a:latin typeface="Segoe Sans Display Semibold"/>
                          <a:ea typeface="+mn-ea"/>
                          <a:cs typeface="+mn-cs"/>
                        </a:rPr>
                        <a:t>Teams Rooms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Sans Text"/>
                          <a:ea typeface="+mn-ea"/>
                          <a:cs typeface="Segoe UI" panose="020B0502040204020203" pitchFamily="34" charset="0"/>
                        </a:rPr>
                        <a:t>How important is it to accurately recap meeting discussions, especially hybrid meeting with various voices?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Sans Text"/>
                          <a:ea typeface="+mn-ea"/>
                          <a:cs typeface="Segoe UI" panose="020B0502040204020203" pitchFamily="34" charset="0"/>
                        </a:rPr>
                        <a:t>How important is it to quickly identify speakers &amp; their contributions during/after meetings?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969866"/>
                  </a:ext>
                </a:extLst>
              </a:tr>
              <a:tr h="11950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B5FC7"/>
                          </a:solidFill>
                          <a:effectLst/>
                          <a:uLnTx/>
                          <a:uFillTx/>
                          <a:latin typeface="Segoe Sans Display Semibold"/>
                          <a:ea typeface="+mn-ea"/>
                          <a:cs typeface="+mn-cs"/>
                        </a:rPr>
                        <a:t>Teams Premium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Sans Text"/>
                          <a:ea typeface="+mn-ea"/>
                          <a:cs typeface="Segoe UI" panose="020B0502040204020203" pitchFamily="34" charset="0"/>
                        </a:rPr>
                        <a:t>How important is to make your meetings compliant based on retention/transcription policies?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Sans Text"/>
                          <a:ea typeface="+mn-ea"/>
                          <a:cs typeface="Segoe UI" panose="020B0502040204020203" pitchFamily="34" charset="0"/>
                        </a:rPr>
                        <a:t>How important is to enable your multilingual workforce in their native language, regardless of the language of the meeting?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Sans Text"/>
                          <a:ea typeface="+mn-ea"/>
                          <a:cs typeface="Segoe UI" panose="020B0502040204020203" pitchFamily="34" charset="0"/>
                        </a:rPr>
                        <a:t>How important is it to personalize your meetings with branding?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0676455"/>
                  </a:ext>
                </a:extLst>
              </a:tr>
              <a:tr h="767158">
                <a:tc>
                  <a:txBody>
                    <a:bodyPr/>
                    <a:lstStyle/>
                    <a:p>
                      <a:pPr marL="0" algn="l" defTabSz="932742" rtl="0" eaLnBrk="1" latinLnBrk="0" hangingPunct="1"/>
                      <a:r>
                        <a:rPr kumimoji="0" lang="en-US" sz="13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5B5FC7"/>
                          </a:solidFill>
                          <a:effectLst/>
                          <a:uLnTx/>
                          <a:uFillTx/>
                          <a:latin typeface="Segoe Sans Display Semibold"/>
                          <a:ea typeface="+mn-ea"/>
                          <a:cs typeface="+mn-cs"/>
                        </a:rPr>
                        <a:t>Microsoft Places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Sans Text"/>
                          <a:ea typeface="+mn-ea"/>
                          <a:cs typeface="Segoe UI" panose="020B0502040204020203" pitchFamily="34" charset="0"/>
                        </a:rPr>
                        <a:t>How do your employees currently determine when collaborators are planning to go to the office?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Sans Text"/>
                          <a:ea typeface="+mn-ea"/>
                          <a:cs typeface="Segoe UI" panose="020B0502040204020203" pitchFamily="34" charset="0"/>
                        </a:rPr>
                        <a:t>How important is it for your employees to easily find and book available rooms?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egoe Sans Text"/>
                          <a:ea typeface="+mn-ea"/>
                          <a:cs typeface="Segoe UI" panose="020B0502040204020203" pitchFamily="34" charset="0"/>
                        </a:rPr>
                        <a:t>How important is it for your org to gain actionable insights on occupancy &amp; room utilization, building analytics &amp; maintenance?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0732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1783884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333E5-148B-0ECA-D800-C6A8860CA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63A000A8-1A9C-5A63-A566-6F4930D484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1867340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2956B6C-8852-E862-8354-0A178E5D0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11296" y="1371250"/>
            <a:ext cx="3455294" cy="49551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noFill/>
            <a:headEnd type="none" w="med" len="med"/>
            <a:tailEnd type="none" w="med" len="med"/>
          </a:ln>
          <a:effectLst>
            <a:outerShdw blurRad="127000" dist="1270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defTabSz="932472" fontAlgn="base">
              <a:spcBef>
                <a:spcPct val="0"/>
              </a:spcBef>
              <a:spcAft>
                <a:spcPct val="0"/>
              </a:spcAft>
            </a:pPr>
            <a:endParaRPr lang="en-US" sz="1100">
              <a:solidFill>
                <a:schemeClr val="accent1"/>
              </a:solidFill>
              <a:latin typeface="Segoe Pro Display Semibold" panose="020B0702040504020203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D56EF42-321A-1B8E-3F30-842AFE7B5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Customer Scenario, Conversation, and Outcomes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0BC0111-6B6F-2BB9-5671-FEFCA3C3C4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3" y="939800"/>
            <a:ext cx="11407567" cy="830997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Bring solution to every Copilot conversation to drive new workload acquisition, expansion motion, and Teams consolidation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F701540-E3C0-2646-27D2-48AA4A852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683229" y="1362897"/>
            <a:ext cx="3369444" cy="497186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noFill/>
            <a:headEnd type="none" w="med" len="med"/>
            <a:tailEnd type="none" w="med" len="med"/>
          </a:ln>
          <a:effectLst>
            <a:outerShdw blurRad="127000" dist="1270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defTabSz="932472" fontAlgn="base">
              <a:spcBef>
                <a:spcPct val="0"/>
              </a:spcBef>
              <a:spcAft>
                <a:spcPct val="0"/>
              </a:spcAft>
            </a:pPr>
            <a:endParaRPr lang="en-US" sz="1100">
              <a:solidFill>
                <a:schemeClr val="accent1"/>
              </a:solidFill>
              <a:latin typeface="Segoe Pro Display Semibold" panose="020B0702040504020203" pitchFamily="34" charset="0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FBD0BE4-C426-6E5F-932F-2659ED024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669311" y="1374510"/>
            <a:ext cx="2976971" cy="494863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noFill/>
            <a:headEnd type="none" w="med" len="med"/>
            <a:tailEnd type="none" w="med" len="med"/>
          </a:ln>
          <a:effectLst>
            <a:outerShdw blurRad="127000" dist="1270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defTabSz="932472" fontAlgn="base">
              <a:spcBef>
                <a:spcPct val="0"/>
              </a:spcBef>
              <a:spcAft>
                <a:spcPct val="0"/>
              </a:spcAft>
            </a:pPr>
            <a:endParaRPr lang="en-US" sz="1100">
              <a:solidFill>
                <a:schemeClr val="accent1"/>
              </a:solidFill>
              <a:latin typeface="Segoe Pro Display Semibold" panose="020B07020405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1B61FB-B9F9-F6F2-536C-01D91E73A4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27065" y="1384972"/>
            <a:ext cx="3369444" cy="215444"/>
          </a:xfrm>
          <a:prstGeom prst="rect">
            <a:avLst/>
          </a:prstGeom>
          <a:noFill/>
          <a:ln w="3175">
            <a:noFill/>
            <a:headEnd type="none" w="med" len="med"/>
            <a:tailEnd type="none" w="med" len="med"/>
          </a:ln>
          <a:effectLst>
            <a:outerShdw blurRad="165100" dist="101600" dir="8100000" algn="tr" rotWithShape="0">
              <a:schemeClr val="accent1">
                <a:alpha val="9000"/>
              </a:schemeClr>
            </a:outerShdw>
          </a:effectLst>
          <a:scene3d>
            <a:camera prst="perspectiveRight" fov="0"/>
            <a:lightRig rig="threePt" dir="t"/>
          </a:scene3d>
          <a:sp3d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  <a:flatTx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5253B0"/>
                </a:solidFill>
                <a:latin typeface="Segoe Sans Display Semibold"/>
                <a:cs typeface="Segoe UI" pitchFamily="34" charset="0"/>
              </a:rPr>
              <a:t>Scenari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44791"/>
                </a:solidFill>
                <a:effectLst/>
                <a:uLnTx/>
                <a:uFillTx/>
                <a:latin typeface="Segoe Sans Display Semibold"/>
                <a:ea typeface="+mn-ea"/>
                <a:cs typeface="Segoe UI" pitchFamily="34" charset="0"/>
              </a:rPr>
              <a:t>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73B200-A2D8-D18B-5F61-8BCFDD66AB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677886" y="1398746"/>
            <a:ext cx="3374787" cy="215444"/>
          </a:xfrm>
          <a:prstGeom prst="rect">
            <a:avLst/>
          </a:prstGeom>
          <a:noFill/>
          <a:ln w="3175">
            <a:noFill/>
            <a:headEnd type="none" w="med" len="med"/>
            <a:tailEnd type="none" w="med" len="med"/>
          </a:ln>
          <a:effectLst>
            <a:outerShdw blurRad="165100" dist="101600" dir="8100000" algn="tr" rotWithShape="0">
              <a:schemeClr val="accent1">
                <a:alpha val="9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5253B0"/>
                </a:solidFill>
                <a:latin typeface="Segoe Sans Display Semibold"/>
                <a:cs typeface="Segoe UI" pitchFamily="34" charset="0"/>
              </a:rPr>
              <a:t>Conversation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B39A0E-3C01-78D7-3CE7-F09DF5066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669310" y="1408376"/>
            <a:ext cx="2976971" cy="215444"/>
          </a:xfrm>
          <a:prstGeom prst="rect">
            <a:avLst/>
          </a:prstGeom>
          <a:noFill/>
          <a:ln w="3175">
            <a:noFill/>
            <a:headEnd type="none" w="med" len="med"/>
            <a:tailEnd type="none" w="med" len="med"/>
          </a:ln>
          <a:effectLst>
            <a:outerShdw blurRad="165100" dist="101600" dir="8100000" algn="tr" rotWithShape="0">
              <a:schemeClr val="accent1">
                <a:alpha val="9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>
                <a:solidFill>
                  <a:srgbClr val="5253B0"/>
                </a:solidFill>
                <a:latin typeface="Segoe Sans Display Semibold"/>
                <a:cs typeface="Segoe UI" pitchFamily="34" charset="0"/>
              </a:rPr>
              <a:t>Outcomes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67469A5-45E9-7056-AD5E-FFDDF6402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775902" y="1722214"/>
            <a:ext cx="1133126" cy="4513031"/>
          </a:xfrm>
          <a:prstGeom prst="roundRect">
            <a:avLst>
              <a:gd name="adj" fmla="val 10055"/>
            </a:avLst>
          </a:prstGeom>
          <a:solidFill>
            <a:srgbClr val="FFF8F3"/>
          </a:solidFill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 Semibold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73" name="Freeform 5">
            <a:extLst>
              <a:ext uri="{FF2B5EF4-FFF2-40B4-BE49-F238E27FC236}">
                <a16:creationId xmlns:a16="http://schemas.microsoft.com/office/drawing/2014/main" id="{13591C17-EDCB-F1E1-04B2-2584D1D9D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8061" y="1951630"/>
            <a:ext cx="283410" cy="283410"/>
          </a:xfrm>
          <a:prstGeom prst="mathPlus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5E67F281-3CEF-EBAB-B7C8-316B9CCD707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2296018" y="1722214"/>
            <a:ext cx="1662402" cy="701300"/>
          </a:xfrm>
          <a:prstGeom prst="roundRect">
            <a:avLst>
              <a:gd name="adj" fmla="val 10055"/>
            </a:avLst>
          </a:prstGeom>
          <a:solidFill>
            <a:srgbClr val="5B5F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IN" sz="1400">
                <a:solidFill>
                  <a:srgbClr val="FFFFFF"/>
                </a:solidFill>
                <a:latin typeface="Segoe Sans Display Semibold"/>
                <a:cs typeface="Segoe UI" pitchFamily="34" charset="0"/>
              </a:rPr>
              <a:t>Teams Rooms</a:t>
            </a:r>
          </a:p>
        </p:txBody>
      </p:sp>
      <p:sp>
        <p:nvSpPr>
          <p:cNvPr id="69" name="Freeform 5">
            <a:extLst>
              <a:ext uri="{FF2B5EF4-FFF2-40B4-BE49-F238E27FC236}">
                <a16:creationId xmlns:a16="http://schemas.microsoft.com/office/drawing/2014/main" id="{F0BBB827-5BDC-CDE8-7F7F-2D81FCC57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058178" y="2018812"/>
            <a:ext cx="411731" cy="217018"/>
          </a:xfrm>
          <a:prstGeom prst="rightArrow">
            <a:avLst/>
          </a:prstGeom>
          <a:gradFill flip="none" rotWithShape="1">
            <a:gsLst>
              <a:gs pos="0">
                <a:srgbClr val="C551BF">
                  <a:alpha val="0"/>
                </a:srgbClr>
              </a:gs>
              <a:gs pos="100000">
                <a:srgbClr val="C551BF"/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69BDDF2-A317-2228-175F-EEEE38B616A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4814968" y="1745666"/>
            <a:ext cx="3114020" cy="720976"/>
          </a:xfrm>
          <a:prstGeom prst="roundRect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Bring Intelligent speakers &amp; camera w/ Teams Rooms to benefit from Copilot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76" name="Freeform 5">
            <a:extLst>
              <a:ext uri="{FF2B5EF4-FFF2-40B4-BE49-F238E27FC236}">
                <a16:creationId xmlns:a16="http://schemas.microsoft.com/office/drawing/2014/main" id="{4145C6B1-C550-1883-9646-FEE6098664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158860" y="1991681"/>
            <a:ext cx="328292" cy="317606"/>
          </a:xfrm>
          <a:prstGeom prst="mathEqual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62B54301-72FC-219B-37EE-36D06B64ADD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8800064" y="1775419"/>
            <a:ext cx="2738438" cy="696457"/>
          </a:xfrm>
          <a:prstGeom prst="roundRect">
            <a:avLst>
              <a:gd name="adj" fmla="val 11300"/>
            </a:avLst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AI proof/enabled Rooms |  Buy Teams Rooms </a:t>
            </a:r>
            <a:r>
              <a:rPr lang="en-US" sz="1100">
                <a:solidFill>
                  <a:srgbClr val="000000"/>
                </a:solidFill>
                <a:latin typeface="Segoe Sans Text"/>
                <a:cs typeface="Segoe UI"/>
              </a:rPr>
              <a:t>for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meeting spaces</a:t>
            </a:r>
          </a:p>
        </p:txBody>
      </p:sp>
      <p:sp>
        <p:nvSpPr>
          <p:cNvPr id="75" name="Freeform 5">
            <a:extLst>
              <a:ext uri="{FF2B5EF4-FFF2-40B4-BE49-F238E27FC236}">
                <a16:creationId xmlns:a16="http://schemas.microsoft.com/office/drawing/2014/main" id="{DC47ABE3-DA92-AB32-2257-44933A7D7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8061" y="2879512"/>
            <a:ext cx="283410" cy="283410"/>
          </a:xfrm>
          <a:prstGeom prst="mathPlus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E4E58B13-EA0B-9097-1FF5-4A3B103E31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2283491" y="2645277"/>
            <a:ext cx="1672633" cy="701300"/>
          </a:xfrm>
          <a:prstGeom prst="roundRect">
            <a:avLst>
              <a:gd name="adj" fmla="val 10055"/>
            </a:avLst>
          </a:prstGeom>
          <a:solidFill>
            <a:srgbClr val="5B5F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N" sz="1200">
                <a:solidFill>
                  <a:srgbClr val="FFFFFF"/>
                </a:solidFill>
                <a:latin typeface="Segoe Sans Display Semibold"/>
                <a:cs typeface="Segoe UI" pitchFamily="34" charset="0"/>
              </a:rPr>
              <a:t>Teams Phone</a:t>
            </a:r>
          </a:p>
        </p:txBody>
      </p:sp>
      <p:sp>
        <p:nvSpPr>
          <p:cNvPr id="74" name="Freeform 5">
            <a:extLst>
              <a:ext uri="{FF2B5EF4-FFF2-40B4-BE49-F238E27FC236}">
                <a16:creationId xmlns:a16="http://schemas.microsoft.com/office/drawing/2014/main" id="{C828E04E-01CA-611A-2ECD-F28E75CD5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8061" y="4735278"/>
            <a:ext cx="283410" cy="283410"/>
          </a:xfrm>
          <a:prstGeom prst="mathPlus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8DD771D9-8FF1-FCD1-994B-6F320570023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2283491" y="3568340"/>
            <a:ext cx="1662402" cy="701301"/>
          </a:xfrm>
          <a:prstGeom prst="roundRect">
            <a:avLst>
              <a:gd name="adj" fmla="val 10055"/>
            </a:avLst>
          </a:prstGeom>
          <a:solidFill>
            <a:srgbClr val="5B5F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algn="ctr" defTabSz="932472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IN" sz="1200">
                <a:solidFill>
                  <a:srgbClr val="FFFFFF"/>
                </a:solidFill>
                <a:latin typeface="Segoe Sans Display Semibold"/>
                <a:cs typeface="Segoe UI" pitchFamily="34" charset="0"/>
              </a:rPr>
              <a:t>Teams Premium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8A5F583-0517-D7FC-3DDF-E025F820279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2276476" y="4491404"/>
            <a:ext cx="1662402" cy="701301"/>
          </a:xfrm>
          <a:prstGeom prst="roundRect">
            <a:avLst>
              <a:gd name="adj" fmla="val 10055"/>
            </a:avLst>
          </a:prstGeom>
          <a:solidFill>
            <a:srgbClr val="5B5F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N" sz="1200">
                <a:solidFill>
                  <a:srgbClr val="FFFFFF"/>
                </a:solidFill>
                <a:latin typeface="Segoe Sans Display Semibold"/>
                <a:cs typeface="Segoe UI" pitchFamily="34" charset="0"/>
              </a:rPr>
              <a:t>Microsoft Places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177119A8-3CE2-CA35-C788-9A593086C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8061" y="5663160"/>
            <a:ext cx="283410" cy="283410"/>
          </a:xfrm>
          <a:prstGeom prst="mathPlus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F1D9A02-9D9C-B5C7-1944-0D3A68167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169026" y="5308819"/>
            <a:ext cx="9294559" cy="0"/>
          </a:xfrm>
          <a:prstGeom prst="line">
            <a:avLst/>
          </a:prstGeom>
          <a:noFill/>
          <a:ln w="12700" cap="rnd">
            <a:solidFill>
              <a:srgbClr val="9299F7"/>
            </a:solidFill>
            <a:prstDash val="sysDot"/>
            <a:miter/>
          </a:ln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AA5722-3CC4-6F58-ABC0-273BDEAA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192994" y="4395745"/>
            <a:ext cx="9294559" cy="0"/>
          </a:xfrm>
          <a:prstGeom prst="line">
            <a:avLst/>
          </a:prstGeom>
          <a:noFill/>
          <a:ln w="12700" cap="rnd">
            <a:solidFill>
              <a:srgbClr val="9299F7"/>
            </a:solidFill>
            <a:prstDash val="sysDot"/>
            <a:miter/>
          </a:ln>
        </p:spPr>
      </p:cxnSp>
      <p:sp>
        <p:nvSpPr>
          <p:cNvPr id="23" name="Freeform 5">
            <a:extLst>
              <a:ext uri="{FF2B5EF4-FFF2-40B4-BE49-F238E27FC236}">
                <a16:creationId xmlns:a16="http://schemas.microsoft.com/office/drawing/2014/main" id="{B280BA64-6457-DCB4-DE27-AAF95CD418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8061" y="3807395"/>
            <a:ext cx="283410" cy="283410"/>
          </a:xfrm>
          <a:prstGeom prst="mathPlus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D0C70BD-E347-B5C5-4E96-A6A6EC255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192994" y="3452853"/>
            <a:ext cx="9294559" cy="0"/>
          </a:xfrm>
          <a:prstGeom prst="line">
            <a:avLst/>
          </a:prstGeom>
          <a:noFill/>
          <a:ln w="12700" cap="rnd">
            <a:solidFill>
              <a:srgbClr val="9299F7"/>
            </a:solidFill>
            <a:prstDash val="sysDot"/>
            <a:miter/>
          </a:ln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7D5EAB8-B365-5CEE-DA5E-881812C8F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201741" y="2552367"/>
            <a:ext cx="9294559" cy="0"/>
          </a:xfrm>
          <a:prstGeom prst="line">
            <a:avLst/>
          </a:prstGeom>
          <a:noFill/>
          <a:ln w="12700" cap="rnd">
            <a:solidFill>
              <a:srgbClr val="9299F7"/>
            </a:solidFill>
            <a:prstDash val="sysDot"/>
            <a:miter/>
          </a:ln>
        </p:spPr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C843D2-17AA-A3CE-62C6-EF4A45A1D9F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2276476" y="5414467"/>
            <a:ext cx="1662401" cy="820778"/>
          </a:xfrm>
          <a:prstGeom prst="roundRect">
            <a:avLst>
              <a:gd name="adj" fmla="val 10055"/>
            </a:avLst>
          </a:prstGeom>
          <a:solidFill>
            <a:srgbClr val="5B5F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N" sz="1200">
                <a:solidFill>
                  <a:srgbClr val="FFFFFF"/>
                </a:solidFill>
                <a:latin typeface="Segoe Sans Display Semibold"/>
                <a:cs typeface="Segoe UI" pitchFamily="34" charset="0"/>
              </a:rPr>
              <a:t>Multiple meeting platforms + point solutions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D470E5-392B-F606-72F0-56006A373DD4}"/>
              </a:ext>
            </a:extLst>
          </p:cNvPr>
          <p:cNvSpPr txBox="1"/>
          <p:nvPr/>
        </p:nvSpPr>
        <p:spPr>
          <a:xfrm>
            <a:off x="2417063" y="6642100"/>
            <a:ext cx="3031237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Copilot in Teams is part of Microsoft 365 Copilot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0D763A-3A97-761A-52B7-673BC964331E}"/>
              </a:ext>
            </a:extLst>
          </p:cNvPr>
          <p:cNvSpPr txBox="1"/>
          <p:nvPr/>
        </p:nvSpPr>
        <p:spPr>
          <a:xfrm>
            <a:off x="5672784" y="6415251"/>
            <a:ext cx="5732463" cy="5201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*Meeting branding and background personalization; Protect sensitive information with watermarking; Real-time translation (caption/transcript); Meeting templates to automate meeting compliance, including Copilot for Teams w/ or w/o transcription.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**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Hybrid scheduling, Intelligent booking, wayfinding, Hot desk booking, meet-ups,  space insights &amp; optimization.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(Body)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4458401-AFE8-E0A2-666C-A9941B475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3791" y="3568340"/>
            <a:ext cx="931985" cy="64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700209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6836E-3BE3-0076-B482-1E2A26A66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DF6749B5-7F44-BB4B-F704-7A48CA9F2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1867340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FF1042C-0D65-3092-0BDA-CF7840334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11296" y="1371250"/>
            <a:ext cx="3455294" cy="49551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noFill/>
            <a:headEnd type="none" w="med" len="med"/>
            <a:tailEnd type="none" w="med" len="med"/>
          </a:ln>
          <a:effectLst>
            <a:outerShdw blurRad="127000" dist="1270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defTabSz="932472" fontAlgn="base">
              <a:spcBef>
                <a:spcPct val="0"/>
              </a:spcBef>
              <a:spcAft>
                <a:spcPct val="0"/>
              </a:spcAft>
            </a:pPr>
            <a:endParaRPr lang="en-US" sz="1100">
              <a:solidFill>
                <a:schemeClr val="accent1"/>
              </a:solidFill>
              <a:latin typeface="Segoe Pro Display Semibold" panose="020B0702040504020203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5F612C-080D-0C4F-D540-2102BCB22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Customer Scenario, Conversation, and Outcomes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ABA6D4-D01B-CA32-FD2F-AE40698FDD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3" y="939800"/>
            <a:ext cx="11407567" cy="830997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Bring solution to every Copilot conversation to drive new workload acquisition, expansion motion, and Teams consolidation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1CA43CD-038A-36A0-1044-5759978DC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683229" y="1362897"/>
            <a:ext cx="3369444" cy="497186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noFill/>
            <a:headEnd type="none" w="med" len="med"/>
            <a:tailEnd type="none" w="med" len="med"/>
          </a:ln>
          <a:effectLst>
            <a:outerShdw blurRad="127000" dist="1270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defTabSz="932472" fontAlgn="base">
              <a:spcBef>
                <a:spcPct val="0"/>
              </a:spcBef>
              <a:spcAft>
                <a:spcPct val="0"/>
              </a:spcAft>
            </a:pPr>
            <a:endParaRPr lang="en-US" sz="1100">
              <a:solidFill>
                <a:schemeClr val="accent1"/>
              </a:solidFill>
              <a:latin typeface="Segoe Pro Display Semibold" panose="020B0702040504020203" pitchFamily="34" charset="0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90C1279-67D6-78B8-6F31-50D3245A7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669311" y="1374510"/>
            <a:ext cx="2976971" cy="494863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noFill/>
            <a:headEnd type="none" w="med" len="med"/>
            <a:tailEnd type="none" w="med" len="med"/>
          </a:ln>
          <a:effectLst>
            <a:outerShdw blurRad="127000" dist="1270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defTabSz="932472" fontAlgn="base">
              <a:spcBef>
                <a:spcPct val="0"/>
              </a:spcBef>
              <a:spcAft>
                <a:spcPct val="0"/>
              </a:spcAft>
            </a:pPr>
            <a:endParaRPr lang="en-US" sz="1100">
              <a:solidFill>
                <a:schemeClr val="accent1"/>
              </a:solidFill>
              <a:latin typeface="Segoe Pro Display Semibold" panose="020B07020405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EEDECB-54D9-D481-2F81-AB8E0ED837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27065" y="1384972"/>
            <a:ext cx="3369444" cy="215444"/>
          </a:xfrm>
          <a:prstGeom prst="rect">
            <a:avLst/>
          </a:prstGeom>
          <a:noFill/>
          <a:ln w="3175">
            <a:noFill/>
            <a:headEnd type="none" w="med" len="med"/>
            <a:tailEnd type="none" w="med" len="med"/>
          </a:ln>
          <a:effectLst>
            <a:outerShdw blurRad="165100" dist="101600" dir="8100000" algn="tr" rotWithShape="0">
              <a:schemeClr val="accent1">
                <a:alpha val="9000"/>
              </a:schemeClr>
            </a:outerShdw>
          </a:effectLst>
          <a:scene3d>
            <a:camera prst="perspectiveRight" fov="0"/>
            <a:lightRig rig="threePt" dir="t"/>
          </a:scene3d>
          <a:sp3d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  <a:flatTx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5253B0"/>
                </a:solidFill>
                <a:latin typeface="Segoe Sans Display Semibold"/>
                <a:cs typeface="Segoe UI" pitchFamily="34" charset="0"/>
              </a:rPr>
              <a:t>Scenari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44791"/>
                </a:solidFill>
                <a:effectLst/>
                <a:uLnTx/>
                <a:uFillTx/>
                <a:latin typeface="Segoe Sans Display Semibold"/>
                <a:ea typeface="+mn-ea"/>
                <a:cs typeface="Segoe UI" pitchFamily="34" charset="0"/>
              </a:rPr>
              <a:t>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4C0FAB-221D-006F-2BFB-108DDCC4E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677886" y="1398746"/>
            <a:ext cx="3374787" cy="215444"/>
          </a:xfrm>
          <a:prstGeom prst="rect">
            <a:avLst/>
          </a:prstGeom>
          <a:noFill/>
          <a:ln w="3175">
            <a:noFill/>
            <a:headEnd type="none" w="med" len="med"/>
            <a:tailEnd type="none" w="med" len="med"/>
          </a:ln>
          <a:effectLst>
            <a:outerShdw blurRad="165100" dist="101600" dir="8100000" algn="tr" rotWithShape="0">
              <a:schemeClr val="accent1">
                <a:alpha val="9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5253B0"/>
                </a:solidFill>
                <a:latin typeface="Segoe Sans Display Semibold"/>
                <a:cs typeface="Segoe UI" pitchFamily="34" charset="0"/>
              </a:rPr>
              <a:t>Conversation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A4C829D-9A5F-F152-AC57-9505D78AF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669310" y="1408376"/>
            <a:ext cx="2976971" cy="215444"/>
          </a:xfrm>
          <a:prstGeom prst="rect">
            <a:avLst/>
          </a:prstGeom>
          <a:noFill/>
          <a:ln w="3175">
            <a:noFill/>
            <a:headEnd type="none" w="med" len="med"/>
            <a:tailEnd type="none" w="med" len="med"/>
          </a:ln>
          <a:effectLst>
            <a:outerShdw blurRad="165100" dist="101600" dir="8100000" algn="tr" rotWithShape="0">
              <a:schemeClr val="accent1">
                <a:alpha val="9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>
                <a:solidFill>
                  <a:srgbClr val="5253B0"/>
                </a:solidFill>
                <a:latin typeface="Segoe Sans Display Semibold"/>
                <a:cs typeface="Segoe UI" pitchFamily="34" charset="0"/>
              </a:rPr>
              <a:t>Outcomes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F1CA28E-F893-C8F0-BFD4-0FB412216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775902" y="1722214"/>
            <a:ext cx="1133126" cy="4513031"/>
          </a:xfrm>
          <a:prstGeom prst="roundRect">
            <a:avLst>
              <a:gd name="adj" fmla="val 10055"/>
            </a:avLst>
          </a:prstGeom>
          <a:solidFill>
            <a:srgbClr val="FFF8F3"/>
          </a:solidFill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 Semibold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73" name="Freeform 5">
            <a:extLst>
              <a:ext uri="{FF2B5EF4-FFF2-40B4-BE49-F238E27FC236}">
                <a16:creationId xmlns:a16="http://schemas.microsoft.com/office/drawing/2014/main" id="{6CBF836F-89F8-F341-65B1-609EA63BBD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8061" y="1951630"/>
            <a:ext cx="283410" cy="283410"/>
          </a:xfrm>
          <a:prstGeom prst="mathPlus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DE6C5907-7762-D76A-A8E4-D166C23084C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2296018" y="1722214"/>
            <a:ext cx="1662402" cy="701300"/>
          </a:xfrm>
          <a:prstGeom prst="roundRect">
            <a:avLst>
              <a:gd name="adj" fmla="val 10055"/>
            </a:avLst>
          </a:prstGeom>
          <a:solidFill>
            <a:srgbClr val="5B5F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IN" sz="1400">
                <a:solidFill>
                  <a:srgbClr val="FFFFFF"/>
                </a:solidFill>
                <a:latin typeface="Segoe Sans Display Semibold"/>
                <a:cs typeface="Segoe UI" pitchFamily="34" charset="0"/>
              </a:rPr>
              <a:t>Teams Rooms</a:t>
            </a:r>
          </a:p>
        </p:txBody>
      </p:sp>
      <p:sp>
        <p:nvSpPr>
          <p:cNvPr id="69" name="Freeform 5">
            <a:extLst>
              <a:ext uri="{FF2B5EF4-FFF2-40B4-BE49-F238E27FC236}">
                <a16:creationId xmlns:a16="http://schemas.microsoft.com/office/drawing/2014/main" id="{C8268B5D-50DB-F3A0-3EF1-BE9E0DF3F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058178" y="2018812"/>
            <a:ext cx="411731" cy="217018"/>
          </a:xfrm>
          <a:prstGeom prst="rightArrow">
            <a:avLst/>
          </a:prstGeom>
          <a:gradFill flip="none" rotWithShape="1">
            <a:gsLst>
              <a:gs pos="0">
                <a:srgbClr val="C551BF">
                  <a:alpha val="0"/>
                </a:srgbClr>
              </a:gs>
              <a:gs pos="100000">
                <a:srgbClr val="C551BF"/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4B57D40C-8623-B1D2-51DB-092F4A1D9BC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4814968" y="1745666"/>
            <a:ext cx="3114020" cy="720976"/>
          </a:xfrm>
          <a:prstGeom prst="roundRect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Bring Intelligent speakers &amp; camera w/ Teams Rooms to benefit from Copilot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76" name="Freeform 5">
            <a:extLst>
              <a:ext uri="{FF2B5EF4-FFF2-40B4-BE49-F238E27FC236}">
                <a16:creationId xmlns:a16="http://schemas.microsoft.com/office/drawing/2014/main" id="{6D3249FF-EB38-2710-722E-EC0D6A13A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158860" y="1991681"/>
            <a:ext cx="328292" cy="317606"/>
          </a:xfrm>
          <a:prstGeom prst="mathEqual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F9C39AFB-6B1A-73A6-B80E-81D1C1A1C7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8800064" y="1775419"/>
            <a:ext cx="2738438" cy="696457"/>
          </a:xfrm>
          <a:prstGeom prst="roundRect">
            <a:avLst>
              <a:gd name="adj" fmla="val 11300"/>
            </a:avLst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AI proof/enabled Rooms |  Buy Teams Rooms </a:t>
            </a:r>
            <a:r>
              <a:rPr lang="en-US" sz="1100">
                <a:solidFill>
                  <a:srgbClr val="000000"/>
                </a:solidFill>
                <a:latin typeface="Segoe Sans Text"/>
                <a:cs typeface="Segoe UI"/>
              </a:rPr>
              <a:t>for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meeting spaces</a:t>
            </a:r>
          </a:p>
        </p:txBody>
      </p:sp>
      <p:sp>
        <p:nvSpPr>
          <p:cNvPr id="75" name="Freeform 5">
            <a:extLst>
              <a:ext uri="{FF2B5EF4-FFF2-40B4-BE49-F238E27FC236}">
                <a16:creationId xmlns:a16="http://schemas.microsoft.com/office/drawing/2014/main" id="{80A81A9A-2F60-3D30-8D8B-913882120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8061" y="2879512"/>
            <a:ext cx="283410" cy="283410"/>
          </a:xfrm>
          <a:prstGeom prst="mathPlus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74CF8329-803C-84C5-0FF0-A77F6CDBEFC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2283491" y="2645277"/>
            <a:ext cx="1672633" cy="701300"/>
          </a:xfrm>
          <a:prstGeom prst="roundRect">
            <a:avLst>
              <a:gd name="adj" fmla="val 10055"/>
            </a:avLst>
          </a:prstGeom>
          <a:solidFill>
            <a:srgbClr val="5B5F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N" sz="1200">
                <a:solidFill>
                  <a:srgbClr val="FFFFFF"/>
                </a:solidFill>
                <a:latin typeface="Segoe Sans Display Semibold"/>
                <a:cs typeface="Segoe UI" pitchFamily="34" charset="0"/>
              </a:rPr>
              <a:t>Teams Phone</a:t>
            </a: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1FA583B9-B237-46CB-0DED-33D9FD117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058178" y="2938198"/>
            <a:ext cx="411731" cy="217018"/>
          </a:xfrm>
          <a:prstGeom prst="rightArrow">
            <a:avLst/>
          </a:prstGeom>
          <a:gradFill flip="none" rotWithShape="1">
            <a:gsLst>
              <a:gs pos="0">
                <a:srgbClr val="C551BF">
                  <a:alpha val="0"/>
                </a:srgbClr>
              </a:gs>
              <a:gs pos="100000">
                <a:srgbClr val="C551BF"/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64EA336A-32B1-E74E-9887-C67B5B4780A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4814968" y="2678481"/>
            <a:ext cx="3114020" cy="698429"/>
          </a:xfrm>
          <a:prstGeom prst="roundRect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Move PSTN calling to cloud</a:t>
            </a:r>
          </a:p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Increased value-add Phone +  Copilot</a:t>
            </a: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CBA827AA-D281-BD91-BB45-2B4FBD8B1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158860" y="2905276"/>
            <a:ext cx="328292" cy="317606"/>
          </a:xfrm>
          <a:prstGeom prst="mathEqual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2D838D28-2A86-BA12-BE70-184F311B852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8800064" y="2648801"/>
            <a:ext cx="2738438" cy="704602"/>
          </a:xfrm>
          <a:prstGeom prst="roundRect">
            <a:avLst>
              <a:gd name="adj" fmla="val 11300"/>
            </a:avLst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Buy/enable more Phone seats</a:t>
            </a:r>
          </a:p>
        </p:txBody>
      </p:sp>
      <p:sp>
        <p:nvSpPr>
          <p:cNvPr id="74" name="Freeform 5">
            <a:extLst>
              <a:ext uri="{FF2B5EF4-FFF2-40B4-BE49-F238E27FC236}">
                <a16:creationId xmlns:a16="http://schemas.microsoft.com/office/drawing/2014/main" id="{181794F8-BB89-CFFA-5C84-E6B66E552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8061" y="4735278"/>
            <a:ext cx="283410" cy="283410"/>
          </a:xfrm>
          <a:prstGeom prst="mathPlus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CBA76BEA-A33A-5201-323A-3964AA12967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2283491" y="3568340"/>
            <a:ext cx="1662402" cy="701301"/>
          </a:xfrm>
          <a:prstGeom prst="roundRect">
            <a:avLst>
              <a:gd name="adj" fmla="val 10055"/>
            </a:avLst>
          </a:prstGeom>
          <a:solidFill>
            <a:srgbClr val="5B5F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algn="ctr" defTabSz="932472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IN" sz="1200">
                <a:solidFill>
                  <a:srgbClr val="FFFFFF"/>
                </a:solidFill>
                <a:latin typeface="Segoe Sans Display Semibold"/>
                <a:cs typeface="Segoe UI" pitchFamily="34" charset="0"/>
              </a:rPr>
              <a:t>Teams Premium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57EDB70-ACA4-FC38-79A3-BA0DBA46233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2276476" y="4491404"/>
            <a:ext cx="1662402" cy="701301"/>
          </a:xfrm>
          <a:prstGeom prst="roundRect">
            <a:avLst>
              <a:gd name="adj" fmla="val 10055"/>
            </a:avLst>
          </a:prstGeom>
          <a:solidFill>
            <a:srgbClr val="5B5F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N" sz="1200">
                <a:solidFill>
                  <a:srgbClr val="FFFFFF"/>
                </a:solidFill>
                <a:latin typeface="Segoe Sans Display Semibold"/>
                <a:cs typeface="Segoe UI" pitchFamily="34" charset="0"/>
              </a:rPr>
              <a:t>Microsoft Places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79D32BBB-B501-76F9-4B9A-E29C17A0C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8061" y="5663160"/>
            <a:ext cx="283410" cy="283410"/>
          </a:xfrm>
          <a:prstGeom prst="mathPlus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D2B0637-4D17-6FB7-6B65-43F7F854A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169026" y="5308819"/>
            <a:ext cx="9294559" cy="0"/>
          </a:xfrm>
          <a:prstGeom prst="line">
            <a:avLst/>
          </a:prstGeom>
          <a:noFill/>
          <a:ln w="12700" cap="rnd">
            <a:solidFill>
              <a:srgbClr val="9299F7"/>
            </a:solidFill>
            <a:prstDash val="sysDot"/>
            <a:miter/>
          </a:ln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125BBFB-821E-8DE5-30D4-AEDE25A20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192994" y="4395745"/>
            <a:ext cx="9294559" cy="0"/>
          </a:xfrm>
          <a:prstGeom prst="line">
            <a:avLst/>
          </a:prstGeom>
          <a:noFill/>
          <a:ln w="12700" cap="rnd">
            <a:solidFill>
              <a:srgbClr val="9299F7"/>
            </a:solidFill>
            <a:prstDash val="sysDot"/>
            <a:miter/>
          </a:ln>
        </p:spPr>
      </p:cxnSp>
      <p:sp>
        <p:nvSpPr>
          <p:cNvPr id="23" name="Freeform 5">
            <a:extLst>
              <a:ext uri="{FF2B5EF4-FFF2-40B4-BE49-F238E27FC236}">
                <a16:creationId xmlns:a16="http://schemas.microsoft.com/office/drawing/2014/main" id="{319ACFCC-A6D4-60DA-F1AB-05FC4F98DD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8061" y="3807395"/>
            <a:ext cx="283410" cy="283410"/>
          </a:xfrm>
          <a:prstGeom prst="mathPlus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43EDFD0-9156-6301-E8D3-8F8049384D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192994" y="3452853"/>
            <a:ext cx="9294559" cy="0"/>
          </a:xfrm>
          <a:prstGeom prst="line">
            <a:avLst/>
          </a:prstGeom>
          <a:noFill/>
          <a:ln w="12700" cap="rnd">
            <a:solidFill>
              <a:srgbClr val="9299F7"/>
            </a:solidFill>
            <a:prstDash val="sysDot"/>
            <a:miter/>
          </a:ln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BB8B282-199D-F4E8-3C58-31C0EDE42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201741" y="2552367"/>
            <a:ext cx="9294559" cy="0"/>
          </a:xfrm>
          <a:prstGeom prst="line">
            <a:avLst/>
          </a:prstGeom>
          <a:noFill/>
          <a:ln w="12700" cap="rnd">
            <a:solidFill>
              <a:srgbClr val="9299F7"/>
            </a:solidFill>
            <a:prstDash val="sysDot"/>
            <a:miter/>
          </a:ln>
        </p:spPr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BE31661-3E45-BED6-801A-F04FD9CD984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2276476" y="5414467"/>
            <a:ext cx="1662401" cy="820778"/>
          </a:xfrm>
          <a:prstGeom prst="roundRect">
            <a:avLst>
              <a:gd name="adj" fmla="val 10055"/>
            </a:avLst>
          </a:prstGeom>
          <a:solidFill>
            <a:srgbClr val="5B5F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N" sz="1200">
                <a:solidFill>
                  <a:srgbClr val="FFFFFF"/>
                </a:solidFill>
                <a:latin typeface="Segoe Sans Display Semibold"/>
                <a:cs typeface="Segoe UI" pitchFamily="34" charset="0"/>
              </a:rPr>
              <a:t>Multiple meeting platforms + point solutions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46D8F4-F0A1-C933-68A7-F44A1541E772}"/>
              </a:ext>
            </a:extLst>
          </p:cNvPr>
          <p:cNvSpPr txBox="1"/>
          <p:nvPr/>
        </p:nvSpPr>
        <p:spPr>
          <a:xfrm>
            <a:off x="2417063" y="6642100"/>
            <a:ext cx="3031237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Copilot in Teams is part of Microsoft 365 Copilot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EFD2F5-C51C-0E3D-CBC7-7199EAD2C6DF}"/>
              </a:ext>
            </a:extLst>
          </p:cNvPr>
          <p:cNvSpPr txBox="1"/>
          <p:nvPr/>
        </p:nvSpPr>
        <p:spPr>
          <a:xfrm>
            <a:off x="5672784" y="6415251"/>
            <a:ext cx="5732463" cy="5201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*Meeting branding and background personalization; Protect sensitive information with watermarking; Real-time translation (caption/transcript); Meeting templates to automate meeting compliance, including Copilot for Teams w/ or w/o transcription.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**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Hybrid scheduling, Intelligent booking, wayfinding, Hot desk booking, meet-ups,  space insights &amp; optimization.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(Body)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6F17942-7C96-2097-0EE2-E97483268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3791" y="3568340"/>
            <a:ext cx="931985" cy="64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601765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12AD6-CA4F-DBDD-AD62-F6A8C8A27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E30911D3-F1C6-7694-304D-D5B8E039B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1867340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5322A69-B2C0-9435-80D2-C1EB7F27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11296" y="1371250"/>
            <a:ext cx="3455294" cy="49551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noFill/>
            <a:headEnd type="none" w="med" len="med"/>
            <a:tailEnd type="none" w="med" len="med"/>
          </a:ln>
          <a:effectLst>
            <a:outerShdw blurRad="127000" dist="1270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defTabSz="932472" fontAlgn="base">
              <a:spcBef>
                <a:spcPct val="0"/>
              </a:spcBef>
              <a:spcAft>
                <a:spcPct val="0"/>
              </a:spcAft>
            </a:pPr>
            <a:endParaRPr lang="en-US" sz="1100">
              <a:solidFill>
                <a:schemeClr val="accent1"/>
              </a:solidFill>
              <a:latin typeface="Segoe Pro Display Semibold" panose="020B0702040504020203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12A79A-1C47-D99F-EAC1-A87D351B2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Customer Scenario, Conversation, and Outcomes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A4A5541-A3FC-52F1-525E-1D9CD1532A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3" y="939800"/>
            <a:ext cx="11407567" cy="830997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Bring solution to every Copilot conversation to drive new workload acquisition, expansion motion, and Teams consolidation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53809B4-A3D6-7CEF-2099-801F0F303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683229" y="1362897"/>
            <a:ext cx="3369444" cy="497186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noFill/>
            <a:headEnd type="none" w="med" len="med"/>
            <a:tailEnd type="none" w="med" len="med"/>
          </a:ln>
          <a:effectLst>
            <a:outerShdw blurRad="127000" dist="1270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defTabSz="932472" fontAlgn="base">
              <a:spcBef>
                <a:spcPct val="0"/>
              </a:spcBef>
              <a:spcAft>
                <a:spcPct val="0"/>
              </a:spcAft>
            </a:pPr>
            <a:endParaRPr lang="en-US" sz="1100">
              <a:solidFill>
                <a:schemeClr val="accent1"/>
              </a:solidFill>
              <a:latin typeface="Segoe Pro Display Semibold" panose="020B0702040504020203" pitchFamily="34" charset="0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35A2AD5-96CB-17F5-CEA6-036729AAD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669311" y="1374510"/>
            <a:ext cx="2976971" cy="494863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noFill/>
            <a:headEnd type="none" w="med" len="med"/>
            <a:tailEnd type="none" w="med" len="med"/>
          </a:ln>
          <a:effectLst>
            <a:outerShdw blurRad="127000" dist="1270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defTabSz="932472" fontAlgn="base">
              <a:spcBef>
                <a:spcPct val="0"/>
              </a:spcBef>
              <a:spcAft>
                <a:spcPct val="0"/>
              </a:spcAft>
            </a:pPr>
            <a:endParaRPr lang="en-US" sz="1100">
              <a:solidFill>
                <a:schemeClr val="accent1"/>
              </a:solidFill>
              <a:latin typeface="Segoe Pro Display Semibold" panose="020B07020405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C3EF8D-7D3D-ED54-6C15-2BF2B2ADA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27065" y="1384972"/>
            <a:ext cx="3369444" cy="215444"/>
          </a:xfrm>
          <a:prstGeom prst="rect">
            <a:avLst/>
          </a:prstGeom>
          <a:noFill/>
          <a:ln w="3175">
            <a:noFill/>
            <a:headEnd type="none" w="med" len="med"/>
            <a:tailEnd type="none" w="med" len="med"/>
          </a:ln>
          <a:effectLst>
            <a:outerShdw blurRad="165100" dist="101600" dir="8100000" algn="tr" rotWithShape="0">
              <a:schemeClr val="accent1">
                <a:alpha val="9000"/>
              </a:schemeClr>
            </a:outerShdw>
          </a:effectLst>
          <a:scene3d>
            <a:camera prst="perspectiveRight" fov="0"/>
            <a:lightRig rig="threePt" dir="t"/>
          </a:scene3d>
          <a:sp3d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  <a:flatTx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5253B0"/>
                </a:solidFill>
                <a:latin typeface="Segoe Sans Display Semibold"/>
                <a:cs typeface="Segoe UI" pitchFamily="34" charset="0"/>
              </a:rPr>
              <a:t>Scenari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44791"/>
                </a:solidFill>
                <a:effectLst/>
                <a:uLnTx/>
                <a:uFillTx/>
                <a:latin typeface="Segoe Sans Display Semibold"/>
                <a:ea typeface="+mn-ea"/>
                <a:cs typeface="Segoe UI" pitchFamily="34" charset="0"/>
              </a:rPr>
              <a:t>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A9BB92-773E-7AF0-DE38-C9113F32BF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677886" y="1398746"/>
            <a:ext cx="3374787" cy="215444"/>
          </a:xfrm>
          <a:prstGeom prst="rect">
            <a:avLst/>
          </a:prstGeom>
          <a:noFill/>
          <a:ln w="3175">
            <a:noFill/>
            <a:headEnd type="none" w="med" len="med"/>
            <a:tailEnd type="none" w="med" len="med"/>
          </a:ln>
          <a:effectLst>
            <a:outerShdw blurRad="165100" dist="101600" dir="8100000" algn="tr" rotWithShape="0">
              <a:schemeClr val="accent1">
                <a:alpha val="9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5253B0"/>
                </a:solidFill>
                <a:latin typeface="Segoe Sans Display Semibold"/>
                <a:cs typeface="Segoe UI" pitchFamily="34" charset="0"/>
              </a:rPr>
              <a:t>Conversation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1086AF-3D70-2DF2-6153-AB07520B7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669310" y="1408376"/>
            <a:ext cx="2976971" cy="215444"/>
          </a:xfrm>
          <a:prstGeom prst="rect">
            <a:avLst/>
          </a:prstGeom>
          <a:noFill/>
          <a:ln w="3175">
            <a:noFill/>
            <a:headEnd type="none" w="med" len="med"/>
            <a:tailEnd type="none" w="med" len="med"/>
          </a:ln>
          <a:effectLst>
            <a:outerShdw blurRad="165100" dist="101600" dir="8100000" algn="tr" rotWithShape="0">
              <a:schemeClr val="accent1">
                <a:alpha val="9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>
                <a:solidFill>
                  <a:srgbClr val="5253B0"/>
                </a:solidFill>
                <a:latin typeface="Segoe Sans Display Semibold"/>
                <a:cs typeface="Segoe UI" pitchFamily="34" charset="0"/>
              </a:rPr>
              <a:t>Outcomes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03B158C-AFF5-9A63-6117-C3CB35CBA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775902" y="1722214"/>
            <a:ext cx="1133126" cy="4513031"/>
          </a:xfrm>
          <a:prstGeom prst="roundRect">
            <a:avLst>
              <a:gd name="adj" fmla="val 10055"/>
            </a:avLst>
          </a:prstGeom>
          <a:solidFill>
            <a:srgbClr val="FFF8F3"/>
          </a:solidFill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 Semibold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73" name="Freeform 5">
            <a:extLst>
              <a:ext uri="{FF2B5EF4-FFF2-40B4-BE49-F238E27FC236}">
                <a16:creationId xmlns:a16="http://schemas.microsoft.com/office/drawing/2014/main" id="{3CB66126-516E-4F84-DE88-3AC6DBC78D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8061" y="1951630"/>
            <a:ext cx="283410" cy="283410"/>
          </a:xfrm>
          <a:prstGeom prst="mathPlus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1CB2C915-84F6-7DB0-E514-FDD53AA57CD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2296018" y="1722214"/>
            <a:ext cx="1662402" cy="701300"/>
          </a:xfrm>
          <a:prstGeom prst="roundRect">
            <a:avLst>
              <a:gd name="adj" fmla="val 10055"/>
            </a:avLst>
          </a:prstGeom>
          <a:solidFill>
            <a:srgbClr val="5B5F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IN" sz="1400">
                <a:solidFill>
                  <a:srgbClr val="FFFFFF"/>
                </a:solidFill>
                <a:latin typeface="Segoe Sans Display Semibold"/>
                <a:cs typeface="Segoe UI" pitchFamily="34" charset="0"/>
              </a:rPr>
              <a:t>Teams Rooms</a:t>
            </a:r>
          </a:p>
        </p:txBody>
      </p:sp>
      <p:sp>
        <p:nvSpPr>
          <p:cNvPr id="69" name="Freeform 5">
            <a:extLst>
              <a:ext uri="{FF2B5EF4-FFF2-40B4-BE49-F238E27FC236}">
                <a16:creationId xmlns:a16="http://schemas.microsoft.com/office/drawing/2014/main" id="{B75ABB77-512A-836C-DB38-AE90F10F9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058178" y="2018812"/>
            <a:ext cx="411731" cy="217018"/>
          </a:xfrm>
          <a:prstGeom prst="rightArrow">
            <a:avLst/>
          </a:prstGeom>
          <a:gradFill flip="none" rotWithShape="1">
            <a:gsLst>
              <a:gs pos="0">
                <a:srgbClr val="C551BF">
                  <a:alpha val="0"/>
                </a:srgbClr>
              </a:gs>
              <a:gs pos="100000">
                <a:srgbClr val="C551BF"/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489FFBC-5FEB-F9B7-783F-A24E6CCA47F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4814968" y="1745666"/>
            <a:ext cx="3114020" cy="720976"/>
          </a:xfrm>
          <a:prstGeom prst="roundRect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Bring Intelligent speakers &amp; camera w/ Teams Rooms to benefit from Copilot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76" name="Freeform 5">
            <a:extLst>
              <a:ext uri="{FF2B5EF4-FFF2-40B4-BE49-F238E27FC236}">
                <a16:creationId xmlns:a16="http://schemas.microsoft.com/office/drawing/2014/main" id="{804B5198-42E7-28D1-4B68-E1447E9FD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158860" y="1991681"/>
            <a:ext cx="328292" cy="317606"/>
          </a:xfrm>
          <a:prstGeom prst="mathEqual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7582B931-6A02-70D4-382F-CE957939E91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8800064" y="1775419"/>
            <a:ext cx="2738438" cy="696457"/>
          </a:xfrm>
          <a:prstGeom prst="roundRect">
            <a:avLst>
              <a:gd name="adj" fmla="val 11300"/>
            </a:avLst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AI proof/enabled Rooms |  Buy Teams Rooms </a:t>
            </a:r>
            <a:r>
              <a:rPr lang="en-US" sz="1100">
                <a:solidFill>
                  <a:srgbClr val="000000"/>
                </a:solidFill>
                <a:latin typeface="Segoe Sans Text"/>
                <a:cs typeface="Segoe UI"/>
              </a:rPr>
              <a:t>for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meeting spaces</a:t>
            </a:r>
          </a:p>
        </p:txBody>
      </p:sp>
      <p:sp>
        <p:nvSpPr>
          <p:cNvPr id="75" name="Freeform 5">
            <a:extLst>
              <a:ext uri="{FF2B5EF4-FFF2-40B4-BE49-F238E27FC236}">
                <a16:creationId xmlns:a16="http://schemas.microsoft.com/office/drawing/2014/main" id="{AF65C561-4193-B116-5771-E82516A9DC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8061" y="2879512"/>
            <a:ext cx="283410" cy="283410"/>
          </a:xfrm>
          <a:prstGeom prst="mathPlus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60321F4A-D8E1-C5CB-D5F5-502FE2F620D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2283491" y="2645277"/>
            <a:ext cx="1672633" cy="701300"/>
          </a:xfrm>
          <a:prstGeom prst="roundRect">
            <a:avLst>
              <a:gd name="adj" fmla="val 10055"/>
            </a:avLst>
          </a:prstGeom>
          <a:solidFill>
            <a:srgbClr val="5B5F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N" sz="1200">
                <a:solidFill>
                  <a:srgbClr val="FFFFFF"/>
                </a:solidFill>
                <a:latin typeface="Segoe Sans Display Semibold"/>
                <a:cs typeface="Segoe UI" pitchFamily="34" charset="0"/>
              </a:rPr>
              <a:t>Teams Phone</a:t>
            </a: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9B0E454-7605-882F-E480-49E6C9FC5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058178" y="2938198"/>
            <a:ext cx="411731" cy="217018"/>
          </a:xfrm>
          <a:prstGeom prst="rightArrow">
            <a:avLst/>
          </a:prstGeom>
          <a:gradFill flip="none" rotWithShape="1">
            <a:gsLst>
              <a:gs pos="0">
                <a:srgbClr val="C551BF">
                  <a:alpha val="0"/>
                </a:srgbClr>
              </a:gs>
              <a:gs pos="100000">
                <a:srgbClr val="C551BF"/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48EB2F83-18CC-2066-B991-8E4B03D6E91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4814968" y="2678481"/>
            <a:ext cx="3114020" cy="698429"/>
          </a:xfrm>
          <a:prstGeom prst="roundRect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Move PSTN calling to cloud</a:t>
            </a:r>
          </a:p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Increased value-add Phone +  Copilot</a:t>
            </a: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8BCDA843-FC09-C87D-B4B6-A41C03B5E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158860" y="2905276"/>
            <a:ext cx="328292" cy="317606"/>
          </a:xfrm>
          <a:prstGeom prst="mathEqual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23D70A57-CB59-23E1-ECCD-5FD026B3BA5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8800064" y="2648801"/>
            <a:ext cx="2738438" cy="704602"/>
          </a:xfrm>
          <a:prstGeom prst="roundRect">
            <a:avLst>
              <a:gd name="adj" fmla="val 11300"/>
            </a:avLst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Buy/enable more Phone seats</a:t>
            </a:r>
          </a:p>
        </p:txBody>
      </p:sp>
      <p:sp>
        <p:nvSpPr>
          <p:cNvPr id="74" name="Freeform 5">
            <a:extLst>
              <a:ext uri="{FF2B5EF4-FFF2-40B4-BE49-F238E27FC236}">
                <a16:creationId xmlns:a16="http://schemas.microsoft.com/office/drawing/2014/main" id="{6901E936-7709-BDC7-9B93-5B6785644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8061" y="4735278"/>
            <a:ext cx="283410" cy="283410"/>
          </a:xfrm>
          <a:prstGeom prst="mathPlus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51B5ADFA-6072-B0A3-A78E-32931182A7E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2283491" y="3568340"/>
            <a:ext cx="1662402" cy="701301"/>
          </a:xfrm>
          <a:prstGeom prst="roundRect">
            <a:avLst>
              <a:gd name="adj" fmla="val 10055"/>
            </a:avLst>
          </a:prstGeom>
          <a:solidFill>
            <a:srgbClr val="5B5F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algn="ctr" defTabSz="932472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IN" sz="1200">
                <a:solidFill>
                  <a:srgbClr val="FFFFFF"/>
                </a:solidFill>
                <a:latin typeface="Segoe Sans Display Semibold"/>
                <a:cs typeface="Segoe UI" pitchFamily="34" charset="0"/>
              </a:rPr>
              <a:t>Teams Premium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606304-1FA1-266A-869A-D84152A42A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4814968" y="3592166"/>
            <a:ext cx="3114020" cy="648134"/>
          </a:xfrm>
          <a:prstGeom prst="roundRect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effectLst/>
        </p:spPr>
        <p:txBody>
          <a:bodyPr wrap="square" lIns="0" tIns="91440" rIns="0" bIns="9144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Uplevel Copilot meetings w/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advanced capabilities*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444791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PLUS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Intelligent Recap for all Teams users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B0F0BF-940C-B0E0-9AAA-2D9118A36AAE}"/>
              </a:ext>
            </a:extLst>
          </p:cNvPr>
          <p:cNvSpPr txBox="1">
            <a:spLocks/>
          </p:cNvSpPr>
          <p:nvPr/>
        </p:nvSpPr>
        <p:spPr>
          <a:xfrm>
            <a:off x="8800064" y="3592166"/>
            <a:ext cx="2738438" cy="647212"/>
          </a:xfrm>
          <a:prstGeom prst="roundRect">
            <a:avLst>
              <a:gd name="adj" fmla="val 11300"/>
            </a:avLst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>
                <a:solidFill>
                  <a:schemeClr val="tx2"/>
                </a:solidFill>
                <a:cs typeface="Segoe UI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Buy/adopt Teams Premium for all or all non-Copilot users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0335392-1614-00C7-7EF7-57D99AF6233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2276476" y="4491404"/>
            <a:ext cx="1662402" cy="701301"/>
          </a:xfrm>
          <a:prstGeom prst="roundRect">
            <a:avLst>
              <a:gd name="adj" fmla="val 10055"/>
            </a:avLst>
          </a:prstGeom>
          <a:solidFill>
            <a:srgbClr val="5B5F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N" sz="1200">
                <a:solidFill>
                  <a:srgbClr val="FFFFFF"/>
                </a:solidFill>
                <a:latin typeface="Segoe Sans Display Semibold"/>
                <a:cs typeface="Segoe UI" pitchFamily="34" charset="0"/>
              </a:rPr>
              <a:t>Microsoft Places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13735A67-0805-CD79-C4C0-AB3833705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8061" y="5663160"/>
            <a:ext cx="283410" cy="283410"/>
          </a:xfrm>
          <a:prstGeom prst="mathPlus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53662BC-D049-A69C-8959-C9D4A505B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169026" y="5308819"/>
            <a:ext cx="9294559" cy="0"/>
          </a:xfrm>
          <a:prstGeom prst="line">
            <a:avLst/>
          </a:prstGeom>
          <a:noFill/>
          <a:ln w="12700" cap="rnd">
            <a:solidFill>
              <a:srgbClr val="9299F7"/>
            </a:solidFill>
            <a:prstDash val="sysDot"/>
            <a:miter/>
          </a:ln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8E32EAD-3625-BCBA-B473-B8F025082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192994" y="4395745"/>
            <a:ext cx="9294559" cy="0"/>
          </a:xfrm>
          <a:prstGeom prst="line">
            <a:avLst/>
          </a:prstGeom>
          <a:noFill/>
          <a:ln w="12700" cap="rnd">
            <a:solidFill>
              <a:srgbClr val="9299F7"/>
            </a:solidFill>
            <a:prstDash val="sysDot"/>
            <a:miter/>
          </a:ln>
        </p:spPr>
      </p:cxnSp>
      <p:sp>
        <p:nvSpPr>
          <p:cNvPr id="21" name="Freeform 5">
            <a:extLst>
              <a:ext uri="{FF2B5EF4-FFF2-40B4-BE49-F238E27FC236}">
                <a16:creationId xmlns:a16="http://schemas.microsoft.com/office/drawing/2014/main" id="{C2D018F2-B4DC-7F49-7275-32B76C7F6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158860" y="3818871"/>
            <a:ext cx="328292" cy="317606"/>
          </a:xfrm>
          <a:prstGeom prst="mathEqual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B2114AA5-6499-2AE8-26DE-7E1748FF1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058178" y="3857584"/>
            <a:ext cx="411731" cy="217018"/>
          </a:xfrm>
          <a:prstGeom prst="rightArrow">
            <a:avLst/>
          </a:prstGeom>
          <a:gradFill flip="none" rotWithShape="1">
            <a:gsLst>
              <a:gs pos="0">
                <a:srgbClr val="C551BF">
                  <a:alpha val="0"/>
                </a:srgbClr>
              </a:gs>
              <a:gs pos="100000">
                <a:srgbClr val="C551BF"/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23" name="Freeform 5">
            <a:extLst>
              <a:ext uri="{FF2B5EF4-FFF2-40B4-BE49-F238E27FC236}">
                <a16:creationId xmlns:a16="http://schemas.microsoft.com/office/drawing/2014/main" id="{5B09BCB4-1D2D-D061-5073-56B3E9E9D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8061" y="3807395"/>
            <a:ext cx="283410" cy="283410"/>
          </a:xfrm>
          <a:prstGeom prst="mathPlus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BD93078-B2ED-2922-A58B-2144376AF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192994" y="3452853"/>
            <a:ext cx="9294559" cy="0"/>
          </a:xfrm>
          <a:prstGeom prst="line">
            <a:avLst/>
          </a:prstGeom>
          <a:noFill/>
          <a:ln w="12700" cap="rnd">
            <a:solidFill>
              <a:srgbClr val="9299F7"/>
            </a:solidFill>
            <a:prstDash val="sysDot"/>
            <a:miter/>
          </a:ln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49E5BAC-5E58-B38F-C625-4812A0F98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201741" y="2552367"/>
            <a:ext cx="9294559" cy="0"/>
          </a:xfrm>
          <a:prstGeom prst="line">
            <a:avLst/>
          </a:prstGeom>
          <a:noFill/>
          <a:ln w="12700" cap="rnd">
            <a:solidFill>
              <a:srgbClr val="9299F7"/>
            </a:solidFill>
            <a:prstDash val="sysDot"/>
            <a:miter/>
          </a:ln>
        </p:spPr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3D3A9EF-930B-7880-20DC-8595CF9D587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2276476" y="5414467"/>
            <a:ext cx="1662401" cy="820778"/>
          </a:xfrm>
          <a:prstGeom prst="roundRect">
            <a:avLst>
              <a:gd name="adj" fmla="val 10055"/>
            </a:avLst>
          </a:prstGeom>
          <a:solidFill>
            <a:srgbClr val="5B5F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N" sz="1200">
                <a:solidFill>
                  <a:srgbClr val="FFFFFF"/>
                </a:solidFill>
                <a:latin typeface="Segoe Sans Display Semibold"/>
                <a:cs typeface="Segoe UI" pitchFamily="34" charset="0"/>
              </a:rPr>
              <a:t>Multiple meeting platforms + point solutions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D1B666-926B-4E60-875E-BF3D9FED81ED}"/>
              </a:ext>
            </a:extLst>
          </p:cNvPr>
          <p:cNvSpPr txBox="1"/>
          <p:nvPr/>
        </p:nvSpPr>
        <p:spPr>
          <a:xfrm>
            <a:off x="2417063" y="6642100"/>
            <a:ext cx="3031237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Copilot in Teams is part of Microsoft 365 Copilot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FD5A1E-0024-8FC6-EBA0-FA96D445AF44}"/>
              </a:ext>
            </a:extLst>
          </p:cNvPr>
          <p:cNvSpPr txBox="1"/>
          <p:nvPr/>
        </p:nvSpPr>
        <p:spPr>
          <a:xfrm>
            <a:off x="5672784" y="6415251"/>
            <a:ext cx="5732463" cy="5201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*Meeting branding and background personalization; Protect sensitive information with watermarking; Real-time translation (caption/transcript); Meeting templates to automate meeting compliance, including Copilot for Teams w/ or w/o transcription.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**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Hybrid scheduling, Intelligent booking, wayfinding, Hot desk booking, meet-ups,  space insights &amp; optimization.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(Body)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BA47394-28EB-E7B2-9B90-C74543263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3791" y="3568340"/>
            <a:ext cx="931985" cy="64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683991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ACCDF-788B-0CAC-C667-020ECCA55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E83CA28E-E1E2-DDA3-5C06-5943FF27A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1867340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8827D27-A89D-3B2B-1B75-570CA3493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11296" y="1371250"/>
            <a:ext cx="3455294" cy="49551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noFill/>
            <a:headEnd type="none" w="med" len="med"/>
            <a:tailEnd type="none" w="med" len="med"/>
          </a:ln>
          <a:effectLst>
            <a:outerShdw blurRad="127000" dist="1270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defTabSz="932472" fontAlgn="base">
              <a:spcBef>
                <a:spcPct val="0"/>
              </a:spcBef>
              <a:spcAft>
                <a:spcPct val="0"/>
              </a:spcAft>
            </a:pPr>
            <a:endParaRPr lang="en-US" sz="1100">
              <a:solidFill>
                <a:schemeClr val="accent1"/>
              </a:solidFill>
              <a:latin typeface="Segoe Pro Display Semibold" panose="020B0702040504020203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4AC846-6F98-F3AF-0780-0C45E0C0A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Customer Scenario, Conversation, and Outcomes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20715D8-2EC2-2689-9750-64B7645CAF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3" y="939800"/>
            <a:ext cx="11407567" cy="830997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Bring solution to every Copilot conversation to drive new workload acquisition, expansion motion, and Teams consolidation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0BF460A-3573-2781-A434-552435C7E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683229" y="1362897"/>
            <a:ext cx="3369444" cy="497186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noFill/>
            <a:headEnd type="none" w="med" len="med"/>
            <a:tailEnd type="none" w="med" len="med"/>
          </a:ln>
          <a:effectLst>
            <a:outerShdw blurRad="127000" dist="1270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defTabSz="932472" fontAlgn="base">
              <a:spcBef>
                <a:spcPct val="0"/>
              </a:spcBef>
              <a:spcAft>
                <a:spcPct val="0"/>
              </a:spcAft>
            </a:pPr>
            <a:endParaRPr lang="en-US" sz="1100">
              <a:solidFill>
                <a:schemeClr val="accent1"/>
              </a:solidFill>
              <a:latin typeface="Segoe Pro Display Semibold" panose="020B0702040504020203" pitchFamily="34" charset="0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40A16C45-4694-7A97-60D2-8740F40C2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669311" y="1374510"/>
            <a:ext cx="2976971" cy="494863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noFill/>
            <a:headEnd type="none" w="med" len="med"/>
            <a:tailEnd type="none" w="med" len="med"/>
          </a:ln>
          <a:effectLst>
            <a:outerShdw blurRad="127000" dist="1270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defTabSz="932472" fontAlgn="base">
              <a:spcBef>
                <a:spcPct val="0"/>
              </a:spcBef>
              <a:spcAft>
                <a:spcPct val="0"/>
              </a:spcAft>
            </a:pPr>
            <a:endParaRPr lang="en-US" sz="1100">
              <a:solidFill>
                <a:schemeClr val="accent1"/>
              </a:solidFill>
              <a:latin typeface="Segoe Pro Display Semibold" panose="020B07020405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4C1555-DBBC-E9C0-7D49-69CCC8E8E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27065" y="1384972"/>
            <a:ext cx="3369444" cy="215444"/>
          </a:xfrm>
          <a:prstGeom prst="rect">
            <a:avLst/>
          </a:prstGeom>
          <a:noFill/>
          <a:ln w="3175">
            <a:noFill/>
            <a:headEnd type="none" w="med" len="med"/>
            <a:tailEnd type="none" w="med" len="med"/>
          </a:ln>
          <a:effectLst>
            <a:outerShdw blurRad="165100" dist="101600" dir="8100000" algn="tr" rotWithShape="0">
              <a:schemeClr val="accent1">
                <a:alpha val="9000"/>
              </a:schemeClr>
            </a:outerShdw>
          </a:effectLst>
          <a:scene3d>
            <a:camera prst="perspectiveRight" fov="0"/>
            <a:lightRig rig="threePt" dir="t"/>
          </a:scene3d>
          <a:sp3d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  <a:flatTx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5253B0"/>
                </a:solidFill>
                <a:latin typeface="Segoe Sans Display Semibold"/>
                <a:cs typeface="Segoe UI" pitchFamily="34" charset="0"/>
              </a:rPr>
              <a:t>Scenari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44791"/>
                </a:solidFill>
                <a:effectLst/>
                <a:uLnTx/>
                <a:uFillTx/>
                <a:latin typeface="Segoe Sans Display Semibold"/>
                <a:ea typeface="+mn-ea"/>
                <a:cs typeface="Segoe UI" pitchFamily="34" charset="0"/>
              </a:rPr>
              <a:t>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2E8942-D65A-4EC8-884F-07CF4AAEC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677886" y="1398746"/>
            <a:ext cx="3374787" cy="215444"/>
          </a:xfrm>
          <a:prstGeom prst="rect">
            <a:avLst/>
          </a:prstGeom>
          <a:noFill/>
          <a:ln w="3175">
            <a:noFill/>
            <a:headEnd type="none" w="med" len="med"/>
            <a:tailEnd type="none" w="med" len="med"/>
          </a:ln>
          <a:effectLst>
            <a:outerShdw blurRad="165100" dist="101600" dir="8100000" algn="tr" rotWithShape="0">
              <a:schemeClr val="accent1">
                <a:alpha val="9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5253B0"/>
                </a:solidFill>
                <a:latin typeface="Segoe Sans Display Semibold"/>
                <a:cs typeface="Segoe UI" pitchFamily="34" charset="0"/>
              </a:rPr>
              <a:t>Conversation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1FC08C-D686-F195-F9C4-D0A6586A87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669310" y="1408376"/>
            <a:ext cx="2976971" cy="215444"/>
          </a:xfrm>
          <a:prstGeom prst="rect">
            <a:avLst/>
          </a:prstGeom>
          <a:noFill/>
          <a:ln w="3175">
            <a:noFill/>
            <a:headEnd type="none" w="med" len="med"/>
            <a:tailEnd type="none" w="med" len="med"/>
          </a:ln>
          <a:effectLst>
            <a:outerShdw blurRad="165100" dist="101600" dir="8100000" algn="tr" rotWithShape="0">
              <a:schemeClr val="accent1">
                <a:alpha val="9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>
                <a:solidFill>
                  <a:srgbClr val="5253B0"/>
                </a:solidFill>
                <a:latin typeface="Segoe Sans Display Semibold"/>
                <a:cs typeface="Segoe UI" pitchFamily="34" charset="0"/>
              </a:rPr>
              <a:t>Outcomes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4FCD96C-37DF-EC55-58C8-9024CC333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775902" y="1722214"/>
            <a:ext cx="1133126" cy="4513031"/>
          </a:xfrm>
          <a:prstGeom prst="roundRect">
            <a:avLst>
              <a:gd name="adj" fmla="val 10055"/>
            </a:avLst>
          </a:prstGeom>
          <a:solidFill>
            <a:srgbClr val="FFF8F3"/>
          </a:solidFill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 Semibold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73" name="Freeform 5">
            <a:extLst>
              <a:ext uri="{FF2B5EF4-FFF2-40B4-BE49-F238E27FC236}">
                <a16:creationId xmlns:a16="http://schemas.microsoft.com/office/drawing/2014/main" id="{E4ED4A92-54FA-D744-3F10-D1B677C714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8061" y="1951630"/>
            <a:ext cx="283410" cy="283410"/>
          </a:xfrm>
          <a:prstGeom prst="mathPlus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3A559D27-AD61-1099-6845-E4F1851847E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2296018" y="1722214"/>
            <a:ext cx="1662402" cy="701300"/>
          </a:xfrm>
          <a:prstGeom prst="roundRect">
            <a:avLst>
              <a:gd name="adj" fmla="val 10055"/>
            </a:avLst>
          </a:prstGeom>
          <a:solidFill>
            <a:srgbClr val="5B5F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IN" sz="1400">
                <a:solidFill>
                  <a:srgbClr val="FFFFFF"/>
                </a:solidFill>
                <a:latin typeface="Segoe Sans Display Semibold"/>
                <a:cs typeface="Segoe UI" pitchFamily="34" charset="0"/>
              </a:rPr>
              <a:t>Teams Rooms</a:t>
            </a:r>
          </a:p>
        </p:txBody>
      </p:sp>
      <p:sp>
        <p:nvSpPr>
          <p:cNvPr id="69" name="Freeform 5">
            <a:extLst>
              <a:ext uri="{FF2B5EF4-FFF2-40B4-BE49-F238E27FC236}">
                <a16:creationId xmlns:a16="http://schemas.microsoft.com/office/drawing/2014/main" id="{25FFEE02-08A6-405D-8FF3-4DC4F3FE54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058178" y="2018812"/>
            <a:ext cx="411731" cy="217018"/>
          </a:xfrm>
          <a:prstGeom prst="rightArrow">
            <a:avLst/>
          </a:prstGeom>
          <a:gradFill flip="none" rotWithShape="1">
            <a:gsLst>
              <a:gs pos="0">
                <a:srgbClr val="C551BF">
                  <a:alpha val="0"/>
                </a:srgbClr>
              </a:gs>
              <a:gs pos="100000">
                <a:srgbClr val="C551BF"/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33C64B8-D168-321B-64DF-4AB42AC1161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4814968" y="1745666"/>
            <a:ext cx="3114020" cy="720976"/>
          </a:xfrm>
          <a:prstGeom prst="roundRect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Bring Intelligent speakers &amp; camera w/ Teams Rooms to benefit from Copilot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76" name="Freeform 5">
            <a:extLst>
              <a:ext uri="{FF2B5EF4-FFF2-40B4-BE49-F238E27FC236}">
                <a16:creationId xmlns:a16="http://schemas.microsoft.com/office/drawing/2014/main" id="{463FE909-5C46-3C34-5803-8253188D68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158860" y="1991681"/>
            <a:ext cx="328292" cy="317606"/>
          </a:xfrm>
          <a:prstGeom prst="mathEqual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EEB9F0A1-25BC-AE10-A606-0B9F82894B5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8800064" y="1775419"/>
            <a:ext cx="2738438" cy="696457"/>
          </a:xfrm>
          <a:prstGeom prst="roundRect">
            <a:avLst>
              <a:gd name="adj" fmla="val 11300"/>
            </a:avLst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AI proof/enabled Rooms |  Buy Teams Rooms </a:t>
            </a:r>
            <a:r>
              <a:rPr lang="en-US" sz="1100">
                <a:solidFill>
                  <a:srgbClr val="000000"/>
                </a:solidFill>
                <a:latin typeface="Segoe Sans Text"/>
                <a:cs typeface="Segoe UI"/>
              </a:rPr>
              <a:t>for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meeting spaces</a:t>
            </a:r>
          </a:p>
        </p:txBody>
      </p:sp>
      <p:sp>
        <p:nvSpPr>
          <p:cNvPr id="75" name="Freeform 5">
            <a:extLst>
              <a:ext uri="{FF2B5EF4-FFF2-40B4-BE49-F238E27FC236}">
                <a16:creationId xmlns:a16="http://schemas.microsoft.com/office/drawing/2014/main" id="{3B1E4F02-3E90-43CA-2C18-9C71FAF84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8061" y="2879512"/>
            <a:ext cx="283410" cy="283410"/>
          </a:xfrm>
          <a:prstGeom prst="mathPlus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52A2B789-3053-B33C-DE92-EC4B6F4289B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2283491" y="2645277"/>
            <a:ext cx="1672633" cy="701300"/>
          </a:xfrm>
          <a:prstGeom prst="roundRect">
            <a:avLst>
              <a:gd name="adj" fmla="val 10055"/>
            </a:avLst>
          </a:prstGeom>
          <a:solidFill>
            <a:srgbClr val="5B5F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N" sz="1200">
                <a:solidFill>
                  <a:srgbClr val="FFFFFF"/>
                </a:solidFill>
                <a:latin typeface="Segoe Sans Display Semibold"/>
                <a:cs typeface="Segoe UI" pitchFamily="34" charset="0"/>
              </a:rPr>
              <a:t>Teams Phone</a:t>
            </a: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C8FF3ECA-DBF5-3D10-435A-2995F7A81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058178" y="2938198"/>
            <a:ext cx="411731" cy="217018"/>
          </a:xfrm>
          <a:prstGeom prst="rightArrow">
            <a:avLst/>
          </a:prstGeom>
          <a:gradFill flip="none" rotWithShape="1">
            <a:gsLst>
              <a:gs pos="0">
                <a:srgbClr val="C551BF">
                  <a:alpha val="0"/>
                </a:srgbClr>
              </a:gs>
              <a:gs pos="100000">
                <a:srgbClr val="C551BF"/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9FB618D1-E8AE-2B70-24CF-8571F033C0F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4814968" y="2678481"/>
            <a:ext cx="3114020" cy="698429"/>
          </a:xfrm>
          <a:prstGeom prst="roundRect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Move PSTN calling to cloud</a:t>
            </a:r>
          </a:p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Increased value-add Phone +  Copilot</a:t>
            </a: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1C5979F4-BB04-1753-A5D6-09D9A015C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158860" y="2905276"/>
            <a:ext cx="328292" cy="317606"/>
          </a:xfrm>
          <a:prstGeom prst="mathEqual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E9889D28-0A3E-03C1-FC14-A02788F395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8800064" y="2648801"/>
            <a:ext cx="2738438" cy="704602"/>
          </a:xfrm>
          <a:prstGeom prst="roundRect">
            <a:avLst>
              <a:gd name="adj" fmla="val 11300"/>
            </a:avLst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Buy/enable more Phone seats</a:t>
            </a:r>
          </a:p>
        </p:txBody>
      </p:sp>
      <p:sp>
        <p:nvSpPr>
          <p:cNvPr id="74" name="Freeform 5">
            <a:extLst>
              <a:ext uri="{FF2B5EF4-FFF2-40B4-BE49-F238E27FC236}">
                <a16:creationId xmlns:a16="http://schemas.microsoft.com/office/drawing/2014/main" id="{1361682A-589F-1812-9F49-3B5B5474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8061" y="4735278"/>
            <a:ext cx="283410" cy="283410"/>
          </a:xfrm>
          <a:prstGeom prst="mathPlus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AE50F6C5-F0CA-ADB2-A77E-83F0429241A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2283491" y="3568340"/>
            <a:ext cx="1662402" cy="701301"/>
          </a:xfrm>
          <a:prstGeom prst="roundRect">
            <a:avLst>
              <a:gd name="adj" fmla="val 10055"/>
            </a:avLst>
          </a:prstGeom>
          <a:solidFill>
            <a:srgbClr val="5B5F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algn="ctr" defTabSz="932472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IN" sz="1200">
                <a:solidFill>
                  <a:srgbClr val="FFFFFF"/>
                </a:solidFill>
                <a:latin typeface="Segoe Sans Display Semibold"/>
                <a:cs typeface="Segoe UI" pitchFamily="34" charset="0"/>
              </a:rPr>
              <a:t>Teams Premium</a:t>
            </a:r>
          </a:p>
        </p:txBody>
      </p:sp>
      <p:sp>
        <p:nvSpPr>
          <p:cNvPr id="71" name="Freeform 5">
            <a:extLst>
              <a:ext uri="{FF2B5EF4-FFF2-40B4-BE49-F238E27FC236}">
                <a16:creationId xmlns:a16="http://schemas.microsoft.com/office/drawing/2014/main" id="{A4FDFB2F-C8F8-F73A-3212-FFF09126C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058178" y="4776970"/>
            <a:ext cx="411731" cy="217018"/>
          </a:xfrm>
          <a:prstGeom prst="rightArrow">
            <a:avLst/>
          </a:prstGeom>
          <a:gradFill flip="none" rotWithShape="1">
            <a:gsLst>
              <a:gs pos="0">
                <a:srgbClr val="C551BF">
                  <a:alpha val="0"/>
                </a:srgbClr>
              </a:gs>
              <a:gs pos="100000">
                <a:srgbClr val="C551BF"/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566FBC-0B2B-2598-BC5C-9AA78283CE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4814968" y="3592166"/>
            <a:ext cx="3114020" cy="648134"/>
          </a:xfrm>
          <a:prstGeom prst="roundRect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effectLst/>
        </p:spPr>
        <p:txBody>
          <a:bodyPr wrap="square" lIns="0" tIns="91440" rIns="0" bIns="9144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Uplevel Copilot meetings w/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advanced capabilities*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444791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PLUS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Intelligent Recap for all Teams users</a:t>
            </a:r>
          </a:p>
        </p:txBody>
      </p:sp>
      <p:sp>
        <p:nvSpPr>
          <p:cNvPr id="78" name="Freeform 5">
            <a:extLst>
              <a:ext uri="{FF2B5EF4-FFF2-40B4-BE49-F238E27FC236}">
                <a16:creationId xmlns:a16="http://schemas.microsoft.com/office/drawing/2014/main" id="{C196279F-E0DC-8A77-4359-9357337FA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158860" y="4732466"/>
            <a:ext cx="328292" cy="317606"/>
          </a:xfrm>
          <a:prstGeom prst="mathEqual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2A5A0E-7F23-D1FE-D70F-63C86787CB42}"/>
              </a:ext>
            </a:extLst>
          </p:cNvPr>
          <p:cNvSpPr txBox="1">
            <a:spLocks/>
          </p:cNvSpPr>
          <p:nvPr/>
        </p:nvSpPr>
        <p:spPr>
          <a:xfrm>
            <a:off x="8800064" y="3592166"/>
            <a:ext cx="2738438" cy="647212"/>
          </a:xfrm>
          <a:prstGeom prst="roundRect">
            <a:avLst>
              <a:gd name="adj" fmla="val 11300"/>
            </a:avLst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>
                <a:solidFill>
                  <a:schemeClr val="tx2"/>
                </a:solidFill>
                <a:cs typeface="Segoe UI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Buy/adopt Teams Premium for all or all non-Copilot users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3992D2B-3402-0373-5082-7DBF4221C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2276476" y="4491404"/>
            <a:ext cx="1662402" cy="701301"/>
          </a:xfrm>
          <a:prstGeom prst="roundRect">
            <a:avLst>
              <a:gd name="adj" fmla="val 10055"/>
            </a:avLst>
          </a:prstGeom>
          <a:solidFill>
            <a:srgbClr val="5B5F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N" sz="1200">
                <a:solidFill>
                  <a:srgbClr val="FFFFFF"/>
                </a:solidFill>
                <a:latin typeface="Segoe Sans Display Semibold"/>
                <a:cs typeface="Segoe UI" pitchFamily="34" charset="0"/>
              </a:rPr>
              <a:t>Microsoft Places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1D3246C2-3798-46A9-184D-F6E0650AB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8061" y="5663160"/>
            <a:ext cx="283410" cy="283410"/>
          </a:xfrm>
          <a:prstGeom prst="mathPlus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7DC2A43-42BC-2DFA-4560-F7A4E5226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169026" y="5308819"/>
            <a:ext cx="9294559" cy="0"/>
          </a:xfrm>
          <a:prstGeom prst="line">
            <a:avLst/>
          </a:prstGeom>
          <a:noFill/>
          <a:ln w="12700" cap="rnd">
            <a:solidFill>
              <a:srgbClr val="9299F7"/>
            </a:solidFill>
            <a:prstDash val="sysDot"/>
            <a:miter/>
          </a:ln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DF908A0-53CC-739C-3FC6-828F4814E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192994" y="4395745"/>
            <a:ext cx="9294559" cy="0"/>
          </a:xfrm>
          <a:prstGeom prst="line">
            <a:avLst/>
          </a:prstGeom>
          <a:noFill/>
          <a:ln w="12700" cap="rnd">
            <a:solidFill>
              <a:srgbClr val="9299F7"/>
            </a:solidFill>
            <a:prstDash val="sysDot"/>
            <a:miter/>
          </a:ln>
        </p:spPr>
      </p:cxnSp>
      <p:sp>
        <p:nvSpPr>
          <p:cNvPr id="21" name="Freeform 5">
            <a:extLst>
              <a:ext uri="{FF2B5EF4-FFF2-40B4-BE49-F238E27FC236}">
                <a16:creationId xmlns:a16="http://schemas.microsoft.com/office/drawing/2014/main" id="{5021DCD7-99D3-F708-E69A-F8C564E37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158860" y="3818871"/>
            <a:ext cx="328292" cy="317606"/>
          </a:xfrm>
          <a:prstGeom prst="mathEqual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2F514EB4-8B2D-D3CF-171B-30740EEC2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058178" y="3857584"/>
            <a:ext cx="411731" cy="217018"/>
          </a:xfrm>
          <a:prstGeom prst="rightArrow">
            <a:avLst/>
          </a:prstGeom>
          <a:gradFill flip="none" rotWithShape="1">
            <a:gsLst>
              <a:gs pos="0">
                <a:srgbClr val="C551BF">
                  <a:alpha val="0"/>
                </a:srgbClr>
              </a:gs>
              <a:gs pos="100000">
                <a:srgbClr val="C551BF"/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23" name="Freeform 5">
            <a:extLst>
              <a:ext uri="{FF2B5EF4-FFF2-40B4-BE49-F238E27FC236}">
                <a16:creationId xmlns:a16="http://schemas.microsoft.com/office/drawing/2014/main" id="{1050EB5D-D928-49F3-8B3B-A9DE5BCF1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8061" y="3807395"/>
            <a:ext cx="283410" cy="283410"/>
          </a:xfrm>
          <a:prstGeom prst="mathPlus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77B7AED-B2D6-A4F8-271D-3CA668F80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192994" y="3452853"/>
            <a:ext cx="9294559" cy="0"/>
          </a:xfrm>
          <a:prstGeom prst="line">
            <a:avLst/>
          </a:prstGeom>
          <a:noFill/>
          <a:ln w="12700" cap="rnd">
            <a:solidFill>
              <a:srgbClr val="9299F7"/>
            </a:solidFill>
            <a:prstDash val="sysDot"/>
            <a:miter/>
          </a:ln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A5288B9-4DD8-247B-79C8-F6E368622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201741" y="2552367"/>
            <a:ext cx="9294559" cy="0"/>
          </a:xfrm>
          <a:prstGeom prst="line">
            <a:avLst/>
          </a:prstGeom>
          <a:noFill/>
          <a:ln w="12700" cap="rnd">
            <a:solidFill>
              <a:srgbClr val="9299F7"/>
            </a:solidFill>
            <a:prstDash val="sysDot"/>
            <a:miter/>
          </a:ln>
        </p:spPr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98A3A62-C6E3-785C-3B4C-46481A275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788577" y="4556121"/>
            <a:ext cx="2738438" cy="648134"/>
          </a:xfrm>
          <a:prstGeom prst="roundRect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effectLst/>
        </p:spPr>
        <p:txBody>
          <a:bodyPr wrap="square" lIns="0" tIns="91440" rIns="0" bIns="9144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Segoe U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98522B-06B7-814D-2D8D-76914E08BCE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4814968" y="4572043"/>
            <a:ext cx="3114020" cy="648134"/>
          </a:xfrm>
          <a:prstGeom prst="roundRect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effectLst/>
        </p:spPr>
        <p:txBody>
          <a:bodyPr wrap="square" lIns="0" tIns="91440" rIns="0" bIns="9144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Bring </a:t>
            </a:r>
            <a:r>
              <a:rPr lang="en-US" sz="1100">
                <a:solidFill>
                  <a:srgbClr val="000000"/>
                </a:solidFill>
                <a:latin typeface="Segoe Sans Text"/>
                <a:cs typeface="Segoe UI"/>
              </a:rPr>
              <a:t>AI powered workplace to hybrid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work and workers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A6DA4B-A909-C038-1052-04EA5DE5E26D}"/>
              </a:ext>
            </a:extLst>
          </p:cNvPr>
          <p:cNvSpPr txBox="1">
            <a:spLocks/>
          </p:cNvSpPr>
          <p:nvPr/>
        </p:nvSpPr>
        <p:spPr>
          <a:xfrm>
            <a:off x="8800064" y="4572043"/>
            <a:ext cx="2738438" cy="647212"/>
          </a:xfrm>
          <a:prstGeom prst="roundRect">
            <a:avLst>
              <a:gd name="adj" fmla="val 11300"/>
            </a:avLst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>
                <a:solidFill>
                  <a:schemeClr val="tx2"/>
                </a:solidFill>
                <a:cs typeface="Segoe UI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Buy</a:t>
            </a:r>
            <a:r>
              <a:rPr lang="en-US" sz="1100">
                <a:solidFill>
                  <a:srgbClr val="000000"/>
                </a:solidFill>
                <a:latin typeface="Segoe Sans Text"/>
              </a:rPr>
              <a:t>/adopt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 Teams Premium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for all hybrid workers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D960B05-79A3-D852-C4F2-80F93F37DE1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2276476" y="5414467"/>
            <a:ext cx="1662401" cy="820778"/>
          </a:xfrm>
          <a:prstGeom prst="roundRect">
            <a:avLst>
              <a:gd name="adj" fmla="val 10055"/>
            </a:avLst>
          </a:prstGeom>
          <a:solidFill>
            <a:srgbClr val="5B5F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N" sz="1200">
                <a:solidFill>
                  <a:srgbClr val="FFFFFF"/>
                </a:solidFill>
                <a:latin typeface="Segoe Sans Display Semibold"/>
                <a:cs typeface="Segoe UI" pitchFamily="34" charset="0"/>
              </a:rPr>
              <a:t>Multiple meeting platforms + point solutions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3A0EB8-77B2-10E6-C9F0-62CA924F69DB}"/>
              </a:ext>
            </a:extLst>
          </p:cNvPr>
          <p:cNvSpPr txBox="1"/>
          <p:nvPr/>
        </p:nvSpPr>
        <p:spPr>
          <a:xfrm>
            <a:off x="2417063" y="6642100"/>
            <a:ext cx="3031237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Copilot in Teams is part of Microsoft 365 Copilot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1649CF-E0A2-C347-6A7F-4FA1EC159269}"/>
              </a:ext>
            </a:extLst>
          </p:cNvPr>
          <p:cNvSpPr txBox="1"/>
          <p:nvPr/>
        </p:nvSpPr>
        <p:spPr>
          <a:xfrm>
            <a:off x="5672784" y="6415251"/>
            <a:ext cx="5732463" cy="5201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*Meeting branding and background personalization; Protect sensitive information with watermarking; Real-time translation (caption/transcript); Meeting templates to automate meeting compliance, including Copilot for Teams w/ or w/o transcription.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**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Hybrid scheduling, Intelligent booking, wayfinding, Hot desk booking, meet-ups,  space insights &amp; optimization.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(Body)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E74D188-D719-BACF-3656-624332A89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3791" y="3568340"/>
            <a:ext cx="931985" cy="64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250454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7A79F-0BFB-53F7-7491-918E64E87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96A29BC5-6228-B824-BC4C-5AF52CB56B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1867340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588489B-97A5-3A1A-0633-13AB5423EA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11296" y="1371250"/>
            <a:ext cx="3455294" cy="49551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noFill/>
            <a:headEnd type="none" w="med" len="med"/>
            <a:tailEnd type="none" w="med" len="med"/>
          </a:ln>
          <a:effectLst>
            <a:outerShdw blurRad="127000" dist="1270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defTabSz="932472" fontAlgn="base">
              <a:spcBef>
                <a:spcPct val="0"/>
              </a:spcBef>
              <a:spcAft>
                <a:spcPct val="0"/>
              </a:spcAft>
            </a:pPr>
            <a:endParaRPr lang="en-US" sz="1100">
              <a:solidFill>
                <a:schemeClr val="accent1"/>
              </a:solidFill>
              <a:latin typeface="Segoe Pro Display Semibold" panose="020B0702040504020203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6AB068-D266-103C-BD5D-1A79BF11B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Customer Scenario, Conversation, and Outcomes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6C48218-4C24-7DA8-0F67-FD192BB639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3" y="939800"/>
            <a:ext cx="11407567" cy="830997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Bring solution to every Copilot conversation to drive new workload acquisition, expansion motion, and Teams consolidation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6A2E61A-86B7-22CE-5D23-AE7E665D7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683229" y="1362897"/>
            <a:ext cx="3369444" cy="497186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noFill/>
            <a:headEnd type="none" w="med" len="med"/>
            <a:tailEnd type="none" w="med" len="med"/>
          </a:ln>
          <a:effectLst>
            <a:outerShdw blurRad="127000" dist="1270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defTabSz="932472" fontAlgn="base">
              <a:spcBef>
                <a:spcPct val="0"/>
              </a:spcBef>
              <a:spcAft>
                <a:spcPct val="0"/>
              </a:spcAft>
            </a:pPr>
            <a:endParaRPr lang="en-US" sz="1100">
              <a:solidFill>
                <a:schemeClr val="accent1"/>
              </a:solidFill>
              <a:latin typeface="Segoe Pro Display Semibold" panose="020B0702040504020203" pitchFamily="34" charset="0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30EF62F-DB32-B3D8-9E3D-8D3EF0E97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669311" y="1374510"/>
            <a:ext cx="2976971" cy="494863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noFill/>
            <a:headEnd type="none" w="med" len="med"/>
            <a:tailEnd type="none" w="med" len="med"/>
          </a:ln>
          <a:effectLst>
            <a:outerShdw blurRad="127000" dist="127000" dir="2700000" algn="tl" rotWithShape="0">
              <a:prstClr val="black">
                <a:alpha val="15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 defTabSz="932472" fontAlgn="base">
              <a:spcBef>
                <a:spcPct val="0"/>
              </a:spcBef>
              <a:spcAft>
                <a:spcPct val="0"/>
              </a:spcAft>
            </a:pPr>
            <a:endParaRPr lang="en-US" sz="1100">
              <a:solidFill>
                <a:schemeClr val="accent1"/>
              </a:solidFill>
              <a:latin typeface="Segoe Pro Display Semibold" panose="020B0702040504020203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F5EDCF-9F51-9845-A8A8-635D4434D4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627065" y="1384972"/>
            <a:ext cx="3369444" cy="215444"/>
          </a:xfrm>
          <a:prstGeom prst="rect">
            <a:avLst/>
          </a:prstGeom>
          <a:noFill/>
          <a:ln w="3175">
            <a:noFill/>
            <a:headEnd type="none" w="med" len="med"/>
            <a:tailEnd type="none" w="med" len="med"/>
          </a:ln>
          <a:effectLst>
            <a:outerShdw blurRad="165100" dist="101600" dir="8100000" algn="tr" rotWithShape="0">
              <a:schemeClr val="accent1">
                <a:alpha val="9000"/>
              </a:schemeClr>
            </a:outerShdw>
          </a:effectLst>
          <a:scene3d>
            <a:camera prst="perspectiveRight" fov="0"/>
            <a:lightRig rig="threePt" dir="t"/>
          </a:scene3d>
          <a:sp3d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  <a:flatTx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5253B0"/>
                </a:solidFill>
                <a:latin typeface="Segoe Sans Display Semibold"/>
                <a:cs typeface="Segoe UI" pitchFamily="34" charset="0"/>
              </a:rPr>
              <a:t>Scenari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444791"/>
                </a:solidFill>
                <a:effectLst/>
                <a:uLnTx/>
                <a:uFillTx/>
                <a:latin typeface="Segoe Sans Display Semibold"/>
                <a:ea typeface="+mn-ea"/>
                <a:cs typeface="Segoe UI" pitchFamily="34" charset="0"/>
              </a:rPr>
              <a:t>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91652F-5E69-82E0-26E4-A7F9D3F5C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677886" y="1398746"/>
            <a:ext cx="3374787" cy="215444"/>
          </a:xfrm>
          <a:prstGeom prst="rect">
            <a:avLst/>
          </a:prstGeom>
          <a:noFill/>
          <a:ln w="3175">
            <a:noFill/>
            <a:headEnd type="none" w="med" len="med"/>
            <a:tailEnd type="none" w="med" len="med"/>
          </a:ln>
          <a:effectLst>
            <a:outerShdw blurRad="165100" dist="101600" dir="8100000" algn="tr" rotWithShape="0">
              <a:schemeClr val="accent1">
                <a:alpha val="9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5253B0"/>
                </a:solidFill>
                <a:latin typeface="Segoe Sans Display Semibold"/>
                <a:cs typeface="Segoe UI" pitchFamily="34" charset="0"/>
              </a:rPr>
              <a:t>Conversation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075D52-7DE5-A9C1-8C19-7FA1C89A7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669310" y="1408376"/>
            <a:ext cx="2976971" cy="215444"/>
          </a:xfrm>
          <a:prstGeom prst="rect">
            <a:avLst/>
          </a:prstGeom>
          <a:noFill/>
          <a:ln w="3175">
            <a:noFill/>
            <a:headEnd type="none" w="med" len="med"/>
            <a:tailEnd type="none" w="med" len="med"/>
          </a:ln>
          <a:effectLst>
            <a:outerShdw blurRad="165100" dist="101600" dir="8100000" algn="tr" rotWithShape="0">
              <a:schemeClr val="accent1">
                <a:alpha val="9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>
                <a:solidFill>
                  <a:srgbClr val="5253B0"/>
                </a:solidFill>
                <a:latin typeface="Segoe Sans Display Semibold"/>
                <a:cs typeface="Segoe UI" pitchFamily="34" charset="0"/>
              </a:rPr>
              <a:t>Outcomes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C2348DB-7AEF-D900-779C-FB3D2B372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775902" y="1722214"/>
            <a:ext cx="1133126" cy="4513031"/>
          </a:xfrm>
          <a:prstGeom prst="roundRect">
            <a:avLst>
              <a:gd name="adj" fmla="val 10055"/>
            </a:avLst>
          </a:prstGeom>
          <a:solidFill>
            <a:srgbClr val="FFF8F3"/>
          </a:solidFill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 Semibold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73" name="Freeform 5">
            <a:extLst>
              <a:ext uri="{FF2B5EF4-FFF2-40B4-BE49-F238E27FC236}">
                <a16:creationId xmlns:a16="http://schemas.microsoft.com/office/drawing/2014/main" id="{533DE307-A7EC-A7B0-AE36-69C3F9BBE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8061" y="1951630"/>
            <a:ext cx="283410" cy="283410"/>
          </a:xfrm>
          <a:prstGeom prst="mathPlus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8469A648-42E1-973E-21D3-DB02B12362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2296018" y="1722214"/>
            <a:ext cx="1662402" cy="701300"/>
          </a:xfrm>
          <a:prstGeom prst="roundRect">
            <a:avLst>
              <a:gd name="adj" fmla="val 10055"/>
            </a:avLst>
          </a:prstGeom>
          <a:solidFill>
            <a:srgbClr val="5B5F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IN" sz="1400">
                <a:solidFill>
                  <a:srgbClr val="FFFFFF"/>
                </a:solidFill>
                <a:latin typeface="Segoe Sans Display Semibold"/>
                <a:cs typeface="Segoe UI" pitchFamily="34" charset="0"/>
              </a:rPr>
              <a:t>Teams Rooms</a:t>
            </a:r>
          </a:p>
        </p:txBody>
      </p:sp>
      <p:sp>
        <p:nvSpPr>
          <p:cNvPr id="69" name="Freeform 5">
            <a:extLst>
              <a:ext uri="{FF2B5EF4-FFF2-40B4-BE49-F238E27FC236}">
                <a16:creationId xmlns:a16="http://schemas.microsoft.com/office/drawing/2014/main" id="{76128F8C-D37C-1046-44AE-851C701FA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058178" y="2018812"/>
            <a:ext cx="411731" cy="217018"/>
          </a:xfrm>
          <a:prstGeom prst="rightArrow">
            <a:avLst/>
          </a:prstGeom>
          <a:gradFill flip="none" rotWithShape="1">
            <a:gsLst>
              <a:gs pos="0">
                <a:srgbClr val="C551BF">
                  <a:alpha val="0"/>
                </a:srgbClr>
              </a:gs>
              <a:gs pos="100000">
                <a:srgbClr val="C551BF"/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BA049AF-E655-552C-447C-05AB98C4D80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4814968" y="1745666"/>
            <a:ext cx="3114020" cy="720976"/>
          </a:xfrm>
          <a:prstGeom prst="roundRect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Bring Intelligent speakers &amp; camera w/ Teams Rooms to benefit from Copilot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76" name="Freeform 5">
            <a:extLst>
              <a:ext uri="{FF2B5EF4-FFF2-40B4-BE49-F238E27FC236}">
                <a16:creationId xmlns:a16="http://schemas.microsoft.com/office/drawing/2014/main" id="{3B8A8D9B-8A07-2BB4-4B39-1F4D307D8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158860" y="1991681"/>
            <a:ext cx="328292" cy="317606"/>
          </a:xfrm>
          <a:prstGeom prst="mathEqual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4F9D25B-531D-BFAC-F250-27B618C45C4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8800064" y="1775419"/>
            <a:ext cx="2738438" cy="696457"/>
          </a:xfrm>
          <a:prstGeom prst="roundRect">
            <a:avLst>
              <a:gd name="adj" fmla="val 11300"/>
            </a:avLst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AI proof/enabled Rooms |  Buy Teams Rooms </a:t>
            </a:r>
            <a:r>
              <a:rPr lang="en-US" sz="1100">
                <a:solidFill>
                  <a:srgbClr val="000000"/>
                </a:solidFill>
                <a:latin typeface="Segoe Sans Text"/>
                <a:cs typeface="Segoe UI"/>
              </a:rPr>
              <a:t>for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meeting spaces</a:t>
            </a:r>
          </a:p>
        </p:txBody>
      </p:sp>
      <p:sp>
        <p:nvSpPr>
          <p:cNvPr id="75" name="Freeform 5">
            <a:extLst>
              <a:ext uri="{FF2B5EF4-FFF2-40B4-BE49-F238E27FC236}">
                <a16:creationId xmlns:a16="http://schemas.microsoft.com/office/drawing/2014/main" id="{29AD995A-1D4E-F969-6A25-FBB071160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8061" y="2879512"/>
            <a:ext cx="283410" cy="283410"/>
          </a:xfrm>
          <a:prstGeom prst="mathPlus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C197ABD-06E2-4DDA-1E34-C178248BE10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2283491" y="2645277"/>
            <a:ext cx="1672633" cy="701300"/>
          </a:xfrm>
          <a:prstGeom prst="roundRect">
            <a:avLst>
              <a:gd name="adj" fmla="val 10055"/>
            </a:avLst>
          </a:prstGeom>
          <a:solidFill>
            <a:srgbClr val="5B5F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N" sz="1200">
                <a:solidFill>
                  <a:srgbClr val="FFFFFF"/>
                </a:solidFill>
                <a:latin typeface="Segoe Sans Display Semibold"/>
                <a:cs typeface="Segoe UI" pitchFamily="34" charset="0"/>
              </a:rPr>
              <a:t>Teams Phone</a:t>
            </a: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72EA7AAB-7558-D032-233B-DDAC3BC4C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058178" y="2938198"/>
            <a:ext cx="411731" cy="217018"/>
          </a:xfrm>
          <a:prstGeom prst="rightArrow">
            <a:avLst/>
          </a:prstGeom>
          <a:gradFill flip="none" rotWithShape="1">
            <a:gsLst>
              <a:gs pos="0">
                <a:srgbClr val="C551BF">
                  <a:alpha val="0"/>
                </a:srgbClr>
              </a:gs>
              <a:gs pos="100000">
                <a:srgbClr val="C551BF"/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45088E03-492D-3AE6-6030-81536BC05E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4814968" y="2678481"/>
            <a:ext cx="3114020" cy="698429"/>
          </a:xfrm>
          <a:prstGeom prst="roundRect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Move PSTN calling to cloud</a:t>
            </a:r>
          </a:p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Increased value-add Phone +  Copilot</a:t>
            </a: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96C1B9A8-401E-132C-1481-DD489980F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158860" y="2905276"/>
            <a:ext cx="328292" cy="317606"/>
          </a:xfrm>
          <a:prstGeom prst="mathEqual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1F35B65-E978-374E-607C-308B0DF7F40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8800064" y="2648801"/>
            <a:ext cx="2738438" cy="704602"/>
          </a:xfrm>
          <a:prstGeom prst="roundRect">
            <a:avLst>
              <a:gd name="adj" fmla="val 11300"/>
            </a:avLst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Buy/enable more Phone seats</a:t>
            </a:r>
          </a:p>
        </p:txBody>
      </p:sp>
      <p:sp>
        <p:nvSpPr>
          <p:cNvPr id="74" name="Freeform 5">
            <a:extLst>
              <a:ext uri="{FF2B5EF4-FFF2-40B4-BE49-F238E27FC236}">
                <a16:creationId xmlns:a16="http://schemas.microsoft.com/office/drawing/2014/main" id="{68C57646-A08F-13E3-F3D6-A463413AE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8061" y="4735278"/>
            <a:ext cx="283410" cy="283410"/>
          </a:xfrm>
          <a:prstGeom prst="mathPlus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85D26E8A-269C-1DFE-B6BF-76D0F672E00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2283491" y="3568340"/>
            <a:ext cx="1662402" cy="701301"/>
          </a:xfrm>
          <a:prstGeom prst="roundRect">
            <a:avLst>
              <a:gd name="adj" fmla="val 10055"/>
            </a:avLst>
          </a:prstGeom>
          <a:solidFill>
            <a:srgbClr val="5B5F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algn="ctr" defTabSz="932472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IN" sz="1200">
                <a:solidFill>
                  <a:srgbClr val="FFFFFF"/>
                </a:solidFill>
                <a:latin typeface="Segoe Sans Display Semibold"/>
                <a:cs typeface="Segoe UI" pitchFamily="34" charset="0"/>
              </a:rPr>
              <a:t>Teams Premium</a:t>
            </a:r>
          </a:p>
        </p:txBody>
      </p:sp>
      <p:sp>
        <p:nvSpPr>
          <p:cNvPr id="71" name="Freeform 5">
            <a:extLst>
              <a:ext uri="{FF2B5EF4-FFF2-40B4-BE49-F238E27FC236}">
                <a16:creationId xmlns:a16="http://schemas.microsoft.com/office/drawing/2014/main" id="{932195AF-6632-579F-537C-F568D64919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058178" y="4776970"/>
            <a:ext cx="411731" cy="217018"/>
          </a:xfrm>
          <a:prstGeom prst="rightArrow">
            <a:avLst/>
          </a:prstGeom>
          <a:gradFill flip="none" rotWithShape="1">
            <a:gsLst>
              <a:gs pos="0">
                <a:srgbClr val="C551BF">
                  <a:alpha val="0"/>
                </a:srgbClr>
              </a:gs>
              <a:gs pos="100000">
                <a:srgbClr val="C551BF"/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2785F6-1041-EFB6-20AC-3FAFFFE542F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4814968" y="3592166"/>
            <a:ext cx="3114020" cy="648134"/>
          </a:xfrm>
          <a:prstGeom prst="roundRect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effectLst/>
        </p:spPr>
        <p:txBody>
          <a:bodyPr wrap="square" lIns="0" tIns="91440" rIns="0" bIns="9144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Uplevel Copilot meetings w/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advanced capabilities*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444791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PLUS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Intelligent Recap for all Teams users</a:t>
            </a:r>
          </a:p>
        </p:txBody>
      </p:sp>
      <p:sp>
        <p:nvSpPr>
          <p:cNvPr id="78" name="Freeform 5">
            <a:extLst>
              <a:ext uri="{FF2B5EF4-FFF2-40B4-BE49-F238E27FC236}">
                <a16:creationId xmlns:a16="http://schemas.microsoft.com/office/drawing/2014/main" id="{F8433D43-7A8E-BFE9-7C7F-A145E8AD8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158860" y="4732466"/>
            <a:ext cx="328292" cy="317606"/>
          </a:xfrm>
          <a:prstGeom prst="mathEqual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B48693-BB8C-F032-FADC-858E8A7F5AE8}"/>
              </a:ext>
            </a:extLst>
          </p:cNvPr>
          <p:cNvSpPr txBox="1">
            <a:spLocks/>
          </p:cNvSpPr>
          <p:nvPr/>
        </p:nvSpPr>
        <p:spPr>
          <a:xfrm>
            <a:off x="8800064" y="3592166"/>
            <a:ext cx="2738438" cy="647212"/>
          </a:xfrm>
          <a:prstGeom prst="roundRect">
            <a:avLst>
              <a:gd name="adj" fmla="val 11300"/>
            </a:avLst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>
                <a:solidFill>
                  <a:schemeClr val="tx2"/>
                </a:solidFill>
                <a:cs typeface="Segoe UI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Buy/adopt Teams Premium for all or all non-Copilot users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8468B1E-94F3-2708-E85B-F33572801C3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2276476" y="4491404"/>
            <a:ext cx="1662402" cy="701301"/>
          </a:xfrm>
          <a:prstGeom prst="roundRect">
            <a:avLst>
              <a:gd name="adj" fmla="val 10055"/>
            </a:avLst>
          </a:prstGeom>
          <a:solidFill>
            <a:srgbClr val="5B5F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N" sz="1200">
                <a:solidFill>
                  <a:srgbClr val="FFFFFF"/>
                </a:solidFill>
                <a:latin typeface="Segoe Sans Display Semibold"/>
                <a:cs typeface="Segoe UI" pitchFamily="34" charset="0"/>
              </a:rPr>
              <a:t>Microsoft Places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F0121542-49F5-62C2-FD12-B03B50AB1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8061" y="5663160"/>
            <a:ext cx="283410" cy="283410"/>
          </a:xfrm>
          <a:prstGeom prst="mathPlus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70" name="Freeform 5">
            <a:extLst>
              <a:ext uri="{FF2B5EF4-FFF2-40B4-BE49-F238E27FC236}">
                <a16:creationId xmlns:a16="http://schemas.microsoft.com/office/drawing/2014/main" id="{93AE7CD5-C79E-EB5C-901B-F01A98EB9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058178" y="5696356"/>
            <a:ext cx="411731" cy="217018"/>
          </a:xfrm>
          <a:prstGeom prst="rightArrow">
            <a:avLst/>
          </a:prstGeom>
          <a:gradFill flip="none" rotWithShape="1">
            <a:gsLst>
              <a:gs pos="0">
                <a:srgbClr val="C551BF">
                  <a:alpha val="0"/>
                </a:srgbClr>
              </a:gs>
              <a:gs pos="100000">
                <a:srgbClr val="C551BF"/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77" name="Freeform 5">
            <a:extLst>
              <a:ext uri="{FF2B5EF4-FFF2-40B4-BE49-F238E27FC236}">
                <a16:creationId xmlns:a16="http://schemas.microsoft.com/office/drawing/2014/main" id="{E8C6EBAD-C6A0-BDBF-E712-065DFD10C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158860" y="5646062"/>
            <a:ext cx="328292" cy="317606"/>
          </a:xfrm>
          <a:prstGeom prst="mathEqual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68FACF-DF63-E8BA-FF3C-F4EBE5B27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169026" y="5308819"/>
            <a:ext cx="9294559" cy="0"/>
          </a:xfrm>
          <a:prstGeom prst="line">
            <a:avLst/>
          </a:prstGeom>
          <a:noFill/>
          <a:ln w="12700" cap="rnd">
            <a:solidFill>
              <a:srgbClr val="9299F7"/>
            </a:solidFill>
            <a:prstDash val="sysDot"/>
            <a:miter/>
          </a:ln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3BEF5C-4CAB-4755-C783-9A50F93FF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192994" y="4395745"/>
            <a:ext cx="9294559" cy="0"/>
          </a:xfrm>
          <a:prstGeom prst="line">
            <a:avLst/>
          </a:prstGeom>
          <a:noFill/>
          <a:ln w="12700" cap="rnd">
            <a:solidFill>
              <a:srgbClr val="9299F7"/>
            </a:solidFill>
            <a:prstDash val="sysDot"/>
            <a:miter/>
          </a:ln>
        </p:spPr>
      </p:cxnSp>
      <p:sp>
        <p:nvSpPr>
          <p:cNvPr id="21" name="Freeform 5">
            <a:extLst>
              <a:ext uri="{FF2B5EF4-FFF2-40B4-BE49-F238E27FC236}">
                <a16:creationId xmlns:a16="http://schemas.microsoft.com/office/drawing/2014/main" id="{6AAE44D1-B849-DF87-2D3B-2A8C40E51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158860" y="3818871"/>
            <a:ext cx="328292" cy="317606"/>
          </a:xfrm>
          <a:prstGeom prst="mathEqual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B3569033-0903-1601-04FB-A9FA9E1E8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058178" y="3857584"/>
            <a:ext cx="411731" cy="217018"/>
          </a:xfrm>
          <a:prstGeom prst="rightArrow">
            <a:avLst/>
          </a:prstGeom>
          <a:gradFill flip="none" rotWithShape="1">
            <a:gsLst>
              <a:gs pos="0">
                <a:srgbClr val="C551BF">
                  <a:alpha val="0"/>
                </a:srgbClr>
              </a:gs>
              <a:gs pos="100000">
                <a:srgbClr val="C551BF"/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23" name="Freeform 5">
            <a:extLst>
              <a:ext uri="{FF2B5EF4-FFF2-40B4-BE49-F238E27FC236}">
                <a16:creationId xmlns:a16="http://schemas.microsoft.com/office/drawing/2014/main" id="{91D9E684-17D9-DE7B-8983-3FBC1E349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948061" y="3807395"/>
            <a:ext cx="283410" cy="283410"/>
          </a:xfrm>
          <a:prstGeom prst="mathPlus">
            <a:avLst/>
          </a:prstGeom>
          <a:solidFill>
            <a:srgbClr val="C551B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DC16793-7C5C-3F7E-5191-4AF6A2109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192994" y="3452853"/>
            <a:ext cx="9294559" cy="0"/>
          </a:xfrm>
          <a:prstGeom prst="line">
            <a:avLst/>
          </a:prstGeom>
          <a:noFill/>
          <a:ln w="12700" cap="rnd">
            <a:solidFill>
              <a:srgbClr val="9299F7"/>
            </a:solidFill>
            <a:prstDash val="sysDot"/>
            <a:miter/>
          </a:ln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44C0E02-964D-0B78-62DD-09198616E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201741" y="2552367"/>
            <a:ext cx="9294559" cy="0"/>
          </a:xfrm>
          <a:prstGeom prst="line">
            <a:avLst/>
          </a:prstGeom>
          <a:noFill/>
          <a:ln w="12700" cap="rnd">
            <a:solidFill>
              <a:srgbClr val="9299F7"/>
            </a:solidFill>
            <a:prstDash val="sysDot"/>
            <a:miter/>
          </a:ln>
        </p:spPr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6299AB5-9648-C9CD-130D-F61137D0C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788577" y="4556121"/>
            <a:ext cx="2738438" cy="648134"/>
          </a:xfrm>
          <a:prstGeom prst="roundRect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effectLst/>
        </p:spPr>
        <p:txBody>
          <a:bodyPr wrap="square" lIns="0" tIns="91440" rIns="0" bIns="9144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Segoe U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F6044E-2F43-5C9D-7A6B-64CA5608092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4814968" y="4572043"/>
            <a:ext cx="3114020" cy="648134"/>
          </a:xfrm>
          <a:prstGeom prst="roundRect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effectLst/>
        </p:spPr>
        <p:txBody>
          <a:bodyPr wrap="square" lIns="0" tIns="91440" rIns="0" bIns="9144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Bring </a:t>
            </a:r>
            <a:r>
              <a:rPr lang="en-US" sz="1100">
                <a:solidFill>
                  <a:srgbClr val="000000"/>
                </a:solidFill>
                <a:latin typeface="Segoe Sans Text"/>
                <a:cs typeface="Segoe UI"/>
              </a:rPr>
              <a:t>AI powered workplace to hybrid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work and workers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DB08DE-5F3F-EA6D-2A8A-0FA44AFF32A8}"/>
              </a:ext>
            </a:extLst>
          </p:cNvPr>
          <p:cNvSpPr txBox="1">
            <a:spLocks/>
          </p:cNvSpPr>
          <p:nvPr/>
        </p:nvSpPr>
        <p:spPr>
          <a:xfrm>
            <a:off x="8800064" y="4572043"/>
            <a:ext cx="2738438" cy="647212"/>
          </a:xfrm>
          <a:prstGeom prst="roundRect">
            <a:avLst>
              <a:gd name="adj" fmla="val 11300"/>
            </a:avLst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>
                <a:solidFill>
                  <a:schemeClr val="tx2"/>
                </a:solidFill>
                <a:cs typeface="Segoe UI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Buy</a:t>
            </a:r>
            <a:r>
              <a:rPr lang="en-US" sz="1100">
                <a:solidFill>
                  <a:srgbClr val="000000"/>
                </a:solidFill>
                <a:latin typeface="Segoe Sans Text"/>
              </a:rPr>
              <a:t>/adopt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 Teams Premium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for all hybrid workers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A173C10-BB76-FFFB-1862-517228FB978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2276476" y="5414467"/>
            <a:ext cx="1662401" cy="820778"/>
          </a:xfrm>
          <a:prstGeom prst="roundRect">
            <a:avLst>
              <a:gd name="adj" fmla="val 10055"/>
            </a:avLst>
          </a:prstGeom>
          <a:solidFill>
            <a:srgbClr val="5B5F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N" sz="1200">
                <a:solidFill>
                  <a:srgbClr val="FFFFFF"/>
                </a:solidFill>
                <a:latin typeface="Segoe Sans Display Semibold"/>
                <a:cs typeface="Segoe UI" pitchFamily="34" charset="0"/>
              </a:rPr>
              <a:t>Multiple meeting platforms + point solutions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501A06C8-E026-FA27-414B-FE91D32F8A9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4814968" y="5442950"/>
            <a:ext cx="3114020" cy="763813"/>
          </a:xfrm>
          <a:prstGeom prst="roundRect">
            <a:avLst>
              <a:gd name="adj" fmla="val 12500"/>
            </a:avLst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Value of Copilot/AI integrated across M365, Teams Meetings &amp; Converged Comms Vs. siloed point solutions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CE2CED3-F8AE-9EF3-B84E-6EF0ABBDF5B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/>
          </p:cNvSpPr>
          <p:nvPr/>
        </p:nvSpPr>
        <p:spPr bwMode="auto">
          <a:xfrm>
            <a:off x="8800064" y="5488241"/>
            <a:ext cx="2738438" cy="673232"/>
          </a:xfrm>
          <a:prstGeom prst="roundRect">
            <a:avLst>
              <a:gd name="adj" fmla="val 11300"/>
            </a:avLst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Consolidate on Teams meetings</a:t>
            </a:r>
            <a:r>
              <a:rPr lang="en-US" sz="1100">
                <a:solidFill>
                  <a:srgbClr val="000000"/>
                </a:solidFill>
                <a:latin typeface="Segoe Sans Text"/>
                <a:cs typeface="Segoe UI"/>
              </a:rPr>
              <a:t>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Segoe UI"/>
              </a:rPr>
              <a:t>and upsell to Converged Comms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2BD89D-4CF7-4611-5D04-83B2E2B62D40}"/>
              </a:ext>
            </a:extLst>
          </p:cNvPr>
          <p:cNvSpPr txBox="1"/>
          <p:nvPr/>
        </p:nvSpPr>
        <p:spPr>
          <a:xfrm>
            <a:off x="2417063" y="6642100"/>
            <a:ext cx="3031237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Copilot in Teams is part of Microsoft 365 Copilot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FD2B7B-C9B1-86CB-A0E7-5A1329343317}"/>
              </a:ext>
            </a:extLst>
          </p:cNvPr>
          <p:cNvSpPr txBox="1"/>
          <p:nvPr/>
        </p:nvSpPr>
        <p:spPr>
          <a:xfrm>
            <a:off x="5672784" y="6415251"/>
            <a:ext cx="5732463" cy="5201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*Meeting branding and background personalization; Protect sensitive information with watermarking; Real-time translation (caption/transcript); Meeting templates to automate meeting compliance, including Copilot for Teams w/ or w/o transcription.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**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Hybrid scheduling, Intelligent booking, wayfinding, Hot desk booking, meet-ups,  space insights &amp; optimization.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(Body)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36B39A8-A67C-1337-3DE9-27FD375E3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3791" y="3568340"/>
            <a:ext cx="931985" cy="64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098536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5197AA40-A663-D92A-DF59-2C24B4060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97" b="26591"/>
          <a:stretch/>
        </p:blipFill>
        <p:spPr>
          <a:xfrm>
            <a:off x="0" y="11788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A39F4A3-E9FE-82FF-8244-52E1F12447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4062" b="92326"/>
          <a:stretch/>
        </p:blipFill>
        <p:spPr>
          <a:xfrm>
            <a:off x="0" y="5560081"/>
            <a:ext cx="3691904" cy="1297919"/>
          </a:xfrm>
          <a:prstGeom prst="rect">
            <a:avLst/>
          </a:prstGeom>
        </p:spPr>
      </p:pic>
      <p:sp>
        <p:nvSpPr>
          <p:cNvPr id="21" name="Rectangle: Single Corner Rounded 20">
            <a:extLst>
              <a:ext uri="{FF2B5EF4-FFF2-40B4-BE49-F238E27FC236}">
                <a16:creationId xmlns:a16="http://schemas.microsoft.com/office/drawing/2014/main" id="{8146620D-43AE-E749-F05B-380AC03B0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flipV="1">
            <a:off x="0" y="0"/>
            <a:ext cx="3973816" cy="6869788"/>
          </a:xfrm>
          <a:prstGeom prst="round1Rect">
            <a:avLst>
              <a:gd name="adj" fmla="val 6767"/>
            </a:avLst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Text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DD0C076D-00DD-7A18-369A-5D504BEFC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705349" y="159026"/>
            <a:ext cx="7408732" cy="6079853"/>
          </a:xfrm>
          <a:custGeom>
            <a:avLst/>
            <a:gdLst>
              <a:gd name="connsiteX0" fmla="*/ 661751 w 6906912"/>
              <a:gd name="connsiteY0" fmla="*/ 3534228 h 5350792"/>
              <a:gd name="connsiteX1" fmla="*/ 637025 w 6906912"/>
              <a:gd name="connsiteY1" fmla="*/ 3558954 h 5350792"/>
              <a:gd name="connsiteX2" fmla="*/ 661751 w 6906912"/>
              <a:gd name="connsiteY2" fmla="*/ 3583680 h 5350792"/>
              <a:gd name="connsiteX3" fmla="*/ 6697857 w 6906912"/>
              <a:gd name="connsiteY3" fmla="*/ 3583680 h 5350792"/>
              <a:gd name="connsiteX4" fmla="*/ 6722583 w 6906912"/>
              <a:gd name="connsiteY4" fmla="*/ 3558954 h 5350792"/>
              <a:gd name="connsiteX5" fmla="*/ 6697857 w 6906912"/>
              <a:gd name="connsiteY5" fmla="*/ 3534228 h 5350792"/>
              <a:gd name="connsiteX6" fmla="*/ 661751 w 6906912"/>
              <a:gd name="connsiteY6" fmla="*/ 1767114 h 5350792"/>
              <a:gd name="connsiteX7" fmla="*/ 637025 w 6906912"/>
              <a:gd name="connsiteY7" fmla="*/ 1791840 h 5350792"/>
              <a:gd name="connsiteX8" fmla="*/ 661751 w 6906912"/>
              <a:gd name="connsiteY8" fmla="*/ 1816566 h 5350792"/>
              <a:gd name="connsiteX9" fmla="*/ 6697857 w 6906912"/>
              <a:gd name="connsiteY9" fmla="*/ 1816566 h 5350792"/>
              <a:gd name="connsiteX10" fmla="*/ 6722583 w 6906912"/>
              <a:gd name="connsiteY10" fmla="*/ 1791840 h 5350792"/>
              <a:gd name="connsiteX11" fmla="*/ 6697857 w 6906912"/>
              <a:gd name="connsiteY11" fmla="*/ 1767114 h 5350792"/>
              <a:gd name="connsiteX12" fmla="*/ 303069 w 6906912"/>
              <a:gd name="connsiteY12" fmla="*/ 0 h 5350792"/>
              <a:gd name="connsiteX13" fmla="*/ 6603843 w 6906912"/>
              <a:gd name="connsiteY13" fmla="*/ 0 h 5350792"/>
              <a:gd name="connsiteX14" fmla="*/ 6906912 w 6906912"/>
              <a:gd name="connsiteY14" fmla="*/ 303069 h 5350792"/>
              <a:gd name="connsiteX15" fmla="*/ 6906912 w 6906912"/>
              <a:gd name="connsiteY15" fmla="*/ 5047723 h 5350792"/>
              <a:gd name="connsiteX16" fmla="*/ 6603843 w 6906912"/>
              <a:gd name="connsiteY16" fmla="*/ 5350792 h 5350792"/>
              <a:gd name="connsiteX17" fmla="*/ 303069 w 6906912"/>
              <a:gd name="connsiteY17" fmla="*/ 5350792 h 5350792"/>
              <a:gd name="connsiteX18" fmla="*/ 0 w 6906912"/>
              <a:gd name="connsiteY18" fmla="*/ 5047723 h 5350792"/>
              <a:gd name="connsiteX19" fmla="*/ 0 w 6906912"/>
              <a:gd name="connsiteY19" fmla="*/ 303069 h 5350792"/>
              <a:gd name="connsiteX20" fmla="*/ 303069 w 6906912"/>
              <a:gd name="connsiteY20" fmla="*/ 0 h 5350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906912" h="5350792">
                <a:moveTo>
                  <a:pt x="661751" y="3534228"/>
                </a:moveTo>
                <a:cubicBezTo>
                  <a:pt x="648095" y="3534228"/>
                  <a:pt x="637025" y="3545298"/>
                  <a:pt x="637025" y="3558954"/>
                </a:cubicBezTo>
                <a:cubicBezTo>
                  <a:pt x="637025" y="3572610"/>
                  <a:pt x="648095" y="3583680"/>
                  <a:pt x="661751" y="3583680"/>
                </a:cubicBezTo>
                <a:lnTo>
                  <a:pt x="6697857" y="3583680"/>
                </a:lnTo>
                <a:cubicBezTo>
                  <a:pt x="6711513" y="3583680"/>
                  <a:pt x="6722583" y="3572610"/>
                  <a:pt x="6722583" y="3558954"/>
                </a:cubicBezTo>
                <a:cubicBezTo>
                  <a:pt x="6722583" y="3545298"/>
                  <a:pt x="6711513" y="3534228"/>
                  <a:pt x="6697857" y="3534228"/>
                </a:cubicBezTo>
                <a:close/>
                <a:moveTo>
                  <a:pt x="661751" y="1767114"/>
                </a:moveTo>
                <a:cubicBezTo>
                  <a:pt x="648095" y="1767114"/>
                  <a:pt x="637025" y="1778184"/>
                  <a:pt x="637025" y="1791840"/>
                </a:cubicBezTo>
                <a:cubicBezTo>
                  <a:pt x="637025" y="1805496"/>
                  <a:pt x="648095" y="1816566"/>
                  <a:pt x="661751" y="1816566"/>
                </a:cubicBezTo>
                <a:lnTo>
                  <a:pt x="6697857" y="1816566"/>
                </a:lnTo>
                <a:cubicBezTo>
                  <a:pt x="6711513" y="1816566"/>
                  <a:pt x="6722583" y="1805496"/>
                  <a:pt x="6722583" y="1791840"/>
                </a:cubicBezTo>
                <a:cubicBezTo>
                  <a:pt x="6722583" y="1778184"/>
                  <a:pt x="6711513" y="1767114"/>
                  <a:pt x="6697857" y="1767114"/>
                </a:cubicBezTo>
                <a:close/>
                <a:moveTo>
                  <a:pt x="303069" y="0"/>
                </a:moveTo>
                <a:lnTo>
                  <a:pt x="6603843" y="0"/>
                </a:lnTo>
                <a:cubicBezTo>
                  <a:pt x="6771223" y="0"/>
                  <a:pt x="6906912" y="135689"/>
                  <a:pt x="6906912" y="303069"/>
                </a:cubicBezTo>
                <a:lnTo>
                  <a:pt x="6906912" y="5047723"/>
                </a:lnTo>
                <a:cubicBezTo>
                  <a:pt x="6906912" y="5215103"/>
                  <a:pt x="6771223" y="5350792"/>
                  <a:pt x="6603843" y="5350792"/>
                </a:cubicBezTo>
                <a:lnTo>
                  <a:pt x="303069" y="5350792"/>
                </a:lnTo>
                <a:cubicBezTo>
                  <a:pt x="135689" y="5350792"/>
                  <a:pt x="0" y="5215103"/>
                  <a:pt x="0" y="5047723"/>
                </a:cubicBezTo>
                <a:lnTo>
                  <a:pt x="0" y="303069"/>
                </a:lnTo>
                <a:cubicBezTo>
                  <a:pt x="0" y="135689"/>
                  <a:pt x="135689" y="0"/>
                  <a:pt x="303069" y="0"/>
                </a:cubicBezTo>
                <a:close/>
              </a:path>
            </a:pathLst>
          </a:custGeom>
          <a:gradFill flip="none" rotWithShape="1">
            <a:gsLst>
              <a:gs pos="53000">
                <a:schemeClr val="bg1">
                  <a:alpha val="30000"/>
                </a:schemeClr>
              </a:gs>
              <a:gs pos="100000">
                <a:schemeClr val="bg1">
                  <a:alpha val="41000"/>
                </a:schemeClr>
              </a:gs>
            </a:gsLst>
            <a:lin ang="16200000" scaled="1"/>
            <a:tileRect/>
          </a:gradFill>
          <a:ln w="12700"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495300" dist="38100" dir="5400000" algn="t" rotWithShape="0">
              <a:prstClr val="black">
                <a:alpha val="16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52" name="Title 55">
            <a:extLst>
              <a:ext uri="{FF2B5EF4-FFF2-40B4-BE49-F238E27FC236}">
                <a16:creationId xmlns:a16="http://schemas.microsoft.com/office/drawing/2014/main" id="{59C09984-398A-4D44-C84F-B1C91817D58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73081" y="3286482"/>
            <a:ext cx="2952750" cy="55399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1" i="0" kern="1200" cap="none" spc="-50" baseline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 Semibold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50" normalizeH="0" baseline="0" noProof="0">
                <a:ln w="3175"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Segoe UI Semibold" panose="020B0502040204020203" pitchFamily="34" charset="0"/>
              </a:rPr>
              <a:t>Call to Action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FEDB82C-0910-0660-F6A9-ED0BA201752B}"/>
              </a:ext>
            </a:extLst>
          </p:cNvPr>
          <p:cNvGrpSpPr/>
          <p:nvPr/>
        </p:nvGrpSpPr>
        <p:grpSpPr>
          <a:xfrm>
            <a:off x="4221273" y="382873"/>
            <a:ext cx="861473" cy="861034"/>
            <a:chOff x="4274613" y="824833"/>
            <a:chExt cx="861473" cy="861034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907BF0F-6E33-11F3-3679-2E398CA4F3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4274613" y="824833"/>
              <a:ext cx="861473" cy="861034"/>
              <a:chOff x="3810649" y="3126377"/>
              <a:chExt cx="1278082" cy="1277432"/>
            </a:xfrm>
          </p:grpSpPr>
          <p:sp>
            <p:nvSpPr>
              <p:cNvPr id="31" name="Graphic 22">
                <a:extLst>
                  <a:ext uri="{FF2B5EF4-FFF2-40B4-BE49-F238E27FC236}">
                    <a16:creationId xmlns:a16="http://schemas.microsoft.com/office/drawing/2014/main" id="{46ADC5A6-42EF-FE2F-D627-6597423B1A9B}"/>
                  </a:ext>
                </a:extLst>
              </p:cNvPr>
              <p:cNvSpPr/>
              <p:nvPr/>
            </p:nvSpPr>
            <p:spPr>
              <a:xfrm>
                <a:off x="3810649" y="3126377"/>
                <a:ext cx="1278082" cy="1277432"/>
              </a:xfrm>
              <a:prstGeom prst="ellipse">
                <a:avLst/>
              </a:prstGeom>
              <a:solidFill>
                <a:schemeClr val="bg1">
                  <a:alpha val="73000"/>
                </a:schemeClr>
              </a:solidFill>
              <a:ln w="12700" cap="flat">
                <a:noFill/>
                <a:prstDash val="solid"/>
                <a:miter/>
              </a:ln>
              <a:effectLst>
                <a:outerShdw blurRad="368300" dist="101600" dir="4800000" sx="102000" sy="102000" algn="ctr" rotWithShape="0">
                  <a:schemeClr val="tx2">
                    <a:lumMod val="75000"/>
                    <a:alpha val="19000"/>
                  </a:schemeClr>
                </a:outerShdw>
              </a:effectLst>
            </p:spPr>
            <p:txBody>
              <a:bodyPr lIns="457200" tIns="45720" rIns="91440" bIns="4572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+mn-cs"/>
                </a:endParaRPr>
              </a:p>
            </p:txBody>
          </p:sp>
          <p:sp>
            <p:nvSpPr>
              <p:cNvPr id="32" name="Graphic 22">
                <a:extLst>
                  <a:ext uri="{FF2B5EF4-FFF2-40B4-BE49-F238E27FC236}">
                    <a16:creationId xmlns:a16="http://schemas.microsoft.com/office/drawing/2014/main" id="{5FE64D98-B616-D9C3-99F2-6E0A7F02C729}"/>
                  </a:ext>
                </a:extLst>
              </p:cNvPr>
              <p:cNvSpPr/>
              <p:nvPr/>
            </p:nvSpPr>
            <p:spPr>
              <a:xfrm>
                <a:off x="3940312" y="3255715"/>
                <a:ext cx="1018756" cy="1018756"/>
              </a:xfrm>
              <a:prstGeom prst="ellipse">
                <a:avLst/>
              </a:prstGeom>
              <a:gradFill>
                <a:gsLst>
                  <a:gs pos="0">
                    <a:schemeClr val="accent3"/>
                  </a:gs>
                  <a:gs pos="100000">
                    <a:schemeClr val="accent4">
                      <a:lumMod val="90000"/>
                    </a:schemeClr>
                  </a:gs>
                </a:gsLst>
                <a:lin ang="2700000" scaled="1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127000" algn="ctr" rotWithShape="0">
                  <a:schemeClr val="bg1">
                    <a:lumMod val="50000"/>
                    <a:alpha val="20000"/>
                  </a:schemeClr>
                </a:outerShdw>
              </a:effectLst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Text"/>
                  <a:ea typeface="+mn-ea"/>
                  <a:cs typeface="Segoe UI" pitchFamily="34" charset="0"/>
                </a:endParaRPr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18A9DA8-931A-9214-0482-C63616387746}"/>
                </a:ext>
              </a:extLst>
            </p:cNvPr>
            <p:cNvSpPr txBox="1"/>
            <p:nvPr/>
          </p:nvSpPr>
          <p:spPr>
            <a:xfrm>
              <a:off x="4557873" y="1070685"/>
              <a:ext cx="294954" cy="36933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5B5FC7"/>
                  </a:solidFill>
                  <a:effectLst/>
                  <a:uLnTx/>
                  <a:uFillTx/>
                  <a:latin typeface="Segoe Sans Display Semibold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EDEAC72-9C11-37B4-3B99-219B37D78BAA}"/>
              </a:ext>
            </a:extLst>
          </p:cNvPr>
          <p:cNvGrpSpPr/>
          <p:nvPr/>
        </p:nvGrpSpPr>
        <p:grpSpPr>
          <a:xfrm>
            <a:off x="4236513" y="1672195"/>
            <a:ext cx="861473" cy="861034"/>
            <a:chOff x="4274613" y="2142366"/>
            <a:chExt cx="861473" cy="86103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8BCBC6A-6A43-74C2-FEF7-872C163AC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4274613" y="2142366"/>
              <a:ext cx="861473" cy="861034"/>
              <a:chOff x="3810649" y="3126377"/>
              <a:chExt cx="1278082" cy="1277432"/>
            </a:xfrm>
          </p:grpSpPr>
          <p:sp>
            <p:nvSpPr>
              <p:cNvPr id="34" name="Graphic 22">
                <a:extLst>
                  <a:ext uri="{FF2B5EF4-FFF2-40B4-BE49-F238E27FC236}">
                    <a16:creationId xmlns:a16="http://schemas.microsoft.com/office/drawing/2014/main" id="{210548EF-97AB-51F5-A2BD-2212CF6389F0}"/>
                  </a:ext>
                </a:extLst>
              </p:cNvPr>
              <p:cNvSpPr/>
              <p:nvPr/>
            </p:nvSpPr>
            <p:spPr>
              <a:xfrm>
                <a:off x="3810649" y="3126377"/>
                <a:ext cx="1278082" cy="1277432"/>
              </a:xfrm>
              <a:prstGeom prst="ellipse">
                <a:avLst/>
              </a:prstGeom>
              <a:solidFill>
                <a:schemeClr val="bg1">
                  <a:alpha val="73000"/>
                </a:schemeClr>
              </a:solidFill>
              <a:ln w="12700" cap="flat">
                <a:noFill/>
                <a:prstDash val="solid"/>
                <a:miter/>
              </a:ln>
              <a:effectLst>
                <a:outerShdw blurRad="368300" dist="101600" dir="4800000" sx="102000" sy="102000" algn="ctr" rotWithShape="0">
                  <a:schemeClr val="tx2">
                    <a:lumMod val="75000"/>
                    <a:alpha val="19000"/>
                  </a:schemeClr>
                </a:outerShdw>
              </a:effectLst>
            </p:spPr>
            <p:txBody>
              <a:bodyPr lIns="457200" tIns="45720" rIns="91440" bIns="4572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+mn-cs"/>
                </a:endParaRPr>
              </a:p>
            </p:txBody>
          </p:sp>
          <p:sp>
            <p:nvSpPr>
              <p:cNvPr id="35" name="Graphic 22">
                <a:extLst>
                  <a:ext uri="{FF2B5EF4-FFF2-40B4-BE49-F238E27FC236}">
                    <a16:creationId xmlns:a16="http://schemas.microsoft.com/office/drawing/2014/main" id="{7EB96D59-A181-F00D-9ED7-A577BD979ED1}"/>
                  </a:ext>
                </a:extLst>
              </p:cNvPr>
              <p:cNvSpPr/>
              <p:nvPr/>
            </p:nvSpPr>
            <p:spPr>
              <a:xfrm>
                <a:off x="3940312" y="3255715"/>
                <a:ext cx="1018756" cy="1018756"/>
              </a:xfrm>
              <a:prstGeom prst="ellipse">
                <a:avLst/>
              </a:prstGeom>
              <a:gradFill>
                <a:gsLst>
                  <a:gs pos="0">
                    <a:schemeClr val="accent3"/>
                  </a:gs>
                  <a:gs pos="100000">
                    <a:schemeClr val="accent4">
                      <a:lumMod val="90000"/>
                    </a:schemeClr>
                  </a:gs>
                </a:gsLst>
                <a:lin ang="2700000" scaled="1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127000" algn="ctr" rotWithShape="0">
                  <a:schemeClr val="bg1">
                    <a:lumMod val="50000"/>
                    <a:alpha val="20000"/>
                  </a:schemeClr>
                </a:outerShdw>
              </a:effectLst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Text"/>
                  <a:ea typeface="+mn-ea"/>
                  <a:cs typeface="Segoe UI" pitchFamily="34" charset="0"/>
                </a:endParaRPr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A41FC68-5D6B-FFDE-3E4D-BC8FEBCD902D}"/>
                </a:ext>
              </a:extLst>
            </p:cNvPr>
            <p:cNvSpPr txBox="1"/>
            <p:nvPr/>
          </p:nvSpPr>
          <p:spPr>
            <a:xfrm>
              <a:off x="4533828" y="2388218"/>
              <a:ext cx="343044" cy="36933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5B5FC7"/>
                  </a:solidFill>
                  <a:effectLst/>
                  <a:uLnTx/>
                  <a:uFillTx/>
                  <a:latin typeface="Segoe Sans Display Semibold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7B15022-C3D8-D84C-08AA-CD5935EDDE62}"/>
              </a:ext>
            </a:extLst>
          </p:cNvPr>
          <p:cNvGrpSpPr/>
          <p:nvPr/>
        </p:nvGrpSpPr>
        <p:grpSpPr>
          <a:xfrm>
            <a:off x="4251753" y="2961517"/>
            <a:ext cx="861473" cy="861034"/>
            <a:chOff x="4274613" y="3452281"/>
            <a:chExt cx="861473" cy="861034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9D7E3D3-FD37-EB82-2BF8-2CFD4373F0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4274613" y="3452281"/>
              <a:ext cx="861473" cy="861034"/>
              <a:chOff x="3810649" y="3126377"/>
              <a:chExt cx="1278082" cy="1277432"/>
            </a:xfrm>
          </p:grpSpPr>
          <p:sp>
            <p:nvSpPr>
              <p:cNvPr id="37" name="Graphic 22">
                <a:extLst>
                  <a:ext uri="{FF2B5EF4-FFF2-40B4-BE49-F238E27FC236}">
                    <a16:creationId xmlns:a16="http://schemas.microsoft.com/office/drawing/2014/main" id="{95F6610E-49F9-FC0E-FB03-95ABF7CDB02E}"/>
                  </a:ext>
                </a:extLst>
              </p:cNvPr>
              <p:cNvSpPr/>
              <p:nvPr/>
            </p:nvSpPr>
            <p:spPr>
              <a:xfrm>
                <a:off x="3810649" y="3126377"/>
                <a:ext cx="1278082" cy="1277432"/>
              </a:xfrm>
              <a:prstGeom prst="ellipse">
                <a:avLst/>
              </a:prstGeom>
              <a:solidFill>
                <a:schemeClr val="bg1">
                  <a:alpha val="73000"/>
                </a:schemeClr>
              </a:solidFill>
              <a:ln w="12700" cap="flat">
                <a:noFill/>
                <a:prstDash val="solid"/>
                <a:miter/>
              </a:ln>
              <a:effectLst>
                <a:outerShdw blurRad="368300" dist="101600" dir="4800000" sx="102000" sy="102000" algn="ctr" rotWithShape="0">
                  <a:schemeClr val="tx2">
                    <a:lumMod val="75000"/>
                    <a:alpha val="19000"/>
                  </a:schemeClr>
                </a:outerShdw>
              </a:effectLst>
            </p:spPr>
            <p:txBody>
              <a:bodyPr lIns="457200" tIns="45720" rIns="91440" bIns="4572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+mn-cs"/>
                </a:endParaRPr>
              </a:p>
            </p:txBody>
          </p:sp>
          <p:sp>
            <p:nvSpPr>
              <p:cNvPr id="38" name="Graphic 22">
                <a:extLst>
                  <a:ext uri="{FF2B5EF4-FFF2-40B4-BE49-F238E27FC236}">
                    <a16:creationId xmlns:a16="http://schemas.microsoft.com/office/drawing/2014/main" id="{33FB261B-5BAF-5C2E-B85E-62F773F50022}"/>
                  </a:ext>
                </a:extLst>
              </p:cNvPr>
              <p:cNvSpPr/>
              <p:nvPr/>
            </p:nvSpPr>
            <p:spPr>
              <a:xfrm>
                <a:off x="3940312" y="3255715"/>
                <a:ext cx="1018756" cy="1018756"/>
              </a:xfrm>
              <a:prstGeom prst="ellipse">
                <a:avLst/>
              </a:prstGeom>
              <a:gradFill>
                <a:gsLst>
                  <a:gs pos="0">
                    <a:schemeClr val="accent3"/>
                  </a:gs>
                  <a:gs pos="100000">
                    <a:schemeClr val="accent4">
                      <a:lumMod val="90000"/>
                    </a:schemeClr>
                  </a:gs>
                </a:gsLst>
                <a:lin ang="2700000" scaled="1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127000" algn="ctr" rotWithShape="0">
                  <a:schemeClr val="bg1">
                    <a:lumMod val="50000"/>
                    <a:alpha val="20000"/>
                  </a:schemeClr>
                </a:outerShdw>
              </a:effectLst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Text"/>
                  <a:ea typeface="+mn-ea"/>
                  <a:cs typeface="Segoe UI" pitchFamily="34" charset="0"/>
                </a:endParaRP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2627F27-94BF-5E10-5DF2-E02F6E03152E}"/>
                </a:ext>
              </a:extLst>
            </p:cNvPr>
            <p:cNvSpPr txBox="1"/>
            <p:nvPr/>
          </p:nvSpPr>
          <p:spPr>
            <a:xfrm>
              <a:off x="4533828" y="3698132"/>
              <a:ext cx="343044" cy="36933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5B5FC7"/>
                  </a:solidFill>
                  <a:effectLst/>
                  <a:uLnTx/>
                  <a:uFillTx/>
                  <a:latin typeface="Segoe Sans Display Semibold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D7B76BA-1AC1-5728-68B6-B5ED085FA763}"/>
              </a:ext>
            </a:extLst>
          </p:cNvPr>
          <p:cNvGrpSpPr/>
          <p:nvPr/>
        </p:nvGrpSpPr>
        <p:grpSpPr>
          <a:xfrm>
            <a:off x="4282233" y="4250839"/>
            <a:ext cx="861473" cy="861034"/>
            <a:chOff x="4335573" y="4717201"/>
            <a:chExt cx="861473" cy="86103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575457A-D779-89A2-599A-04A4CA55F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4335573" y="4717201"/>
              <a:ext cx="861473" cy="861034"/>
              <a:chOff x="3810649" y="3126377"/>
              <a:chExt cx="1278082" cy="1277432"/>
            </a:xfrm>
          </p:grpSpPr>
          <p:sp>
            <p:nvSpPr>
              <p:cNvPr id="4" name="Graphic 22">
                <a:extLst>
                  <a:ext uri="{FF2B5EF4-FFF2-40B4-BE49-F238E27FC236}">
                    <a16:creationId xmlns:a16="http://schemas.microsoft.com/office/drawing/2014/main" id="{37726170-541E-380D-4611-869DBBD7AA4E}"/>
                  </a:ext>
                </a:extLst>
              </p:cNvPr>
              <p:cNvSpPr/>
              <p:nvPr/>
            </p:nvSpPr>
            <p:spPr>
              <a:xfrm>
                <a:off x="3810649" y="3126377"/>
                <a:ext cx="1278082" cy="1277432"/>
              </a:xfrm>
              <a:prstGeom prst="ellipse">
                <a:avLst/>
              </a:prstGeom>
              <a:solidFill>
                <a:schemeClr val="bg1">
                  <a:alpha val="73000"/>
                </a:schemeClr>
              </a:solidFill>
              <a:ln w="12700" cap="flat">
                <a:noFill/>
                <a:prstDash val="solid"/>
                <a:miter/>
              </a:ln>
              <a:effectLst>
                <a:outerShdw blurRad="368300" dist="101600" dir="4800000" sx="102000" sy="102000" algn="ctr" rotWithShape="0">
                  <a:schemeClr val="tx2">
                    <a:lumMod val="75000"/>
                    <a:alpha val="19000"/>
                  </a:schemeClr>
                </a:outerShdw>
              </a:effectLst>
            </p:spPr>
            <p:txBody>
              <a:bodyPr lIns="457200" tIns="45720" rIns="91440" bIns="4572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+mn-cs"/>
                </a:endParaRPr>
              </a:p>
            </p:txBody>
          </p:sp>
          <p:sp>
            <p:nvSpPr>
              <p:cNvPr id="5" name="Graphic 22">
                <a:extLst>
                  <a:ext uri="{FF2B5EF4-FFF2-40B4-BE49-F238E27FC236}">
                    <a16:creationId xmlns:a16="http://schemas.microsoft.com/office/drawing/2014/main" id="{386DBDCB-B6E0-C673-1359-CFCE1AD472A6}"/>
                  </a:ext>
                </a:extLst>
              </p:cNvPr>
              <p:cNvSpPr/>
              <p:nvPr/>
            </p:nvSpPr>
            <p:spPr>
              <a:xfrm>
                <a:off x="3940312" y="3255715"/>
                <a:ext cx="1018756" cy="1018756"/>
              </a:xfrm>
              <a:prstGeom prst="ellipse">
                <a:avLst/>
              </a:prstGeom>
              <a:gradFill>
                <a:gsLst>
                  <a:gs pos="0">
                    <a:schemeClr val="accent3"/>
                  </a:gs>
                  <a:gs pos="100000">
                    <a:schemeClr val="accent4">
                      <a:lumMod val="90000"/>
                    </a:schemeClr>
                  </a:gs>
                </a:gsLst>
                <a:lin ang="2700000" scaled="1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127000" algn="ctr" rotWithShape="0">
                  <a:schemeClr val="bg1">
                    <a:lumMod val="50000"/>
                    <a:alpha val="20000"/>
                  </a:schemeClr>
                </a:outerShdw>
              </a:effectLst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Text"/>
                  <a:ea typeface="+mn-ea"/>
                  <a:cs typeface="Segoe UI" pitchFamily="34" charset="0"/>
                </a:endParaRP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370A728-6BB1-4AAF-8379-695D3284DEC6}"/>
                </a:ext>
              </a:extLst>
            </p:cNvPr>
            <p:cNvSpPr txBox="1"/>
            <p:nvPr/>
          </p:nvSpPr>
          <p:spPr>
            <a:xfrm>
              <a:off x="4594788" y="4963052"/>
              <a:ext cx="343044" cy="36933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5B5FC7"/>
                  </a:solidFill>
                  <a:effectLst/>
                  <a:uLnTx/>
                  <a:uFillTx/>
                  <a:latin typeface="Segoe Sans Display Semibold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75029C6-09B0-8422-B902-DBC99784869E}"/>
              </a:ext>
            </a:extLst>
          </p:cNvPr>
          <p:cNvGrpSpPr/>
          <p:nvPr/>
        </p:nvGrpSpPr>
        <p:grpSpPr>
          <a:xfrm>
            <a:off x="4266993" y="5540161"/>
            <a:ext cx="861473" cy="861034"/>
            <a:chOff x="4274613" y="5982121"/>
            <a:chExt cx="861473" cy="86103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530C873-F69D-6742-3032-819CA0A219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4274613" y="5982121"/>
              <a:ext cx="861473" cy="861034"/>
              <a:chOff x="3810649" y="3126377"/>
              <a:chExt cx="1278082" cy="1277432"/>
            </a:xfrm>
          </p:grpSpPr>
          <p:sp>
            <p:nvSpPr>
              <p:cNvPr id="8" name="Graphic 22">
                <a:extLst>
                  <a:ext uri="{FF2B5EF4-FFF2-40B4-BE49-F238E27FC236}">
                    <a16:creationId xmlns:a16="http://schemas.microsoft.com/office/drawing/2014/main" id="{E8FE3108-73CA-9E13-8709-74899EDF70F7}"/>
                  </a:ext>
                </a:extLst>
              </p:cNvPr>
              <p:cNvSpPr/>
              <p:nvPr/>
            </p:nvSpPr>
            <p:spPr>
              <a:xfrm>
                <a:off x="3810649" y="3126377"/>
                <a:ext cx="1278082" cy="1277432"/>
              </a:xfrm>
              <a:prstGeom prst="ellipse">
                <a:avLst/>
              </a:prstGeom>
              <a:solidFill>
                <a:schemeClr val="bg1">
                  <a:alpha val="73000"/>
                </a:schemeClr>
              </a:solidFill>
              <a:ln w="12700" cap="flat">
                <a:noFill/>
                <a:prstDash val="solid"/>
                <a:miter/>
              </a:ln>
              <a:effectLst>
                <a:outerShdw blurRad="368300" dist="101600" dir="4800000" sx="102000" sy="102000" algn="ctr" rotWithShape="0">
                  <a:schemeClr val="tx2">
                    <a:lumMod val="75000"/>
                    <a:alpha val="19000"/>
                  </a:schemeClr>
                </a:outerShdw>
              </a:effectLst>
            </p:spPr>
            <p:txBody>
              <a:bodyPr lIns="457200" tIns="45720" rIns="91440" bIns="4572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Sans Text"/>
                  <a:ea typeface="+mn-ea"/>
                  <a:cs typeface="+mn-cs"/>
                </a:endParaRPr>
              </a:p>
            </p:txBody>
          </p:sp>
          <p:sp>
            <p:nvSpPr>
              <p:cNvPr id="9" name="Graphic 22">
                <a:extLst>
                  <a:ext uri="{FF2B5EF4-FFF2-40B4-BE49-F238E27FC236}">
                    <a16:creationId xmlns:a16="http://schemas.microsoft.com/office/drawing/2014/main" id="{36F106B7-C633-8589-5B4E-5BCB449B095B}"/>
                  </a:ext>
                </a:extLst>
              </p:cNvPr>
              <p:cNvSpPr/>
              <p:nvPr/>
            </p:nvSpPr>
            <p:spPr>
              <a:xfrm>
                <a:off x="3940312" y="3255715"/>
                <a:ext cx="1018756" cy="1018756"/>
              </a:xfrm>
              <a:prstGeom prst="ellipse">
                <a:avLst/>
              </a:prstGeom>
              <a:gradFill>
                <a:gsLst>
                  <a:gs pos="0">
                    <a:schemeClr val="accent3"/>
                  </a:gs>
                  <a:gs pos="100000">
                    <a:schemeClr val="accent4">
                      <a:lumMod val="90000"/>
                    </a:schemeClr>
                  </a:gs>
                </a:gsLst>
                <a:lin ang="2700000" scaled="1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127000" algn="ctr" rotWithShape="0">
                  <a:schemeClr val="bg1">
                    <a:lumMod val="50000"/>
                    <a:alpha val="20000"/>
                  </a:schemeClr>
                </a:outerShdw>
              </a:effectLst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Sans Text"/>
                  <a:ea typeface="+mn-ea"/>
                  <a:cs typeface="Segoe UI" pitchFamily="34" charset="0"/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46C8D3B-F562-1B87-646F-0FF1077630FA}"/>
                </a:ext>
              </a:extLst>
            </p:cNvPr>
            <p:cNvSpPr txBox="1"/>
            <p:nvPr/>
          </p:nvSpPr>
          <p:spPr>
            <a:xfrm>
              <a:off x="4533828" y="6227972"/>
              <a:ext cx="343044" cy="36933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5B5FC7"/>
                  </a:solidFill>
                  <a:effectLst/>
                  <a:uLnTx/>
                  <a:uFillTx/>
                  <a:latin typeface="Segoe Sans Display Semibold"/>
                  <a:ea typeface="+mn-ea"/>
                  <a:cs typeface="+mn-cs"/>
                </a:rPr>
                <a:t>05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E71A21D-BAD2-EB4D-2606-8F52D0F3529C}"/>
              </a:ext>
            </a:extLst>
          </p:cNvPr>
          <p:cNvSpPr txBox="1"/>
          <p:nvPr/>
        </p:nvSpPr>
        <p:spPr>
          <a:xfrm>
            <a:off x="4545329" y="644698"/>
            <a:ext cx="65" cy="461664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Text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4228EAC-9C99-93B1-5BDB-A67AA2B4F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687395" cy="1625600"/>
          </a:xfrm>
          <a:custGeom>
            <a:avLst/>
            <a:gdLst>
              <a:gd name="connsiteX0" fmla="*/ 0 w 1687395"/>
              <a:gd name="connsiteY0" fmla="*/ 0 h 1625600"/>
              <a:gd name="connsiteX1" fmla="*/ 1685309 w 1687395"/>
              <a:gd name="connsiteY1" fmla="*/ 0 h 1625600"/>
              <a:gd name="connsiteX2" fmla="*/ 1687395 w 1687395"/>
              <a:gd name="connsiteY2" fmla="*/ 41304 h 1625600"/>
              <a:gd name="connsiteX3" fmla="*/ 103099 w 1687395"/>
              <a:gd name="connsiteY3" fmla="*/ 1625600 h 1625600"/>
              <a:gd name="connsiteX4" fmla="*/ 0 w 1687395"/>
              <a:gd name="connsiteY4" fmla="*/ 1620394 h 1625600"/>
              <a:gd name="connsiteX5" fmla="*/ 0 w 1687395"/>
              <a:gd name="connsiteY5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7395" h="1625600">
                <a:moveTo>
                  <a:pt x="0" y="0"/>
                </a:moveTo>
                <a:lnTo>
                  <a:pt x="1685309" y="0"/>
                </a:lnTo>
                <a:lnTo>
                  <a:pt x="1687395" y="41304"/>
                </a:lnTo>
                <a:cubicBezTo>
                  <a:pt x="1687395" y="916287"/>
                  <a:pt x="978082" y="1625600"/>
                  <a:pt x="103099" y="1625600"/>
                </a:cubicBezTo>
                <a:lnTo>
                  <a:pt x="0" y="162039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B900"/>
              </a:gs>
              <a:gs pos="100000">
                <a:srgbClr val="FFB3BB"/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600" err="1">
              <a:solidFill>
                <a:srgbClr val="FFFFFF"/>
              </a:solidFill>
              <a:cs typeface="Segoe UI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38263A-8C9C-2E09-D7FE-5027D221B4BE}"/>
              </a:ext>
            </a:extLst>
          </p:cNvPr>
          <p:cNvSpPr txBox="1"/>
          <p:nvPr/>
        </p:nvSpPr>
        <p:spPr>
          <a:xfrm>
            <a:off x="5258139" y="521185"/>
            <a:ext cx="6147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Use and Adopt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 Copilot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DEE3FD-AEDB-2BED-D5F3-6663CA4D0E4F}"/>
              </a:ext>
            </a:extLst>
          </p:cNvPr>
          <p:cNvSpPr txBox="1"/>
          <p:nvPr/>
        </p:nvSpPr>
        <p:spPr>
          <a:xfrm>
            <a:off x="5258139" y="1848794"/>
            <a:ext cx="6147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Understand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 customers’ AI Transformation journey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E64EC1-E041-FDEF-E8B2-0AD6463B9ED5}"/>
              </a:ext>
            </a:extLst>
          </p:cNvPr>
          <p:cNvSpPr txBox="1"/>
          <p:nvPr/>
        </p:nvSpPr>
        <p:spPr>
          <a:xfrm>
            <a:off x="5258139" y="3176403"/>
            <a:ext cx="6147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Tell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 customers our story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498AF5-5155-2A22-1490-9F146937E9CC}"/>
              </a:ext>
            </a:extLst>
          </p:cNvPr>
          <p:cNvSpPr txBox="1"/>
          <p:nvPr/>
        </p:nvSpPr>
        <p:spPr>
          <a:xfrm>
            <a:off x="5258139" y="4504012"/>
            <a:ext cx="6906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Prioritize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 customers deploying and adopting M365 Copilot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C783BA-6C1B-1840-946F-8667BE848DF3}"/>
              </a:ext>
            </a:extLst>
          </p:cNvPr>
          <p:cNvSpPr txBox="1"/>
          <p:nvPr/>
        </p:nvSpPr>
        <p:spPr>
          <a:xfrm>
            <a:off x="5258139" y="5831621"/>
            <a:ext cx="77111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Copilot Proof </a:t>
            </a:r>
            <a:r>
              <a:rPr kumimoji="0" lang="en-US" sz="18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c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Text"/>
                <a:ea typeface="+mn-ea"/>
                <a:cs typeface="+mn-cs"/>
              </a:rPr>
              <a:t>ustomers’ Meeting Rooms, Calling, and Workplace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D26DB1-34A9-750C-373E-AC570CEE55C2}"/>
              </a:ext>
            </a:extLst>
          </p:cNvPr>
          <p:cNvSpPr txBox="1"/>
          <p:nvPr/>
        </p:nvSpPr>
        <p:spPr>
          <a:xfrm>
            <a:off x="97731" y="6364338"/>
            <a:ext cx="61966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solidFill>
                  <a:schemeClr val="bg1"/>
                </a:solidFill>
                <a:hlinkClick r:id="rId5" tooltip="https://aka.ms/ccandcopilotpartnerguidan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https://aka.ms/CCandCopilotPartnerGuidance</a:t>
            </a:r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622682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ams_Template Jan 2024 - Diamond">
  <a:themeElements>
    <a:clrScheme name="Microsoft Teams November 2023">
      <a:dk1>
        <a:srgbClr val="000000"/>
      </a:dk1>
      <a:lt1>
        <a:srgbClr val="FFFFFF"/>
      </a:lt1>
      <a:dk2>
        <a:srgbClr val="444791"/>
      </a:dk2>
      <a:lt2>
        <a:srgbClr val="F1F2F1"/>
      </a:lt2>
      <a:accent1>
        <a:srgbClr val="5B5FC7"/>
      </a:accent1>
      <a:accent2>
        <a:srgbClr val="444791"/>
      </a:accent2>
      <a:accent3>
        <a:srgbClr val="9299F7"/>
      </a:accent3>
      <a:accent4>
        <a:srgbClr val="FFF8F3"/>
      </a:accent4>
      <a:accent5>
        <a:srgbClr val="000000"/>
      </a:accent5>
      <a:accent6>
        <a:srgbClr val="FFFFFF"/>
      </a:accent6>
      <a:hlink>
        <a:srgbClr val="5B5FC7"/>
      </a:hlink>
      <a:folHlink>
        <a:srgbClr val="5B5FC7"/>
      </a:folHlink>
    </a:clrScheme>
    <a:fontScheme name="Microsoft">
      <a:majorFont>
        <a:latin typeface="Segoe Sans Display Semibold"/>
        <a:ea typeface=""/>
        <a:cs typeface=""/>
      </a:majorFont>
      <a:minorFont>
        <a:latin typeface="Segoe Sans Display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  <a:extLst>
    <a:ext uri="{05A4C25C-085E-4340-85A3-A5531E510DB2}">
      <thm15:themeFamily xmlns:thm15="http://schemas.microsoft.com/office/thememl/2012/main" name="Presentation4" id="{DDD6FA73-8C05-4C88-8112-84D24178BEA3}" vid="{66C0D6EC-8661-4051-BE8A-857EC0B4FE02}"/>
    </a:ext>
  </a:extLst>
</a:theme>
</file>

<file path=ppt/theme/theme2.xml><?xml version="1.0" encoding="utf-8"?>
<a:theme xmlns:a="http://schemas.openxmlformats.org/drawingml/2006/main" name="24_White template">
  <a:themeElements>
    <a:clrScheme name="Teams 2023 Theme Colors">
      <a:dk1>
        <a:srgbClr val="000000"/>
      </a:dk1>
      <a:lt1>
        <a:srgbClr val="FFFFFF"/>
      </a:lt1>
      <a:dk2>
        <a:srgbClr val="444791"/>
      </a:dk2>
      <a:lt2>
        <a:srgbClr val="F1F2F1"/>
      </a:lt2>
      <a:accent1>
        <a:srgbClr val="5B5FC7"/>
      </a:accent1>
      <a:accent2>
        <a:srgbClr val="444791"/>
      </a:accent2>
      <a:accent3>
        <a:srgbClr val="9299F7"/>
      </a:accent3>
      <a:accent4>
        <a:srgbClr val="FFF8F3"/>
      </a:accent4>
      <a:accent5>
        <a:srgbClr val="000000"/>
      </a:accent5>
      <a:accent6>
        <a:srgbClr val="FFFFFF"/>
      </a:accent6>
      <a:hlink>
        <a:srgbClr val="5B5FC7"/>
      </a:hlink>
      <a:folHlink>
        <a:srgbClr val="5B5FC7"/>
      </a:folHlink>
    </a:clrScheme>
    <a:fontScheme name="Segoe Sans">
      <a:majorFont>
        <a:latin typeface="Segoe Sans Display Semibold"/>
        <a:ea typeface=""/>
        <a:cs typeface=""/>
      </a:majorFont>
      <a:minorFont>
        <a:latin typeface="Segoe Sans Tex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  <a:extLst>
    <a:ext uri="{05A4C25C-085E-4340-85A3-A5531E510DB2}">
      <thm15:themeFamily xmlns:thm15="http://schemas.microsoft.com/office/thememl/2012/main" name="277832_MS-TEAMS_PPT_TemplateRefresh_SegoeUI_231002" id="{E7BCDA99-54EB-5744-BC5B-7BF34320A9B1}" vid="{EA8CA6E8-1854-A64E-AC87-DDD01677371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366F326CB0CFF4A9ECF2C5724B94906" ma:contentTypeVersion="18" ma:contentTypeDescription="Create a new document." ma:contentTypeScope="" ma:versionID="a5093eafb45b47850ce369ab07844b36">
  <xsd:schema xmlns:xsd="http://www.w3.org/2001/XMLSchema" xmlns:xs="http://www.w3.org/2001/XMLSchema" xmlns:p="http://schemas.microsoft.com/office/2006/metadata/properties" xmlns:ns1="http://schemas.microsoft.com/sharepoint/v3" xmlns:ns2="c9a53aed-14ce-4a99-8e0f-e45df5b5b343" xmlns:ns3="adffc8b4-b225-47f8-8a09-42c05175ba6a" targetNamespace="http://schemas.microsoft.com/office/2006/metadata/properties" ma:root="true" ma:fieldsID="2d7beec1a2e895b59de57b39909e7a5a" ns1:_="" ns2:_="" ns3:_="">
    <xsd:import namespace="http://schemas.microsoft.com/sharepoint/v3"/>
    <xsd:import namespace="c9a53aed-14ce-4a99-8e0f-e45df5b5b343"/>
    <xsd:import namespace="adffc8b4-b225-47f8-8a09-42c05175ba6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a53aed-14ce-4a99-8e0f-e45df5b5b3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23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ffc8b4-b225-47f8-8a09-42c05175ba6a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520aec06-7299-46a9-86f9-b5350cfe59c4}" ma:internalName="TaxCatchAll" ma:showField="CatchAllData" ma:web="adffc8b4-b225-47f8-8a09-42c05175ba6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dffc8b4-b225-47f8-8a09-42c05175ba6a" xsi:nil="true"/>
    <lcf76f155ced4ddcb4097134ff3c332f xmlns="c9a53aed-14ce-4a99-8e0f-e45df5b5b343">
      <Terms xmlns="http://schemas.microsoft.com/office/infopath/2007/PartnerControls"/>
    </lcf76f155ced4ddcb4097134ff3c332f>
    <SharedWithUsers xmlns="adffc8b4-b225-47f8-8a09-42c05175ba6a">
      <UserInfo>
        <DisplayName/>
        <AccountId xsi:nil="true"/>
        <AccountType/>
      </UserInfo>
    </SharedWithUsers>
    <MediaLengthInSeconds xmlns="c9a53aed-14ce-4a99-8e0f-e45df5b5b343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ED07CBE-F424-47B9-B107-02C79D0A17E8}">
  <ds:schemaRefs>
    <ds:schemaRef ds:uri="adffc8b4-b225-47f8-8a09-42c05175ba6a"/>
    <ds:schemaRef ds:uri="c9a53aed-14ce-4a99-8e0f-e45df5b5b34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990F116-B58F-4255-B05B-DA3808E0E5C6}">
  <ds:schemaRefs>
    <ds:schemaRef ds:uri="adffc8b4-b225-47f8-8a09-42c05175ba6a"/>
    <ds:schemaRef ds:uri="c9a53aed-14ce-4a99-8e0f-e45df5b5b34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Microsoft-Teams-PPT-Template</Template>
  <TotalTime>0</TotalTime>
  <Words>3609</Words>
  <Application>Microsoft Office PowerPoint</Application>
  <PresentationFormat>Widescreen</PresentationFormat>
  <Paragraphs>520</Paragraphs>
  <Slides>28</Slides>
  <Notes>28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5" baseType="lpstr">
      <vt:lpstr>Aptos</vt:lpstr>
      <vt:lpstr>Arial</vt:lpstr>
      <vt:lpstr>Arial (Body)</vt:lpstr>
      <vt:lpstr>Calibri</vt:lpstr>
      <vt:lpstr>Consolas</vt:lpstr>
      <vt:lpstr>Segoe Pro Display Semibold</vt:lpstr>
      <vt:lpstr>Segoe Sans Display</vt:lpstr>
      <vt:lpstr>Segoe Sans Display Semibold</vt:lpstr>
      <vt:lpstr>Segoe Sans Text</vt:lpstr>
      <vt:lpstr>Segoe Sans Text Semibold</vt:lpstr>
      <vt:lpstr>Segoe UI</vt:lpstr>
      <vt:lpstr>Segoe UI Semibold</vt:lpstr>
      <vt:lpstr>Segoe UI Variable Text Semibold</vt:lpstr>
      <vt:lpstr>Wingdings</vt:lpstr>
      <vt:lpstr>Teams_Template Jan 2024 - Diamond</vt:lpstr>
      <vt:lpstr>24_White template</vt:lpstr>
      <vt:lpstr>think-cell Slide</vt:lpstr>
      <vt:lpstr>Expanding the partner opportunity in the era of Microsoft 365 Copilot </vt:lpstr>
      <vt:lpstr>Agenda</vt:lpstr>
      <vt:lpstr>PowerPoint Presentation</vt:lpstr>
      <vt:lpstr>PowerPoint Presentation</vt:lpstr>
      <vt:lpstr>PowerPoint Presentation</vt:lpstr>
      <vt:lpstr>Organizations are looking for and moving to new ways to work</vt:lpstr>
      <vt:lpstr>Organizations are looking for and moving to new ways to work </vt:lpstr>
      <vt:lpstr>Organizations are looking for and moving to new ways to work  </vt:lpstr>
      <vt:lpstr>Smart Workplace with Teams</vt:lpstr>
      <vt:lpstr>How Copilot is Transforming the Workplace</vt:lpstr>
      <vt:lpstr>How Copilot is Transforming the Workplace</vt:lpstr>
      <vt:lpstr>How Copilot is Transforming the Workplace</vt:lpstr>
      <vt:lpstr>Day in the life of Alexander</vt:lpstr>
      <vt:lpstr>Day in the life of Alexander</vt:lpstr>
      <vt:lpstr>PowerPoint Presentation</vt:lpstr>
      <vt:lpstr>PowerPoint Presentation</vt:lpstr>
      <vt:lpstr>What customers* are telling us…</vt:lpstr>
      <vt:lpstr>What customers* are telling us…</vt:lpstr>
      <vt:lpstr>What customers* are telling us…</vt:lpstr>
      <vt:lpstr>What customers* are telling us…</vt:lpstr>
      <vt:lpstr>What customers* are telling us…</vt:lpstr>
      <vt:lpstr>Customer Conversation Starters </vt:lpstr>
      <vt:lpstr>Customer Scenario, Conversation, and Outcomes</vt:lpstr>
      <vt:lpstr>Customer Scenario, Conversation, and Outcomes</vt:lpstr>
      <vt:lpstr>Customer Scenario, Conversation, and Outcomes</vt:lpstr>
      <vt:lpstr>Customer Scenario, Conversation, and Outcomes</vt:lpstr>
      <vt:lpstr>Customer Scenario, Conversation, and Outcomes</vt:lpstr>
      <vt:lpstr>Call to Action</vt:lpstr>
    </vt:vector>
  </TitlesOfParts>
  <Manager>&lt;Comms manager name here&gt;</Manager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&lt;Event name&gt;</dc:subject>
  <dc:creator>Lisa  Yeager</dc:creator>
  <cp:keywords/>
  <dc:description/>
  <cp:lastModifiedBy>Lisa  Yeager</cp:lastModifiedBy>
  <cp:revision>3</cp:revision>
  <dcterms:created xsi:type="dcterms:W3CDTF">2024-10-25T17:09:54Z</dcterms:created>
  <dcterms:modified xsi:type="dcterms:W3CDTF">2024-12-11T17:39:46Z</dcterms:modified>
  <cp:category>Microsoft Teams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0x0101002366F326CB0CFF4A9ECF2C5724B94906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MSIP_Label_f42aa342-8706-4288-bd11-ebb85995028c_Enabled">
    <vt:lpwstr>True</vt:lpwstr>
  </property>
  <property fmtid="{D5CDD505-2E9C-101B-9397-08002B2CF9AE}" pid="12" name="MSIP_Label_f42aa342-8706-4288-bd11-ebb85995028c_SiteId">
    <vt:lpwstr>72f988bf-86f1-41af-91ab-2d7cd011db47</vt:lpwstr>
  </property>
  <property fmtid="{D5CDD505-2E9C-101B-9397-08002B2CF9AE}" pid="13" name="MSIP_Label_f42aa342-8706-4288-bd11-ebb85995028c_Ref">
    <vt:lpwstr>https://api.informationprotection.azure.com/api/72f988bf-86f1-41af-91ab-2d7cd011db47</vt:lpwstr>
  </property>
  <property fmtid="{D5CDD505-2E9C-101B-9397-08002B2CF9AE}" pid="14" name="MSIP_Label_f42aa342-8706-4288-bd11-ebb85995028c_SetDate">
    <vt:lpwstr>2017-08-29T14:27:20.8568347-07:00</vt:lpwstr>
  </property>
  <property fmtid="{D5CDD505-2E9C-101B-9397-08002B2CF9AE}" pid="15" name="MSIP_Label_f42aa342-8706-4288-bd11-ebb85995028c_Name">
    <vt:lpwstr>General</vt:lpwstr>
  </property>
  <property fmtid="{D5CDD505-2E9C-101B-9397-08002B2CF9AE}" pid="16" name="MSIP_Label_f42aa342-8706-4288-bd11-ebb85995028c_Extended_MSFT_Method">
    <vt:lpwstr>Automatic</vt:lpwstr>
  </property>
  <property fmtid="{D5CDD505-2E9C-101B-9397-08002B2CF9AE}" pid="17" name="Sensitivity">
    <vt:lpwstr>General</vt:lpwstr>
  </property>
  <property fmtid="{D5CDD505-2E9C-101B-9397-08002B2CF9AE}" pid="18" name="MediaServiceImageTags">
    <vt:lpwstr/>
  </property>
  <property fmtid="{D5CDD505-2E9C-101B-9397-08002B2CF9AE}" pid="19" name="Order">
    <vt:r8>443100</vt:r8>
  </property>
  <property fmtid="{D5CDD505-2E9C-101B-9397-08002B2CF9AE}" pid="20" name="xd_Signature">
    <vt:bool>false</vt:bool>
  </property>
  <property fmtid="{D5CDD505-2E9C-101B-9397-08002B2CF9AE}" pid="21" name="xd_ProgID">
    <vt:lpwstr/>
  </property>
  <property fmtid="{D5CDD505-2E9C-101B-9397-08002B2CF9AE}" pid="22" name="ComplianceAssetId">
    <vt:lpwstr/>
  </property>
  <property fmtid="{D5CDD505-2E9C-101B-9397-08002B2CF9AE}" pid="23" name="TemplateUrl">
    <vt:lpwstr/>
  </property>
  <property fmtid="{D5CDD505-2E9C-101B-9397-08002B2CF9AE}" pid="24" name="_ExtendedDescription">
    <vt:lpwstr/>
  </property>
  <property fmtid="{D5CDD505-2E9C-101B-9397-08002B2CF9AE}" pid="25" name="TriggerFlowInfo">
    <vt:lpwstr/>
  </property>
</Properties>
</file>