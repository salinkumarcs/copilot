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94" r:id="rId5"/>
    <p:sldMasterId id="2147483718" r:id="rId6"/>
    <p:sldMasterId id="2147483865" r:id="rId7"/>
  </p:sldMasterIdLst>
  <p:notesMasterIdLst>
    <p:notesMasterId r:id="rId31"/>
  </p:notesMasterIdLst>
  <p:sldIdLst>
    <p:sldId id="277" r:id="rId8"/>
    <p:sldId id="2147479632" r:id="rId9"/>
    <p:sldId id="2147479634" r:id="rId10"/>
    <p:sldId id="2147479597" r:id="rId11"/>
    <p:sldId id="2147479608" r:id="rId12"/>
    <p:sldId id="2147479607" r:id="rId13"/>
    <p:sldId id="2147483213" r:id="rId14"/>
    <p:sldId id="2147479655" r:id="rId15"/>
    <p:sldId id="2147483216" r:id="rId16"/>
    <p:sldId id="2147479629" r:id="rId17"/>
    <p:sldId id="266" r:id="rId18"/>
    <p:sldId id="280" r:id="rId19"/>
    <p:sldId id="2147479630" r:id="rId20"/>
    <p:sldId id="2147483217" r:id="rId21"/>
    <p:sldId id="2147479614" r:id="rId22"/>
    <p:sldId id="269" r:id="rId23"/>
    <p:sldId id="278" r:id="rId24"/>
    <p:sldId id="2147479635" r:id="rId25"/>
    <p:sldId id="2147483218" r:id="rId26"/>
    <p:sldId id="2147483219" r:id="rId27"/>
    <p:sldId id="2147479631" r:id="rId28"/>
    <p:sldId id="2147479647" r:id="rId29"/>
    <p:sldId id="26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icensing Guide" id="{F0523D75-2322-44A8-9368-FBC0AA010885}">
          <p14:sldIdLst>
            <p14:sldId id="277"/>
            <p14:sldId id="2147479632"/>
            <p14:sldId id="2147479634"/>
            <p14:sldId id="2147479597"/>
            <p14:sldId id="2147479608"/>
            <p14:sldId id="2147479607"/>
            <p14:sldId id="2147483213"/>
            <p14:sldId id="2147479655"/>
            <p14:sldId id="2147483216"/>
            <p14:sldId id="2147479629"/>
            <p14:sldId id="266"/>
            <p14:sldId id="280"/>
            <p14:sldId id="2147479630"/>
            <p14:sldId id="2147483217"/>
            <p14:sldId id="2147479614"/>
            <p14:sldId id="269"/>
            <p14:sldId id="278"/>
            <p14:sldId id="2147479635"/>
            <p14:sldId id="2147483218"/>
            <p14:sldId id="2147483219"/>
          </p14:sldIdLst>
        </p14:section>
        <p14:section name="Appendix" id="{242A205A-C4E4-4C5E-91F1-207E7B0A3387}">
          <p14:sldIdLst>
            <p14:sldId id="2147479631"/>
            <p14:sldId id="2147479647"/>
            <p14:sldId id="261"/>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6B500-96B4-125C-A191-D01A856763A0}" name="Madhu Prasha" initials="MP" userId="S::madhuprasha@microsoft.com::c5e4799d-c604-40b2-816d-b29e2e401fb9" providerId="AD"/>
  <p188:author id="{EED93C06-6FBA-8CA4-1F26-A3DB0B570C46}" name="Irina Nechaeva" initials="IN" userId="S::nechaeva@microsoft.com::d3a725e3-8a82-4f2a-a1a4-5e27f82e1b20" providerId="AD"/>
  <p188:author id="{A0F1F308-5D90-E94F-076C-0C890E9E8B20}" name="Jorie Foss" initials="JF" userId="S::jofoss@microsoft.com::3529ba5d-3b79-4894-8c41-447e98d9ed46" providerId="AD"/>
  <p188:author id="{CAC1710D-C769-DAD9-DB7B-8E96A9E222AA}" name="Ling Zhou" initials="LZ" userId="S::linzhou@microsoft.com::7a22944c-1cc5-4923-98e1-0c847ea2c93d" providerId="AD"/>
  <p188:author id="{E3C9210E-8A1D-BA1C-FF86-68734CD36EEC}" name="Paty Carlos" initials="" userId="S::patyc@microsoft.com::03424a56-5434-4b2d-b503-ff153eb45d3f" providerId="AD"/>
  <p188:author id="{9657E30F-B92C-BDD6-8F6D-BE6D23695A8A}" name="Vicky Flores" initials="VF" userId="S::viflor@microsoft.com::d1f1c5f6-5a78-486b-aebd-90bda2317206" providerId="AD"/>
  <p188:author id="{6DE4F819-6D22-2449-F8F0-BCA60E5F0AE1}" name="Patrick Miller" initials="PM" userId="S::pamil@microsoft.com::7135b467-46fb-4320-9d30-e6aa583b314c" providerId="AD"/>
  <p188:author id="{7DA7F621-47B6-03F9-9083-13ACA894ADBA}" name="Katarina Mello" initials="KM" userId="S::kmello@microsoft.com::e69d4fd9-6212-4c3c-9a2a-9edb66647203" providerId="AD"/>
  <p188:author id="{63430C28-FEEB-4CD9-696E-E62B5574B793}" name="Daniela Cardon" initials="DC" userId="S::davillarreal@microsoft.com::9e7c6d12-1693-432a-a03e-39da2fc30d2c" providerId="AD"/>
  <p188:author id="{3CB77128-87AA-25C7-4966-F55348BB8CDD}" name="Andre Lutermann" initials="AL" userId="S::anluterm@microsoft.com::7eea759a-8bd4-4268-80b4-72add2b52652" providerId="AD"/>
  <p188:author id="{7F9C0429-A27D-191E-02F6-1A5EA1ADAF1C}" name="Rodrigo De la Garza" initials="" userId="S::rodela@microsoft.com::aea35d9c-2d89-4bc1-8b94-6f0d54120eda" providerId="AD"/>
  <p188:author id="{DAE50F33-8683-62A3-E5C1-78A872AD7DDA}" name="Saransh Gupta" initials="SG" userId="S::sarangupta@microsoft.com::b32f895e-e0f4-4b76-96c9-40495388a92f" providerId="AD"/>
  <p188:author id="{BE902633-72E8-578D-491E-5FD855C6458C}" name="Nathalia Bittar" initials="NB" userId="S::nathbi@microsoft.com::c60baafa-e017-4667-a8b5-8e5a4652a730" providerId="AD"/>
  <p188:author id="{4F337133-16C8-CF84-FF21-9283FC6333E9}" name="Leandro Iwase" initials="LI" userId="S::liwase@microsoft.com::6ec57187-57e0-4b46-9fa3-d7e0740ce2ef" providerId="AD"/>
  <p188:author id="{DFB05A36-7AFB-DB8D-4434-19306ED50EFD}" name="Sophie Ke" initials="" userId="S::sophieke@microsoft.com::e539e9bb-1b72-4997-9908-c2f63daa4d85" providerId="AD"/>
  <p188:author id="{9A179841-6B9A-6CCF-ED65-C8F263A492B3}" name="Ron Matchoro" initials="RM" userId="S::ronmat@microsoft.com::ec42b279-18da-40cd-bc41-c8bdd63e9b97" providerId="AD"/>
  <p188:author id="{F1FB3D47-6294-DC68-D11D-E2933CFB5D96}" name="Victoria Woods" initials="VW" userId="S::viwoods@microsoft.com::9e3dc0d6-c0d5-438b-809e-2289e966fa3a" providerId="AD"/>
  <p188:author id="{CFEE5A49-D035-020A-A4A4-356499F32F91}" name="Sidharth Malik" initials="SM" userId="S::simalik@microsoft.com::3d1b691b-3945-4c79-b492-331619622675" providerId="AD"/>
  <p188:author id="{6FD4284C-DC76-EBB3-6CE2-E8A62A8D447B}" name="Mark Wahl" initials="MW" userId="S::mwahl@ntdev.microsoft.com::3f681821-eab7-4645-9b1e-04cb2935d27a" providerId="AD"/>
  <p188:author id="{4B25AB4E-2608-0A2A-D9AF-96E21A2593FE}" name="Amelie Darchicourt" initials="AD" userId="S::amdarchi@microsoft.com::398ad25c-8068-45b9-a097-95315194a6d6" providerId="AD"/>
  <p188:author id="{1E682F55-A5C6-4DE1-5822-ED1596D268D5}" name="Leah Koutnik" initials="LK" userId="S::lekoutni@microsoft.com::5270f443-d7a4-4c2f-94ae-25c9f49c7c24" providerId="AD"/>
  <p188:author id="{21887159-4CA0-0121-6FD6-3D2182C007D9}" name="Cecilia Cuff" initials="CC" userId="S::ccuff@microsoft.com::1baf368c-5ac7-4488-848f-3d593d51345b" providerId="AD"/>
  <p188:author id="{313E0066-267E-403D-FEAF-4D3667531674}" name="Renuka D'Souza (SHE/HER)" initials="RD" userId="S::renukad@microsoft.com::8aff62eb-87d0-48ad-9bea-1190e4425689" providerId="AD"/>
  <p188:author id="{F2507766-A05A-86FD-C3C1-B7A1D43CF0E5}" name="Satish Krishnan" initials="SK" userId="S::satishm@microsoft.com::73699278-7a80-4add-a7f3-8c1b3ef469bf" providerId="AD"/>
  <p188:author id="{0562E374-2F66-4D6F-F17B-FC6DE567EAC3}" name="Shilpa Ranganathan" initials="SR" userId="S::shilpar@microsoft.com::ac519486-1bb5-4bad-bb7d-c8f772c96604" providerId="AD"/>
  <p188:author id="{0B2ECD76-8B76-01F6-E2B3-D8F8B0E95D79}" name="Garima Tiwari" initials="GT" userId="S::garimatiwari@microsoft.com::fe9aa46e-3b78-4990-be89-a97e57318ebb" providerId="AD"/>
  <p188:author id="{A4099C80-A0E3-8CCD-DC0A-1FCEC58CF569}" name="Eugenie Burrage" initials="EB" userId="S::euburrag@microsoft.com::2596ccb2-60d4-4d92-a722-5abec08e3b6e" providerId="AD"/>
  <p188:author id="{12909B81-7CA3-AFA8-4930-A33393970ADD}" name="Ryan Markmann" initials="RM" userId="S::ryanmarkmann@microsoft.com::4db9d9a3-a82d-494c-8212-2b5ff26223e3" providerId="AD"/>
  <p188:author id="{AEAA4B84-0DBD-C76E-4692-74DBDFDAAAAF}" name="Hana Kalaie Sharan" initials="HK" userId="S::hanak@microsoft.com::ad6f7260-ac05-4ec7-a92e-bd7219e83307" providerId="AD"/>
  <p188:author id="{3721F385-E9B3-38CD-FBD0-33A844E33DDE}" name="Herain Oberoi" initials="HO" userId="S::herainoberoi@microsoft.com::82dce8ad-b476-4317-ad3d-e65cff7f4555" providerId="AD"/>
  <p188:author id="{E2356886-48E5-6C9F-C435-0C8D3CD648A2}" name="Arpitha Dhanapathi" initials="AD" userId="S::ardhanap@microsoft.com::e109a12b-905c-47fb-a065-6a13539da5a8" providerId="AD"/>
  <p188:author id="{B6899599-8D1A-6450-25CC-616F7C6AB05F}" name="Tory Estes" initials="" userId="S::vestes@microsoft.com::d8232b3c-6ff1-4286-8b33-ca03880406d0" providerId="AD"/>
  <p188:author id="{029BBA9C-7C8E-D4FC-419B-D07A082BA1CE}" name="Tina Ying" initials="TY" userId="S::juying@microsoft.com::1da9fe39-9117-4426-a723-84e692e91d64" providerId="AD"/>
  <p188:author id="{4E65E99E-45EE-A999-909C-71E0249128A9}" name="Ray Smith" initials="RS" userId="S::raysmith@microsoft.com::fd3b7f6c-3c92-4193-a355-4d8ab97e924a" providerId="AD"/>
  <p188:author id="{7E0CBFA6-4958-B449-292F-8CA8BF415B0E}" name="Jad Karaki" initials="JK" userId="S::jadkaraki@microsoft.com::7230ee51-b64f-43a8-a011-08b29901b1e9" providerId="AD"/>
  <p188:author id="{09D4D1A8-EE1D-2644-4A2F-685A4072EFF8}" name="Rebecca Dunn" initials="RD" userId="S::redunn@microsoft.com::7f5420f8-47df-4bf9-8de0-c45daceb68cb" providerId="AD"/>
  <p188:author id="{272C96AB-DF7A-A9B8-E8D7-48AA065863EA}" name="Betsy Linares" initials="BL" userId="S::betsylinares@microsoft.com::86f1bcd2-9700-40d1-94df-cb60f6d45b45" providerId="AD"/>
  <p188:author id="{875B2AAD-D7CA-3597-C0E7-6EBF074A8011}" name="Nichole Peterson (she/her)" initials="NP" userId="S::nicholepet@microsoft.com::3c735ba6-a182-4153-8147-e65064b94a7d" providerId="AD"/>
  <p188:author id="{CFF598B1-0F8E-10CC-2EF0-3140D333B5EC}" name="Ryan Argall" initials="RA" userId="S::ryanargall@microsoft.com::5cac08a5-cb60-4437-bf40-4419d5615b19" providerId="AD"/>
  <p188:author id="{F7817CB4-C1FC-07B0-08A7-4802814EC0F0}" name="Alex Pozin" initials="AP" userId="S::alexpozin@microsoft.com::41364d21-b8fe-4f09-9e65-a310296a1330" providerId="AD"/>
  <p188:author id="{8B09C8B9-3D77-D6CA-51D8-E745F6B1C663}" name="Davin Gong" initials="DG" userId="S::davingong@microsoft.com::0f361147-fb5a-4206-9c59-4d5b2fbb9ec6" providerId="AD"/>
  <p188:author id="{3643F2C0-FC52-0438-BADD-7B053D3415B3}" name="Sirisha Vuddaraju Laxmi" initials="SV" userId="S::sirishav@microsoft.com::7c9ed665-969b-4344-a94f-e3292698a439" providerId="AD"/>
  <p188:author id="{5A7E92CD-D356-21A3-E5E4-A474CE329A4C}" name="Jenny Granot" initials="JG" userId="S::jennygranot@microsoft.com::dc36a386-7c4e-4ea9-8654-e3ffca6e4d32" providerId="AD"/>
  <p188:author id="{49256DCE-63E4-EF42-271C-D51A46291955}" name="Saif Farooqui" initials="" userId="S::saiffarooqui@microsoft.com::f4f0ac45-865a-42e9-af14-419c423d620a" providerId="AD"/>
  <p188:author id="{3F522DCF-BCD0-9121-2750-3C8C43FD746C}" name="Casandra Marrero" initials="CM" userId="S::casandm@microsoft.com::3792dd2c-326f-4b67-8e39-2bed32cec1ff" providerId="AD"/>
  <p188:author id="{7D805ED0-CC34-EC50-B643-A4209F281986}" name="Erica Toelle" initials="ET" userId="S::ericatoelle@microsoft.com::3a962892-ca66-497b-aac9-a2052a480eb5" providerId="AD"/>
  <p188:author id="{EA90EDD3-155C-0466-9DD1-90A8A743BE0F}" name="Tim Torrence" initials="TT" userId="S::ttorrence@microsoft.com::348aa15f-c855-4f9c-b8b8-d3011f662444" providerId="AD"/>
  <p188:author id="{E91138DD-032D-7C46-DF76-0BBBA2211D5A}" name="Joanne Marone" initials="JM" userId="S::joannemarone@microsoft.com::6f485b15-289c-49df-967e-6208deb6cb75" providerId="AD"/>
  <p188:author id="{03067BE9-E0BC-4E95-1734-68DB85D76808}" name="Sophie Ke" initials="SKe" userId="Sophie Ke" providerId="None"/>
  <p188:author id="{BCEDB6EC-60C8-35E3-4F45-02A64385DBA9}" name="Alice Liu" initials="AL" userId="S::aliceliu@microsoft.com::630f0b6a-c079-414b-8a02-4eeccf3051ab" providerId="AD"/>
  <p188:author id="{B193D1ED-6FB4-9DF4-07BC-8AC89E28754F}" name="Mike Walsh" initials="MW" userId="S::mikewalsh@microsoft.com::bc8f4e96-7e26-46ac-9dfd-886fde7a4f97" providerId="AD"/>
  <p188:author id="{8BB532F8-5CDF-FB45-8F99-240ED5CB583A}" name="Caroline Stanford" initials="CS" userId="S::cstanford@microsoft.com::966f2026-941b-49ae-acc5-4264f880d03a" providerId="AD"/>
  <p188:author id="{1CAC52F9-D5AB-1C61-913C-F33BEFB81929}" name="Nathalia Borges" initials="" userId="S::nborges@microsoft.com::0af803e5-253b-4724-82bc-3eaed368a2dc" providerId="AD"/>
  <p188:author id="{286067FA-A3C5-7F2F-4C13-BA004EA63B6A}" name="Mrinal Sharma" initials="MS" userId="S::sharmamrinal@microsoft.com::30b84105-0c77-469d-9c66-1cc937ce4f22" providerId="AD"/>
  <p188:author id="{9EC259FE-7DCD-636E-521F-92E6FB2A4DEF}" name="Samer Baroudi" initials="" userId="S::samerbaroudi@microsoft.com::4fe9f403-e326-4d42-ae8f-f06ef9096e5d" providerId="AD"/>
  <p188:author id="{521AA5FF-5EB5-D1C5-9358-0B0797979276}" name="Shawn Nandi" initials="SN" userId="S::snandi@microsoft.com::775dd38d-888d-4e3f-964d-576f2ec634a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1B44B1"/>
    <a:srgbClr val="FFF1CC"/>
    <a:srgbClr val="DCD8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85A346-EF9C-4E74-BC8B-09AB3773F497}" v="9" dt="2026-06-01T23:33:30.6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6.xml" Id="rId13" /><Relationship Type="http://schemas.openxmlformats.org/officeDocument/2006/relationships/slide" Target="slides/slide11.xml" Id="rId18" /><Relationship Type="http://schemas.openxmlformats.org/officeDocument/2006/relationships/slide" Target="slides/slide19.xml" Id="rId26" /><Relationship Type="http://schemas.openxmlformats.org/officeDocument/2006/relationships/slide" Target="slides/slide14.xml" Id="rId21" /><Relationship Type="http://schemas.openxmlformats.org/officeDocument/2006/relationships/theme" Target="theme/theme1.xml" Id="rId34" /><Relationship Type="http://schemas.openxmlformats.org/officeDocument/2006/relationships/slideMaster" Target="slideMasters/slideMaster4.xml" Id="rId7" /><Relationship Type="http://schemas.openxmlformats.org/officeDocument/2006/relationships/slide" Target="slides/slide5.xml" Id="rId12" /><Relationship Type="http://schemas.openxmlformats.org/officeDocument/2006/relationships/slide" Target="slides/slide10.xml" Id="rId17" /><Relationship Type="http://schemas.openxmlformats.org/officeDocument/2006/relationships/slide" Target="slides/slide18.xml" Id="rId25" /><Relationship Type="http://schemas.openxmlformats.org/officeDocument/2006/relationships/viewProps" Target="viewProps.xml" Id="rId33" /><Relationship Type="http://schemas.microsoft.com/office/2018/10/relationships/authors" Target="authors.xml" Id="rId38" /><Relationship Type="http://schemas.openxmlformats.org/officeDocument/2006/relationships/customXml" Target="../customXml/item2.xml" Id="rId2" /><Relationship Type="http://schemas.openxmlformats.org/officeDocument/2006/relationships/slide" Target="slides/slide9.xml" Id="rId16" /><Relationship Type="http://schemas.openxmlformats.org/officeDocument/2006/relationships/slide" Target="slides/slide13.xml" Id="rId20" /><Relationship Type="http://schemas.openxmlformats.org/officeDocument/2006/relationships/slide" Target="slides/slide22.xml" Id="rId29" /><Relationship Type="http://schemas.openxmlformats.org/officeDocument/2006/relationships/customXml" Target="../customXml/item1.xml" Id="rId1" /><Relationship Type="http://schemas.openxmlformats.org/officeDocument/2006/relationships/slideMaster" Target="slideMasters/slideMaster3.xml" Id="rId6" /><Relationship Type="http://schemas.openxmlformats.org/officeDocument/2006/relationships/slide" Target="slides/slide4.xml" Id="rId11" /><Relationship Type="http://schemas.openxmlformats.org/officeDocument/2006/relationships/slide" Target="slides/slide17.xml" Id="rId24" /><Relationship Type="http://schemas.openxmlformats.org/officeDocument/2006/relationships/presProps" Target="presProps.xml" Id="rId32" /><Relationship Type="http://schemas.microsoft.com/office/2015/10/relationships/revisionInfo" Target="revisionInfo.xml" Id="rId37" /><Relationship Type="http://schemas.openxmlformats.org/officeDocument/2006/relationships/slideMaster" Target="slideMasters/slideMaster2.xml" Id="rId5" /><Relationship Type="http://schemas.openxmlformats.org/officeDocument/2006/relationships/slide" Target="slides/slide8.xml" Id="rId15" /><Relationship Type="http://schemas.openxmlformats.org/officeDocument/2006/relationships/slide" Target="slides/slide16.xml" Id="rId23" /><Relationship Type="http://schemas.openxmlformats.org/officeDocument/2006/relationships/slide" Target="slides/slide21.xml" Id="rId28" /><Relationship Type="http://schemas.openxmlformats.org/officeDocument/2006/relationships/slide" Target="slides/slide3.xml" Id="rId10" /><Relationship Type="http://schemas.openxmlformats.org/officeDocument/2006/relationships/slide" Target="slides/slide12.xml" Id="rId19" /><Relationship Type="http://schemas.openxmlformats.org/officeDocument/2006/relationships/notesMaster" Target="notesMasters/notesMaster1.xml" Id="rId31" /><Relationship Type="http://schemas.openxmlformats.org/officeDocument/2006/relationships/slideMaster" Target="slideMasters/slideMaster1.xml" Id="rId4" /><Relationship Type="http://schemas.openxmlformats.org/officeDocument/2006/relationships/slide" Target="slides/slide2.xml" Id="rId9" /><Relationship Type="http://schemas.openxmlformats.org/officeDocument/2006/relationships/slide" Target="slides/slide7.xml" Id="rId14" /><Relationship Type="http://schemas.openxmlformats.org/officeDocument/2006/relationships/slide" Target="slides/slide15.xml" Id="rId22" /><Relationship Type="http://schemas.openxmlformats.org/officeDocument/2006/relationships/slide" Target="slides/slide20.xml" Id="rId27" /><Relationship Type="http://schemas.openxmlformats.org/officeDocument/2006/relationships/slide" Target="slides/slide23.xml" Id="rId30" /><Relationship Type="http://schemas.openxmlformats.org/officeDocument/2006/relationships/tableStyles" Target="tableStyles.xml" Id="rId35" /><Relationship Type="http://schemas.openxmlformats.org/officeDocument/2006/relationships/slide" Target="slides/slide1.xml" Id="rId8" /><Relationship Type="http://schemas.openxmlformats.org/officeDocument/2006/relationships/customXml" Target="../customXml/item3.xml" Id="rId3"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C3F967-468F-4D3B-8CE4-00BED6A32DD3}"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3D8E8C-E543-4BA8-9128-95A4DF68989E}" type="slidenum">
              <a:rPr lang="en-US" smtClean="0"/>
              <a:t>‹#›</a:t>
            </a:fld>
            <a:endParaRPr lang="en-US"/>
          </a:p>
        </p:txBody>
      </p:sp>
    </p:spTree>
    <p:extLst>
      <p:ext uri="{BB962C8B-B14F-4D97-AF65-F5344CB8AC3E}">
        <p14:creationId xmlns:p14="http://schemas.microsoft.com/office/powerpoint/2010/main" val="24246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panose="05000000000000000000" pitchFamily="2" charset="2"/>
              <a:buNone/>
            </a:pPr>
            <a:endParaRPr lang="en-US"/>
          </a:p>
        </p:txBody>
      </p:sp>
      <p:sp>
        <p:nvSpPr>
          <p:cNvPr id="4" name="Slide Number Placeholder 3"/>
          <p:cNvSpPr>
            <a:spLocks noGrp="1"/>
          </p:cNvSpPr>
          <p:nvPr>
            <p:ph type="sldNum" sz="quarter" idx="5"/>
          </p:nvPr>
        </p:nvSpPr>
        <p:spPr/>
        <p:txBody>
          <a:bodyPr/>
          <a:lstStyle/>
          <a:p>
            <a:fld id="{CC3D8E8C-E543-4BA8-9128-95A4DF68989E}" type="slidenum">
              <a:rPr lang="en-US" smtClean="0"/>
              <a:t>3</a:t>
            </a:fld>
            <a:endParaRPr lang="en-US"/>
          </a:p>
        </p:txBody>
      </p:sp>
    </p:spTree>
    <p:extLst>
      <p:ext uri="{BB962C8B-B14F-4D97-AF65-F5344CB8AC3E}">
        <p14:creationId xmlns:p14="http://schemas.microsoft.com/office/powerpoint/2010/main" val="604524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3D8E8C-E543-4BA8-9128-95A4DF68989E}" type="slidenum">
              <a:rPr lang="en-US" smtClean="0"/>
              <a:t>5</a:t>
            </a:fld>
            <a:endParaRPr lang="en-US"/>
          </a:p>
        </p:txBody>
      </p:sp>
    </p:spTree>
    <p:extLst>
      <p:ext uri="{BB962C8B-B14F-4D97-AF65-F5344CB8AC3E}">
        <p14:creationId xmlns:p14="http://schemas.microsoft.com/office/powerpoint/2010/main" val="3188031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FB80F-62C1-D65E-FC46-91328098F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01A84-F778-866A-E984-0361768212C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721FBCE-59E6-E712-C27B-49C519EEEE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CE3A42-AFEE-58D4-FB19-B9B7F327AE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D8E8C-E543-4BA8-9128-95A4DF6898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6065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0D445-A0C3-EDB2-0F1C-A12704E19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F0F12-5D23-6E0B-B0D5-8F60B2ECCC4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F9D041A-2B64-60B6-F7CC-4A20D038D2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7B08CB-88C4-4DEC-8C45-576705A62F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D8E8C-E543-4BA8-9128-95A4DF6898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1628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8172D-92AF-D562-4F71-08D79C921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F98F7-0450-B6AD-7678-DC64FDF04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451C1-D0AA-35EA-C4DE-607E2485BC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1BAB7841-EFF5-A537-43A5-A63EF01F42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D8E8C-E543-4BA8-9128-95A4DF6898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1883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4545F-64E0-7EE1-4018-0E9E87753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7917F-986E-DDB0-A1B6-635F7554D51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35EBB828-E5E4-B83F-CE74-0BA932BA4B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612C89-3EB8-312E-CFCD-73D02DBE2D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D8E8C-E543-4BA8-9128-95A4DF6898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9082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E3D5C-C990-93B1-C860-6143B268A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D0067-2BD3-29F9-9A90-3909037522F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7BE2C91-04E3-7ACC-50B8-3209B9B94D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5D1F6A-A5A9-D107-019B-C888F2E9D1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D8E8C-E543-4BA8-9128-95A4DF6898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8917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A9C7E-3BED-C9B8-1A2F-A33596646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1A501-0377-D05E-1617-BDCCB396ECF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343ED5A9-7EDF-D10E-DC09-C6D3AC6949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9551CA-2561-4901-3513-D466338122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3D8E8C-E543-4BA8-9128-95A4DF6898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25752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C375F-5DA8-1ACF-46BF-E93738FE5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1BFBA-9DCC-808D-3E2D-DD58E84C75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2974CD-6CEA-393D-7922-E8E9C2E0FADF}"/>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79B535C8-A40E-A4FC-7347-B14DA72BA0B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5DE662-C59A-4365-AF6D-CD6AFBAD4B9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61450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3.xml"/><Relationship Id="rId4" Type="http://schemas.openxmlformats.org/officeDocument/2006/relationships/image" Target="../media/image25.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3.xml"/><Relationship Id="rId4" Type="http://schemas.openxmlformats.org/officeDocument/2006/relationships/image" Target="../media/image25.emf"/></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3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4.xml"/><Relationship Id="rId4" Type="http://schemas.openxmlformats.org/officeDocument/2006/relationships/image" Target="../media/image25.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Master" Target="../slideMasters/slideMaster4.xml"/><Relationship Id="rId4" Type="http://schemas.openxmlformats.org/officeDocument/2006/relationships/image" Target="../media/image25.emf"/></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4.xml"/><Relationship Id="rId5" Type="http://schemas.openxmlformats.org/officeDocument/2006/relationships/image" Target="../media/image34.png"/><Relationship Id="rId4" Type="http://schemas.openxmlformats.org/officeDocument/2006/relationships/image" Target="../media/image3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Gradient_Orange">
    <p:bg>
      <p:bgPr>
        <a:solidFill>
          <a:schemeClr val="bg1"/>
        </a:solidFill>
        <a:effectLst/>
      </p:bgPr>
    </p:bg>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76085746-D4D5-E4B5-9EA8-ABCD80DC3F4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8193024" cy="246888"/>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9" name="Text Placeholder 4">
            <a:extLst>
              <a:ext uri="{FF2B5EF4-FFF2-40B4-BE49-F238E27FC236}">
                <a16:creationId xmlns:a16="http://schemas.microsoft.com/office/drawing/2014/main" id="{9D791B19-58A7-CCC1-7E59-596D25308565}"/>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10" name="Text Placeholder 4">
            <a:extLst>
              <a:ext uri="{FF2B5EF4-FFF2-40B4-BE49-F238E27FC236}">
                <a16:creationId xmlns:a16="http://schemas.microsoft.com/office/drawing/2014/main" id="{C4FB1562-E75F-A091-C795-9BCF0AD2A7A3}"/>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8832440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Illustration_Circles">
    <p:bg>
      <p:bgPr>
        <a:solidFill>
          <a:schemeClr val="bg1"/>
        </a:solidFill>
        <a:effectLst/>
      </p:bgPr>
    </p:bg>
    <p:spTree>
      <p:nvGrpSpPr>
        <p:cNvPr id="1" name=""/>
        <p:cNvGrpSpPr/>
        <p:nvPr/>
      </p:nvGrpSpPr>
      <p:grpSpPr>
        <a:xfrm>
          <a:off x="0" y="0"/>
          <a:ext cx="0" cy="0"/>
          <a:chOff x="0" y="0"/>
          <a:chExt cx="0" cy="0"/>
        </a:xfrm>
      </p:grpSpPr>
      <p:pic>
        <p:nvPicPr>
          <p:cNvPr id="8" name="Picture 7" descr="Circle&#10;&#10;Description automatically generated with medium confidence">
            <a:extLst>
              <a:ext uri="{FF2B5EF4-FFF2-40B4-BE49-F238E27FC236}">
                <a16:creationId xmlns:a16="http://schemas.microsoft.com/office/drawing/2014/main" id="{09794856-AEC6-7B89-2ABB-FB8B0C1A2ED0}"/>
              </a:ext>
            </a:extLst>
          </p:cNvPr>
          <p:cNvPicPr>
            <a:picLocks noChangeAspect="1"/>
          </p:cNvPicPr>
          <p:nvPr userDrawn="1"/>
        </p:nvPicPr>
        <p:blipFill>
          <a:blip r:embed="rId2"/>
          <a:stretch>
            <a:fillRect/>
          </a:stretch>
        </p:blipFill>
        <p:spPr>
          <a:xfrm>
            <a:off x="0" y="0"/>
            <a:ext cx="12227442" cy="6858000"/>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8193024" cy="246888"/>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9" name="Text Placeholder 4">
            <a:extLst>
              <a:ext uri="{FF2B5EF4-FFF2-40B4-BE49-F238E27FC236}">
                <a16:creationId xmlns:a16="http://schemas.microsoft.com/office/drawing/2014/main" id="{38B984F1-A0BC-F9B3-5737-D05D65215A89}"/>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10" name="Text Placeholder 4">
            <a:extLst>
              <a:ext uri="{FF2B5EF4-FFF2-40B4-BE49-F238E27FC236}">
                <a16:creationId xmlns:a16="http://schemas.microsoft.com/office/drawing/2014/main" id="{D312307A-7BE8-2E78-3E22-4CE9B2A99CDB}"/>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33916189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Illustration_Arcs">
    <p:bg>
      <p:bgPr>
        <a:solidFill>
          <a:schemeClr val="bg1"/>
        </a:solidFill>
        <a:effectLst/>
      </p:bgPr>
    </p:bg>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145082EE-4188-A780-1F9A-590189A5117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637" y="0"/>
            <a:ext cx="12188952" cy="6862632"/>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8193024" cy="1231106"/>
          </a:xfrm>
          <a:noFill/>
        </p:spPr>
        <p:txBody>
          <a:bodyPr wrap="square" lIns="0" tIns="0" rIns="0" bIns="0" anchor="b" anchorCtr="0">
            <a:spAutoFit/>
          </a:bodyPr>
          <a:lstStyle>
            <a:lvl1pPr>
              <a:defRPr sz="4000" b="0" i="0" spc="-50" baseline="0">
                <a:solidFill>
                  <a:srgbClr val="000000"/>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8193024" cy="246888"/>
          </a:xfrm>
          <a:prstGeom prst="rect">
            <a:avLst/>
          </a:prstGeom>
          <a:noFill/>
        </p:spPr>
        <p:txBody>
          <a:bodyPr wrap="square" lIns="0" tIns="0" rIns="0" bIns="0">
            <a:spAutoFit/>
          </a:bodyPr>
          <a:lstStyle>
            <a:lvl1pPr marL="0" indent="0">
              <a:spcBef>
                <a:spcPts val="0"/>
              </a:spcBef>
              <a:buNone/>
              <a:defRPr sz="1600" spc="0" baseline="0">
                <a:solidFill>
                  <a:srgbClr val="000000"/>
                </a:solidFill>
                <a:latin typeface="+mn-lt"/>
                <a:cs typeface="Segoe UI" panose="020B0502040204020203" pitchFamily="34" charset="0"/>
              </a:defRPr>
            </a:lvl1pPr>
          </a:lstStyle>
          <a:p>
            <a:pPr lvl="0"/>
            <a:r>
              <a:rPr lang="en-US"/>
              <a:t>Speaker name or subtitle</a:t>
            </a:r>
          </a:p>
        </p:txBody>
      </p:sp>
      <p:sp>
        <p:nvSpPr>
          <p:cNvPr id="9" name="Text Placeholder 4">
            <a:extLst>
              <a:ext uri="{FF2B5EF4-FFF2-40B4-BE49-F238E27FC236}">
                <a16:creationId xmlns:a16="http://schemas.microsoft.com/office/drawing/2014/main" id="{168A2A81-4605-F98C-B92F-A3B13D8B5A7A}"/>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rgbClr val="000000"/>
                </a:solidFill>
                <a:latin typeface="+mn-lt"/>
                <a:cs typeface="Segoe UI" panose="020B0502040204020203" pitchFamily="34" charset="0"/>
              </a:defRPr>
            </a:lvl1pPr>
          </a:lstStyle>
          <a:p>
            <a:pPr lvl="0"/>
            <a:r>
              <a:rPr lang="en-US"/>
              <a:t>Date</a:t>
            </a:r>
          </a:p>
        </p:txBody>
      </p:sp>
      <p:sp>
        <p:nvSpPr>
          <p:cNvPr id="10" name="Text Placeholder 4">
            <a:extLst>
              <a:ext uri="{FF2B5EF4-FFF2-40B4-BE49-F238E27FC236}">
                <a16:creationId xmlns:a16="http://schemas.microsoft.com/office/drawing/2014/main" id="{5E9798E2-7B19-CF43-2EBC-CF37023D81BD}"/>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rgbClr val="000000"/>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4982425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Photo_1/2 page">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BCC0E392-D5CA-C32F-D9A7-56502655F3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37" y="0"/>
            <a:ext cx="12188952" cy="6858351"/>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505538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6"/>
            <a:ext cx="505538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8" name="Text Placeholder 4">
            <a:extLst>
              <a:ext uri="{FF2B5EF4-FFF2-40B4-BE49-F238E27FC236}">
                <a16:creationId xmlns:a16="http://schemas.microsoft.com/office/drawing/2014/main" id="{00208FBC-E96F-C956-73C6-8A700A34C3FA}"/>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9" name="Text Placeholder 4">
            <a:extLst>
              <a:ext uri="{FF2B5EF4-FFF2-40B4-BE49-F238E27FC236}">
                <a16:creationId xmlns:a16="http://schemas.microsoft.com/office/drawing/2014/main" id="{D0A31E97-520B-733B-C008-ADA22D8A53A6}"/>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C2831A91-2F18-9527-DDF7-F70EC570E8C6}"/>
              </a:ext>
            </a:extLst>
          </p:cNvPr>
          <p:cNvSpPr>
            <a:spLocks noGrp="1"/>
          </p:cNvSpPr>
          <p:nvPr>
            <p:ph type="pic" sz="quarter" idx="19" hasCustomPrompt="1"/>
          </p:nvPr>
        </p:nvSpPr>
        <p:spPr bwMode="ltGray">
          <a:xfrm>
            <a:off x="6096000" y="0"/>
            <a:ext cx="6096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9025671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Photo_1/3 page">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23E87F42-010F-3E27-4A6C-FF0B393BD4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37" y="0"/>
            <a:ext cx="12188952" cy="6858351"/>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6895759"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6895759"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8" name="Text Placeholder 4">
            <a:extLst>
              <a:ext uri="{FF2B5EF4-FFF2-40B4-BE49-F238E27FC236}">
                <a16:creationId xmlns:a16="http://schemas.microsoft.com/office/drawing/2014/main" id="{8251606E-7ED4-0FCC-48A7-298DABEC7CCD}"/>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9" name="Text Placeholder 4">
            <a:extLst>
              <a:ext uri="{FF2B5EF4-FFF2-40B4-BE49-F238E27FC236}">
                <a16:creationId xmlns:a16="http://schemas.microsoft.com/office/drawing/2014/main" id="{D9F65BD8-C626-5B2C-AF8A-7F9CB38095B1}"/>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7D075368-BA70-E259-E472-56961BBBB323}"/>
              </a:ext>
            </a:extLst>
          </p:cNvPr>
          <p:cNvSpPr>
            <a:spLocks noGrp="1"/>
          </p:cNvSpPr>
          <p:nvPr>
            <p:ph type="pic" sz="quarter" idx="19" hasCustomPrompt="1"/>
          </p:nvPr>
        </p:nvSpPr>
        <p:spPr bwMode="ltGray">
          <a:xfrm>
            <a:off x="8129016" y="0"/>
            <a:ext cx="4059936"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62471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Photo_Full page">
    <p:bg>
      <p:bgPr>
        <a:solidFill>
          <a:schemeClr val="bg1"/>
        </a:solidFill>
        <a:effectLst/>
      </p:bgPr>
    </p:bg>
    <p:spTree>
      <p:nvGrpSpPr>
        <p:cNvPr id="1" name=""/>
        <p:cNvGrpSpPr/>
        <p:nvPr/>
      </p:nvGrpSpPr>
      <p:grpSpPr>
        <a:xfrm>
          <a:off x="0" y="0"/>
          <a:ext cx="0" cy="0"/>
          <a:chOff x="0" y="0"/>
          <a:chExt cx="0" cy="0"/>
        </a:xfrm>
      </p:grpSpPr>
      <p:pic>
        <p:nvPicPr>
          <p:cNvPr id="6" name="Picture 5" descr="A person looking at a computer&#10;&#10;Description automatically generated with medium confidence">
            <a:extLst>
              <a:ext uri="{FF2B5EF4-FFF2-40B4-BE49-F238E27FC236}">
                <a16:creationId xmlns:a16="http://schemas.microsoft.com/office/drawing/2014/main" id="{8D37F35E-9AA8-D1CA-58C1-C7A8A923122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7" name="MS logo gray - EMF">
            <a:extLst>
              <a:ext uri="{FF2B5EF4-FFF2-40B4-BE49-F238E27FC236}">
                <a16:creationId xmlns:a16="http://schemas.microsoft.com/office/drawing/2014/main" id="{1A134BE8-0BA3-4A4E-8C07-9127207B8A2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82042" y="4215827"/>
            <a:ext cx="8193024" cy="246888"/>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
        <p:nvSpPr>
          <p:cNvPr id="4" name="Text Placeholder 4">
            <a:extLst>
              <a:ext uri="{FF2B5EF4-FFF2-40B4-BE49-F238E27FC236}">
                <a16:creationId xmlns:a16="http://schemas.microsoft.com/office/drawing/2014/main" id="{9F62B460-7838-D919-2107-2AE2DB807FF1}"/>
              </a:ext>
            </a:extLst>
          </p:cNvPr>
          <p:cNvSpPr>
            <a:spLocks noGrp="1"/>
          </p:cNvSpPr>
          <p:nvPr>
            <p:ph type="body" sz="quarter" idx="13" hasCustomPrompt="1"/>
          </p:nvPr>
        </p:nvSpPr>
        <p:spPr>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Text Placeholder 4">
            <a:extLst>
              <a:ext uri="{FF2B5EF4-FFF2-40B4-BE49-F238E27FC236}">
                <a16:creationId xmlns:a16="http://schemas.microsoft.com/office/drawing/2014/main" id="{AE54E53D-428B-872F-679F-3347A7E78D46}"/>
              </a:ext>
            </a:extLst>
          </p:cNvPr>
          <p:cNvSpPr>
            <a:spLocks noGrp="1"/>
          </p:cNvSpPr>
          <p:nvPr>
            <p:ph type="body" sz="quarter" idx="14" hasCustomPrompt="1"/>
          </p:nvPr>
        </p:nvSpPr>
        <p:spPr>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6207319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_Illustration_Circles">
    <p:bg>
      <p:bgPr>
        <a:solidFill>
          <a:schemeClr val="bg1"/>
        </a:solidFill>
        <a:effectLst/>
      </p:bgPr>
    </p:bg>
    <p:spTree>
      <p:nvGrpSpPr>
        <p:cNvPr id="1" name=""/>
        <p:cNvGrpSpPr/>
        <p:nvPr/>
      </p:nvGrpSpPr>
      <p:grpSpPr>
        <a:xfrm>
          <a:off x="0" y="0"/>
          <a:ext cx="0" cy="0"/>
          <a:chOff x="0" y="0"/>
          <a:chExt cx="0" cy="0"/>
        </a:xfrm>
      </p:grpSpPr>
      <p:pic>
        <p:nvPicPr>
          <p:cNvPr id="8" name="Picture 7" descr="Circle&#10;&#10;Description automatically generated with medium confidence">
            <a:extLst>
              <a:ext uri="{FF2B5EF4-FFF2-40B4-BE49-F238E27FC236}">
                <a16:creationId xmlns:a16="http://schemas.microsoft.com/office/drawing/2014/main" id="{09794856-AEC6-7B89-2ABB-FB8B0C1A2ED0}"/>
              </a:ext>
            </a:extLst>
          </p:cNvPr>
          <p:cNvPicPr>
            <a:picLocks noChangeAspect="1"/>
          </p:cNvPicPr>
          <p:nvPr userDrawn="1"/>
        </p:nvPicPr>
        <p:blipFill>
          <a:blip r:embed="rId2"/>
          <a:stretch>
            <a:fillRect/>
          </a:stretch>
        </p:blipFill>
        <p:spPr>
          <a:xfrm>
            <a:off x="0" y="0"/>
            <a:ext cx="12227442" cy="6858000"/>
          </a:xfrm>
          <a:prstGeom prst="rect">
            <a:avLst/>
          </a:prstGeom>
        </p:spPr>
      </p:pic>
      <p:sp>
        <p:nvSpPr>
          <p:cNvPr id="2" name="Title 1">
            <a:extLst>
              <a:ext uri="{FF2B5EF4-FFF2-40B4-BE49-F238E27FC236}">
                <a16:creationId xmlns:a16="http://schemas.microsoft.com/office/drawing/2014/main" id="{589FF709-91C1-4573-83A1-5F07DB1F5083}"/>
              </a:ext>
            </a:extLst>
          </p:cNvPr>
          <p:cNvSpPr>
            <a:spLocks noGrp="1"/>
          </p:cNvSpPr>
          <p:nvPr>
            <p:ph type="title" hasCustomPrompt="1"/>
          </p:nvPr>
        </p:nvSpPr>
        <p:spPr>
          <a:xfrm>
            <a:off x="569912" y="2769057"/>
            <a:ext cx="8193024"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3" name="Subtitle">
            <a:extLst>
              <a:ext uri="{FF2B5EF4-FFF2-40B4-BE49-F238E27FC236}">
                <a16:creationId xmlns:a16="http://schemas.microsoft.com/office/drawing/2014/main" id="{AA1ADBE6-5E29-7A6B-E210-597F443C7BFA}"/>
              </a:ext>
            </a:extLst>
          </p:cNvPr>
          <p:cNvSpPr>
            <a:spLocks noGrp="1"/>
          </p:cNvSpPr>
          <p:nvPr>
            <p:ph type="body" sz="quarter" idx="12" hasCustomPrompt="1"/>
          </p:nvPr>
        </p:nvSpPr>
        <p:spPr>
          <a:xfrm>
            <a:off x="569912" y="4406327"/>
            <a:ext cx="8193024" cy="246888"/>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cxnSp>
        <p:nvCxnSpPr>
          <p:cNvPr id="5" name="Straight Connector 4">
            <a:extLst>
              <a:ext uri="{FF2B5EF4-FFF2-40B4-BE49-F238E27FC236}">
                <a16:creationId xmlns:a16="http://schemas.microsoft.com/office/drawing/2014/main" id="{EA1F8482-EF40-4D16-A580-2C9CFD8A5EA8}"/>
              </a:ext>
            </a:extLst>
          </p:cNvPr>
          <p:cNvCxnSpPr/>
          <p:nvPr userDrawn="1"/>
        </p:nvCxnSpPr>
        <p:spPr>
          <a:xfrm>
            <a:off x="569912" y="4110087"/>
            <a:ext cx="4572000" cy="0"/>
          </a:xfrm>
          <a:prstGeom prst="line">
            <a:avLst/>
          </a:prstGeom>
          <a:ln w="38100">
            <a:solidFill>
              <a:srgbClr val="DAA57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40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9BCDBF35-5B6E-E138-C254-D7A4F024AF2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37" y="0"/>
            <a:ext cx="12188952" cy="6858351"/>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8193024"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6835825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_Gradient_Orange">
    <p:bg>
      <p:bgPr>
        <a:solidFill>
          <a:schemeClr val="bg1"/>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89034F01-18F3-2448-BA06-D64E771A81C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8193024"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8193024"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4489499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Section_Gradient_Warm Gray_with Image">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0FCDB8-9110-73B2-3622-E788D3CFCB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37" y="0"/>
            <a:ext cx="12188952" cy="6858351"/>
          </a:xfrm>
          <a:prstGeom prst="rect">
            <a:avLst/>
          </a:prstGeom>
        </p:spPr>
      </p:pic>
      <p:sp>
        <p:nvSpPr>
          <p:cNvPr id="17" name="Title 1">
            <a:extLst>
              <a:ext uri="{FF2B5EF4-FFF2-40B4-BE49-F238E27FC236}">
                <a16:creationId xmlns:a16="http://schemas.microsoft.com/office/drawing/2014/main" id="{D706A20D-6595-A60E-C56C-327354C21B7B}"/>
              </a:ext>
            </a:extLst>
          </p:cNvPr>
          <p:cNvSpPr>
            <a:spLocks noGrp="1"/>
          </p:cNvSpPr>
          <p:nvPr>
            <p:ph type="title" hasCustomPrompt="1"/>
          </p:nvPr>
        </p:nvSpPr>
        <p:spPr>
          <a:xfrm>
            <a:off x="569911" y="3384610"/>
            <a:ext cx="6949440"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3DD5C656-A67B-D995-3684-B7DA465FC13A}"/>
              </a:ext>
            </a:extLst>
          </p:cNvPr>
          <p:cNvSpPr>
            <a:spLocks noGrp="1"/>
          </p:cNvSpPr>
          <p:nvPr>
            <p:ph type="body" sz="quarter" idx="12" hasCustomPrompt="1"/>
          </p:nvPr>
        </p:nvSpPr>
        <p:spPr>
          <a:xfrm>
            <a:off x="582042" y="4215828"/>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B9E79D5A-6F2A-4695-B4B3-D65CC2234934}"/>
              </a:ext>
            </a:extLst>
          </p:cNvPr>
          <p:cNvSpPr>
            <a:spLocks noGrp="1"/>
          </p:cNvSpPr>
          <p:nvPr>
            <p:ph type="pic" sz="quarter" idx="19" hasCustomPrompt="1"/>
          </p:nvPr>
        </p:nvSpPr>
        <p:spPr bwMode="ltGray">
          <a:xfrm>
            <a:off x="8077200" y="0"/>
            <a:ext cx="4114800" cy="6858000"/>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33143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_Gradient_Orange_with Image">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481BF483-DF16-C1FA-9EF4-7C28AF75E2F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Title 1">
            <a:extLst>
              <a:ext uri="{FF2B5EF4-FFF2-40B4-BE49-F238E27FC236}">
                <a16:creationId xmlns:a16="http://schemas.microsoft.com/office/drawing/2014/main" id="{D706A20D-6595-A60E-C56C-327354C21B7B}"/>
              </a:ext>
            </a:extLst>
          </p:cNvPr>
          <p:cNvSpPr>
            <a:spLocks noGrp="1"/>
          </p:cNvSpPr>
          <p:nvPr>
            <p:ph type="title" hasCustomPrompt="1"/>
          </p:nvPr>
        </p:nvSpPr>
        <p:spPr>
          <a:xfrm>
            <a:off x="569911" y="3384610"/>
            <a:ext cx="6949440"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3" name="Text Placeholder 4">
            <a:extLst>
              <a:ext uri="{FF2B5EF4-FFF2-40B4-BE49-F238E27FC236}">
                <a16:creationId xmlns:a16="http://schemas.microsoft.com/office/drawing/2014/main" id="{3DD5C656-A67B-D995-3684-B7DA465FC13A}"/>
              </a:ext>
            </a:extLst>
          </p:cNvPr>
          <p:cNvSpPr>
            <a:spLocks noGrp="1"/>
          </p:cNvSpPr>
          <p:nvPr>
            <p:ph type="body" sz="quarter" idx="12" hasCustomPrompt="1"/>
          </p:nvPr>
        </p:nvSpPr>
        <p:spPr>
          <a:xfrm>
            <a:off x="582042" y="4215828"/>
            <a:ext cx="694944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B9E79D5A-6F2A-4695-B4B3-D65CC2234934}"/>
              </a:ext>
            </a:extLst>
          </p:cNvPr>
          <p:cNvSpPr>
            <a:spLocks noGrp="1"/>
          </p:cNvSpPr>
          <p:nvPr>
            <p:ph type="pic" sz="quarter" idx="19" hasCustomPrompt="1"/>
          </p:nvPr>
        </p:nvSpPr>
        <p:spPr bwMode="ltGray">
          <a:xfrm>
            <a:off x="8077200" y="0"/>
            <a:ext cx="4114800" cy="6858000"/>
          </a:xfrm>
          <a:prstGeom prst="rect">
            <a:avLst/>
          </a:prstGeom>
          <a:solidFill>
            <a:srgbClr val="D9D9D6"/>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26376178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5075">
          <p15:clr>
            <a:srgbClr val="FBAE40"/>
          </p15:clr>
        </p15:guide>
        <p15:guide id="2" orient="horz" pos="2450">
          <p15:clr>
            <a:srgbClr val="FBAE40"/>
          </p15:clr>
        </p15:guide>
        <p15:guide id="3" orient="horz" pos="264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_1-column_Large typ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6407BFDD-926C-A843-EBF8-302E0C66AD35}"/>
              </a:ext>
            </a:extLst>
          </p:cNvPr>
          <p:cNvSpPr>
            <a:spLocks noGrp="1"/>
          </p:cNvSpPr>
          <p:nvPr>
            <p:ph type="body" sz="quarter" idx="12" hasCustomPrompt="1"/>
          </p:nvPr>
        </p:nvSpPr>
        <p:spPr>
          <a:xfrm>
            <a:off x="584199" y="1589670"/>
            <a:ext cx="8193024" cy="646908"/>
          </a:xfrm>
          <a:prstGeom prst="rect">
            <a:avLst/>
          </a:prstGeom>
        </p:spPr>
        <p:txBody>
          <a:bodyPr/>
          <a:lstStyle>
            <a:lvl1pPr marL="514350" indent="-514350">
              <a:lnSpc>
                <a:spcPct val="150000"/>
              </a:lnSpc>
              <a:spcBef>
                <a:spcPts val="0"/>
              </a:spcBef>
              <a:buSzPct val="100000"/>
              <a:buFont typeface="+mj-lt"/>
              <a:buAutoNum type="arabicPeriod"/>
              <a:defRPr sz="3200" spc="-20" baseline="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agenda items</a:t>
            </a:r>
          </a:p>
        </p:txBody>
      </p:sp>
      <p:sp>
        <p:nvSpPr>
          <p:cNvPr id="8" name="Slide Number Placeholder 7">
            <a:extLst>
              <a:ext uri="{FF2B5EF4-FFF2-40B4-BE49-F238E27FC236}">
                <a16:creationId xmlns:a16="http://schemas.microsoft.com/office/drawing/2014/main" id="{2A74B9B3-B225-C832-487C-1A47707E3F2A}"/>
              </a:ext>
            </a:extLst>
          </p:cNvPr>
          <p:cNvSpPr>
            <a:spLocks noGrp="1"/>
          </p:cNvSpPr>
          <p:nvPr>
            <p:ph type="sldNum" sz="quarter" idx="13"/>
          </p:nvPr>
        </p:nvSpPr>
        <p:spPr>
          <a:xfrm>
            <a:off x="8610600" y="6356350"/>
            <a:ext cx="2743200" cy="365125"/>
          </a:xfrm>
          <a:prstGeom prst="rect">
            <a:avLst/>
          </a:prstGeom>
        </p:spPr>
        <p:txBody>
          <a:bodyPr/>
          <a:lstStyle/>
          <a:p>
            <a:fld id="{EDC3539E-14C1-E64F-837C-70200C23A1A4}" type="slidenum">
              <a:rPr lang="en-US" smtClean="0"/>
              <a:t>‹#›</a:t>
            </a:fld>
            <a:endParaRPr lang="en-US"/>
          </a:p>
        </p:txBody>
      </p:sp>
    </p:spTree>
    <p:extLst>
      <p:ext uri="{BB962C8B-B14F-4D97-AF65-F5344CB8AC3E}">
        <p14:creationId xmlns:p14="http://schemas.microsoft.com/office/powerpoint/2010/main" val="7229892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58">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_2-colum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sp>
        <p:nvSpPr>
          <p:cNvPr id="7" name="Text Placeholder 4">
            <a:extLst>
              <a:ext uri="{FF2B5EF4-FFF2-40B4-BE49-F238E27FC236}">
                <a16:creationId xmlns:a16="http://schemas.microsoft.com/office/drawing/2014/main" id="{8D3AFA1B-C429-B83D-8D02-B5D2749675F4}"/>
              </a:ext>
            </a:extLst>
          </p:cNvPr>
          <p:cNvSpPr>
            <a:spLocks noGrp="1"/>
          </p:cNvSpPr>
          <p:nvPr>
            <p:ph type="body" sz="quarter" idx="12" hasCustomPrompt="1"/>
          </p:nvPr>
        </p:nvSpPr>
        <p:spPr>
          <a:xfrm>
            <a:off x="592137" y="2588260"/>
            <a:ext cx="3471863" cy="277320"/>
          </a:xfrm>
          <a:prstGeom prst="rect">
            <a:avLst/>
          </a:prstGeom>
        </p:spPr>
        <p:txBody>
          <a:bodyPr/>
          <a:lstStyle>
            <a:lvl1pPr marL="342900" indent="-342900">
              <a:lnSpc>
                <a:spcPct val="200000"/>
              </a:lnSpc>
              <a:spcBef>
                <a:spcPts val="0"/>
              </a:spcBef>
              <a:buSzPct val="100000"/>
              <a:buFont typeface="+mj-lt"/>
              <a:buAutoNum type="arabicPeriod"/>
              <a:tabLst>
                <a:tab pos="457200" algn="l"/>
              </a:tabLst>
              <a:defRPr>
                <a:solidFill>
                  <a:schemeClr val="tx1"/>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
        <p:nvSpPr>
          <p:cNvPr id="8" name="Text Placeholder 4">
            <a:extLst>
              <a:ext uri="{FF2B5EF4-FFF2-40B4-BE49-F238E27FC236}">
                <a16:creationId xmlns:a16="http://schemas.microsoft.com/office/drawing/2014/main" id="{55C1871A-6E6A-2788-D8A8-24520DF009E2}"/>
              </a:ext>
            </a:extLst>
          </p:cNvPr>
          <p:cNvSpPr>
            <a:spLocks noGrp="1"/>
          </p:cNvSpPr>
          <p:nvPr>
            <p:ph type="body" sz="quarter" idx="14" hasCustomPrompt="1"/>
          </p:nvPr>
        </p:nvSpPr>
        <p:spPr>
          <a:xfrm>
            <a:off x="4356100" y="2588259"/>
            <a:ext cx="3478213" cy="277320"/>
          </a:xfrm>
          <a:prstGeom prst="rect">
            <a:avLst/>
          </a:prstGeom>
        </p:spPr>
        <p:txBody>
          <a:bodyPr/>
          <a:lstStyle>
            <a:lvl1pPr marL="342900" indent="-342900">
              <a:lnSpc>
                <a:spcPct val="200000"/>
              </a:lnSpc>
              <a:spcBef>
                <a:spcPts val="0"/>
              </a:spcBef>
              <a:buSzPct val="100000"/>
              <a:buFont typeface="+mj-lt"/>
              <a:buAutoNum type="arabicPeriod"/>
              <a:defRPr>
                <a:solidFill>
                  <a:schemeClr val="tx1"/>
                </a:solidFill>
              </a:defRPr>
            </a:lvl1pPr>
          </a:lstStyle>
          <a:p>
            <a:pPr marL="342900" marR="0" lvl="0" indent="-342900" algn="l" defTabSz="932742" rtl="0" eaLnBrk="1" fontAlgn="auto" latinLnBrk="0" hangingPunct="1">
              <a:lnSpc>
                <a:spcPct val="125000"/>
              </a:lnSpc>
              <a:spcBef>
                <a:spcPct val="20000"/>
              </a:spcBef>
              <a:spcAft>
                <a:spcPts val="0"/>
              </a:spcAft>
              <a:buClrTx/>
              <a:buSzPct val="90000"/>
              <a:tabLst/>
              <a:defRPr/>
            </a:pPr>
            <a:r>
              <a:rPr lang="en-US"/>
              <a:t>Click to add agenda items</a:t>
            </a:r>
          </a:p>
        </p:txBody>
      </p:sp>
    </p:spTree>
    <p:extLst>
      <p:ext uri="{BB962C8B-B14F-4D97-AF65-F5344CB8AC3E}">
        <p14:creationId xmlns:p14="http://schemas.microsoft.com/office/powerpoint/2010/main" val="5268091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roster_5 members">
    <p:bg>
      <p:bgPr>
        <a:solidFill>
          <a:schemeClr val="bg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9200AA5-534F-4DB2-99C4-BD7D13E70411}"/>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9" name="Picture Placeholder 1" descr="This photo is a 'placeholder' only. Drag or drop your photo here, or click and tap the center to insert a photo.">
            <a:extLst>
              <a:ext uri="{FF2B5EF4-FFF2-40B4-BE49-F238E27FC236}">
                <a16:creationId xmlns:a16="http://schemas.microsoft.com/office/drawing/2014/main" id="{25271285-D493-2909-B8D0-4B64C7948B57}"/>
              </a:ext>
            </a:extLst>
          </p:cNvPr>
          <p:cNvSpPr>
            <a:spLocks noGrp="1" noChangeAspect="1"/>
          </p:cNvSpPr>
          <p:nvPr>
            <p:ph type="pic" sz="quarter" idx="21" hasCustomPrompt="1"/>
          </p:nvPr>
        </p:nvSpPr>
        <p:spPr bwMode="ltGray">
          <a:xfrm>
            <a:off x="597395"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1A">
            <a:extLst>
              <a:ext uri="{FF2B5EF4-FFF2-40B4-BE49-F238E27FC236}">
                <a16:creationId xmlns:a16="http://schemas.microsoft.com/office/drawing/2014/main" id="{69E33CF6-CE02-8191-5DAE-9DC52CCF2311}"/>
              </a:ext>
            </a:extLst>
          </p:cNvPr>
          <p:cNvSpPr>
            <a:spLocks noGrp="1"/>
          </p:cNvSpPr>
          <p:nvPr>
            <p:ph type="body" sz="quarter" idx="36" hasCustomPrompt="1"/>
          </p:nvPr>
        </p:nvSpPr>
        <p:spPr>
          <a:xfrm>
            <a:off x="584200" y="4527175"/>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5" name="Text Placeholder 1B">
            <a:extLst>
              <a:ext uri="{FF2B5EF4-FFF2-40B4-BE49-F238E27FC236}">
                <a16:creationId xmlns:a16="http://schemas.microsoft.com/office/drawing/2014/main" id="{27D3EC30-FCEE-E7E9-9673-377FD5B34CCE}"/>
              </a:ext>
            </a:extLst>
          </p:cNvPr>
          <p:cNvSpPr>
            <a:spLocks noGrp="1"/>
          </p:cNvSpPr>
          <p:nvPr>
            <p:ph type="body" sz="quarter" idx="37" hasCustomPrompt="1"/>
          </p:nvPr>
        </p:nvSpPr>
        <p:spPr>
          <a:xfrm>
            <a:off x="584200" y="4802686"/>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 name="Text Placeholder 2A sub">
            <a:extLst>
              <a:ext uri="{FF2B5EF4-FFF2-40B4-BE49-F238E27FC236}">
                <a16:creationId xmlns:a16="http://schemas.microsoft.com/office/drawing/2014/main" id="{C52F3FEC-ED52-1E1B-FEC9-D7D1ED435F20}"/>
              </a:ext>
            </a:extLst>
          </p:cNvPr>
          <p:cNvSpPr>
            <a:spLocks noGrp="1"/>
          </p:cNvSpPr>
          <p:nvPr>
            <p:ph type="body" sz="quarter" idx="48" hasCustomPrompt="1"/>
          </p:nvPr>
        </p:nvSpPr>
        <p:spPr>
          <a:xfrm>
            <a:off x="597395" y="5290479"/>
            <a:ext cx="1858900" cy="646331"/>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0" name="Picture Placeholder 2" descr="This photo is a 'placeholder' only. Drag or drop your photo here, or click and tap the center to insert a photo.">
            <a:extLst>
              <a:ext uri="{FF2B5EF4-FFF2-40B4-BE49-F238E27FC236}">
                <a16:creationId xmlns:a16="http://schemas.microsoft.com/office/drawing/2014/main" id="{2D0C1A78-6BFC-AA6D-9798-DE6EBCD398A3}"/>
              </a:ext>
            </a:extLst>
          </p:cNvPr>
          <p:cNvSpPr>
            <a:spLocks noGrp="1" noChangeAspect="1"/>
          </p:cNvSpPr>
          <p:nvPr>
            <p:ph type="pic" sz="quarter" idx="32" hasCustomPrompt="1"/>
          </p:nvPr>
        </p:nvSpPr>
        <p:spPr bwMode="ltGray">
          <a:xfrm>
            <a:off x="2885660"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6" name="Text Placeholder 2A">
            <a:extLst>
              <a:ext uri="{FF2B5EF4-FFF2-40B4-BE49-F238E27FC236}">
                <a16:creationId xmlns:a16="http://schemas.microsoft.com/office/drawing/2014/main" id="{22528D89-CEB2-4983-ABCA-81A91C7DBC6D}"/>
              </a:ext>
            </a:extLst>
          </p:cNvPr>
          <p:cNvSpPr>
            <a:spLocks noGrp="1"/>
          </p:cNvSpPr>
          <p:nvPr>
            <p:ph type="body" sz="quarter" idx="38" hasCustomPrompt="1"/>
          </p:nvPr>
        </p:nvSpPr>
        <p:spPr>
          <a:xfrm>
            <a:off x="2895600" y="4527175"/>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7" name="Text Placeholder 2B">
            <a:extLst>
              <a:ext uri="{FF2B5EF4-FFF2-40B4-BE49-F238E27FC236}">
                <a16:creationId xmlns:a16="http://schemas.microsoft.com/office/drawing/2014/main" id="{988B2881-77DC-1A2F-107B-57035EBD1E23}"/>
              </a:ext>
            </a:extLst>
          </p:cNvPr>
          <p:cNvSpPr>
            <a:spLocks noGrp="1"/>
          </p:cNvSpPr>
          <p:nvPr>
            <p:ph type="body" sz="quarter" idx="39" hasCustomPrompt="1"/>
          </p:nvPr>
        </p:nvSpPr>
        <p:spPr>
          <a:xfrm>
            <a:off x="2895600" y="4802686"/>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8" name="Text Placeholder 2A sub">
            <a:extLst>
              <a:ext uri="{FF2B5EF4-FFF2-40B4-BE49-F238E27FC236}">
                <a16:creationId xmlns:a16="http://schemas.microsoft.com/office/drawing/2014/main" id="{FE0BCAA1-F20A-0CFA-5AC9-055DC12ABD67}"/>
              </a:ext>
            </a:extLst>
          </p:cNvPr>
          <p:cNvSpPr>
            <a:spLocks noGrp="1"/>
          </p:cNvSpPr>
          <p:nvPr>
            <p:ph type="body" sz="quarter" idx="56" hasCustomPrompt="1"/>
          </p:nvPr>
        </p:nvSpPr>
        <p:spPr>
          <a:xfrm>
            <a:off x="2900758" y="5290479"/>
            <a:ext cx="1858900" cy="646331"/>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1" name="Picture Placeholder 3" descr="This photo is a 'placeholder' only. Drag or drop your photo here, or click and tap the center to insert a photo.">
            <a:extLst>
              <a:ext uri="{FF2B5EF4-FFF2-40B4-BE49-F238E27FC236}">
                <a16:creationId xmlns:a16="http://schemas.microsoft.com/office/drawing/2014/main" id="{7FEBDD14-B587-CDA5-95F6-44538FE1C49C}"/>
              </a:ext>
            </a:extLst>
          </p:cNvPr>
          <p:cNvSpPr>
            <a:spLocks noGrp="1" noChangeAspect="1"/>
          </p:cNvSpPr>
          <p:nvPr>
            <p:ph type="pic" sz="quarter" idx="33" hasCustomPrompt="1"/>
          </p:nvPr>
        </p:nvSpPr>
        <p:spPr bwMode="ltGray">
          <a:xfrm>
            <a:off x="5206586"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8" name="Text Placeholder 3A">
            <a:extLst>
              <a:ext uri="{FF2B5EF4-FFF2-40B4-BE49-F238E27FC236}">
                <a16:creationId xmlns:a16="http://schemas.microsoft.com/office/drawing/2014/main" id="{7F155CC7-5F74-3EC5-69FE-18623BEBC981}"/>
              </a:ext>
            </a:extLst>
          </p:cNvPr>
          <p:cNvSpPr>
            <a:spLocks noGrp="1"/>
          </p:cNvSpPr>
          <p:nvPr>
            <p:ph type="body" sz="quarter" idx="40" hasCustomPrompt="1"/>
          </p:nvPr>
        </p:nvSpPr>
        <p:spPr>
          <a:xfrm>
            <a:off x="5181600" y="4527175"/>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9" name="Text Placeholder 3B">
            <a:extLst>
              <a:ext uri="{FF2B5EF4-FFF2-40B4-BE49-F238E27FC236}">
                <a16:creationId xmlns:a16="http://schemas.microsoft.com/office/drawing/2014/main" id="{A65117A9-00CA-B026-B5F8-28A6190FD25D}"/>
              </a:ext>
            </a:extLst>
          </p:cNvPr>
          <p:cNvSpPr>
            <a:spLocks noGrp="1"/>
          </p:cNvSpPr>
          <p:nvPr>
            <p:ph type="body" sz="quarter" idx="41" hasCustomPrompt="1"/>
          </p:nvPr>
        </p:nvSpPr>
        <p:spPr>
          <a:xfrm>
            <a:off x="5181600" y="4802686"/>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29" name="Text Placeholder 2A sub">
            <a:extLst>
              <a:ext uri="{FF2B5EF4-FFF2-40B4-BE49-F238E27FC236}">
                <a16:creationId xmlns:a16="http://schemas.microsoft.com/office/drawing/2014/main" id="{289A9AE8-EBC7-0EC4-72DB-47F17F26ADFC}"/>
              </a:ext>
            </a:extLst>
          </p:cNvPr>
          <p:cNvSpPr>
            <a:spLocks noGrp="1"/>
          </p:cNvSpPr>
          <p:nvPr>
            <p:ph type="body" sz="quarter" idx="57" hasCustomPrompt="1"/>
          </p:nvPr>
        </p:nvSpPr>
        <p:spPr>
          <a:xfrm>
            <a:off x="5180970" y="5290479"/>
            <a:ext cx="1858900" cy="646331"/>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2" name="Picture Placeholder 4" descr="This photo is a 'placeholder' only. Drag or drop your photo here, or click and tap the center to insert a photo.">
            <a:extLst>
              <a:ext uri="{FF2B5EF4-FFF2-40B4-BE49-F238E27FC236}">
                <a16:creationId xmlns:a16="http://schemas.microsoft.com/office/drawing/2014/main" id="{25464B59-7AE7-A605-E22D-D314BEDA3866}"/>
              </a:ext>
            </a:extLst>
          </p:cNvPr>
          <p:cNvSpPr>
            <a:spLocks noGrp="1" noChangeAspect="1"/>
          </p:cNvSpPr>
          <p:nvPr>
            <p:ph type="pic" sz="quarter" idx="34" hasCustomPrompt="1"/>
          </p:nvPr>
        </p:nvSpPr>
        <p:spPr bwMode="ltGray">
          <a:xfrm>
            <a:off x="7444409" y="2282264"/>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4A">
            <a:extLst>
              <a:ext uri="{FF2B5EF4-FFF2-40B4-BE49-F238E27FC236}">
                <a16:creationId xmlns:a16="http://schemas.microsoft.com/office/drawing/2014/main" id="{7A6A4F37-A255-2C20-A048-E8875097C2AA}"/>
              </a:ext>
            </a:extLst>
          </p:cNvPr>
          <p:cNvSpPr>
            <a:spLocks noGrp="1"/>
          </p:cNvSpPr>
          <p:nvPr>
            <p:ph type="body" sz="quarter" idx="42" hasCustomPrompt="1"/>
          </p:nvPr>
        </p:nvSpPr>
        <p:spPr>
          <a:xfrm>
            <a:off x="7453312" y="4527175"/>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1" name="Text Placeholder 4B">
            <a:extLst>
              <a:ext uri="{FF2B5EF4-FFF2-40B4-BE49-F238E27FC236}">
                <a16:creationId xmlns:a16="http://schemas.microsoft.com/office/drawing/2014/main" id="{36635293-12C9-9787-FE93-1496939C8C5D}"/>
              </a:ext>
            </a:extLst>
          </p:cNvPr>
          <p:cNvSpPr>
            <a:spLocks noGrp="1"/>
          </p:cNvSpPr>
          <p:nvPr>
            <p:ph type="body" sz="quarter" idx="43" hasCustomPrompt="1"/>
          </p:nvPr>
        </p:nvSpPr>
        <p:spPr>
          <a:xfrm>
            <a:off x="7453312" y="4802686"/>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0" name="Text Placeholder 2A sub">
            <a:extLst>
              <a:ext uri="{FF2B5EF4-FFF2-40B4-BE49-F238E27FC236}">
                <a16:creationId xmlns:a16="http://schemas.microsoft.com/office/drawing/2014/main" id="{1CE5E349-E2C2-B62B-6BC7-D0115872991F}"/>
              </a:ext>
            </a:extLst>
          </p:cNvPr>
          <p:cNvSpPr>
            <a:spLocks noGrp="1"/>
          </p:cNvSpPr>
          <p:nvPr>
            <p:ph type="body" sz="quarter" idx="58" hasCustomPrompt="1"/>
          </p:nvPr>
        </p:nvSpPr>
        <p:spPr>
          <a:xfrm>
            <a:off x="7426459" y="5290479"/>
            <a:ext cx="1858900" cy="646331"/>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13" name="Picture Placeholder 5" descr="This photo is a 'placeholder' only. Drag or drop your photo here, or click and tap the center to insert a photo.">
            <a:extLst>
              <a:ext uri="{FF2B5EF4-FFF2-40B4-BE49-F238E27FC236}">
                <a16:creationId xmlns:a16="http://schemas.microsoft.com/office/drawing/2014/main" id="{0F75E86C-ECD1-BDC8-0943-DCE2B3FACB6C}"/>
              </a:ext>
            </a:extLst>
          </p:cNvPr>
          <p:cNvSpPr>
            <a:spLocks noGrp="1" noChangeAspect="1"/>
          </p:cNvSpPr>
          <p:nvPr>
            <p:ph type="pic" sz="quarter" idx="35" hasCustomPrompt="1"/>
          </p:nvPr>
        </p:nvSpPr>
        <p:spPr bwMode="ltGray">
          <a:xfrm>
            <a:off x="9732820" y="2282265"/>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2" name="Text Placeholder 5A">
            <a:extLst>
              <a:ext uri="{FF2B5EF4-FFF2-40B4-BE49-F238E27FC236}">
                <a16:creationId xmlns:a16="http://schemas.microsoft.com/office/drawing/2014/main" id="{944DC697-F755-6838-B8CC-0A3E0EE7066C}"/>
              </a:ext>
            </a:extLst>
          </p:cNvPr>
          <p:cNvSpPr>
            <a:spLocks noGrp="1"/>
          </p:cNvSpPr>
          <p:nvPr>
            <p:ph type="body" sz="quarter" idx="44" hasCustomPrompt="1"/>
          </p:nvPr>
        </p:nvSpPr>
        <p:spPr>
          <a:xfrm>
            <a:off x="9725024" y="4527175"/>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3" name="Text Placeholder 5B">
            <a:extLst>
              <a:ext uri="{FF2B5EF4-FFF2-40B4-BE49-F238E27FC236}">
                <a16:creationId xmlns:a16="http://schemas.microsoft.com/office/drawing/2014/main" id="{2011B957-D1A2-2DAE-D594-2F0E38E21978}"/>
              </a:ext>
            </a:extLst>
          </p:cNvPr>
          <p:cNvSpPr>
            <a:spLocks noGrp="1"/>
          </p:cNvSpPr>
          <p:nvPr>
            <p:ph type="body" sz="quarter" idx="45" hasCustomPrompt="1"/>
          </p:nvPr>
        </p:nvSpPr>
        <p:spPr>
          <a:xfrm>
            <a:off x="9725024" y="4802686"/>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31" name="Text Placeholder 2A sub">
            <a:extLst>
              <a:ext uri="{FF2B5EF4-FFF2-40B4-BE49-F238E27FC236}">
                <a16:creationId xmlns:a16="http://schemas.microsoft.com/office/drawing/2014/main" id="{9E177AA9-B8CD-4FAB-41EF-487A1817117B}"/>
              </a:ext>
            </a:extLst>
          </p:cNvPr>
          <p:cNvSpPr>
            <a:spLocks noGrp="1"/>
          </p:cNvSpPr>
          <p:nvPr>
            <p:ph type="body" sz="quarter" idx="59" hasCustomPrompt="1"/>
          </p:nvPr>
        </p:nvSpPr>
        <p:spPr>
          <a:xfrm>
            <a:off x="9729821" y="5290479"/>
            <a:ext cx="1858900" cy="646331"/>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Short bio or description (3-4 lines). Support text paragraph, bullets, or additional details</a:t>
            </a:r>
          </a:p>
          <a:p>
            <a:pPr lvl="0"/>
            <a:endParaRPr lang="en-US"/>
          </a:p>
        </p:txBody>
      </p:sp>
      <p:sp>
        <p:nvSpPr>
          <p:cNvPr id="2" name="Picture Placeholder 5" descr="This photo is a 'placeholder' only. Drag or drop your photo here, or click and tap the center to insert a photo.">
            <a:extLst>
              <a:ext uri="{FF2B5EF4-FFF2-40B4-BE49-F238E27FC236}">
                <a16:creationId xmlns:a16="http://schemas.microsoft.com/office/drawing/2014/main" id="{9AF104B1-A539-EBAA-0484-A777D7F2A577}"/>
              </a:ext>
            </a:extLst>
          </p:cNvPr>
          <p:cNvSpPr>
            <a:spLocks noGrp="1" noChangeAspect="1"/>
          </p:cNvSpPr>
          <p:nvPr>
            <p:ph type="pic" sz="quarter" idx="60" hasCustomPrompt="1"/>
          </p:nvPr>
        </p:nvSpPr>
        <p:spPr bwMode="ltGray">
          <a:xfrm>
            <a:off x="10313846" y="-36457"/>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3" name="Text Placeholder 5A">
            <a:extLst>
              <a:ext uri="{FF2B5EF4-FFF2-40B4-BE49-F238E27FC236}">
                <a16:creationId xmlns:a16="http://schemas.microsoft.com/office/drawing/2014/main" id="{4646500F-310E-7FC6-9D3E-31A3D8E0E8CF}"/>
              </a:ext>
            </a:extLst>
          </p:cNvPr>
          <p:cNvSpPr>
            <a:spLocks noGrp="1"/>
          </p:cNvSpPr>
          <p:nvPr>
            <p:ph type="body" sz="quarter" idx="61" hasCustomPrompt="1"/>
          </p:nvPr>
        </p:nvSpPr>
        <p:spPr>
          <a:xfrm>
            <a:off x="10306050" y="2208453"/>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4" name="Text Placeholder 5B">
            <a:extLst>
              <a:ext uri="{FF2B5EF4-FFF2-40B4-BE49-F238E27FC236}">
                <a16:creationId xmlns:a16="http://schemas.microsoft.com/office/drawing/2014/main" id="{793C4967-AAB7-3925-C477-E157762AF242}"/>
              </a:ext>
            </a:extLst>
          </p:cNvPr>
          <p:cNvSpPr>
            <a:spLocks noGrp="1"/>
          </p:cNvSpPr>
          <p:nvPr>
            <p:ph type="body" sz="quarter" idx="62" hasCustomPrompt="1"/>
          </p:nvPr>
        </p:nvSpPr>
        <p:spPr>
          <a:xfrm>
            <a:off x="10306050" y="2483964"/>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5" name="Picture Placeholder 5" descr="This photo is a 'placeholder' only. Drag or drop your photo here, or click and tap the center to insert a photo.">
            <a:extLst>
              <a:ext uri="{FF2B5EF4-FFF2-40B4-BE49-F238E27FC236}">
                <a16:creationId xmlns:a16="http://schemas.microsoft.com/office/drawing/2014/main" id="{B27324C3-E415-8AE1-9158-50E07F1272F1}"/>
              </a:ext>
            </a:extLst>
          </p:cNvPr>
          <p:cNvSpPr>
            <a:spLocks noGrp="1" noChangeAspect="1"/>
          </p:cNvSpPr>
          <p:nvPr>
            <p:ph type="pic" sz="quarter" idx="63" hasCustomPrompt="1"/>
          </p:nvPr>
        </p:nvSpPr>
        <p:spPr bwMode="ltGray">
          <a:xfrm>
            <a:off x="8016283" y="46439"/>
            <a:ext cx="1858900" cy="1858900"/>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4" name="Text Placeholder 5A">
            <a:extLst>
              <a:ext uri="{FF2B5EF4-FFF2-40B4-BE49-F238E27FC236}">
                <a16:creationId xmlns:a16="http://schemas.microsoft.com/office/drawing/2014/main" id="{615D6E17-B861-04B5-AE4F-C63F5A6977D3}"/>
              </a:ext>
            </a:extLst>
          </p:cNvPr>
          <p:cNvSpPr>
            <a:spLocks noGrp="1"/>
          </p:cNvSpPr>
          <p:nvPr>
            <p:ph type="body" sz="quarter" idx="64" hasCustomPrompt="1"/>
          </p:nvPr>
        </p:nvSpPr>
        <p:spPr>
          <a:xfrm>
            <a:off x="8008487" y="2291349"/>
            <a:ext cx="1885950" cy="246221"/>
          </a:xfrm>
          <a:prstGeom prst="rect">
            <a:avLst/>
          </a:prstGeom>
        </p:spPr>
        <p:txBody>
          <a:bodyPr anchor="b"/>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25" name="Text Placeholder 5B">
            <a:extLst>
              <a:ext uri="{FF2B5EF4-FFF2-40B4-BE49-F238E27FC236}">
                <a16:creationId xmlns:a16="http://schemas.microsoft.com/office/drawing/2014/main" id="{5D072C96-F894-A81F-0609-8C3204E94789}"/>
              </a:ext>
            </a:extLst>
          </p:cNvPr>
          <p:cNvSpPr>
            <a:spLocks noGrp="1"/>
          </p:cNvSpPr>
          <p:nvPr>
            <p:ph type="body" sz="quarter" idx="65" hasCustomPrompt="1"/>
          </p:nvPr>
        </p:nvSpPr>
        <p:spPr>
          <a:xfrm>
            <a:off x="8008487" y="2566860"/>
            <a:ext cx="1885950" cy="184666"/>
          </a:xfrm>
          <a:prstGeom prst="rect">
            <a:avLst/>
          </a:prstGeom>
        </p:spPr>
        <p:txBody>
          <a:bodyPr/>
          <a:lstStyle>
            <a:lvl1pPr marL="0" indent="0">
              <a:buNone/>
              <a:defRPr sz="12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Tree>
    <p:extLst>
      <p:ext uri="{BB962C8B-B14F-4D97-AF65-F5344CB8AC3E}">
        <p14:creationId xmlns:p14="http://schemas.microsoft.com/office/powerpoint/2010/main" val="9784471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4">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am roster_Multiple teams">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0" name="Team 1">
            <a:extLst>
              <a:ext uri="{FF2B5EF4-FFF2-40B4-BE49-F238E27FC236}">
                <a16:creationId xmlns:a16="http://schemas.microsoft.com/office/drawing/2014/main" id="{EAC1260E-BA48-53D3-BF6A-F6A0DFCCE784}"/>
              </a:ext>
            </a:extLst>
          </p:cNvPr>
          <p:cNvSpPr>
            <a:spLocks noGrp="1"/>
          </p:cNvSpPr>
          <p:nvPr>
            <p:ph type="body" sz="quarter" idx="41" hasCustomPrompt="1"/>
          </p:nvPr>
        </p:nvSpPr>
        <p:spPr>
          <a:xfrm>
            <a:off x="584200" y="2038192"/>
            <a:ext cx="1487488" cy="246221"/>
          </a:xfrm>
          <a:prstGeom prst="rect">
            <a:avLst/>
          </a:prstGeom>
        </p:spPr>
        <p:txBody>
          <a:bodyPr/>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58" name="Picture 1A" descr="This photo is a 'placeholder' only. Drag or drop your photo here, or click and tap the center to insert a photo.">
            <a:extLst>
              <a:ext uri="{FF2B5EF4-FFF2-40B4-BE49-F238E27FC236}">
                <a16:creationId xmlns:a16="http://schemas.microsoft.com/office/drawing/2014/main" id="{CF09008E-C8DA-8542-44BB-F1439E163666}"/>
              </a:ext>
            </a:extLst>
          </p:cNvPr>
          <p:cNvSpPr>
            <a:spLocks noGrp="1" noChangeAspect="1"/>
          </p:cNvSpPr>
          <p:nvPr>
            <p:ph type="pic" sz="quarter" idx="28"/>
          </p:nvPr>
        </p:nvSpPr>
        <p:spPr bwMode="ltGray">
          <a:xfrm>
            <a:off x="2179638"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87" name="Text 1A">
            <a:extLst>
              <a:ext uri="{FF2B5EF4-FFF2-40B4-BE49-F238E27FC236}">
                <a16:creationId xmlns:a16="http://schemas.microsoft.com/office/drawing/2014/main" id="{D337A474-C652-3B0E-29FC-8E6BCEB708D7}"/>
              </a:ext>
            </a:extLst>
          </p:cNvPr>
          <p:cNvSpPr>
            <a:spLocks noGrp="1"/>
          </p:cNvSpPr>
          <p:nvPr>
            <p:ph type="body" sz="quarter" idx="45" hasCustomPrompt="1"/>
          </p:nvPr>
        </p:nvSpPr>
        <p:spPr>
          <a:xfrm>
            <a:off x="3193643"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88" name="Text 1A sub">
            <a:extLst>
              <a:ext uri="{FF2B5EF4-FFF2-40B4-BE49-F238E27FC236}">
                <a16:creationId xmlns:a16="http://schemas.microsoft.com/office/drawing/2014/main" id="{1F00B75E-01E0-5E87-E386-BDFC35FFFF8F}"/>
              </a:ext>
            </a:extLst>
          </p:cNvPr>
          <p:cNvSpPr>
            <a:spLocks noGrp="1"/>
          </p:cNvSpPr>
          <p:nvPr>
            <p:ph type="body" sz="quarter" idx="46" hasCustomPrompt="1"/>
          </p:nvPr>
        </p:nvSpPr>
        <p:spPr>
          <a:xfrm>
            <a:off x="3193643"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2" name="Picture1B" descr="This photo is a 'placeholder' only. Drag or drop your photo here, or click and tap the center to insert a photo.">
            <a:extLst>
              <a:ext uri="{FF2B5EF4-FFF2-40B4-BE49-F238E27FC236}">
                <a16:creationId xmlns:a16="http://schemas.microsoft.com/office/drawing/2014/main" id="{CEACD9E7-51B8-5254-3686-175C5BB133DF}"/>
              </a:ext>
            </a:extLst>
          </p:cNvPr>
          <p:cNvSpPr>
            <a:spLocks noGrp="1" noChangeAspect="1"/>
          </p:cNvSpPr>
          <p:nvPr>
            <p:ph type="pic" sz="quarter" idx="32"/>
          </p:nvPr>
        </p:nvSpPr>
        <p:spPr bwMode="ltGray">
          <a:xfrm>
            <a:off x="4609587"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09" name="Text Placeholder 1B">
            <a:extLst>
              <a:ext uri="{FF2B5EF4-FFF2-40B4-BE49-F238E27FC236}">
                <a16:creationId xmlns:a16="http://schemas.microsoft.com/office/drawing/2014/main" id="{A2873A7E-CEE4-0C4E-8167-6EF0987D2674}"/>
              </a:ext>
            </a:extLst>
          </p:cNvPr>
          <p:cNvSpPr>
            <a:spLocks noGrp="1"/>
          </p:cNvSpPr>
          <p:nvPr>
            <p:ph type="body" sz="quarter" idx="53" hasCustomPrompt="1"/>
          </p:nvPr>
        </p:nvSpPr>
        <p:spPr>
          <a:xfrm>
            <a:off x="5627448"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0" name="Text Placeholder 1B sub">
            <a:extLst>
              <a:ext uri="{FF2B5EF4-FFF2-40B4-BE49-F238E27FC236}">
                <a16:creationId xmlns:a16="http://schemas.microsoft.com/office/drawing/2014/main" id="{AB9871B7-8BB1-E459-64EE-59D815CD2383}"/>
              </a:ext>
            </a:extLst>
          </p:cNvPr>
          <p:cNvSpPr>
            <a:spLocks noGrp="1"/>
          </p:cNvSpPr>
          <p:nvPr>
            <p:ph type="body" sz="quarter" idx="54" hasCustomPrompt="1"/>
          </p:nvPr>
        </p:nvSpPr>
        <p:spPr>
          <a:xfrm>
            <a:off x="5627448"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6" name="Picture 1C" descr="This photo is a 'placeholder' only. Drag or drop your photo here, or click and tap the center to insert a photo.">
            <a:extLst>
              <a:ext uri="{FF2B5EF4-FFF2-40B4-BE49-F238E27FC236}">
                <a16:creationId xmlns:a16="http://schemas.microsoft.com/office/drawing/2014/main" id="{670E16F5-3AA1-FEA9-317D-C40075021B6D}"/>
              </a:ext>
            </a:extLst>
          </p:cNvPr>
          <p:cNvSpPr>
            <a:spLocks noGrp="1" noChangeAspect="1"/>
          </p:cNvSpPr>
          <p:nvPr>
            <p:ph type="pic" sz="quarter" idx="36"/>
          </p:nvPr>
        </p:nvSpPr>
        <p:spPr bwMode="ltGray">
          <a:xfrm>
            <a:off x="7049911"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17" name="Text Placeholder 58">
            <a:extLst>
              <a:ext uri="{FF2B5EF4-FFF2-40B4-BE49-F238E27FC236}">
                <a16:creationId xmlns:a16="http://schemas.microsoft.com/office/drawing/2014/main" id="{68856651-193C-FF68-98C9-C951D0E77529}"/>
              </a:ext>
            </a:extLst>
          </p:cNvPr>
          <p:cNvSpPr>
            <a:spLocks noGrp="1"/>
          </p:cNvSpPr>
          <p:nvPr>
            <p:ph type="body" sz="quarter" idx="61" hasCustomPrompt="1"/>
          </p:nvPr>
        </p:nvSpPr>
        <p:spPr>
          <a:xfrm>
            <a:off x="8057744"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8" name="Text Placeholder 58">
            <a:extLst>
              <a:ext uri="{FF2B5EF4-FFF2-40B4-BE49-F238E27FC236}">
                <a16:creationId xmlns:a16="http://schemas.microsoft.com/office/drawing/2014/main" id="{FB65F947-C716-277E-9951-A3340251913A}"/>
              </a:ext>
            </a:extLst>
          </p:cNvPr>
          <p:cNvSpPr>
            <a:spLocks noGrp="1"/>
          </p:cNvSpPr>
          <p:nvPr>
            <p:ph type="body" sz="quarter" idx="62" hasCustomPrompt="1"/>
          </p:nvPr>
        </p:nvSpPr>
        <p:spPr>
          <a:xfrm>
            <a:off x="8057744"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8" name="Picture 1D" descr="This photo is a 'placeholder' only. Drag or drop your photo here, or click and tap the center to insert a photo.">
            <a:extLst>
              <a:ext uri="{FF2B5EF4-FFF2-40B4-BE49-F238E27FC236}">
                <a16:creationId xmlns:a16="http://schemas.microsoft.com/office/drawing/2014/main" id="{EAF85CD8-23DF-4DD3-E38F-BC7907F52278}"/>
              </a:ext>
            </a:extLst>
          </p:cNvPr>
          <p:cNvSpPr>
            <a:spLocks noGrp="1" noChangeAspect="1"/>
          </p:cNvSpPr>
          <p:nvPr>
            <p:ph type="pic" sz="quarter" idx="40"/>
          </p:nvPr>
        </p:nvSpPr>
        <p:spPr bwMode="ltGray">
          <a:xfrm>
            <a:off x="9485490" y="17526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25" name="Text Placeholder 58">
            <a:extLst>
              <a:ext uri="{FF2B5EF4-FFF2-40B4-BE49-F238E27FC236}">
                <a16:creationId xmlns:a16="http://schemas.microsoft.com/office/drawing/2014/main" id="{2F40174B-F79F-9DA2-D924-306D82B535A7}"/>
              </a:ext>
            </a:extLst>
          </p:cNvPr>
          <p:cNvSpPr>
            <a:spLocks noGrp="1"/>
          </p:cNvSpPr>
          <p:nvPr>
            <p:ph type="body" sz="quarter" idx="69" hasCustomPrompt="1"/>
          </p:nvPr>
        </p:nvSpPr>
        <p:spPr>
          <a:xfrm>
            <a:off x="10478312" y="1985962"/>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6" name="Text Placeholder 58">
            <a:extLst>
              <a:ext uri="{FF2B5EF4-FFF2-40B4-BE49-F238E27FC236}">
                <a16:creationId xmlns:a16="http://schemas.microsoft.com/office/drawing/2014/main" id="{AC4C1DAE-B629-901C-0D8E-C695BB26A8F8}"/>
              </a:ext>
            </a:extLst>
          </p:cNvPr>
          <p:cNvSpPr>
            <a:spLocks noGrp="1"/>
          </p:cNvSpPr>
          <p:nvPr>
            <p:ph type="body" sz="quarter" idx="70" hasCustomPrompt="1"/>
          </p:nvPr>
        </p:nvSpPr>
        <p:spPr>
          <a:xfrm>
            <a:off x="10478312" y="2190035"/>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3" name="Straight Connector 2">
            <a:extLst>
              <a:ext uri="{FF2B5EF4-FFF2-40B4-BE49-F238E27FC236}">
                <a16:creationId xmlns:a16="http://schemas.microsoft.com/office/drawing/2014/main" id="{52987D6A-0F2F-4E5F-3007-F11565E4BC07}"/>
              </a:ext>
            </a:extLst>
          </p:cNvPr>
          <p:cNvCxnSpPr>
            <a:cxnSpLocks/>
          </p:cNvCxnSpPr>
          <p:nvPr userDrawn="1"/>
        </p:nvCxnSpPr>
        <p:spPr>
          <a:xfrm>
            <a:off x="588662" y="2796209"/>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Team 2">
            <a:extLst>
              <a:ext uri="{FF2B5EF4-FFF2-40B4-BE49-F238E27FC236}">
                <a16:creationId xmlns:a16="http://schemas.microsoft.com/office/drawing/2014/main" id="{F05EC6DD-FD7C-4893-626E-18BCABF1A730}"/>
              </a:ext>
            </a:extLst>
          </p:cNvPr>
          <p:cNvSpPr>
            <a:spLocks noGrp="1"/>
          </p:cNvSpPr>
          <p:nvPr>
            <p:ph type="body" sz="quarter" idx="42" hasCustomPrompt="1"/>
          </p:nvPr>
        </p:nvSpPr>
        <p:spPr>
          <a:xfrm>
            <a:off x="584200" y="3276600"/>
            <a:ext cx="1487488" cy="246221"/>
          </a:xfrm>
          <a:prstGeom prst="rect">
            <a:avLst/>
          </a:prstGeom>
        </p:spPr>
        <p:txBody>
          <a:bodyPr/>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52" name="Picture 2A" descr="This photo is a 'placeholder' only. Drag or drop your photo here, or click and tap the center to insert a photo.">
            <a:extLst>
              <a:ext uri="{FF2B5EF4-FFF2-40B4-BE49-F238E27FC236}">
                <a16:creationId xmlns:a16="http://schemas.microsoft.com/office/drawing/2014/main" id="{3683265F-012D-6F07-2701-CE059692723B}"/>
              </a:ext>
            </a:extLst>
          </p:cNvPr>
          <p:cNvSpPr>
            <a:spLocks noGrp="1" noChangeAspect="1"/>
          </p:cNvSpPr>
          <p:nvPr>
            <p:ph type="pic" sz="quarter" idx="27"/>
          </p:nvPr>
        </p:nvSpPr>
        <p:spPr bwMode="ltGray">
          <a:xfrm>
            <a:off x="2179638"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03" name="Text Placeholder 2A">
            <a:extLst>
              <a:ext uri="{FF2B5EF4-FFF2-40B4-BE49-F238E27FC236}">
                <a16:creationId xmlns:a16="http://schemas.microsoft.com/office/drawing/2014/main" id="{9AC7CBEF-A69C-1153-95E2-03B55A949BC6}"/>
              </a:ext>
            </a:extLst>
          </p:cNvPr>
          <p:cNvSpPr>
            <a:spLocks noGrp="1"/>
          </p:cNvSpPr>
          <p:nvPr>
            <p:ph type="body" sz="quarter" idx="47" hasCustomPrompt="1"/>
          </p:nvPr>
        </p:nvSpPr>
        <p:spPr>
          <a:xfrm>
            <a:off x="3193643"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04" name="Text Placeholder 2A sub">
            <a:extLst>
              <a:ext uri="{FF2B5EF4-FFF2-40B4-BE49-F238E27FC236}">
                <a16:creationId xmlns:a16="http://schemas.microsoft.com/office/drawing/2014/main" id="{18F72234-E1C0-2AE8-3856-A9DA5D3E2366}"/>
              </a:ext>
            </a:extLst>
          </p:cNvPr>
          <p:cNvSpPr>
            <a:spLocks noGrp="1"/>
          </p:cNvSpPr>
          <p:nvPr>
            <p:ph type="body" sz="quarter" idx="48" hasCustomPrompt="1"/>
          </p:nvPr>
        </p:nvSpPr>
        <p:spPr>
          <a:xfrm>
            <a:off x="3193643"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1" name="Picture 2B" descr="This photo is a 'placeholder' only. Drag or drop your photo here, or click and tap the center to insert a photo.">
            <a:extLst>
              <a:ext uri="{FF2B5EF4-FFF2-40B4-BE49-F238E27FC236}">
                <a16:creationId xmlns:a16="http://schemas.microsoft.com/office/drawing/2014/main" id="{F86601BD-7BF4-FD32-0E9B-6603872589C2}"/>
              </a:ext>
            </a:extLst>
          </p:cNvPr>
          <p:cNvSpPr>
            <a:spLocks noGrp="1" noChangeAspect="1"/>
          </p:cNvSpPr>
          <p:nvPr>
            <p:ph type="pic" sz="quarter" idx="31"/>
          </p:nvPr>
        </p:nvSpPr>
        <p:spPr bwMode="ltGray">
          <a:xfrm>
            <a:off x="4609587"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11" name="Text Placeholder 2B">
            <a:extLst>
              <a:ext uri="{FF2B5EF4-FFF2-40B4-BE49-F238E27FC236}">
                <a16:creationId xmlns:a16="http://schemas.microsoft.com/office/drawing/2014/main" id="{D256E125-F361-C485-DF03-CDF838C4C5D4}"/>
              </a:ext>
            </a:extLst>
          </p:cNvPr>
          <p:cNvSpPr>
            <a:spLocks noGrp="1"/>
          </p:cNvSpPr>
          <p:nvPr>
            <p:ph type="body" sz="quarter" idx="55" hasCustomPrompt="1"/>
          </p:nvPr>
        </p:nvSpPr>
        <p:spPr>
          <a:xfrm>
            <a:off x="5627448"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2" name="Text Placeholder 2B_sub">
            <a:extLst>
              <a:ext uri="{FF2B5EF4-FFF2-40B4-BE49-F238E27FC236}">
                <a16:creationId xmlns:a16="http://schemas.microsoft.com/office/drawing/2014/main" id="{F1DB8B55-ADB7-52BB-3EA5-71726CCBB1E1}"/>
              </a:ext>
            </a:extLst>
          </p:cNvPr>
          <p:cNvSpPr>
            <a:spLocks noGrp="1"/>
          </p:cNvSpPr>
          <p:nvPr>
            <p:ph type="body" sz="quarter" idx="56" hasCustomPrompt="1"/>
          </p:nvPr>
        </p:nvSpPr>
        <p:spPr>
          <a:xfrm>
            <a:off x="5627448"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5" name="Picture 2C" descr="This photo is a 'placeholder' only. Drag or drop your photo here, or click and tap the center to insert a photo.">
            <a:extLst>
              <a:ext uri="{FF2B5EF4-FFF2-40B4-BE49-F238E27FC236}">
                <a16:creationId xmlns:a16="http://schemas.microsoft.com/office/drawing/2014/main" id="{A2A2A427-02F5-F017-0838-E8FC6DFD9DCC}"/>
              </a:ext>
            </a:extLst>
          </p:cNvPr>
          <p:cNvSpPr>
            <a:spLocks noGrp="1" noChangeAspect="1"/>
          </p:cNvSpPr>
          <p:nvPr>
            <p:ph type="pic" sz="quarter" idx="35"/>
          </p:nvPr>
        </p:nvSpPr>
        <p:spPr bwMode="ltGray">
          <a:xfrm>
            <a:off x="7049911"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19" name="Text Placeholder 58">
            <a:extLst>
              <a:ext uri="{FF2B5EF4-FFF2-40B4-BE49-F238E27FC236}">
                <a16:creationId xmlns:a16="http://schemas.microsoft.com/office/drawing/2014/main" id="{05DDA5ED-C3DB-E9E2-8971-D0105F3DD1BB}"/>
              </a:ext>
            </a:extLst>
          </p:cNvPr>
          <p:cNvSpPr>
            <a:spLocks noGrp="1"/>
          </p:cNvSpPr>
          <p:nvPr>
            <p:ph type="body" sz="quarter" idx="63" hasCustomPrompt="1"/>
          </p:nvPr>
        </p:nvSpPr>
        <p:spPr>
          <a:xfrm>
            <a:off x="8057744"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0" name="Text Placeholder 58">
            <a:extLst>
              <a:ext uri="{FF2B5EF4-FFF2-40B4-BE49-F238E27FC236}">
                <a16:creationId xmlns:a16="http://schemas.microsoft.com/office/drawing/2014/main" id="{0104D511-D561-3E1E-E563-D5816B57812C}"/>
              </a:ext>
            </a:extLst>
          </p:cNvPr>
          <p:cNvSpPr>
            <a:spLocks noGrp="1"/>
          </p:cNvSpPr>
          <p:nvPr>
            <p:ph type="body" sz="quarter" idx="64" hasCustomPrompt="1"/>
          </p:nvPr>
        </p:nvSpPr>
        <p:spPr>
          <a:xfrm>
            <a:off x="8057744"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7" name="Picture 2D" descr="This photo is a 'placeholder' only. Drag or drop your photo here, or click and tap the center to insert a photo.">
            <a:extLst>
              <a:ext uri="{FF2B5EF4-FFF2-40B4-BE49-F238E27FC236}">
                <a16:creationId xmlns:a16="http://schemas.microsoft.com/office/drawing/2014/main" id="{0B58B8BD-A5A8-318B-F148-ECBE35A9C859}"/>
              </a:ext>
            </a:extLst>
          </p:cNvPr>
          <p:cNvSpPr>
            <a:spLocks noGrp="1" noChangeAspect="1"/>
          </p:cNvSpPr>
          <p:nvPr>
            <p:ph type="pic" sz="quarter" idx="39"/>
          </p:nvPr>
        </p:nvSpPr>
        <p:spPr bwMode="ltGray">
          <a:xfrm>
            <a:off x="9485490" y="2949222"/>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27" name="Text Placeholder 58">
            <a:extLst>
              <a:ext uri="{FF2B5EF4-FFF2-40B4-BE49-F238E27FC236}">
                <a16:creationId xmlns:a16="http://schemas.microsoft.com/office/drawing/2014/main" id="{AC77C908-9B8C-7BC9-E855-60861BF60189}"/>
              </a:ext>
            </a:extLst>
          </p:cNvPr>
          <p:cNvSpPr>
            <a:spLocks noGrp="1"/>
          </p:cNvSpPr>
          <p:nvPr>
            <p:ph type="body" sz="quarter" idx="71" hasCustomPrompt="1"/>
          </p:nvPr>
        </p:nvSpPr>
        <p:spPr>
          <a:xfrm>
            <a:off x="10478312" y="3200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8" name="Text Placeholder 58">
            <a:extLst>
              <a:ext uri="{FF2B5EF4-FFF2-40B4-BE49-F238E27FC236}">
                <a16:creationId xmlns:a16="http://schemas.microsoft.com/office/drawing/2014/main" id="{2A31E680-8947-2CD1-1234-0D804919CD67}"/>
              </a:ext>
            </a:extLst>
          </p:cNvPr>
          <p:cNvSpPr>
            <a:spLocks noGrp="1"/>
          </p:cNvSpPr>
          <p:nvPr>
            <p:ph type="body" sz="quarter" idx="72" hasCustomPrompt="1"/>
          </p:nvPr>
        </p:nvSpPr>
        <p:spPr>
          <a:xfrm>
            <a:off x="10478312" y="3404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5" name="Straight Connector 4">
            <a:extLst>
              <a:ext uri="{FF2B5EF4-FFF2-40B4-BE49-F238E27FC236}">
                <a16:creationId xmlns:a16="http://schemas.microsoft.com/office/drawing/2014/main" id="{3DC66D7B-06E6-2FE1-9070-DA44529047F6}"/>
              </a:ext>
            </a:extLst>
          </p:cNvPr>
          <p:cNvCxnSpPr>
            <a:cxnSpLocks/>
          </p:cNvCxnSpPr>
          <p:nvPr userDrawn="1"/>
        </p:nvCxnSpPr>
        <p:spPr>
          <a:xfrm>
            <a:off x="588662" y="3962400"/>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am 3">
            <a:extLst>
              <a:ext uri="{FF2B5EF4-FFF2-40B4-BE49-F238E27FC236}">
                <a16:creationId xmlns:a16="http://schemas.microsoft.com/office/drawing/2014/main" id="{C9A48E5A-0196-C631-5677-E552C3FEB3E7}"/>
              </a:ext>
            </a:extLst>
          </p:cNvPr>
          <p:cNvSpPr>
            <a:spLocks noGrp="1"/>
          </p:cNvSpPr>
          <p:nvPr>
            <p:ph type="body" sz="quarter" idx="43" hasCustomPrompt="1"/>
          </p:nvPr>
        </p:nvSpPr>
        <p:spPr>
          <a:xfrm>
            <a:off x="584200" y="4419600"/>
            <a:ext cx="1487488" cy="246221"/>
          </a:xfrm>
          <a:prstGeom prst="rect">
            <a:avLst/>
          </a:prstGeom>
        </p:spPr>
        <p:txBody>
          <a:bodyPr/>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46" name="Picture 3A" descr="This photo is a 'placeholder' only. Drag or drop your photo here, or click and tap the center to insert a photo.">
            <a:extLst>
              <a:ext uri="{FF2B5EF4-FFF2-40B4-BE49-F238E27FC236}">
                <a16:creationId xmlns:a16="http://schemas.microsoft.com/office/drawing/2014/main" id="{2B8FDD32-8611-99C5-65AA-30B05B6B84E5}"/>
              </a:ext>
            </a:extLst>
          </p:cNvPr>
          <p:cNvSpPr>
            <a:spLocks noGrp="1" noChangeAspect="1"/>
          </p:cNvSpPr>
          <p:nvPr>
            <p:ph type="pic" sz="quarter" idx="26"/>
          </p:nvPr>
        </p:nvSpPr>
        <p:spPr bwMode="ltGray">
          <a:xfrm>
            <a:off x="2179638"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05" name="Text Placeholder 3A">
            <a:extLst>
              <a:ext uri="{FF2B5EF4-FFF2-40B4-BE49-F238E27FC236}">
                <a16:creationId xmlns:a16="http://schemas.microsoft.com/office/drawing/2014/main" id="{AB41C42A-097D-F7C2-91BF-D2FDE2773E78}"/>
              </a:ext>
            </a:extLst>
          </p:cNvPr>
          <p:cNvSpPr>
            <a:spLocks noGrp="1"/>
          </p:cNvSpPr>
          <p:nvPr>
            <p:ph type="body" sz="quarter" idx="49" hasCustomPrompt="1"/>
          </p:nvPr>
        </p:nvSpPr>
        <p:spPr>
          <a:xfrm>
            <a:off x="3193643"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06" name="Text Placeholder 3A sub">
            <a:extLst>
              <a:ext uri="{FF2B5EF4-FFF2-40B4-BE49-F238E27FC236}">
                <a16:creationId xmlns:a16="http://schemas.microsoft.com/office/drawing/2014/main" id="{E34BEA59-3674-ABE7-E437-F17A376FE647}"/>
              </a:ext>
            </a:extLst>
          </p:cNvPr>
          <p:cNvSpPr>
            <a:spLocks noGrp="1"/>
          </p:cNvSpPr>
          <p:nvPr>
            <p:ph type="body" sz="quarter" idx="50" hasCustomPrompt="1"/>
          </p:nvPr>
        </p:nvSpPr>
        <p:spPr>
          <a:xfrm>
            <a:off x="3193643"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0" name="Picture 3B" descr="This photo is a 'placeholder' only. Drag or drop your photo here, or click and tap the center to insert a photo.">
            <a:extLst>
              <a:ext uri="{FF2B5EF4-FFF2-40B4-BE49-F238E27FC236}">
                <a16:creationId xmlns:a16="http://schemas.microsoft.com/office/drawing/2014/main" id="{5576858D-E43A-F58A-9786-696B6702B5D5}"/>
              </a:ext>
            </a:extLst>
          </p:cNvPr>
          <p:cNvSpPr>
            <a:spLocks noGrp="1" noChangeAspect="1"/>
          </p:cNvSpPr>
          <p:nvPr>
            <p:ph type="pic" sz="quarter" idx="30"/>
          </p:nvPr>
        </p:nvSpPr>
        <p:spPr bwMode="ltGray">
          <a:xfrm>
            <a:off x="4609587"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13" name="Text Placeholder 3B">
            <a:extLst>
              <a:ext uri="{FF2B5EF4-FFF2-40B4-BE49-F238E27FC236}">
                <a16:creationId xmlns:a16="http://schemas.microsoft.com/office/drawing/2014/main" id="{4A30D761-3882-FCA7-7248-8122AADDA411}"/>
              </a:ext>
            </a:extLst>
          </p:cNvPr>
          <p:cNvSpPr>
            <a:spLocks noGrp="1"/>
          </p:cNvSpPr>
          <p:nvPr>
            <p:ph type="body" sz="quarter" idx="57" hasCustomPrompt="1"/>
          </p:nvPr>
        </p:nvSpPr>
        <p:spPr>
          <a:xfrm>
            <a:off x="5627448"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4" name="Text Placeholder 3B sub">
            <a:extLst>
              <a:ext uri="{FF2B5EF4-FFF2-40B4-BE49-F238E27FC236}">
                <a16:creationId xmlns:a16="http://schemas.microsoft.com/office/drawing/2014/main" id="{224312F0-9FF2-699F-BDB5-D290316F2A15}"/>
              </a:ext>
            </a:extLst>
          </p:cNvPr>
          <p:cNvSpPr>
            <a:spLocks noGrp="1"/>
          </p:cNvSpPr>
          <p:nvPr>
            <p:ph type="body" sz="quarter" idx="58" hasCustomPrompt="1"/>
          </p:nvPr>
        </p:nvSpPr>
        <p:spPr>
          <a:xfrm>
            <a:off x="5627448"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4" name="Picture 3C" descr="This photo is a 'placeholder' only. Drag or drop your photo here, or click and tap the center to insert a photo.">
            <a:extLst>
              <a:ext uri="{FF2B5EF4-FFF2-40B4-BE49-F238E27FC236}">
                <a16:creationId xmlns:a16="http://schemas.microsoft.com/office/drawing/2014/main" id="{C85BA239-1EC8-4FFB-7EB6-F28B89D75B63}"/>
              </a:ext>
            </a:extLst>
          </p:cNvPr>
          <p:cNvSpPr>
            <a:spLocks noGrp="1" noChangeAspect="1"/>
          </p:cNvSpPr>
          <p:nvPr>
            <p:ph type="pic" sz="quarter" idx="34"/>
          </p:nvPr>
        </p:nvSpPr>
        <p:spPr bwMode="ltGray">
          <a:xfrm>
            <a:off x="7049911"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21" name="Text Placeholder 3C">
            <a:extLst>
              <a:ext uri="{FF2B5EF4-FFF2-40B4-BE49-F238E27FC236}">
                <a16:creationId xmlns:a16="http://schemas.microsoft.com/office/drawing/2014/main" id="{599F4DE5-344C-7327-0697-53FD699839F4}"/>
              </a:ext>
            </a:extLst>
          </p:cNvPr>
          <p:cNvSpPr>
            <a:spLocks noGrp="1"/>
          </p:cNvSpPr>
          <p:nvPr>
            <p:ph type="body" sz="quarter" idx="65" hasCustomPrompt="1"/>
          </p:nvPr>
        </p:nvSpPr>
        <p:spPr>
          <a:xfrm>
            <a:off x="8057744"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2" name="Text Placeholder 3C sub">
            <a:extLst>
              <a:ext uri="{FF2B5EF4-FFF2-40B4-BE49-F238E27FC236}">
                <a16:creationId xmlns:a16="http://schemas.microsoft.com/office/drawing/2014/main" id="{4151E608-DEC2-D4C7-825C-79D125D7F057}"/>
              </a:ext>
            </a:extLst>
          </p:cNvPr>
          <p:cNvSpPr>
            <a:spLocks noGrp="1"/>
          </p:cNvSpPr>
          <p:nvPr>
            <p:ph type="body" sz="quarter" idx="66" hasCustomPrompt="1"/>
          </p:nvPr>
        </p:nvSpPr>
        <p:spPr>
          <a:xfrm>
            <a:off x="8057744"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6" name="Picture 3D" descr="This photo is a 'placeholder' only. Drag or drop your photo here, or click and tap the center to insert a photo.">
            <a:extLst>
              <a:ext uri="{FF2B5EF4-FFF2-40B4-BE49-F238E27FC236}">
                <a16:creationId xmlns:a16="http://schemas.microsoft.com/office/drawing/2014/main" id="{5034F797-5F7D-8132-4696-E98CCB6644C1}"/>
              </a:ext>
            </a:extLst>
          </p:cNvPr>
          <p:cNvSpPr>
            <a:spLocks noGrp="1" noChangeAspect="1"/>
          </p:cNvSpPr>
          <p:nvPr>
            <p:ph type="pic" sz="quarter" idx="38"/>
          </p:nvPr>
        </p:nvSpPr>
        <p:spPr bwMode="ltGray">
          <a:xfrm>
            <a:off x="9485490" y="4114800"/>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29" name="Text Placeholder 3D">
            <a:extLst>
              <a:ext uri="{FF2B5EF4-FFF2-40B4-BE49-F238E27FC236}">
                <a16:creationId xmlns:a16="http://schemas.microsoft.com/office/drawing/2014/main" id="{5BCDC841-D733-3ACD-E114-E80A1848F100}"/>
              </a:ext>
            </a:extLst>
          </p:cNvPr>
          <p:cNvSpPr>
            <a:spLocks noGrp="1"/>
          </p:cNvSpPr>
          <p:nvPr>
            <p:ph type="body" sz="quarter" idx="73" hasCustomPrompt="1"/>
          </p:nvPr>
        </p:nvSpPr>
        <p:spPr>
          <a:xfrm>
            <a:off x="10478312" y="43434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30" name="Text Placeholder 3D sub">
            <a:extLst>
              <a:ext uri="{FF2B5EF4-FFF2-40B4-BE49-F238E27FC236}">
                <a16:creationId xmlns:a16="http://schemas.microsoft.com/office/drawing/2014/main" id="{7C8FEFE3-14BE-A1C6-789C-EA608BCFFD42}"/>
              </a:ext>
            </a:extLst>
          </p:cNvPr>
          <p:cNvSpPr>
            <a:spLocks noGrp="1"/>
          </p:cNvSpPr>
          <p:nvPr>
            <p:ph type="body" sz="quarter" idx="74" hasCustomPrompt="1"/>
          </p:nvPr>
        </p:nvSpPr>
        <p:spPr>
          <a:xfrm>
            <a:off x="10478312" y="45474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cxnSp>
        <p:nvCxnSpPr>
          <p:cNvPr id="6" name="Straight Connector 5">
            <a:extLst>
              <a:ext uri="{FF2B5EF4-FFF2-40B4-BE49-F238E27FC236}">
                <a16:creationId xmlns:a16="http://schemas.microsoft.com/office/drawing/2014/main" id="{DED415D4-7CA0-5BF6-343A-2CE47E7B2DCC}"/>
              </a:ext>
            </a:extLst>
          </p:cNvPr>
          <p:cNvCxnSpPr>
            <a:cxnSpLocks/>
          </p:cNvCxnSpPr>
          <p:nvPr userDrawn="1"/>
        </p:nvCxnSpPr>
        <p:spPr>
          <a:xfrm>
            <a:off x="588662" y="5128591"/>
            <a:ext cx="11014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Team 4">
            <a:extLst>
              <a:ext uri="{FF2B5EF4-FFF2-40B4-BE49-F238E27FC236}">
                <a16:creationId xmlns:a16="http://schemas.microsoft.com/office/drawing/2014/main" id="{8483B533-6533-C58C-1F46-518C95BF9FE0}"/>
              </a:ext>
            </a:extLst>
          </p:cNvPr>
          <p:cNvSpPr>
            <a:spLocks noGrp="1"/>
          </p:cNvSpPr>
          <p:nvPr>
            <p:ph type="body" sz="quarter" idx="44" hasCustomPrompt="1"/>
          </p:nvPr>
        </p:nvSpPr>
        <p:spPr>
          <a:xfrm>
            <a:off x="569912" y="5619750"/>
            <a:ext cx="1487488" cy="246221"/>
          </a:xfrm>
          <a:prstGeom prst="rect">
            <a:avLst/>
          </a:prstGeom>
        </p:spPr>
        <p:txBody>
          <a:bodyPr/>
          <a:lstStyle>
            <a:lvl1pPr marL="0" indent="0">
              <a:buNone/>
              <a:defRPr sz="160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Team</a:t>
            </a:r>
          </a:p>
        </p:txBody>
      </p:sp>
      <p:sp>
        <p:nvSpPr>
          <p:cNvPr id="45" name="Picture 4A" descr="This photo is a 'placeholder' only. Drag or drop your photo here, or click and tap the center to insert a photo.">
            <a:extLst>
              <a:ext uri="{FF2B5EF4-FFF2-40B4-BE49-F238E27FC236}">
                <a16:creationId xmlns:a16="http://schemas.microsoft.com/office/drawing/2014/main" id="{071A4870-6F73-B3B1-A19E-89BA3CD5E445}"/>
              </a:ext>
            </a:extLst>
          </p:cNvPr>
          <p:cNvSpPr>
            <a:spLocks noGrp="1" noChangeAspect="1"/>
          </p:cNvSpPr>
          <p:nvPr>
            <p:ph type="pic" sz="quarter" idx="25"/>
          </p:nvPr>
        </p:nvSpPr>
        <p:spPr bwMode="ltGray">
          <a:xfrm>
            <a:off x="2179638"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07" name="Text Placeholder 4A">
            <a:extLst>
              <a:ext uri="{FF2B5EF4-FFF2-40B4-BE49-F238E27FC236}">
                <a16:creationId xmlns:a16="http://schemas.microsoft.com/office/drawing/2014/main" id="{EA12E955-8C61-FED3-64F0-7AE1C5600085}"/>
              </a:ext>
            </a:extLst>
          </p:cNvPr>
          <p:cNvSpPr>
            <a:spLocks noGrp="1"/>
          </p:cNvSpPr>
          <p:nvPr>
            <p:ph type="body" sz="quarter" idx="51" hasCustomPrompt="1"/>
          </p:nvPr>
        </p:nvSpPr>
        <p:spPr>
          <a:xfrm>
            <a:off x="3193643"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08" name="Text Placeholder 4A sub">
            <a:extLst>
              <a:ext uri="{FF2B5EF4-FFF2-40B4-BE49-F238E27FC236}">
                <a16:creationId xmlns:a16="http://schemas.microsoft.com/office/drawing/2014/main" id="{F76A8EFA-ED1A-36C8-6A34-0D101214C582}"/>
              </a:ext>
            </a:extLst>
          </p:cNvPr>
          <p:cNvSpPr>
            <a:spLocks noGrp="1"/>
          </p:cNvSpPr>
          <p:nvPr>
            <p:ph type="body" sz="quarter" idx="52" hasCustomPrompt="1"/>
          </p:nvPr>
        </p:nvSpPr>
        <p:spPr>
          <a:xfrm>
            <a:off x="3193643"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59" name="Picture 4B" descr="This photo is a 'placeholder' only. Drag or drop your photo here, or click and tap the center to insert a photo.">
            <a:extLst>
              <a:ext uri="{FF2B5EF4-FFF2-40B4-BE49-F238E27FC236}">
                <a16:creationId xmlns:a16="http://schemas.microsoft.com/office/drawing/2014/main" id="{907027D0-5E09-4A2E-A37C-14CE61DF133A}"/>
              </a:ext>
            </a:extLst>
          </p:cNvPr>
          <p:cNvSpPr>
            <a:spLocks noGrp="1" noChangeAspect="1"/>
          </p:cNvSpPr>
          <p:nvPr>
            <p:ph type="pic" sz="quarter" idx="29"/>
          </p:nvPr>
        </p:nvSpPr>
        <p:spPr bwMode="ltGray">
          <a:xfrm>
            <a:off x="4609587"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15" name="Text Placeholder 4B">
            <a:extLst>
              <a:ext uri="{FF2B5EF4-FFF2-40B4-BE49-F238E27FC236}">
                <a16:creationId xmlns:a16="http://schemas.microsoft.com/office/drawing/2014/main" id="{6B2538A4-AE65-94AB-59ED-3A361C12FF86}"/>
              </a:ext>
            </a:extLst>
          </p:cNvPr>
          <p:cNvSpPr>
            <a:spLocks noGrp="1"/>
          </p:cNvSpPr>
          <p:nvPr>
            <p:ph type="body" sz="quarter" idx="59" hasCustomPrompt="1"/>
          </p:nvPr>
        </p:nvSpPr>
        <p:spPr>
          <a:xfrm>
            <a:off x="5627448"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16" name="Text Placeholder 4B sub">
            <a:extLst>
              <a:ext uri="{FF2B5EF4-FFF2-40B4-BE49-F238E27FC236}">
                <a16:creationId xmlns:a16="http://schemas.microsoft.com/office/drawing/2014/main" id="{607F8E2D-73E8-EC44-6221-78077345EA93}"/>
              </a:ext>
            </a:extLst>
          </p:cNvPr>
          <p:cNvSpPr>
            <a:spLocks noGrp="1"/>
          </p:cNvSpPr>
          <p:nvPr>
            <p:ph type="body" sz="quarter" idx="60" hasCustomPrompt="1"/>
          </p:nvPr>
        </p:nvSpPr>
        <p:spPr>
          <a:xfrm>
            <a:off x="5627448"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63" name="Picture 4C" descr="This photo is a 'placeholder' only. Drag or drop your photo here, or click and tap the center to insert a photo.">
            <a:extLst>
              <a:ext uri="{FF2B5EF4-FFF2-40B4-BE49-F238E27FC236}">
                <a16:creationId xmlns:a16="http://schemas.microsoft.com/office/drawing/2014/main" id="{ACBB3065-742E-D171-CED7-ECD8165B88F4}"/>
              </a:ext>
            </a:extLst>
          </p:cNvPr>
          <p:cNvSpPr>
            <a:spLocks noGrp="1" noChangeAspect="1"/>
          </p:cNvSpPr>
          <p:nvPr>
            <p:ph type="pic" sz="quarter" idx="33"/>
          </p:nvPr>
        </p:nvSpPr>
        <p:spPr bwMode="ltGray">
          <a:xfrm>
            <a:off x="7049911"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23" name="Text Placeholder 4C">
            <a:extLst>
              <a:ext uri="{FF2B5EF4-FFF2-40B4-BE49-F238E27FC236}">
                <a16:creationId xmlns:a16="http://schemas.microsoft.com/office/drawing/2014/main" id="{77466272-A05D-FBB5-3703-BF2CDD8B65C4}"/>
              </a:ext>
            </a:extLst>
          </p:cNvPr>
          <p:cNvSpPr>
            <a:spLocks noGrp="1"/>
          </p:cNvSpPr>
          <p:nvPr>
            <p:ph type="body" sz="quarter" idx="67" hasCustomPrompt="1"/>
          </p:nvPr>
        </p:nvSpPr>
        <p:spPr>
          <a:xfrm>
            <a:off x="8057744"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24" name="Text Placeholder 4C sub">
            <a:extLst>
              <a:ext uri="{FF2B5EF4-FFF2-40B4-BE49-F238E27FC236}">
                <a16:creationId xmlns:a16="http://schemas.microsoft.com/office/drawing/2014/main" id="{A526625B-D047-0A06-742E-84796BB32F51}"/>
              </a:ext>
            </a:extLst>
          </p:cNvPr>
          <p:cNvSpPr>
            <a:spLocks noGrp="1"/>
          </p:cNvSpPr>
          <p:nvPr>
            <p:ph type="body" sz="quarter" idx="68" hasCustomPrompt="1"/>
          </p:nvPr>
        </p:nvSpPr>
        <p:spPr>
          <a:xfrm>
            <a:off x="8057744"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
        <p:nvSpPr>
          <p:cNvPr id="75" name="Picture 4D" descr="This photo is a 'placeholder' only. Drag or drop your photo here, or click and tap the center to insert a photo.">
            <a:extLst>
              <a:ext uri="{FF2B5EF4-FFF2-40B4-BE49-F238E27FC236}">
                <a16:creationId xmlns:a16="http://schemas.microsoft.com/office/drawing/2014/main" id="{2E32B300-56A1-1A66-EF17-E967047D5382}"/>
              </a:ext>
            </a:extLst>
          </p:cNvPr>
          <p:cNvSpPr>
            <a:spLocks noGrp="1" noChangeAspect="1"/>
          </p:cNvSpPr>
          <p:nvPr>
            <p:ph type="pic" sz="quarter" idx="37"/>
          </p:nvPr>
        </p:nvSpPr>
        <p:spPr bwMode="ltGray">
          <a:xfrm>
            <a:off x="9485490" y="5280908"/>
            <a:ext cx="894113" cy="894113"/>
          </a:xfrm>
          <a:prstGeom prst="ellipse">
            <a:avLst/>
          </a:prstGeom>
          <a:solidFill>
            <a:srgbClr val="D9D9D6"/>
          </a:solid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Click icon to add picture</a:t>
            </a:r>
          </a:p>
        </p:txBody>
      </p:sp>
      <p:sp>
        <p:nvSpPr>
          <p:cNvPr id="131" name="Text Placeholder 4D">
            <a:extLst>
              <a:ext uri="{FF2B5EF4-FFF2-40B4-BE49-F238E27FC236}">
                <a16:creationId xmlns:a16="http://schemas.microsoft.com/office/drawing/2014/main" id="{07A99D70-5C17-C524-9EBC-4C98D464B584}"/>
              </a:ext>
            </a:extLst>
          </p:cNvPr>
          <p:cNvSpPr>
            <a:spLocks noGrp="1"/>
          </p:cNvSpPr>
          <p:nvPr>
            <p:ph type="body" sz="quarter" idx="75" hasCustomPrompt="1"/>
          </p:nvPr>
        </p:nvSpPr>
        <p:spPr>
          <a:xfrm>
            <a:off x="10478312" y="5562600"/>
            <a:ext cx="1320481" cy="185738"/>
          </a:xfrm>
          <a:prstGeom prst="rect">
            <a:avLst/>
          </a:prstGeom>
        </p:spPr>
        <p:txBody>
          <a:bodyPr anchor="b"/>
          <a:lstStyle>
            <a:lvl1pPr marL="0" indent="0">
              <a:buNone/>
              <a:defRPr sz="12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Name</a:t>
            </a:r>
          </a:p>
        </p:txBody>
      </p:sp>
      <p:sp>
        <p:nvSpPr>
          <p:cNvPr id="132" name="Text Placeholder 4D sub">
            <a:extLst>
              <a:ext uri="{FF2B5EF4-FFF2-40B4-BE49-F238E27FC236}">
                <a16:creationId xmlns:a16="http://schemas.microsoft.com/office/drawing/2014/main" id="{BE4D6E36-DEBA-45E6-C716-D1CE351789B6}"/>
              </a:ext>
            </a:extLst>
          </p:cNvPr>
          <p:cNvSpPr>
            <a:spLocks noGrp="1"/>
          </p:cNvSpPr>
          <p:nvPr>
            <p:ph type="body" sz="quarter" idx="76" hasCustomPrompt="1"/>
          </p:nvPr>
        </p:nvSpPr>
        <p:spPr>
          <a:xfrm>
            <a:off x="10478312" y="5766673"/>
            <a:ext cx="1327370" cy="153888"/>
          </a:xfrm>
          <a:prstGeom prst="rect">
            <a:avLst/>
          </a:prstGeom>
        </p:spPr>
        <p:txBody>
          <a:bodyPr/>
          <a:lstStyle>
            <a:lvl1pPr marL="0" indent="0">
              <a:buNone/>
              <a:defRPr sz="1000">
                <a:solidFill>
                  <a:schemeClr val="tx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Role or title</a:t>
            </a:r>
          </a:p>
        </p:txBody>
      </p:sp>
    </p:spTree>
    <p:extLst>
      <p:ext uri="{BB962C8B-B14F-4D97-AF65-F5344CB8AC3E}">
        <p14:creationId xmlns:p14="http://schemas.microsoft.com/office/powerpoint/2010/main" val="8873270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ummary page_Big headline">
    <p:bg>
      <p:bgPr>
        <a:solidFill>
          <a:schemeClr val="bg2"/>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8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09" y="4278313"/>
            <a:ext cx="5055459"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280938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_Yellow">
    <p:bg>
      <p:bgPr>
        <a:solidFill>
          <a:srgbClr val="FEE398"/>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302E5-E8C0-47EB-D34E-4616AC830D79}"/>
              </a:ext>
            </a:extLst>
          </p:cNvPr>
          <p:cNvPicPr>
            <a:picLocks noChangeAspect="1"/>
          </p:cNvPicPr>
          <p:nvPr userDrawn="1"/>
        </p:nvPicPr>
        <p:blipFill>
          <a:blip r:embed="rId2">
            <a:biLevel thresh="25000"/>
            <a:alphaModFix amt="30000"/>
          </a:blip>
          <a:stretch>
            <a:fillRect/>
          </a:stretch>
        </p:blipFill>
        <p:spPr>
          <a:xfrm>
            <a:off x="720939" y="-1430212"/>
            <a:ext cx="6490706" cy="4743210"/>
          </a:xfrm>
          <a:prstGeom prst="rect">
            <a:avLst/>
          </a:prstGeom>
        </p:spPr>
      </p:pic>
      <p:pic>
        <p:nvPicPr>
          <p:cNvPr id="7" name="Picture 6">
            <a:extLst>
              <a:ext uri="{FF2B5EF4-FFF2-40B4-BE49-F238E27FC236}">
                <a16:creationId xmlns:a16="http://schemas.microsoft.com/office/drawing/2014/main" id="{C8068E63-4A09-0712-0A67-27152034AB07}"/>
              </a:ext>
            </a:extLst>
          </p:cNvPr>
          <p:cNvPicPr>
            <a:picLocks noChangeAspect="1"/>
          </p:cNvPicPr>
          <p:nvPr userDrawn="1"/>
        </p:nvPicPr>
        <p:blipFill>
          <a:blip r:embed="rId2">
            <a:biLevel thresh="25000"/>
            <a:alphaModFix amt="30000"/>
          </a:blip>
          <a:stretch>
            <a:fillRect/>
          </a:stretch>
        </p:blipFill>
        <p:spPr>
          <a:xfrm rot="10800000">
            <a:off x="8186352" y="3860767"/>
            <a:ext cx="4624669" cy="3379567"/>
          </a:xfrm>
          <a:prstGeom prst="rect">
            <a:avLst/>
          </a:prstGeom>
        </p:spPr>
      </p:pic>
      <p:sp>
        <p:nvSpPr>
          <p:cNvPr id="5" name="Text Placeholder 2">
            <a:extLst>
              <a:ext uri="{FF2B5EF4-FFF2-40B4-BE49-F238E27FC236}">
                <a16:creationId xmlns:a16="http://schemas.microsoft.com/office/drawing/2014/main" id="{FF66A1E9-95A5-06A0-C094-C7229E07CE4F}"/>
              </a:ext>
            </a:extLst>
          </p:cNvPr>
          <p:cNvSpPr>
            <a:spLocks noGrp="1"/>
          </p:cNvSpPr>
          <p:nvPr>
            <p:ph type="body" sz="quarter" idx="15"/>
          </p:nvPr>
        </p:nvSpPr>
        <p:spPr>
          <a:xfrm>
            <a:off x="1534883" y="2624554"/>
            <a:ext cx="9144000" cy="615553"/>
          </a:xfrm>
          <a:prstGeom prst="rect">
            <a:avLst/>
          </a:prstGeom>
        </p:spPr>
        <p:txBody>
          <a:bodyPr anchor="ctr"/>
          <a:lstStyle>
            <a:lvl1pPr marL="0" indent="0" algn="ctr">
              <a:spcBef>
                <a:spcPts val="0"/>
              </a:spcBef>
              <a:buNone/>
              <a:defRPr sz="4000" b="0" i="0" spc="-50" baseline="0">
                <a:solidFill>
                  <a:schemeClr val="tx1"/>
                </a:solidFill>
                <a:latin typeface="+mn-lt"/>
                <a:cs typeface="Segoe UI" panose="020B0502040204020203" pitchFamily="34" charset="0"/>
              </a:defRPr>
            </a:lvl1pPr>
            <a:lvl2pPr>
              <a:defRPr sz="4200">
                <a:solidFill>
                  <a:srgbClr val="F4F4F7"/>
                </a:solidFill>
              </a:defRPr>
            </a:lvl2pPr>
            <a:lvl3pPr>
              <a:defRPr sz="4200">
                <a:solidFill>
                  <a:srgbClr val="F4F4F7"/>
                </a:solidFill>
              </a:defRPr>
            </a:lvl3pPr>
            <a:lvl4pPr>
              <a:defRPr sz="4200">
                <a:solidFill>
                  <a:srgbClr val="F4F4F7"/>
                </a:solidFill>
              </a:defRPr>
            </a:lvl4pPr>
            <a:lvl5pPr>
              <a:defRPr sz="4200">
                <a:solidFill>
                  <a:srgbClr val="F4F4F7"/>
                </a:solidFill>
              </a:defRPr>
            </a:lvl5pPr>
          </a:lstStyle>
          <a:p>
            <a:pPr lvl="0"/>
            <a:r>
              <a:rPr lang="en-US"/>
              <a:t>Click to edit Master text styles</a:t>
            </a:r>
          </a:p>
        </p:txBody>
      </p:sp>
      <p:sp>
        <p:nvSpPr>
          <p:cNvPr id="6" name="Text Placeholder 14">
            <a:extLst>
              <a:ext uri="{FF2B5EF4-FFF2-40B4-BE49-F238E27FC236}">
                <a16:creationId xmlns:a16="http://schemas.microsoft.com/office/drawing/2014/main" id="{B6545042-8344-3278-2EBA-0B243B20E241}"/>
              </a:ext>
            </a:extLst>
          </p:cNvPr>
          <p:cNvSpPr>
            <a:spLocks noGrp="1"/>
          </p:cNvSpPr>
          <p:nvPr>
            <p:ph type="body" sz="quarter" idx="14"/>
          </p:nvPr>
        </p:nvSpPr>
        <p:spPr>
          <a:xfrm>
            <a:off x="1534883" y="4711980"/>
            <a:ext cx="9144000" cy="246221"/>
          </a:xfrm>
          <a:prstGeom prst="rect">
            <a:avLst/>
          </a:prstGeom>
        </p:spPr>
        <p:txBody>
          <a:bodyPr/>
          <a:lstStyle>
            <a:lvl1pPr marL="0" indent="0" algn="ctr">
              <a:buNone/>
              <a:defRPr sz="16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8" name="Text Placeholder 14">
            <a:extLst>
              <a:ext uri="{FF2B5EF4-FFF2-40B4-BE49-F238E27FC236}">
                <a16:creationId xmlns:a16="http://schemas.microsoft.com/office/drawing/2014/main" id="{5F1401AC-EF5B-A19F-A1B8-BE94B10D3A4E}"/>
              </a:ext>
            </a:extLst>
          </p:cNvPr>
          <p:cNvSpPr>
            <a:spLocks noGrp="1"/>
          </p:cNvSpPr>
          <p:nvPr>
            <p:ph type="body" sz="quarter" idx="13"/>
          </p:nvPr>
        </p:nvSpPr>
        <p:spPr>
          <a:xfrm>
            <a:off x="1534883" y="5010912"/>
            <a:ext cx="9144000" cy="184666"/>
          </a:xfrm>
          <a:prstGeom prst="rect">
            <a:avLst/>
          </a:prstGeom>
        </p:spPr>
        <p:txBody>
          <a:bodyPr/>
          <a:lstStyle>
            <a:lvl1pPr marL="0" indent="0" algn="ctr">
              <a:buNone/>
              <a:defRPr sz="12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4489583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_Purple">
    <p:bg>
      <p:bgPr>
        <a:solidFill>
          <a:srgbClr val="D59ED7"/>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50DF2A-4008-7ADC-F1B1-AEF3EC3F4AE5}"/>
              </a:ext>
            </a:extLst>
          </p:cNvPr>
          <p:cNvPicPr>
            <a:picLocks noChangeAspect="1"/>
          </p:cNvPicPr>
          <p:nvPr userDrawn="1"/>
        </p:nvPicPr>
        <p:blipFill>
          <a:blip r:embed="rId2">
            <a:biLevel thresh="25000"/>
            <a:alphaModFix amt="20000"/>
          </a:blip>
          <a:stretch>
            <a:fillRect/>
          </a:stretch>
        </p:blipFill>
        <p:spPr>
          <a:xfrm>
            <a:off x="720939" y="-1430212"/>
            <a:ext cx="6490706" cy="4743210"/>
          </a:xfrm>
          <a:prstGeom prst="rect">
            <a:avLst/>
          </a:prstGeom>
        </p:spPr>
      </p:pic>
      <p:pic>
        <p:nvPicPr>
          <p:cNvPr id="7" name="Picture 6">
            <a:extLst>
              <a:ext uri="{FF2B5EF4-FFF2-40B4-BE49-F238E27FC236}">
                <a16:creationId xmlns:a16="http://schemas.microsoft.com/office/drawing/2014/main" id="{C8068E63-4A09-0712-0A67-27152034AB07}"/>
              </a:ext>
            </a:extLst>
          </p:cNvPr>
          <p:cNvPicPr>
            <a:picLocks noChangeAspect="1"/>
          </p:cNvPicPr>
          <p:nvPr userDrawn="1"/>
        </p:nvPicPr>
        <p:blipFill>
          <a:blip r:embed="rId2">
            <a:biLevel thresh="25000"/>
            <a:alphaModFix amt="20000"/>
          </a:blip>
          <a:stretch>
            <a:fillRect/>
          </a:stretch>
        </p:blipFill>
        <p:spPr>
          <a:xfrm rot="10800000">
            <a:off x="8186352" y="3860767"/>
            <a:ext cx="4624669" cy="3379567"/>
          </a:xfrm>
          <a:prstGeom prst="rect">
            <a:avLst/>
          </a:prstGeom>
        </p:spPr>
      </p:pic>
      <p:sp>
        <p:nvSpPr>
          <p:cNvPr id="3" name="Text Placeholder 2">
            <a:extLst>
              <a:ext uri="{FF2B5EF4-FFF2-40B4-BE49-F238E27FC236}">
                <a16:creationId xmlns:a16="http://schemas.microsoft.com/office/drawing/2014/main" id="{9DA38BF3-461B-6400-1B26-8D07051B435B}"/>
              </a:ext>
            </a:extLst>
          </p:cNvPr>
          <p:cNvSpPr>
            <a:spLocks noGrp="1"/>
          </p:cNvSpPr>
          <p:nvPr>
            <p:ph type="body" sz="quarter" idx="15"/>
          </p:nvPr>
        </p:nvSpPr>
        <p:spPr>
          <a:xfrm>
            <a:off x="1534883" y="2624554"/>
            <a:ext cx="9144000" cy="615553"/>
          </a:xfrm>
          <a:prstGeom prst="rect">
            <a:avLst/>
          </a:prstGeom>
        </p:spPr>
        <p:txBody>
          <a:bodyPr anchor="ctr"/>
          <a:lstStyle>
            <a:lvl1pPr marL="0" indent="0" algn="ctr">
              <a:spcBef>
                <a:spcPts val="0"/>
              </a:spcBef>
              <a:buNone/>
              <a:defRPr sz="4000" b="0" i="0" spc="-50" baseline="0">
                <a:solidFill>
                  <a:schemeClr val="tx1"/>
                </a:solidFill>
                <a:latin typeface="+mn-lt"/>
                <a:cs typeface="Segoe UI" panose="020B0502040204020203" pitchFamily="34" charset="0"/>
              </a:defRPr>
            </a:lvl1pPr>
            <a:lvl2pPr>
              <a:defRPr sz="4200">
                <a:solidFill>
                  <a:srgbClr val="F4F4F7"/>
                </a:solidFill>
              </a:defRPr>
            </a:lvl2pPr>
            <a:lvl3pPr>
              <a:defRPr sz="4200">
                <a:solidFill>
                  <a:srgbClr val="F4F4F7"/>
                </a:solidFill>
              </a:defRPr>
            </a:lvl3pPr>
            <a:lvl4pPr>
              <a:defRPr sz="4200">
                <a:solidFill>
                  <a:srgbClr val="F4F4F7"/>
                </a:solidFill>
              </a:defRPr>
            </a:lvl4pPr>
            <a:lvl5pPr>
              <a:defRPr sz="4200">
                <a:solidFill>
                  <a:srgbClr val="F4F4F7"/>
                </a:solidFill>
              </a:defRPr>
            </a:lvl5pPr>
          </a:lstStyle>
          <a:p>
            <a:pPr lvl="0"/>
            <a:r>
              <a:rPr lang="en-US"/>
              <a:t>Click to edit Master text styles</a:t>
            </a:r>
          </a:p>
        </p:txBody>
      </p:sp>
      <p:sp>
        <p:nvSpPr>
          <p:cNvPr id="5" name="Text Placeholder 14">
            <a:extLst>
              <a:ext uri="{FF2B5EF4-FFF2-40B4-BE49-F238E27FC236}">
                <a16:creationId xmlns:a16="http://schemas.microsoft.com/office/drawing/2014/main" id="{03018848-9AD6-5849-C1DB-16DE29D78142}"/>
              </a:ext>
            </a:extLst>
          </p:cNvPr>
          <p:cNvSpPr>
            <a:spLocks noGrp="1"/>
          </p:cNvSpPr>
          <p:nvPr>
            <p:ph type="body" sz="quarter" idx="14"/>
          </p:nvPr>
        </p:nvSpPr>
        <p:spPr>
          <a:xfrm>
            <a:off x="1534883" y="4711980"/>
            <a:ext cx="9144000" cy="246221"/>
          </a:xfrm>
          <a:prstGeom prst="rect">
            <a:avLst/>
          </a:prstGeom>
        </p:spPr>
        <p:txBody>
          <a:bodyPr/>
          <a:lstStyle>
            <a:lvl1pPr marL="0" indent="0" algn="ctr">
              <a:buNone/>
              <a:defRPr sz="1600" b="0" i="0">
                <a:solidFill>
                  <a:schemeClr val="tx1"/>
                </a:solidFill>
                <a:latin typeface="+mj-lt"/>
                <a:cs typeface="Segoe UI Semibold" panose="020B0502040204020203" pitchFamily="34" charset="0"/>
              </a:defRPr>
            </a:lvl1pPr>
          </a:lstStyle>
          <a:p>
            <a:pPr lvl="0"/>
            <a:r>
              <a:rPr lang="en-US"/>
              <a:t>Click to edit Master text styles</a:t>
            </a:r>
          </a:p>
        </p:txBody>
      </p:sp>
      <p:sp>
        <p:nvSpPr>
          <p:cNvPr id="8" name="Text Placeholder 14">
            <a:extLst>
              <a:ext uri="{FF2B5EF4-FFF2-40B4-BE49-F238E27FC236}">
                <a16:creationId xmlns:a16="http://schemas.microsoft.com/office/drawing/2014/main" id="{D48EEBB1-A8CF-EF07-8131-862FA4258F5E}"/>
              </a:ext>
            </a:extLst>
          </p:cNvPr>
          <p:cNvSpPr>
            <a:spLocks noGrp="1"/>
          </p:cNvSpPr>
          <p:nvPr>
            <p:ph type="body" sz="quarter" idx="13"/>
          </p:nvPr>
        </p:nvSpPr>
        <p:spPr>
          <a:xfrm>
            <a:off x="1536192" y="5010912"/>
            <a:ext cx="9144000" cy="184666"/>
          </a:xfrm>
          <a:prstGeom prst="rect">
            <a:avLst/>
          </a:prstGeom>
        </p:spPr>
        <p:txBody>
          <a:bodyPr/>
          <a:lstStyle>
            <a:lvl1pPr marL="0" indent="0" algn="ctr">
              <a:buNone/>
              <a:defRPr sz="12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1597221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296193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199" y="1594155"/>
            <a:ext cx="81964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869682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089883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901973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89198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967030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7558580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12955300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279020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esource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687766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slide_with Logo">
    <p:bg>
      <p:bgRef idx="1001">
        <a:schemeClr val="bg2"/>
      </p:bgRef>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2650615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5907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No backgound - 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84200" y="426363"/>
            <a:ext cx="11023600" cy="492443"/>
          </a:xfrm>
        </p:spPr>
        <p:txBody>
          <a:bodyPr>
            <a:noAutofit/>
          </a:bodyPr>
          <a:lstStyle>
            <a:lvl1pPr marL="0" algn="l" defTabSz="932742" rtl="0" eaLnBrk="1" latinLnBrk="0" hangingPunct="1">
              <a:lnSpc>
                <a:spcPct val="100000"/>
              </a:lnSpc>
              <a:spcBef>
                <a:spcPts val="1800"/>
              </a:spcBef>
              <a:buSzPct val="90000"/>
              <a:buFont typeface="Wingdings" panose="05000000000000000000" pitchFamily="2" charset="2"/>
              <a:buNone/>
              <a:defRPr lang="en-US" sz="3200" b="0" kern="1200" cap="none" spc="-50" baseline="0" dirty="0">
                <a:ln w="3175">
                  <a:noFill/>
                </a:ln>
                <a:gradFill flip="none" rotWithShape="1">
                  <a:gsLst>
                    <a:gs pos="0">
                      <a:srgbClr val="3948C6"/>
                    </a:gs>
                    <a:gs pos="100000">
                      <a:srgbClr val="E35BAD"/>
                    </a:gs>
                    <a:gs pos="74000">
                      <a:srgbClr val="DF4DD7"/>
                    </a:gs>
                  </a:gsLst>
                  <a:lin ang="0" scaled="1"/>
                  <a:tileRect/>
                </a:gradFill>
                <a:effectLst/>
                <a:latin typeface="+mj-lt"/>
                <a:ea typeface="+mj-ea"/>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554416232"/>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ONLY 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40997127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Half Tech Sca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BE3000C1-801E-43EF-158B-C6778F6B64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E2CEF103-1FB7-7E05-B436-1B39BEED90A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ltGray">
          <a:xfrm>
            <a:off x="6094923" y="0"/>
            <a:ext cx="6097077" cy="6858000"/>
          </a:xfrm>
          <a:prstGeom prst="rect">
            <a:avLst/>
          </a:prstGeom>
        </p:spPr>
      </p:pic>
    </p:spTree>
    <p:extLst>
      <p:ext uri="{BB962C8B-B14F-4D97-AF65-F5344CB8AC3E}">
        <p14:creationId xmlns:p14="http://schemas.microsoft.com/office/powerpoint/2010/main" val="42057103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Half Tech Sca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AC8B23DF-C49A-493B-74A8-359F40BD33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46E80BAE-D63C-356D-256B-A4DA18F4480B}"/>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000" y="0"/>
            <a:ext cx="6093657" cy="6858000"/>
          </a:xfrm>
          <a:prstGeom prst="rect">
            <a:avLst/>
          </a:prstGeom>
        </p:spPr>
      </p:pic>
      <p:sp>
        <p:nvSpPr>
          <p:cNvPr id="4" name="TextBox 5">
            <a:extLst>
              <a:ext uri="{FF2B5EF4-FFF2-40B4-BE49-F238E27FC236}">
                <a16:creationId xmlns:a16="http://schemas.microsoft.com/office/drawing/2014/main" id="{702E10EA-FAC7-3D25-2A1E-F879CDDA85E1}"/>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401685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Half Tech Sca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54A1308D-EAAB-930A-D016-3C236169E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F296BEBD-F376-AC3C-6FAF-856A71D2218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2376" y="0"/>
            <a:ext cx="6099624" cy="6858000"/>
          </a:xfrm>
          <a:prstGeom prst="rect">
            <a:avLst/>
          </a:prstGeom>
        </p:spPr>
      </p:pic>
      <p:sp>
        <p:nvSpPr>
          <p:cNvPr id="4" name="TextBox 5">
            <a:extLst>
              <a:ext uri="{FF2B5EF4-FFF2-40B4-BE49-F238E27FC236}">
                <a16:creationId xmlns:a16="http://schemas.microsoft.com/office/drawing/2014/main" id="{01A5C778-3EE6-855A-3EE7-1479A99E1267}"/>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552060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Half Tech Scan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51B21C3F-0ACB-1D54-3978-4C15EB6DEF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0AF7A637-33BF-289F-AA74-069C187A117F}"/>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573" y="0"/>
            <a:ext cx="6095427" cy="6858000"/>
          </a:xfrm>
          <a:prstGeom prst="rect">
            <a:avLst/>
          </a:prstGeom>
        </p:spPr>
      </p:pic>
      <p:sp>
        <p:nvSpPr>
          <p:cNvPr id="4" name="TextBox 5">
            <a:extLst>
              <a:ext uri="{FF2B5EF4-FFF2-40B4-BE49-F238E27FC236}">
                <a16:creationId xmlns:a16="http://schemas.microsoft.com/office/drawing/2014/main" id="{D5F95385-4806-012F-757D-E7B05F574020}"/>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4248637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Half Tech Scan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898137" cy="1231106"/>
          </a:xfrm>
        </p:spPr>
        <p:txBody>
          <a:bodyPr wrap="square"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894254"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CD178E6C-344F-91D9-35BD-CD8D9458FD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582164" y="583123"/>
            <a:ext cx="2291715" cy="290498"/>
          </a:xfrm>
          <a:prstGeom prst="rect">
            <a:avLst/>
          </a:prstGeom>
        </p:spPr>
      </p:pic>
      <p:pic>
        <p:nvPicPr>
          <p:cNvPr id="6" name="Picture 5">
            <a:extLst>
              <a:ext uri="{FF2B5EF4-FFF2-40B4-BE49-F238E27FC236}">
                <a16:creationId xmlns:a16="http://schemas.microsoft.com/office/drawing/2014/main" id="{ABC8923B-7A7F-A404-F664-261AEFD5662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6547" y="0"/>
            <a:ext cx="6095453" cy="6858000"/>
          </a:xfrm>
          <a:prstGeom prst="rect">
            <a:avLst/>
          </a:prstGeom>
        </p:spPr>
      </p:pic>
      <p:sp>
        <p:nvSpPr>
          <p:cNvPr id="4" name="TextBox 5">
            <a:extLst>
              <a:ext uri="{FF2B5EF4-FFF2-40B4-BE49-F238E27FC236}">
                <a16:creationId xmlns:a16="http://schemas.microsoft.com/office/drawing/2014/main" id="{417A8FC8-1B41-D8F2-E3CA-FD6F2C6357BB}"/>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6116968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456">
          <p15:clr>
            <a:srgbClr val="5ACBF0"/>
          </p15:clr>
        </p15:guide>
        <p15:guide id="5" orient="horz" pos="2160">
          <p15:clr>
            <a:srgbClr val="FBAE40"/>
          </p15:clr>
        </p15:guide>
        <p15:guide id="6" orient="horz" pos="2229">
          <p15:clr>
            <a:srgbClr val="5ACBF0"/>
          </p15:clr>
        </p15:guide>
        <p15:guide id="7" pos="384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Tech Scan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8A38B7E-C277-EC82-55D7-6481C181A98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2" y="1"/>
            <a:ext cx="12191998" cy="6857998"/>
          </a:xfrm>
          <a:prstGeom prst="rect">
            <a:avLst/>
          </a:prstGeom>
        </p:spPr>
      </p:pic>
      <p:sp>
        <p:nvSpPr>
          <p:cNvPr id="6" name="Rectangle 5">
            <a:extLst>
              <a:ext uri="{FF2B5EF4-FFF2-40B4-BE49-F238E27FC236}">
                <a16:creationId xmlns:a16="http://schemas.microsoft.com/office/drawing/2014/main" id="{CA38D12B-EC7B-EA1B-4057-AF9DA412C46D}"/>
              </a:ext>
              <a:ext uri="{C183D7F6-B498-43B3-948B-1728B52AA6E4}">
                <adec:decorative xmlns:adec="http://schemas.microsoft.com/office/drawing/2017/decorative" val="1"/>
              </a:ext>
            </a:extLst>
          </p:cNvPr>
          <p:cNvSpPr/>
          <p:nvPr userDrawn="1"/>
        </p:nvSpPr>
        <p:spPr bwMode="auto">
          <a:xfrm>
            <a:off x="0" y="0"/>
            <a:ext cx="5867400" cy="6858000"/>
          </a:xfrm>
          <a:prstGeom prst="rect">
            <a:avLst/>
          </a:prstGeom>
          <a:gradFill flip="none" rotWithShape="1">
            <a:gsLst>
              <a:gs pos="0">
                <a:schemeClr val="bg1">
                  <a:alpha val="50000"/>
                </a:schemeClr>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7A3AACD-E573-9F14-634A-1D5A1A0EAE10}"/>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1AEC04C3-05AF-D886-BA04-C2B92AE1C11E}"/>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D107A7B-CDA6-22BC-0F0F-6907FBBCCE8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
        <p:nvSpPr>
          <p:cNvPr id="5" name="TextBox 5">
            <a:extLst>
              <a:ext uri="{FF2B5EF4-FFF2-40B4-BE49-F238E27FC236}">
                <a16:creationId xmlns:a16="http://schemas.microsoft.com/office/drawing/2014/main" id="{78791D08-386F-F092-47AB-4D5E8657800C}"/>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5120644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guide id="5" pos="3000">
          <p15:clr>
            <a:srgbClr val="5ACBF0"/>
          </p15:clr>
        </p15:guide>
        <p15:guide id="6" pos="336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Tech Scan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B9D8-B411-3BC6-C1C8-1D6D457196E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1"/>
            <a:ext cx="12192002" cy="6858000"/>
          </a:xfrm>
          <a:prstGeom prst="rect">
            <a:avLst/>
          </a:prstGeom>
        </p:spPr>
      </p:pic>
      <p:sp>
        <p:nvSpPr>
          <p:cNvPr id="2" name="Title 1">
            <a:extLst>
              <a:ext uri="{FF2B5EF4-FFF2-40B4-BE49-F238E27FC236}">
                <a16:creationId xmlns:a16="http://schemas.microsoft.com/office/drawing/2014/main" id="{8E90BD01-3D97-785B-8320-C14AF7E1EF48}"/>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9FFEAA53-3411-D917-E9C0-67CC0580651A}"/>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1BE3155B-A4DB-435E-6E23-55C31BDA962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
        <p:nvSpPr>
          <p:cNvPr id="5" name="TextBox 5">
            <a:extLst>
              <a:ext uri="{FF2B5EF4-FFF2-40B4-BE49-F238E27FC236}">
                <a16:creationId xmlns:a16="http://schemas.microsoft.com/office/drawing/2014/main" id="{88A7D6DB-7685-2AC6-A4CB-348732481B22}"/>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7608429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Tech Scan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F47B18-3C9F-3945-4382-2ECB20DEB78E}"/>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43777E1-4699-B986-EC57-1B6944F17DCC}"/>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5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2372FB5-E859-F6AA-DD14-D4083B87ECDC}"/>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FD837864-D70E-678B-2209-B7AE9D3C55CE}"/>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6BA899B3-8491-96A9-FF00-284B3D4EC2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
        <p:nvSpPr>
          <p:cNvPr id="6" name="TextBox 5">
            <a:extLst>
              <a:ext uri="{FF2B5EF4-FFF2-40B4-BE49-F238E27FC236}">
                <a16:creationId xmlns:a16="http://schemas.microsoft.com/office/drawing/2014/main" id="{EAB86F2E-D4B9-D6D2-C7D7-39D61279F4CF}"/>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42849942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Tech Scan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F48BB96-7264-9530-CDE0-CFBAECEB0F30}"/>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ltGray">
          <a:xfrm>
            <a:off x="0" y="0"/>
            <a:ext cx="12192000" cy="6858000"/>
          </a:xfrm>
          <a:prstGeom prst="rect">
            <a:avLst/>
          </a:prstGeom>
        </p:spPr>
      </p:pic>
      <p:sp>
        <p:nvSpPr>
          <p:cNvPr id="5" name="Rectangle 4">
            <a:extLst>
              <a:ext uri="{FF2B5EF4-FFF2-40B4-BE49-F238E27FC236}">
                <a16:creationId xmlns:a16="http://schemas.microsoft.com/office/drawing/2014/main" id="{537C7AC9-1320-B560-2729-19A72498C24F}"/>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5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5A7AC5C-D3D1-7CD0-058A-BF0F18A5CA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248213E6-EE22-FC5F-7A29-7005DFDA6702}"/>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2EC0010-45A7-C133-D28C-19A2C230732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
        <p:nvSpPr>
          <p:cNvPr id="6" name="TextBox 5">
            <a:extLst>
              <a:ext uri="{FF2B5EF4-FFF2-40B4-BE49-F238E27FC236}">
                <a16:creationId xmlns:a16="http://schemas.microsoft.com/office/drawing/2014/main" id="{1F7097E0-9015-838B-448B-80F9F6BAD28A}"/>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7455091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Tech Scan 5">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A04DD2-8161-CEFE-E805-16FD5E2B5951}"/>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12192002" cy="6858000"/>
          </a:xfrm>
          <a:prstGeom prst="rect">
            <a:avLst/>
          </a:prstGeom>
        </p:spPr>
      </p:pic>
      <p:sp>
        <p:nvSpPr>
          <p:cNvPr id="5" name="Rectangle 4">
            <a:extLst>
              <a:ext uri="{FF2B5EF4-FFF2-40B4-BE49-F238E27FC236}">
                <a16:creationId xmlns:a16="http://schemas.microsoft.com/office/drawing/2014/main" id="{37758876-CBC5-2CC7-B64B-7A0BE54262C4}"/>
              </a:ext>
              <a:ext uri="{C183D7F6-B498-43B3-948B-1728B52AA6E4}">
                <adec:decorative xmlns:adec="http://schemas.microsoft.com/office/drawing/2017/decorative" val="1"/>
              </a:ext>
            </a:extLst>
          </p:cNvPr>
          <p:cNvSpPr/>
          <p:nvPr userDrawn="1"/>
        </p:nvSpPr>
        <p:spPr bwMode="auto">
          <a:xfrm>
            <a:off x="-1" y="0"/>
            <a:ext cx="5334001" cy="6858000"/>
          </a:xfrm>
          <a:prstGeom prst="rect">
            <a:avLst/>
          </a:prstGeom>
          <a:gradFill flip="none" rotWithShape="1">
            <a:gsLst>
              <a:gs pos="0">
                <a:srgbClr val="FFFFFF">
                  <a:alpha val="60000"/>
                </a:srgbClr>
              </a:gs>
              <a:gs pos="100000">
                <a:srgbClr val="FFFFFF">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9E493527-788F-A6FD-FF51-C35F691FCA9E}"/>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4" name="Text Placeholder 4">
            <a:extLst>
              <a:ext uri="{FF2B5EF4-FFF2-40B4-BE49-F238E27FC236}">
                <a16:creationId xmlns:a16="http://schemas.microsoft.com/office/drawing/2014/main" id="{67DE02AD-BF56-503B-C72F-C737C69FD2C8}"/>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a:t>
            </a:r>
          </a:p>
        </p:txBody>
      </p:sp>
      <p:pic>
        <p:nvPicPr>
          <p:cNvPr id="3" name="Graphic 2" descr="Microsoft Security">
            <a:extLst>
              <a:ext uri="{FF2B5EF4-FFF2-40B4-BE49-F238E27FC236}">
                <a16:creationId xmlns:a16="http://schemas.microsoft.com/office/drawing/2014/main" id="{7CD92627-BCCD-EC35-AFDC-9C9A6010DB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black">
          <a:xfrm>
            <a:off x="582164" y="583123"/>
            <a:ext cx="2291715" cy="290498"/>
          </a:xfrm>
          <a:prstGeom prst="rect">
            <a:avLst/>
          </a:prstGeom>
        </p:spPr>
      </p:pic>
      <p:sp>
        <p:nvSpPr>
          <p:cNvPr id="6" name="TextBox 5">
            <a:extLst>
              <a:ext uri="{FF2B5EF4-FFF2-40B4-BE49-F238E27FC236}">
                <a16:creationId xmlns:a16="http://schemas.microsoft.com/office/drawing/2014/main" id="{424F8DDF-FE27-32A1-2E14-BBA2530DF2CD}"/>
              </a:ext>
            </a:extLst>
          </p:cNvPr>
          <p:cNvSpPr txBox="1"/>
          <p:nvPr userDrawn="1">
            <p:extLst>
              <p:ext uri="{1162E1C5-73C7-4A58-AE30-91384D911F3F}">
                <p184:classification xmlns:p184="http://schemas.microsoft.com/office/powerpoint/2018/4/main" val="ftr"/>
              </p:ext>
            </p:extLst>
          </p:nvPr>
        </p:nvSpPr>
        <p:spPr>
          <a:xfrm>
            <a:off x="588263" y="6642100"/>
            <a:ext cx="1828800" cy="123111"/>
          </a:xfrm>
          <a:prstGeom prst="rect">
            <a:avLst/>
          </a:prstGeom>
        </p:spPr>
        <p:txBody>
          <a:bodyPr horzOverflow="overflow" lIns="0" tIns="0" rIns="0" bIns="0">
            <a:spAutoFit/>
          </a:bodyPr>
          <a:lstStyle/>
          <a:p>
            <a:pPr algn="l"/>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6373600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000">
          <p15:clr>
            <a:srgbClr val="5ACBF0"/>
          </p15:clr>
        </p15:guide>
        <p15:guide id="4" orient="horz" pos="2160">
          <p15:clr>
            <a:srgbClr val="FBAE40"/>
          </p15:clr>
        </p15:guide>
        <p15:guide id="5" pos="336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One Column 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489639"/>
          </a:xfrm>
        </p:spPr>
        <p:txBody>
          <a:bodyPr/>
          <a:lstStyle>
            <a:lvl1pPr>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18415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ne Column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588263" y="457200"/>
            <a:ext cx="11018520" cy="430887"/>
          </a:xfrm>
        </p:spPr>
        <p:txBody>
          <a:bodyPr/>
          <a:lstStyle>
            <a:lvl1pPr>
              <a:defRPr sz="2800"/>
            </a:lvl1pPr>
          </a:lstStyle>
          <a:p>
            <a:r>
              <a:rPr lang="en-US"/>
              <a:t>Click to edit Master title style</a:t>
            </a:r>
          </a:p>
        </p:txBody>
      </p:sp>
      <p:sp>
        <p:nvSpPr>
          <p:cNvPr id="4" name="Text Placeholder 3"/>
          <p:cNvSpPr>
            <a:spLocks noGrp="1"/>
          </p:cNvSpPr>
          <p:nvPr>
            <p:ph type="body" sz="quarter" idx="10"/>
          </p:nvPr>
        </p:nvSpPr>
        <p:spPr>
          <a:xfrm>
            <a:off x="586390" y="1434370"/>
            <a:ext cx="11018520" cy="1489639"/>
          </a:xfrm>
        </p:spPr>
        <p:txBody>
          <a:bodyPr wrap="square">
            <a:spAutoFit/>
          </a:bodyPr>
          <a:lstStyle>
            <a:lvl1pPr marL="0" indent="0">
              <a:buNone/>
              <a:defRPr sz="2000"/>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69587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Box 5">
            <a:extLst>
              <a:ext uri="{FF2B5EF4-FFF2-40B4-BE49-F238E27FC236}">
                <a16:creationId xmlns:a16="http://schemas.microsoft.com/office/drawing/2014/main" id="{48984A4C-95BC-1B90-86D9-D32A654BCDB4}"/>
              </a:ext>
            </a:extLst>
          </p:cNvPr>
          <p:cNvSpPr txBox="1"/>
          <p:nvPr userDrawn="1">
            <p:extLst>
              <p:ext uri="{1162E1C5-73C7-4A58-AE30-91384D911F3F}">
                <p184:classification xmlns:p184="http://schemas.microsoft.com/office/powerpoint/2018/4/main" val="ftr"/>
              </p:ext>
            </p:extLst>
          </p:nvPr>
        </p:nvSpPr>
        <p:spPr>
          <a:xfrm>
            <a:off x="5181600" y="6642100"/>
            <a:ext cx="1828800" cy="123111"/>
          </a:xfrm>
          <a:prstGeom prst="rect">
            <a:avLst/>
          </a:prstGeom>
        </p:spPr>
        <p:txBody>
          <a:bodyPr horzOverflow="overflow" lIns="0" tIns="0" rIns="0" bIns="0">
            <a:spAutoFit/>
          </a:bodyPr>
          <a:lstStyle/>
          <a:p>
            <a:pPr algn="ctr"/>
            <a:r>
              <a:rPr lang="en-US" sz="800">
                <a:solidFill>
                  <a:schemeClr val="tx1"/>
                </a:solidFill>
                <a:latin typeface="+mn-lt"/>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9937615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26965461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3820772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1489639"/>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489639"/>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74488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genda and Text Side by S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sz="2000"/>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bwMode="auto">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41866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048A-4F0D-B875-375B-E7827CA8606D}"/>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Title</a:t>
            </a:r>
          </a:p>
        </p:txBody>
      </p:sp>
    </p:spTree>
    <p:extLst>
      <p:ext uri="{BB962C8B-B14F-4D97-AF65-F5344CB8AC3E}">
        <p14:creationId xmlns:p14="http://schemas.microsoft.com/office/powerpoint/2010/main" val="3774781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Microsoft Security">
            <a:extLst>
              <a:ext uri="{FF2B5EF4-FFF2-40B4-BE49-F238E27FC236}">
                <a16:creationId xmlns:a16="http://schemas.microsoft.com/office/drawing/2014/main" id="{4AF1DC5D-9E4C-61B6-29E6-3134DF76ECE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bwMode="black">
          <a:xfrm>
            <a:off x="289702" y="296820"/>
            <a:ext cx="2876596" cy="868680"/>
          </a:xfrm>
          <a:prstGeom prst="rect">
            <a:avLst/>
          </a:prstGeom>
        </p:spPr>
      </p:pic>
      <p:sp>
        <p:nvSpPr>
          <p:cNvPr id="3" name="Title 1">
            <a:extLst>
              <a:ext uri="{FF2B5EF4-FFF2-40B4-BE49-F238E27FC236}">
                <a16:creationId xmlns:a16="http://schemas.microsoft.com/office/drawing/2014/main" id="{89FF0FC9-6B16-7B48-F8A5-349518F8D93B}"/>
              </a:ext>
              <a:ext uri="{C183D7F6-B498-43B3-948B-1728B52AA6E4}">
                <adec:decorative xmlns:adec="http://schemas.microsoft.com/office/drawing/2017/decorative" val="0"/>
              </a:ext>
            </a:extLst>
          </p:cNvPr>
          <p:cNvSpPr>
            <a:spLocks noGrp="1"/>
          </p:cNvSpPr>
          <p:nvPr>
            <p:ph type="title" hasCustomPrompt="1"/>
          </p:nvPr>
        </p:nvSpPr>
        <p:spPr>
          <a:xfrm>
            <a:off x="588263" y="-824268"/>
            <a:ext cx="11018520" cy="553998"/>
          </a:xfrm>
        </p:spPr>
        <p:txBody>
          <a:bodyPr anchor="b"/>
          <a:lstStyle>
            <a:lvl1pPr>
              <a:defRPr>
                <a:solidFill>
                  <a:srgbClr val="B1B3B3"/>
                </a:solidFill>
              </a:defRPr>
            </a:lvl1pPr>
          </a:lstStyle>
          <a:p>
            <a:r>
              <a:rPr lang="en-US"/>
              <a:t>Closing</a:t>
            </a:r>
          </a:p>
        </p:txBody>
      </p:sp>
    </p:spTree>
    <p:extLst>
      <p:ext uri="{BB962C8B-B14F-4D97-AF65-F5344CB8AC3E}">
        <p14:creationId xmlns:p14="http://schemas.microsoft.com/office/powerpoint/2010/main" val="322988503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0796-F80E-8110-4426-A0340EF44C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7272BE-9D24-89B7-FFDD-4B947C3F0A9F}"/>
              </a:ext>
            </a:extLst>
          </p:cNvPr>
          <p:cNvSpPr>
            <a:spLocks noGrp="1"/>
          </p:cNvSpPr>
          <p:nvPr>
            <p:ph type="dt" sz="half" idx="10"/>
          </p:nvPr>
        </p:nvSpPr>
        <p:spPr/>
        <p:txBody>
          <a:bodyPr/>
          <a:lstStyle/>
          <a:p>
            <a:fld id="{8B1627C9-B2C0-4C77-BF41-43BA36AC2DD7}" type="datetimeFigureOut">
              <a:rPr lang="en-US" smtClean="0"/>
              <a:t>6/1/2026</a:t>
            </a:fld>
            <a:endParaRPr lang="en-US"/>
          </a:p>
        </p:txBody>
      </p:sp>
      <p:sp>
        <p:nvSpPr>
          <p:cNvPr id="4" name="Footer Placeholder 3">
            <a:extLst>
              <a:ext uri="{FF2B5EF4-FFF2-40B4-BE49-F238E27FC236}">
                <a16:creationId xmlns:a16="http://schemas.microsoft.com/office/drawing/2014/main" id="{63A9E1DF-0CA0-39C1-DA49-7C469F19CA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6D60B0-31E8-5BE2-6EAB-3695F852D66E}"/>
              </a:ext>
            </a:extLst>
          </p:cNvPr>
          <p:cNvSpPr>
            <a:spLocks noGrp="1"/>
          </p:cNvSpPr>
          <p:nvPr>
            <p:ph type="sldNum" sz="quarter" idx="12"/>
          </p:nvPr>
        </p:nvSpPr>
        <p:spPr/>
        <p:txBody>
          <a:bodyPr/>
          <a:lstStyle/>
          <a:p>
            <a:fld id="{C0519361-9B24-44AE-B19D-E258AD52C010}" type="slidenum">
              <a:rPr lang="en-US" smtClean="0"/>
              <a:t>‹#›</a:t>
            </a:fld>
            <a:endParaRPr lang="en-US"/>
          </a:p>
        </p:txBody>
      </p:sp>
    </p:spTree>
    <p:extLst>
      <p:ext uri="{BB962C8B-B14F-4D97-AF65-F5344CB8AC3E}">
        <p14:creationId xmlns:p14="http://schemas.microsoft.com/office/powerpoint/2010/main" val="37615241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C987-E01E-F1BF-E7E9-91C05276D4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0285D4B-3ACA-9979-95D5-EFBF3695F9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892DE87-097F-C23B-631C-A4DC4C02FC07}"/>
              </a:ext>
            </a:extLst>
          </p:cNvPr>
          <p:cNvSpPr>
            <a:spLocks noGrp="1"/>
          </p:cNvSpPr>
          <p:nvPr>
            <p:ph type="dt" sz="half" idx="10"/>
          </p:nvPr>
        </p:nvSpPr>
        <p:spPr/>
        <p:txBody>
          <a:bodyPr/>
          <a:lstStyle/>
          <a:p>
            <a:fld id="{D866789B-0CA8-4746-8B52-228AE5A05EFD}" type="datetimeFigureOut">
              <a:rPr lang="en-CA" smtClean="0"/>
              <a:t>2026-06-01</a:t>
            </a:fld>
            <a:endParaRPr lang="en-CA"/>
          </a:p>
        </p:txBody>
      </p:sp>
      <p:sp>
        <p:nvSpPr>
          <p:cNvPr id="5" name="Footer Placeholder 4">
            <a:extLst>
              <a:ext uri="{FF2B5EF4-FFF2-40B4-BE49-F238E27FC236}">
                <a16:creationId xmlns:a16="http://schemas.microsoft.com/office/drawing/2014/main" id="{51CF2D71-77B7-FB09-1F82-144EE59F06F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0FB03D7-209E-795C-0159-9B01547DE8B7}"/>
              </a:ext>
            </a:extLst>
          </p:cNvPr>
          <p:cNvSpPr>
            <a:spLocks noGrp="1"/>
          </p:cNvSpPr>
          <p:nvPr>
            <p:ph type="sldNum" sz="quarter" idx="12"/>
          </p:nvPr>
        </p:nvSpPr>
        <p:spPr/>
        <p:txBody>
          <a:bodyPr/>
          <a:lstStyle/>
          <a:p>
            <a:fld id="{59893212-9235-43FE-968E-1AF0455C8DCC}" type="slidenum">
              <a:rPr lang="en-CA" smtClean="0"/>
              <a:t>‹#›</a:t>
            </a:fld>
            <a:endParaRPr lang="en-CA"/>
          </a:p>
        </p:txBody>
      </p:sp>
    </p:spTree>
    <p:extLst>
      <p:ext uri="{BB962C8B-B14F-4D97-AF65-F5344CB8AC3E}">
        <p14:creationId xmlns:p14="http://schemas.microsoft.com/office/powerpoint/2010/main" val="20847709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004305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B8D68C-3D8E-5E53-1142-AF659F272741}"/>
              </a:ext>
            </a:extLst>
          </p:cNvPr>
          <p:cNvPicPr>
            <a:picLocks noChangeAspect="1"/>
          </p:cNvPicPr>
          <p:nvPr userDrawn="1"/>
        </p:nvPicPr>
        <p:blipFill>
          <a:blip r:embed="rId3"/>
          <a:srcRect l="7268" t="12785" r="29138" b="23622"/>
          <a:stretch>
            <a:fillRect/>
          </a:stretch>
        </p:blipFill>
        <p:spPr>
          <a:xfrm>
            <a:off x="-1" y="-1"/>
            <a:ext cx="12192001" cy="6858001"/>
          </a:xfrm>
          <a:prstGeom prst="rect">
            <a:avLst/>
          </a:prstGeom>
        </p:spPr>
      </p:pic>
      <p:sp>
        <p:nvSpPr>
          <p:cNvPr id="4" name="TextBox 3">
            <a:extLst>
              <a:ext uri="{FF2B5EF4-FFF2-40B4-BE49-F238E27FC236}">
                <a16:creationId xmlns:a16="http://schemas.microsoft.com/office/drawing/2014/main" id="{7EAAE3D9-740A-1FF6-16C8-C63C68E2B8EC}"/>
              </a:ext>
            </a:extLst>
          </p:cNvPr>
          <p:cNvSpPr txBox="1"/>
          <p:nvPr userDrawn="1"/>
        </p:nvSpPr>
        <p:spPr>
          <a:xfrm>
            <a:off x="584200" y="518873"/>
            <a:ext cx="3273552"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Sans Display"/>
                <a:ea typeface="+mn-ea"/>
                <a:cs typeface="+mn-cs"/>
              </a:rPr>
              <a:t>Agent 365</a:t>
            </a:r>
          </a:p>
        </p:txBody>
      </p:sp>
      <p:pic>
        <p:nvPicPr>
          <p:cNvPr id="2" name="MS logo white - EMF" descr="Microsoft logo white text version">
            <a:extLst>
              <a:ext uri="{FF2B5EF4-FFF2-40B4-BE49-F238E27FC236}">
                <a16:creationId xmlns:a16="http://schemas.microsoft.com/office/drawing/2014/main" id="{1840CBD0-0BEB-DC8F-CEF1-C001B4538665}"/>
              </a:ext>
            </a:extLst>
          </p:cNvPr>
          <p:cNvPicPr>
            <a:picLocks noChangeAspect="1"/>
          </p:cNvPicPr>
          <p:nvPr userDrawn="1"/>
        </p:nvPicPr>
        <p:blipFill>
          <a:blip r:embed="rId4" cstate="print">
            <a:lum bright="100000"/>
            <a:extLst>
              <a:ext uri="{28A0092B-C50C-407E-A947-70E740481C1C}">
                <a14:useLocalDpi xmlns:a14="http://schemas.microsoft.com/office/drawing/2010/main"/>
              </a:ext>
            </a:extLst>
          </a:blip>
          <a:stretch>
            <a:fillRect/>
          </a:stretch>
        </p:blipFill>
        <p:spPr bwMode="black">
          <a:xfrm>
            <a:off x="307975" y="6339127"/>
            <a:ext cx="933451" cy="199917"/>
          </a:xfrm>
          <a:prstGeom prst="rect">
            <a:avLst/>
          </a:prstGeom>
        </p:spPr>
      </p:pic>
      <p:sp>
        <p:nvSpPr>
          <p:cNvPr id="3" name="Text Placeholder 4">
            <a:extLst>
              <a:ext uri="{FF2B5EF4-FFF2-40B4-BE49-F238E27FC236}">
                <a16:creationId xmlns:a16="http://schemas.microsoft.com/office/drawing/2014/main" id="{F41303C3-84B6-E6CF-238B-40E4DFF45156}"/>
              </a:ext>
            </a:extLst>
          </p:cNvPr>
          <p:cNvSpPr>
            <a:spLocks noGrp="1"/>
          </p:cNvSpPr>
          <p:nvPr>
            <p:ph type="body" sz="quarter" idx="12" hasCustomPrompt="1"/>
          </p:nvPr>
        </p:nvSpPr>
        <p:spPr>
          <a:xfrm>
            <a:off x="525780" y="1697491"/>
            <a:ext cx="3434755" cy="246221"/>
          </a:xfrm>
          <a:noFill/>
        </p:spPr>
        <p:txBody>
          <a:bodyPr wrap="square" lIns="0" tIns="0" rIns="0" bIns="0">
            <a:spAutoFit/>
          </a:bodyPr>
          <a:lstStyle>
            <a:lvl1pPr marL="0" indent="0">
              <a:spcBef>
                <a:spcPts val="0"/>
              </a:spcBef>
              <a:buNone/>
              <a:defRPr sz="1600" spc="0" baseline="0">
                <a:solidFill>
                  <a:srgbClr val="FFFFFF"/>
                </a:solidFill>
                <a:latin typeface="+mn-lt"/>
                <a:cs typeface="Segoe Sans Display" pitchFamily="2" charset="0"/>
              </a:defRPr>
            </a:lvl1pPr>
          </a:lstStyle>
          <a:p>
            <a:pPr lvl="0"/>
            <a:r>
              <a:rPr lang="en-US"/>
              <a:t>Speaker name or subtitle text</a:t>
            </a:r>
          </a:p>
        </p:txBody>
      </p:sp>
      <p:sp>
        <p:nvSpPr>
          <p:cNvPr id="7" name="Text Placeholder 4">
            <a:extLst>
              <a:ext uri="{FF2B5EF4-FFF2-40B4-BE49-F238E27FC236}">
                <a16:creationId xmlns:a16="http://schemas.microsoft.com/office/drawing/2014/main" id="{27D2F62B-95C1-501A-9EAF-373FABE01165}"/>
              </a:ext>
            </a:extLst>
          </p:cNvPr>
          <p:cNvSpPr>
            <a:spLocks noGrp="1"/>
          </p:cNvSpPr>
          <p:nvPr>
            <p:ph type="body" sz="quarter" idx="13" hasCustomPrompt="1"/>
          </p:nvPr>
        </p:nvSpPr>
        <p:spPr>
          <a:xfrm>
            <a:off x="556260" y="919877"/>
            <a:ext cx="8242300" cy="646331"/>
          </a:xfrm>
          <a:noFill/>
        </p:spPr>
        <p:txBody>
          <a:bodyPr wrap="square" lIns="0" tIns="0" rIns="0" bIns="0">
            <a:spAutoFit/>
          </a:bodyPr>
          <a:lstStyle>
            <a:lvl1pPr marL="0" indent="0">
              <a:spcBef>
                <a:spcPts val="0"/>
              </a:spcBef>
              <a:buNone/>
              <a:defRPr sz="4200" b="0" spc="0" baseline="0">
                <a:gradFill>
                  <a:gsLst>
                    <a:gs pos="97248">
                      <a:schemeClr val="bg1"/>
                    </a:gs>
                    <a:gs pos="1835">
                      <a:srgbClr val="FFF3F9"/>
                    </a:gs>
                    <a:gs pos="36000">
                      <a:schemeClr val="accent2">
                        <a:lumMod val="20000"/>
                        <a:lumOff val="80000"/>
                      </a:schemeClr>
                    </a:gs>
                  </a:gsLst>
                  <a:lin ang="1800000" scaled="0"/>
                </a:gradFill>
                <a:latin typeface="Segoe UI Semibold" panose="020B0702040204020203" pitchFamily="34" charset="0"/>
                <a:cs typeface="Segoe UI Semibold" panose="020B0702040204020203" pitchFamily="34" charset="0"/>
              </a:defRPr>
            </a:lvl1pPr>
          </a:lstStyle>
          <a:p>
            <a:pPr lvl="0"/>
            <a:r>
              <a:rPr lang="en-US"/>
              <a:t>Title goes here</a:t>
            </a:r>
          </a:p>
        </p:txBody>
      </p:sp>
    </p:spTree>
    <p:extLst>
      <p:ext uri="{BB962C8B-B14F-4D97-AF65-F5344CB8AC3E}">
        <p14:creationId xmlns:p14="http://schemas.microsoft.com/office/powerpoint/2010/main" val="11140823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52D4AA-19DA-243F-2A37-88B1765E7DE3}"/>
              </a:ext>
            </a:extLst>
          </p:cNvPr>
          <p:cNvPicPr>
            <a:picLocks noChangeAspect="1"/>
          </p:cNvPicPr>
          <p:nvPr userDrawn="1"/>
        </p:nvPicPr>
        <p:blipFill>
          <a:blip r:embed="rId2">
            <a:alphaModFix amt="85000"/>
          </a:blip>
          <a:srcRect l="6564" t="25562" r="25961" b="6962"/>
          <a:stretch>
            <a:fillRect/>
          </a:stretch>
        </p:blipFill>
        <p:spPr>
          <a:xfrm>
            <a:off x="-1" y="-1"/>
            <a:ext cx="12192001" cy="6858001"/>
          </a:xfrm>
          <a:prstGeom prst="rect">
            <a:avLst/>
          </a:prstGeom>
        </p:spPr>
      </p:pic>
      <p:sp>
        <p:nvSpPr>
          <p:cNvPr id="5" name="Text Placeholder 4"/>
          <p:cNvSpPr>
            <a:spLocks noGrp="1"/>
          </p:cNvSpPr>
          <p:nvPr>
            <p:ph type="body" sz="quarter" idx="12" hasCustomPrompt="1"/>
          </p:nvPr>
        </p:nvSpPr>
        <p:spPr>
          <a:xfrm>
            <a:off x="571500" y="6287997"/>
            <a:ext cx="3434755" cy="246221"/>
          </a:xfrm>
          <a:noFill/>
        </p:spPr>
        <p:txBody>
          <a:bodyPr wrap="square" lIns="0" tIns="0" rIns="0" bIns="0">
            <a:spAutoFit/>
          </a:bodyPr>
          <a:lstStyle>
            <a:lvl1pPr marL="0" indent="0">
              <a:spcBef>
                <a:spcPts val="0"/>
              </a:spcBef>
              <a:buNone/>
              <a:defRPr sz="1600" spc="0" baseline="0">
                <a:solidFill>
                  <a:srgbClr val="FFFFFF"/>
                </a:solidFill>
                <a:latin typeface="+mn-lt"/>
                <a:cs typeface="Segoe Sans Display" pitchFamily="2" charset="0"/>
              </a:defRPr>
            </a:lvl1pPr>
          </a:lstStyle>
          <a:p>
            <a:pPr lvl="0"/>
            <a:r>
              <a:rPr lang="en-US"/>
              <a:t>Speaker name or subtitle text</a:t>
            </a:r>
          </a:p>
        </p:txBody>
      </p:sp>
      <p:sp>
        <p:nvSpPr>
          <p:cNvPr id="4" name="TextBox 3">
            <a:extLst>
              <a:ext uri="{FF2B5EF4-FFF2-40B4-BE49-F238E27FC236}">
                <a16:creationId xmlns:a16="http://schemas.microsoft.com/office/drawing/2014/main" id="{9AC917CB-0B4D-F51B-F63A-7A5124A9A0F1}"/>
              </a:ext>
            </a:extLst>
          </p:cNvPr>
          <p:cNvSpPr txBox="1"/>
          <p:nvPr userDrawn="1"/>
        </p:nvSpPr>
        <p:spPr>
          <a:xfrm>
            <a:off x="571499" y="5063659"/>
            <a:ext cx="3273552" cy="4924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FFFFFF"/>
                </a:solidFill>
                <a:effectLst/>
                <a:uLnTx/>
                <a:uFillTx/>
                <a:latin typeface="Segoe Sans Display"/>
                <a:ea typeface="+mn-ea"/>
                <a:cs typeface="+mn-cs"/>
              </a:rPr>
              <a:t>Agent 365</a:t>
            </a:r>
          </a:p>
        </p:txBody>
      </p:sp>
      <p:pic>
        <p:nvPicPr>
          <p:cNvPr id="11" name="Picture 10">
            <a:extLst>
              <a:ext uri="{FF2B5EF4-FFF2-40B4-BE49-F238E27FC236}">
                <a16:creationId xmlns:a16="http://schemas.microsoft.com/office/drawing/2014/main" id="{E4369DED-C10F-672A-B940-B2BF06491EB3}"/>
              </a:ext>
            </a:extLst>
          </p:cNvPr>
          <p:cNvPicPr>
            <a:picLocks noChangeAspect="1"/>
          </p:cNvPicPr>
          <p:nvPr userDrawn="1"/>
        </p:nvPicPr>
        <p:blipFill>
          <a:blip r:embed="rId3"/>
          <a:stretch>
            <a:fillRect/>
          </a:stretch>
        </p:blipFill>
        <p:spPr>
          <a:xfrm>
            <a:off x="-609685" y="0"/>
            <a:ext cx="609685" cy="1676634"/>
          </a:xfrm>
          <a:prstGeom prst="rect">
            <a:avLst/>
          </a:prstGeom>
        </p:spPr>
      </p:pic>
      <p:pic>
        <p:nvPicPr>
          <p:cNvPr id="2" name="MS logo white - EMF" descr="Microsoft logo white text version">
            <a:extLst>
              <a:ext uri="{FF2B5EF4-FFF2-40B4-BE49-F238E27FC236}">
                <a16:creationId xmlns:a16="http://schemas.microsoft.com/office/drawing/2014/main" id="{0D4BAB47-034B-4242-14E1-A133DA9DC6B7}"/>
              </a:ext>
            </a:extLst>
          </p:cNvPr>
          <p:cNvPicPr>
            <a:picLocks noChangeAspect="1"/>
          </p:cNvPicPr>
          <p:nvPr userDrawn="1"/>
        </p:nvPicPr>
        <p:blipFill>
          <a:blip r:embed="rId4" cstate="print">
            <a:lum bright="100000"/>
            <a:extLst>
              <a:ext uri="{28A0092B-C50C-407E-A947-70E740481C1C}">
                <a14:useLocalDpi xmlns:a14="http://schemas.microsoft.com/office/drawing/2010/main"/>
              </a:ext>
            </a:extLst>
          </a:blip>
          <a:stretch>
            <a:fillRect/>
          </a:stretch>
        </p:blipFill>
        <p:spPr bwMode="black">
          <a:xfrm>
            <a:off x="238125" y="223823"/>
            <a:ext cx="933451" cy="199917"/>
          </a:xfrm>
          <a:prstGeom prst="rect">
            <a:avLst/>
          </a:prstGeom>
        </p:spPr>
      </p:pic>
      <p:sp>
        <p:nvSpPr>
          <p:cNvPr id="12" name="Text Placeholder 4">
            <a:extLst>
              <a:ext uri="{FF2B5EF4-FFF2-40B4-BE49-F238E27FC236}">
                <a16:creationId xmlns:a16="http://schemas.microsoft.com/office/drawing/2014/main" id="{45AC59D3-C7B6-2EE9-893B-EF29380AD96C}"/>
              </a:ext>
            </a:extLst>
          </p:cNvPr>
          <p:cNvSpPr>
            <a:spLocks noGrp="1"/>
          </p:cNvSpPr>
          <p:nvPr>
            <p:ph type="body" sz="quarter" idx="13" hasCustomPrompt="1"/>
          </p:nvPr>
        </p:nvSpPr>
        <p:spPr>
          <a:xfrm>
            <a:off x="571500" y="5556103"/>
            <a:ext cx="8242300" cy="646331"/>
          </a:xfrm>
          <a:noFill/>
        </p:spPr>
        <p:txBody>
          <a:bodyPr wrap="square" lIns="0" tIns="0" rIns="0" bIns="0">
            <a:spAutoFit/>
          </a:bodyPr>
          <a:lstStyle>
            <a:lvl1pPr marL="0" indent="0">
              <a:spcBef>
                <a:spcPts val="0"/>
              </a:spcBef>
              <a:buNone/>
              <a:defRPr sz="4200" b="0" spc="0" baseline="0">
                <a:gradFill>
                  <a:gsLst>
                    <a:gs pos="97248">
                      <a:schemeClr val="bg1"/>
                    </a:gs>
                    <a:gs pos="1835">
                      <a:srgbClr val="FFF3F9"/>
                    </a:gs>
                    <a:gs pos="36000">
                      <a:schemeClr val="accent2">
                        <a:lumMod val="20000"/>
                        <a:lumOff val="80000"/>
                      </a:schemeClr>
                    </a:gs>
                  </a:gsLst>
                  <a:lin ang="1800000" scaled="0"/>
                </a:gradFill>
                <a:latin typeface="Segoe UI Semibold" panose="020B0702040204020203" pitchFamily="34" charset="0"/>
                <a:cs typeface="Segoe UI Semibold" panose="020B0702040204020203" pitchFamily="34" charset="0"/>
              </a:defRPr>
            </a:lvl1pPr>
          </a:lstStyle>
          <a:p>
            <a:pPr lvl="0"/>
            <a:r>
              <a:rPr lang="en-US"/>
              <a:t>Title goes here</a:t>
            </a:r>
          </a:p>
        </p:txBody>
      </p:sp>
    </p:spTree>
    <p:extLst>
      <p:ext uri="{BB962C8B-B14F-4D97-AF65-F5344CB8AC3E}">
        <p14:creationId xmlns:p14="http://schemas.microsoft.com/office/powerpoint/2010/main" val="14943495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BB602E-4FCD-3E0C-6B56-C0C5470FE7E5}"/>
              </a:ext>
            </a:extLst>
          </p:cNvPr>
          <p:cNvPicPr>
            <a:picLocks noChangeAspect="1"/>
          </p:cNvPicPr>
          <p:nvPr userDrawn="1"/>
        </p:nvPicPr>
        <p:blipFill>
          <a:blip r:embed="rId2">
            <a:alphaModFix/>
          </a:blip>
          <a:srcRect l="24140" t="23350" r="24140" b="24930"/>
          <a:stretch>
            <a:fillRect/>
          </a:stretch>
        </p:blipFill>
        <p:spPr>
          <a:xfrm>
            <a:off x="0" y="0"/>
            <a:ext cx="12192000" cy="6858000"/>
          </a:xfrm>
          <a:prstGeom prst="rect">
            <a:avLst/>
          </a:prstGeom>
        </p:spPr>
      </p:pic>
      <p:sp>
        <p:nvSpPr>
          <p:cNvPr id="7" name="Rectangle: Rounded Corners 6">
            <a:extLst>
              <a:ext uri="{FF2B5EF4-FFF2-40B4-BE49-F238E27FC236}">
                <a16:creationId xmlns:a16="http://schemas.microsoft.com/office/drawing/2014/main" id="{42460BAC-D617-BE33-F77B-EAA6ED8D84E9}"/>
              </a:ext>
            </a:extLst>
          </p:cNvPr>
          <p:cNvSpPr/>
          <p:nvPr userDrawn="1"/>
        </p:nvSpPr>
        <p:spPr bwMode="auto">
          <a:xfrm>
            <a:off x="116114" y="103756"/>
            <a:ext cx="5573486" cy="6633633"/>
          </a:xfrm>
          <a:prstGeom prst="roundRect">
            <a:avLst>
              <a:gd name="adj" fmla="val 3255"/>
            </a:avLst>
          </a:prstGeom>
          <a:gradFill>
            <a:gsLst>
              <a:gs pos="0">
                <a:srgbClr val="FECBE6">
                  <a:alpha val="22000"/>
                </a:srgbClr>
              </a:gs>
              <a:gs pos="19000">
                <a:srgbClr val="BABAFF"/>
              </a:gs>
              <a:gs pos="40000">
                <a:srgbClr val="58AAFE"/>
              </a:gs>
              <a:gs pos="93000">
                <a:srgbClr val="1B45B3">
                  <a:alpha val="70000"/>
                </a:srgbClr>
              </a:gs>
              <a:gs pos="69000">
                <a:srgbClr val="2764E7">
                  <a:alpha val="70000"/>
                </a:srgbClr>
              </a:gs>
              <a:gs pos="57000">
                <a:srgbClr val="4894FE">
                  <a:alpha val="91000"/>
                </a:srgb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584200" y="1537397"/>
            <a:ext cx="44958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Display" pitchFamily="2" charset="0"/>
              </a:defRPr>
            </a:lvl1pPr>
          </a:lstStyle>
          <a:p>
            <a:pPr lvl="0"/>
            <a:r>
              <a:rPr lang="en-US"/>
              <a:t>Subtitle text</a:t>
            </a:r>
          </a:p>
        </p:txBody>
      </p:sp>
      <p:sp>
        <p:nvSpPr>
          <p:cNvPr id="6" name="TextBox 5">
            <a:extLst>
              <a:ext uri="{FF2B5EF4-FFF2-40B4-BE49-F238E27FC236}">
                <a16:creationId xmlns:a16="http://schemas.microsoft.com/office/drawing/2014/main" id="{9AD5DAB8-D3DC-9D2E-ADA8-046EF3DF1964}"/>
              </a:ext>
            </a:extLst>
          </p:cNvPr>
          <p:cNvSpPr txBox="1"/>
          <p:nvPr userDrawn="1"/>
        </p:nvSpPr>
        <p:spPr>
          <a:xfrm>
            <a:off x="584200" y="486303"/>
            <a:ext cx="3273552"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a:ea typeface="+mn-ea"/>
                <a:cs typeface="+mn-cs"/>
              </a:rPr>
              <a:t>Agent 365</a:t>
            </a:r>
          </a:p>
        </p:txBody>
      </p:sp>
      <p:sp>
        <p:nvSpPr>
          <p:cNvPr id="4" name="Text Placeholder 4">
            <a:extLst>
              <a:ext uri="{FF2B5EF4-FFF2-40B4-BE49-F238E27FC236}">
                <a16:creationId xmlns:a16="http://schemas.microsoft.com/office/drawing/2014/main" id="{18B58C7E-76C3-10C6-650F-304E67FEE8A7}"/>
              </a:ext>
            </a:extLst>
          </p:cNvPr>
          <p:cNvSpPr>
            <a:spLocks noGrp="1"/>
          </p:cNvSpPr>
          <p:nvPr>
            <p:ph type="body" sz="quarter" idx="14" hasCustomPrompt="1"/>
          </p:nvPr>
        </p:nvSpPr>
        <p:spPr>
          <a:xfrm>
            <a:off x="584201" y="805503"/>
            <a:ext cx="4495799" cy="646331"/>
          </a:xfrm>
          <a:noFill/>
        </p:spPr>
        <p:txBody>
          <a:bodyPr wrap="square" lIns="0" tIns="0" rIns="0" bIns="0">
            <a:spAutoFit/>
          </a:bodyPr>
          <a:lstStyle>
            <a:lvl1pPr marL="0" indent="0">
              <a:spcBef>
                <a:spcPts val="0"/>
              </a:spcBef>
              <a:buNone/>
              <a:defRPr sz="4200" b="0" spc="0" baseline="0">
                <a:solidFill>
                  <a:schemeClr val="bg1"/>
                </a:solidFill>
                <a:latin typeface="Segoe UI Semibold" panose="020B0702040204020203" pitchFamily="34" charset="0"/>
                <a:cs typeface="Segoe UI Semibold" panose="020B0702040204020203" pitchFamily="34" charset="0"/>
              </a:defRPr>
            </a:lvl1pPr>
          </a:lstStyle>
          <a:p>
            <a:pPr lvl="0"/>
            <a:r>
              <a:rPr lang="en-US"/>
              <a:t>Title goes here</a:t>
            </a:r>
          </a:p>
        </p:txBody>
      </p:sp>
    </p:spTree>
    <p:extLst>
      <p:ext uri="{BB962C8B-B14F-4D97-AF65-F5344CB8AC3E}">
        <p14:creationId xmlns:p14="http://schemas.microsoft.com/office/powerpoint/2010/main" val="34680059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Slide with replaceable ima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BB602E-4FCD-3E0C-6B56-C0C5470FE7E5}"/>
              </a:ext>
            </a:extLst>
          </p:cNvPr>
          <p:cNvPicPr>
            <a:picLocks noChangeAspect="1"/>
          </p:cNvPicPr>
          <p:nvPr userDrawn="1"/>
        </p:nvPicPr>
        <p:blipFill>
          <a:blip r:embed="rId2">
            <a:alphaModFix/>
          </a:blip>
          <a:srcRect l="24140" t="23350" r="24140" b="24930"/>
          <a:stretch>
            <a:fillRect/>
          </a:stretch>
        </p:blipFill>
        <p:spPr>
          <a:xfrm>
            <a:off x="0" y="0"/>
            <a:ext cx="12192000" cy="6858000"/>
          </a:xfrm>
          <a:prstGeom prst="rect">
            <a:avLst/>
          </a:prstGeom>
        </p:spPr>
      </p:pic>
      <p:sp>
        <p:nvSpPr>
          <p:cNvPr id="7" name="Rectangle: Rounded Corners 6">
            <a:extLst>
              <a:ext uri="{FF2B5EF4-FFF2-40B4-BE49-F238E27FC236}">
                <a16:creationId xmlns:a16="http://schemas.microsoft.com/office/drawing/2014/main" id="{42460BAC-D617-BE33-F77B-EAA6ED8D84E9}"/>
              </a:ext>
            </a:extLst>
          </p:cNvPr>
          <p:cNvSpPr/>
          <p:nvPr userDrawn="1"/>
        </p:nvSpPr>
        <p:spPr bwMode="auto">
          <a:xfrm>
            <a:off x="314325" y="859952"/>
            <a:ext cx="11563350" cy="5138097"/>
          </a:xfrm>
          <a:prstGeom prst="roundRect">
            <a:avLst>
              <a:gd name="adj" fmla="val 3255"/>
            </a:avLst>
          </a:prstGeom>
          <a:gradFill>
            <a:gsLst>
              <a:gs pos="100000">
                <a:schemeClr val="tx2">
                  <a:alpha val="60000"/>
                </a:schemeClr>
              </a:gs>
              <a:gs pos="0">
                <a:srgbClr val="BABAFF"/>
              </a:gs>
              <a:gs pos="74000">
                <a:schemeClr val="accent4">
                  <a:lumMod val="25000"/>
                  <a:alpha val="90000"/>
                </a:schemeClr>
              </a:gs>
              <a:gs pos="29000">
                <a:srgbClr val="2764E7">
                  <a:alpha val="90000"/>
                </a:srgb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 name="TextBox 2">
            <a:extLst>
              <a:ext uri="{FF2B5EF4-FFF2-40B4-BE49-F238E27FC236}">
                <a16:creationId xmlns:a16="http://schemas.microsoft.com/office/drawing/2014/main" id="{914B4ADE-B716-8419-E58B-9E81C59E596E}"/>
              </a:ext>
            </a:extLst>
          </p:cNvPr>
          <p:cNvSpPr txBox="1"/>
          <p:nvPr userDrawn="1"/>
        </p:nvSpPr>
        <p:spPr>
          <a:xfrm>
            <a:off x="976313" y="2133321"/>
            <a:ext cx="10515600" cy="409958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600" b="0" i="0" u="none" strike="noStrike" kern="1200" cap="none" spc="0" normalizeH="0" baseline="0" noProof="0">
                <a:ln w="3175">
                  <a:noFill/>
                </a:ln>
                <a:solidFill>
                  <a:srgbClr val="FFFFFF"/>
                </a:solidFill>
                <a:effectLst/>
                <a:uLnTx/>
                <a:uFillTx/>
                <a:latin typeface="Segoe UI"/>
                <a:ea typeface="+mn-ea"/>
                <a:cs typeface="Segoe UI"/>
              </a:rPr>
              <a:t>Agent 365 will accelerate the transformation into a frontier firm by enabling</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600" b="1" i="0" u="none" strike="noStrike" kern="1200" cap="none" spc="0" normalizeH="0" baseline="0" noProof="0">
                <a:ln w="3175">
                  <a:noFill/>
                </a:ln>
                <a:solidFill>
                  <a:srgbClr val="FFFFFF"/>
                </a:solidFill>
                <a:effectLst/>
                <a:uLnTx/>
                <a:uFillTx/>
                <a:latin typeface="Segoe UI"/>
                <a:ea typeface="+mn-ea"/>
                <a:cs typeface="Segoe UI"/>
              </a:rPr>
              <a:t>a digital workforce that earns trust and securely works in the tools people use every day.</a:t>
            </a:r>
          </a:p>
          <a:p>
            <a:pPr marL="137160" marR="0" lvl="0" indent="-137160" algn="ctr"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endParaRPr kumimoji="0" lang="en-US" sz="3600" b="0" i="0" u="none" strike="noStrike" kern="1200" cap="none" spc="0" normalizeH="0" baseline="0" noProof="0">
              <a:ln>
                <a:noFill/>
              </a:ln>
              <a:solidFill>
                <a:srgbClr val="FFFFFF"/>
              </a:solidFill>
              <a:effectLst/>
              <a:uLnTx/>
              <a:uFillTx/>
              <a:latin typeface="Segoe UI"/>
              <a:ea typeface="Segoe UI" panose="020B0502040204020203" pitchFamily="34" charset="0"/>
              <a:cs typeface="Segoe UI" panose="020B0502040204020203" pitchFamily="34" charset="0"/>
            </a:endParaRPr>
          </a:p>
          <a:p>
            <a:pPr marL="137160" marR="0" lvl="0" indent="-137160" algn="ctr"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endParaRPr kumimoji="0" lang="en-US" sz="3600" b="0" i="0" u="none" strike="noStrike" kern="1200" cap="none" spc="0" normalizeH="0" baseline="0" noProof="0">
              <a:ln>
                <a:noFill/>
              </a:ln>
              <a:solidFill>
                <a:srgbClr val="FFFFFF"/>
              </a:solidFill>
              <a:effectLst/>
              <a:uLnTx/>
              <a:uFillTx/>
              <a:latin typeface="Segoe UI"/>
              <a:ea typeface="Segoe UI" panose="020B0502040204020203" pitchFamily="34" charset="0"/>
              <a:cs typeface="Segoe UI" panose="020B0502040204020203" pitchFamily="34" charset="0"/>
            </a:endParaRPr>
          </a:p>
          <a:p>
            <a:pPr algn="l"/>
            <a:endParaRPr lang="en-US" sz="3600"/>
          </a:p>
        </p:txBody>
      </p:sp>
    </p:spTree>
    <p:extLst>
      <p:ext uri="{BB962C8B-B14F-4D97-AF65-F5344CB8AC3E}">
        <p14:creationId xmlns:p14="http://schemas.microsoft.com/office/powerpoint/2010/main" val="41694795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Title Slide with replaceable ima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BB602E-4FCD-3E0C-6B56-C0C5470FE7E5}"/>
              </a:ext>
            </a:extLst>
          </p:cNvPr>
          <p:cNvPicPr>
            <a:picLocks noChangeAspect="1"/>
          </p:cNvPicPr>
          <p:nvPr userDrawn="1"/>
        </p:nvPicPr>
        <p:blipFill>
          <a:blip r:embed="rId2">
            <a:alphaModFix/>
          </a:blip>
          <a:srcRect l="24140" t="23350" r="24140" b="24930"/>
          <a:stretch>
            <a:fillRect/>
          </a:stretch>
        </p:blipFill>
        <p:spPr>
          <a:xfrm>
            <a:off x="0" y="0"/>
            <a:ext cx="12192000" cy="6858000"/>
          </a:xfrm>
          <a:prstGeom prst="rect">
            <a:avLst/>
          </a:prstGeom>
        </p:spPr>
      </p:pic>
      <p:sp>
        <p:nvSpPr>
          <p:cNvPr id="7" name="Rectangle: Rounded Corners 6">
            <a:extLst>
              <a:ext uri="{FF2B5EF4-FFF2-40B4-BE49-F238E27FC236}">
                <a16:creationId xmlns:a16="http://schemas.microsoft.com/office/drawing/2014/main" id="{42460BAC-D617-BE33-F77B-EAA6ED8D84E9}"/>
              </a:ext>
            </a:extLst>
          </p:cNvPr>
          <p:cNvSpPr/>
          <p:nvPr userDrawn="1"/>
        </p:nvSpPr>
        <p:spPr bwMode="auto">
          <a:xfrm>
            <a:off x="428625" y="859951"/>
            <a:ext cx="11563350" cy="5138097"/>
          </a:xfrm>
          <a:prstGeom prst="roundRect">
            <a:avLst>
              <a:gd name="adj" fmla="val 3255"/>
            </a:avLst>
          </a:prstGeom>
          <a:gradFill>
            <a:gsLst>
              <a:gs pos="100000">
                <a:schemeClr val="tx2">
                  <a:alpha val="60000"/>
                </a:schemeClr>
              </a:gs>
              <a:gs pos="0">
                <a:srgbClr val="BABAFF"/>
              </a:gs>
              <a:gs pos="74000">
                <a:schemeClr val="accent4">
                  <a:lumMod val="25000"/>
                  <a:alpha val="90000"/>
                </a:schemeClr>
              </a:gs>
              <a:gs pos="29000">
                <a:srgbClr val="2764E7">
                  <a:alpha val="90000"/>
                </a:srgb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4081613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54596-C98F-B9B0-C809-6AE87209CEE7}"/>
              </a:ext>
            </a:extLst>
          </p:cNvPr>
          <p:cNvPicPr>
            <a:picLocks noChangeAspect="1"/>
          </p:cNvPicPr>
          <p:nvPr userDrawn="1"/>
        </p:nvPicPr>
        <p:blipFill>
          <a:blip r:embed="rId2"/>
          <a:srcRect t="13391" r="26885" b="13532"/>
          <a:stretch>
            <a:fillRect/>
          </a:stretch>
        </p:blipFill>
        <p:spPr>
          <a:xfrm>
            <a:off x="-1" y="0"/>
            <a:ext cx="12192001" cy="6858000"/>
          </a:xfrm>
          <a:prstGeom prst="rect">
            <a:avLst/>
          </a:prstGeom>
        </p:spPr>
      </p:pic>
      <p:sp>
        <p:nvSpPr>
          <p:cNvPr id="14" name="Rectangle: Rounded Corners 13">
            <a:extLst>
              <a:ext uri="{FF2B5EF4-FFF2-40B4-BE49-F238E27FC236}">
                <a16:creationId xmlns:a16="http://schemas.microsoft.com/office/drawing/2014/main" id="{427934E1-C028-93AC-2F50-0A8087092388}"/>
              </a:ext>
            </a:extLst>
          </p:cNvPr>
          <p:cNvSpPr/>
          <p:nvPr userDrawn="1"/>
        </p:nvSpPr>
        <p:spPr bwMode="auto">
          <a:xfrm>
            <a:off x="85634" y="112183"/>
            <a:ext cx="5573486" cy="6633633"/>
          </a:xfrm>
          <a:prstGeom prst="roundRect">
            <a:avLst>
              <a:gd name="adj" fmla="val 3255"/>
            </a:avLst>
          </a:prstGeom>
          <a:gradFill>
            <a:gsLst>
              <a:gs pos="0">
                <a:srgbClr val="FECBE6">
                  <a:alpha val="60000"/>
                </a:srgbClr>
              </a:gs>
              <a:gs pos="33000">
                <a:srgbClr val="BABAFF">
                  <a:alpha val="60000"/>
                </a:srgbClr>
              </a:gs>
              <a:gs pos="66000">
                <a:schemeClr val="accent6">
                  <a:lumMod val="25000"/>
                  <a:lumOff val="75000"/>
                  <a:alpha val="60000"/>
                </a:schemeClr>
              </a:gs>
              <a:gs pos="98165">
                <a:schemeClr val="bg1">
                  <a:alpha val="60000"/>
                </a:scheme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0" name="Picture 9">
            <a:extLst>
              <a:ext uri="{FF2B5EF4-FFF2-40B4-BE49-F238E27FC236}">
                <a16:creationId xmlns:a16="http://schemas.microsoft.com/office/drawing/2014/main" id="{F2AF7DE4-0CDB-A926-8AE7-A4F149BB9A7B}"/>
              </a:ext>
            </a:extLst>
          </p:cNvPr>
          <p:cNvPicPr>
            <a:picLocks noChangeAspect="1"/>
          </p:cNvPicPr>
          <p:nvPr userDrawn="1"/>
        </p:nvPicPr>
        <p:blipFill>
          <a:blip r:embed="rId3"/>
          <a:stretch>
            <a:fillRect/>
          </a:stretch>
        </p:blipFill>
        <p:spPr>
          <a:xfrm>
            <a:off x="-2209800" y="1358955"/>
            <a:ext cx="609685" cy="1676634"/>
          </a:xfrm>
          <a:prstGeom prst="rect">
            <a:avLst/>
          </a:prstGeom>
        </p:spPr>
      </p:pic>
      <p:sp>
        <p:nvSpPr>
          <p:cNvPr id="11" name="Title 1">
            <a:extLst>
              <a:ext uri="{FF2B5EF4-FFF2-40B4-BE49-F238E27FC236}">
                <a16:creationId xmlns:a16="http://schemas.microsoft.com/office/drawing/2014/main" id="{CD66D021-5D82-84DF-DEB9-0288EB483318}"/>
              </a:ext>
            </a:extLst>
          </p:cNvPr>
          <p:cNvSpPr txBox="1">
            <a:spLocks/>
          </p:cNvSpPr>
          <p:nvPr userDrawn="1"/>
        </p:nvSpPr>
        <p:spPr>
          <a:xfrm>
            <a:off x="467180" y="979039"/>
            <a:ext cx="525235" cy="40011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2600" b="0" kern="1200" cap="none" spc="-50" baseline="0">
                <a:ln w="3175">
                  <a:noFill/>
                </a:ln>
                <a:solidFill>
                  <a:schemeClr val="tx2"/>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50" normalizeH="0" baseline="0" noProof="0">
                <a:ln w="3175">
                  <a:noFill/>
                </a:ln>
                <a:solidFill>
                  <a:srgbClr val="2764E7"/>
                </a:solidFill>
                <a:effectLst/>
                <a:uLnTx/>
                <a:uFillTx/>
                <a:latin typeface="Segoe Sans Display Semibold"/>
                <a:ea typeface="+mn-ea"/>
                <a:cs typeface="Segoe Sans Display" pitchFamily="2" charset="0"/>
              </a:rPr>
              <a:t>1</a:t>
            </a:r>
          </a:p>
        </p:txBody>
      </p:sp>
      <p:sp>
        <p:nvSpPr>
          <p:cNvPr id="15" name="Title 1">
            <a:extLst>
              <a:ext uri="{FF2B5EF4-FFF2-40B4-BE49-F238E27FC236}">
                <a16:creationId xmlns:a16="http://schemas.microsoft.com/office/drawing/2014/main" id="{4B441AAE-1A52-EE29-03A8-16C1AA4908B0}"/>
              </a:ext>
            </a:extLst>
          </p:cNvPr>
          <p:cNvSpPr txBox="1">
            <a:spLocks/>
          </p:cNvSpPr>
          <p:nvPr userDrawn="1"/>
        </p:nvSpPr>
        <p:spPr>
          <a:xfrm>
            <a:off x="446315" y="1669361"/>
            <a:ext cx="525235" cy="40011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2600" b="0" kern="1200" cap="none" spc="-50" baseline="0">
                <a:ln w="3175">
                  <a:noFill/>
                </a:ln>
                <a:solidFill>
                  <a:schemeClr val="tx2"/>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50" normalizeH="0" baseline="0" noProof="0">
                <a:ln w="3175">
                  <a:noFill/>
                </a:ln>
                <a:solidFill>
                  <a:srgbClr val="2764E7"/>
                </a:solidFill>
                <a:effectLst/>
                <a:uLnTx/>
                <a:uFillTx/>
                <a:latin typeface="Segoe Sans Display Semibold"/>
                <a:ea typeface="+mn-ea"/>
                <a:cs typeface="Segoe Sans Display" pitchFamily="2" charset="0"/>
              </a:rPr>
              <a:t>2</a:t>
            </a:r>
          </a:p>
        </p:txBody>
      </p:sp>
      <p:sp>
        <p:nvSpPr>
          <p:cNvPr id="17" name="Title 1">
            <a:extLst>
              <a:ext uri="{FF2B5EF4-FFF2-40B4-BE49-F238E27FC236}">
                <a16:creationId xmlns:a16="http://schemas.microsoft.com/office/drawing/2014/main" id="{852C7AED-8279-5187-C91C-07D7E0905B33}"/>
              </a:ext>
            </a:extLst>
          </p:cNvPr>
          <p:cNvSpPr txBox="1">
            <a:spLocks/>
          </p:cNvSpPr>
          <p:nvPr userDrawn="1"/>
        </p:nvSpPr>
        <p:spPr>
          <a:xfrm>
            <a:off x="446315" y="2365372"/>
            <a:ext cx="525235" cy="40011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2600" b="0" kern="1200" cap="none" spc="-50" baseline="0">
                <a:ln w="3175">
                  <a:noFill/>
                </a:ln>
                <a:solidFill>
                  <a:schemeClr val="tx2"/>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50" normalizeH="0" baseline="0" noProof="0">
                <a:ln w="3175">
                  <a:noFill/>
                </a:ln>
                <a:solidFill>
                  <a:srgbClr val="2764E7"/>
                </a:solidFill>
                <a:effectLst/>
                <a:uLnTx/>
                <a:uFillTx/>
                <a:latin typeface="Segoe Sans Display Semibold"/>
                <a:ea typeface="+mn-ea"/>
                <a:cs typeface="Segoe Sans Display" pitchFamily="2" charset="0"/>
              </a:rPr>
              <a:t>3</a:t>
            </a:r>
          </a:p>
        </p:txBody>
      </p:sp>
      <p:sp>
        <p:nvSpPr>
          <p:cNvPr id="2" name="Text Placeholder 4">
            <a:extLst>
              <a:ext uri="{FF2B5EF4-FFF2-40B4-BE49-F238E27FC236}">
                <a16:creationId xmlns:a16="http://schemas.microsoft.com/office/drawing/2014/main" id="{B1E9299B-D1E1-ECCF-4335-2297C6D0212F}"/>
              </a:ext>
            </a:extLst>
          </p:cNvPr>
          <p:cNvSpPr>
            <a:spLocks noGrp="1"/>
          </p:cNvSpPr>
          <p:nvPr>
            <p:ph type="body" sz="quarter" idx="12" hasCustomPrompt="1"/>
          </p:nvPr>
        </p:nvSpPr>
        <p:spPr>
          <a:xfrm>
            <a:off x="467180" y="295176"/>
            <a:ext cx="3434755" cy="492443"/>
          </a:xfrm>
          <a:noFill/>
        </p:spPr>
        <p:txBody>
          <a:bodyPr wrap="square" lIns="0" tIns="0" rIns="0" bIns="0">
            <a:spAutoFit/>
          </a:bodyPr>
          <a:lstStyle>
            <a:lvl1pPr marL="0" indent="0">
              <a:spcBef>
                <a:spcPts val="0"/>
              </a:spcBef>
              <a:buNone/>
              <a:defRPr sz="3200" spc="0" baseline="0">
                <a:solidFill>
                  <a:srgbClr val="1A41AB"/>
                </a:solidFill>
                <a:latin typeface="Segoe UI Semibold" panose="020B0702040204020203" pitchFamily="34" charset="0"/>
                <a:cs typeface="Segoe UI Semibold" panose="020B0702040204020203" pitchFamily="34" charset="0"/>
              </a:defRPr>
            </a:lvl1pPr>
          </a:lstStyle>
          <a:p>
            <a:pPr lvl="0"/>
            <a:r>
              <a:rPr lang="en-US"/>
              <a:t>Agenda</a:t>
            </a:r>
          </a:p>
        </p:txBody>
      </p:sp>
      <p:sp>
        <p:nvSpPr>
          <p:cNvPr id="3" name="Text Placeholder 4">
            <a:extLst>
              <a:ext uri="{FF2B5EF4-FFF2-40B4-BE49-F238E27FC236}">
                <a16:creationId xmlns:a16="http://schemas.microsoft.com/office/drawing/2014/main" id="{4F9A2490-5774-E4E6-AD3C-10A2EFD8A5DD}"/>
              </a:ext>
            </a:extLst>
          </p:cNvPr>
          <p:cNvSpPr>
            <a:spLocks noGrp="1"/>
          </p:cNvSpPr>
          <p:nvPr>
            <p:ph type="body" sz="quarter" idx="13" hasCustomPrompt="1"/>
          </p:nvPr>
        </p:nvSpPr>
        <p:spPr>
          <a:xfrm>
            <a:off x="808859" y="1020401"/>
            <a:ext cx="3434755" cy="338554"/>
          </a:xfrm>
          <a:noFill/>
        </p:spPr>
        <p:txBody>
          <a:bodyPr wrap="square" lIns="0" tIns="0" rIns="0" bIns="0">
            <a:spAutoFit/>
          </a:bodyPr>
          <a:lstStyle>
            <a:lvl1pPr marL="0" indent="0">
              <a:spcBef>
                <a:spcPts val="0"/>
              </a:spcBef>
              <a:buNone/>
              <a:defRPr sz="2200" spc="0" baseline="0">
                <a:solidFill>
                  <a:srgbClr val="1A41AB"/>
                </a:solidFill>
                <a:latin typeface="Segoe UI Semibold" panose="020B0702040204020203" pitchFamily="34" charset="0"/>
                <a:cs typeface="Segoe UI Semibold" panose="020B0702040204020203" pitchFamily="34" charset="0"/>
              </a:defRPr>
            </a:lvl1pPr>
          </a:lstStyle>
          <a:p>
            <a:pPr lvl="0"/>
            <a:r>
              <a:rPr lang="en-US"/>
              <a:t>Item 1</a:t>
            </a:r>
          </a:p>
        </p:txBody>
      </p:sp>
      <p:sp>
        <p:nvSpPr>
          <p:cNvPr id="4" name="Text Placeholder 4">
            <a:extLst>
              <a:ext uri="{FF2B5EF4-FFF2-40B4-BE49-F238E27FC236}">
                <a16:creationId xmlns:a16="http://schemas.microsoft.com/office/drawing/2014/main" id="{BE2A8A46-2639-A2B3-A581-C8F0B09DBFDE}"/>
              </a:ext>
            </a:extLst>
          </p:cNvPr>
          <p:cNvSpPr>
            <a:spLocks noGrp="1"/>
          </p:cNvSpPr>
          <p:nvPr>
            <p:ph type="body" sz="quarter" idx="14" hasCustomPrompt="1"/>
          </p:nvPr>
        </p:nvSpPr>
        <p:spPr>
          <a:xfrm>
            <a:off x="808859" y="1730917"/>
            <a:ext cx="3434755" cy="338554"/>
          </a:xfrm>
          <a:noFill/>
        </p:spPr>
        <p:txBody>
          <a:bodyPr wrap="square" lIns="0" tIns="0" rIns="0" bIns="0">
            <a:spAutoFit/>
          </a:bodyPr>
          <a:lstStyle>
            <a:lvl1pPr marL="0" indent="0">
              <a:spcBef>
                <a:spcPts val="0"/>
              </a:spcBef>
              <a:buNone/>
              <a:defRPr sz="2200" spc="0" baseline="0">
                <a:solidFill>
                  <a:srgbClr val="1A41AB"/>
                </a:solidFill>
                <a:latin typeface="Segoe UI Semibold" panose="020B0702040204020203" pitchFamily="34" charset="0"/>
                <a:cs typeface="Segoe UI Semibold" panose="020B0702040204020203" pitchFamily="34" charset="0"/>
              </a:defRPr>
            </a:lvl1pPr>
          </a:lstStyle>
          <a:p>
            <a:pPr lvl="0"/>
            <a:r>
              <a:rPr lang="en-US"/>
              <a:t>Item 1</a:t>
            </a:r>
          </a:p>
        </p:txBody>
      </p:sp>
      <p:sp>
        <p:nvSpPr>
          <p:cNvPr id="5" name="Text Placeholder 4">
            <a:extLst>
              <a:ext uri="{FF2B5EF4-FFF2-40B4-BE49-F238E27FC236}">
                <a16:creationId xmlns:a16="http://schemas.microsoft.com/office/drawing/2014/main" id="{98427FED-80CE-1167-B2A3-8637199F79E3}"/>
              </a:ext>
            </a:extLst>
          </p:cNvPr>
          <p:cNvSpPr>
            <a:spLocks noGrp="1"/>
          </p:cNvSpPr>
          <p:nvPr>
            <p:ph type="body" sz="quarter" idx="15" hasCustomPrompt="1"/>
          </p:nvPr>
        </p:nvSpPr>
        <p:spPr>
          <a:xfrm>
            <a:off x="803234" y="2428709"/>
            <a:ext cx="3434755" cy="338554"/>
          </a:xfrm>
          <a:noFill/>
        </p:spPr>
        <p:txBody>
          <a:bodyPr wrap="square" lIns="0" tIns="0" rIns="0" bIns="0">
            <a:spAutoFit/>
          </a:bodyPr>
          <a:lstStyle>
            <a:lvl1pPr marL="0" indent="0">
              <a:spcBef>
                <a:spcPts val="0"/>
              </a:spcBef>
              <a:buNone/>
              <a:defRPr sz="2200" spc="0" baseline="0">
                <a:solidFill>
                  <a:srgbClr val="1A41AB"/>
                </a:solidFill>
                <a:latin typeface="Segoe UI Semibold" panose="020B0702040204020203" pitchFamily="34" charset="0"/>
                <a:cs typeface="Segoe UI Semibold" panose="020B0702040204020203" pitchFamily="34" charset="0"/>
              </a:defRPr>
            </a:lvl1pPr>
          </a:lstStyle>
          <a:p>
            <a:pPr lvl="0"/>
            <a:r>
              <a:rPr lang="en-US"/>
              <a:t>Item 1</a:t>
            </a:r>
          </a:p>
        </p:txBody>
      </p:sp>
    </p:spTree>
    <p:extLst>
      <p:ext uri="{BB962C8B-B14F-4D97-AF65-F5344CB8AC3E}">
        <p14:creationId xmlns:p14="http://schemas.microsoft.com/office/powerpoint/2010/main" val="7837858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exture-BIC">
    <p:bg>
      <p:bgPr>
        <a:solidFill>
          <a:schemeClr val="tx1"/>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A5DDC46-131E-1932-E5FF-2DB33DAECB56}"/>
              </a:ext>
            </a:extLst>
          </p:cNvPr>
          <p:cNvSpPr>
            <a:spLocks noGrp="1"/>
          </p:cNvSpPr>
          <p:nvPr>
            <p:ph type="body" sz="quarter" idx="11" hasCustomPrompt="1"/>
          </p:nvPr>
        </p:nvSpPr>
        <p:spPr>
          <a:xfrm>
            <a:off x="10121900" y="-558800"/>
            <a:ext cx="2070100" cy="330200"/>
          </a:xfrm>
          <a:prstGeom prst="rect">
            <a:avLst/>
          </a:prstGeom>
          <a:solidFill>
            <a:schemeClr val="bg1">
              <a:lumMod val="95000"/>
            </a:schemeClr>
          </a:solidFill>
          <a:ln>
            <a:solidFill>
              <a:schemeClr val="bg1">
                <a:lumMod val="50000"/>
              </a:schemeClr>
            </a:solidFill>
            <a:prstDash val="sysDot"/>
          </a:ln>
        </p:spPr>
        <p:txBody>
          <a:bodyPr anchor="ctr"/>
          <a:lstStyle>
            <a:lvl1pPr marL="0" indent="0" algn="r">
              <a:buNone/>
              <a:defRPr sz="1400" b="0" i="0">
                <a:solidFill>
                  <a:schemeClr val="bg1">
                    <a:lumMod val="50000"/>
                  </a:schemeClr>
                </a:solidFill>
                <a:latin typeface="Segoe UI" panose="020B0502040204020203" pitchFamily="34" charset="0"/>
                <a:cs typeface="Segoe UI" panose="020B0502040204020203" pitchFamily="34" charset="0"/>
              </a:defRPr>
            </a:lvl1pPr>
            <a:lvl2pPr marL="457200" indent="0">
              <a:buNone/>
              <a:defRPr sz="1000" b="0" i="0">
                <a:solidFill>
                  <a:schemeClr val="bg1">
                    <a:lumMod val="50000"/>
                  </a:schemeClr>
                </a:solidFill>
                <a:latin typeface="Segoe UI" panose="020B0502040204020203" pitchFamily="34" charset="0"/>
                <a:cs typeface="Segoe UI" panose="020B0502040204020203" pitchFamily="34" charset="0"/>
              </a:defRPr>
            </a:lvl2pPr>
            <a:lvl3pPr marL="914400" indent="0">
              <a:buNone/>
              <a:defRPr sz="1000" b="0" i="0">
                <a:solidFill>
                  <a:schemeClr val="bg1">
                    <a:lumMod val="50000"/>
                  </a:schemeClr>
                </a:solidFill>
                <a:latin typeface="Segoe UI" panose="020B0502040204020203" pitchFamily="34" charset="0"/>
                <a:cs typeface="Segoe UI" panose="020B0502040204020203" pitchFamily="34" charset="0"/>
              </a:defRPr>
            </a:lvl3pPr>
            <a:lvl4pPr marL="1371600" indent="0">
              <a:buNone/>
              <a:defRPr sz="1000" b="0" i="0">
                <a:solidFill>
                  <a:schemeClr val="bg1">
                    <a:lumMod val="50000"/>
                  </a:schemeClr>
                </a:solidFill>
                <a:latin typeface="Segoe UI" panose="020B0502040204020203" pitchFamily="34" charset="0"/>
                <a:cs typeface="Segoe UI" panose="020B0502040204020203" pitchFamily="34" charset="0"/>
              </a:defRPr>
            </a:lvl4pPr>
            <a:lvl5pPr marL="1828800" indent="0">
              <a:buNone/>
              <a:defRPr sz="1000" b="0" i="0">
                <a:solidFill>
                  <a:schemeClr val="bg1">
                    <a:lumMod val="50000"/>
                  </a:schemeClr>
                </a:solidFill>
                <a:latin typeface="Segoe UI" panose="020B0502040204020203" pitchFamily="34" charset="0"/>
                <a:cs typeface="Segoe UI" panose="020B0502040204020203" pitchFamily="34" charset="0"/>
              </a:defRPr>
            </a:lvl5pPr>
          </a:lstStyle>
          <a:p>
            <a:pPr lvl="0"/>
            <a:r>
              <a:rPr lang="en-US"/>
              <a:t>#</a:t>
            </a:r>
          </a:p>
        </p:txBody>
      </p:sp>
    </p:spTree>
    <p:extLst>
      <p:ext uri="{BB962C8B-B14F-4D97-AF65-F5344CB8AC3E}">
        <p14:creationId xmlns:p14="http://schemas.microsoft.com/office/powerpoint/2010/main" val="1010479363"/>
      </p:ext>
    </p:extLst>
  </p:cSld>
  <p:clrMapOvr>
    <a:masterClrMapping/>
  </p:clrMapOvr>
  <p:extLst>
    <p:ext uri="{DCECCB84-F9BA-43D5-87BE-67443E8EF086}">
      <p15:sldGuideLst xmlns:p15="http://schemas.microsoft.com/office/powerpoint/2012/main">
        <p15:guide id="15" pos="1440">
          <p15:clr>
            <a:srgbClr val="547EBF"/>
          </p15:clr>
        </p15:guide>
        <p15:guide id="17" pos="1632">
          <p15:clr>
            <a:srgbClr val="547EBF"/>
          </p15:clr>
        </p15:guide>
        <p15:guide id="19" pos="2208">
          <p15:clr>
            <a:srgbClr val="A4A3A4"/>
          </p15:clr>
        </p15:guide>
        <p15:guide id="20" pos="2592">
          <p15:clr>
            <a:srgbClr val="547EBF"/>
          </p15:clr>
        </p15:guide>
        <p15:guide id="22" pos="3744">
          <p15:clr>
            <a:srgbClr val="547EBF"/>
          </p15:clr>
        </p15:guide>
        <p15:guide id="23" pos="3168">
          <p15:clr>
            <a:srgbClr val="A4A3A4"/>
          </p15:clr>
        </p15:guide>
        <p15:guide id="24" pos="3360">
          <p15:clr>
            <a:srgbClr val="A4A3A4"/>
          </p15:clr>
        </p15:guide>
        <p15:guide id="25" pos="3936">
          <p15:clr>
            <a:srgbClr val="547EBF"/>
          </p15:clr>
        </p15:guide>
        <p15:guide id="27" pos="4320">
          <p15:clr>
            <a:srgbClr val="A4A3A4"/>
          </p15:clr>
        </p15:guide>
        <p15:guide id="28" pos="4512">
          <p15:clr>
            <a:srgbClr val="A4A3A4"/>
          </p15:clr>
        </p15:guide>
        <p15:guide id="29" pos="4896">
          <p15:clr>
            <a:srgbClr val="547EBF"/>
          </p15:clr>
        </p15:guide>
        <p15:guide id="30" pos="5088">
          <p15:clr>
            <a:srgbClr val="547EBF"/>
          </p15:clr>
        </p15:guide>
        <p15:guide id="32" pos="5472">
          <p15:clr>
            <a:srgbClr val="A4A3A4"/>
          </p15:clr>
        </p15:guide>
        <p15:guide id="33" pos="6048">
          <p15:clr>
            <a:srgbClr val="547EBF"/>
          </p15:clr>
        </p15:guide>
        <p15:guide id="39" pos="5664">
          <p15:clr>
            <a:srgbClr val="A4A3A4"/>
          </p15:clr>
        </p15:guide>
        <p15:guide id="45" pos="1056">
          <p15:clr>
            <a:srgbClr val="A4A3A4"/>
          </p15:clr>
        </p15:guide>
        <p15:guide id="48" pos="864">
          <p15:clr>
            <a:srgbClr val="A4A3A4"/>
          </p15:clr>
        </p15:guide>
        <p15:guide id="49" pos="2016">
          <p15:clr>
            <a:srgbClr val="A4A3A4"/>
          </p15:clr>
        </p15:guide>
        <p15:guide id="50" pos="2784">
          <p15:clr>
            <a:srgbClr val="547EBF"/>
          </p15:clr>
        </p15:guide>
        <p15:guide id="51" pos="6624">
          <p15:clr>
            <a:srgbClr val="A4A3A4"/>
          </p15:clr>
        </p15:guide>
        <p15:guide id="57" pos="6240">
          <p15:clr>
            <a:srgbClr val="547EBF"/>
          </p15:clr>
        </p15:guide>
        <p15:guide id="58" pos="6816">
          <p15:clr>
            <a:srgbClr val="A4A3A4"/>
          </p15:clr>
        </p15:guide>
        <p15:guide id="59" orient="horz" pos="81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Blank 2">
    <p:bg>
      <p:bgPr>
        <a:gradFill>
          <a:gsLst>
            <a:gs pos="0">
              <a:srgbClr val="FECBE6">
                <a:alpha val="0"/>
              </a:srgbClr>
            </a:gs>
            <a:gs pos="26000">
              <a:srgbClr val="BABAFF">
                <a:alpha val="88000"/>
              </a:srgbClr>
            </a:gs>
            <a:gs pos="50000">
              <a:srgbClr val="58AAFE">
                <a:alpha val="55000"/>
              </a:srgbClr>
            </a:gs>
            <a:gs pos="98165">
              <a:srgbClr val="1B45B3">
                <a:alpha val="37000"/>
              </a:srgbClr>
            </a:gs>
            <a:gs pos="88000">
              <a:srgbClr val="2764E7">
                <a:alpha val="55000"/>
              </a:srgbClr>
            </a:gs>
            <a:gs pos="72000">
              <a:srgbClr val="4894FE">
                <a:alpha val="52000"/>
              </a:srgbClr>
            </a:gs>
          </a:gsLst>
          <a:lin ang="156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88343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Blank 2">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066421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Closing logo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7B18E1-4721-EAE2-312C-681C221A4C1E}"/>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9A0EDD4B-0DBE-839F-5794-924F662D2DB4}"/>
              </a:ext>
            </a:extLst>
          </p:cNvPr>
          <p:cNvPicPr>
            <a:picLocks noChangeAspect="1"/>
          </p:cNvPicPr>
          <p:nvPr userDrawn="1"/>
        </p:nvPicPr>
        <p:blipFill>
          <a:blip r:embed="rId3"/>
          <a:stretch>
            <a:fillRect/>
          </a:stretch>
        </p:blipFill>
        <p:spPr>
          <a:xfrm>
            <a:off x="571500" y="509250"/>
            <a:ext cx="495300" cy="495300"/>
          </a:xfrm>
          <a:prstGeom prst="rect">
            <a:avLst/>
          </a:prstGeom>
        </p:spPr>
      </p:pic>
      <p:sp>
        <p:nvSpPr>
          <p:cNvPr id="5" name="TextBox 4">
            <a:extLst>
              <a:ext uri="{FF2B5EF4-FFF2-40B4-BE49-F238E27FC236}">
                <a16:creationId xmlns:a16="http://schemas.microsoft.com/office/drawing/2014/main" id="{71CFAFC2-6B71-435A-D211-88E89E6993CC}"/>
              </a:ext>
            </a:extLst>
          </p:cNvPr>
          <p:cNvSpPr txBox="1"/>
          <p:nvPr userDrawn="1"/>
        </p:nvSpPr>
        <p:spPr>
          <a:xfrm>
            <a:off x="571500" y="1064973"/>
            <a:ext cx="3273552" cy="307777"/>
          </a:xfrm>
          <a:prstGeom prst="rect">
            <a:avLst/>
          </a:prstGeom>
          <a:noFill/>
        </p:spPr>
        <p:txBody>
          <a:bodyPr wrap="square" lIns="0" tIns="0" rIns="0" bIns="0" rtlCol="0">
            <a:spAutoFit/>
          </a:bodyPr>
          <a:lstStyle/>
          <a:p>
            <a:pPr algn="l"/>
            <a:r>
              <a:rPr lang="en-US" sz="2000">
                <a:solidFill>
                  <a:srgbClr val="FFFFFF"/>
                </a:solidFill>
              </a:rPr>
              <a:t>Agent 365</a:t>
            </a:r>
          </a:p>
        </p:txBody>
      </p:sp>
      <p:pic>
        <p:nvPicPr>
          <p:cNvPr id="3" name="Picture 2">
            <a:extLst>
              <a:ext uri="{FF2B5EF4-FFF2-40B4-BE49-F238E27FC236}">
                <a16:creationId xmlns:a16="http://schemas.microsoft.com/office/drawing/2014/main" id="{09687E54-914A-71BF-E098-3E4B0C6B1D0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61544"/>
          </a:xfrm>
          <a:prstGeom prst="rect">
            <a:avLst/>
          </a:prstGeom>
        </p:spPr>
      </p:pic>
      <p:sp>
        <p:nvSpPr>
          <p:cNvPr id="6" name="!! Box">
            <a:extLst>
              <a:ext uri="{FF2B5EF4-FFF2-40B4-BE49-F238E27FC236}">
                <a16:creationId xmlns:a16="http://schemas.microsoft.com/office/drawing/2014/main" id="{057741B9-83A5-6E41-B090-B42422C2DBC2}"/>
              </a:ext>
              <a:ext uri="{C183D7F6-B498-43B3-948B-1728B52AA6E4}">
                <adec:decorative xmlns:adec="http://schemas.microsoft.com/office/drawing/2017/decorative" val="1"/>
              </a:ext>
            </a:extLst>
          </p:cNvPr>
          <p:cNvSpPr/>
          <p:nvPr userDrawn="1"/>
        </p:nvSpPr>
        <p:spPr bwMode="auto">
          <a:xfrm>
            <a:off x="1280625" y="-1563006"/>
            <a:ext cx="1523990" cy="1268694"/>
          </a:xfrm>
          <a:prstGeom prst="roundRect">
            <a:avLst>
              <a:gd name="adj" fmla="val 10307"/>
            </a:avLst>
          </a:prstGeom>
          <a:noFill/>
          <a:ln w="25400" cap="rnd" cmpd="sng" algn="ctr">
            <a:noFill/>
            <a:prstDash val="solid"/>
            <a:headEnd type="none" w="lg" len="sm"/>
            <a:tailEnd type="none" w="lg" len="sm"/>
          </a:ln>
          <a:effectLst/>
        </p:spPr>
        <p:txBody>
          <a:bodyPr rot="0" spcFirstLastPara="0" vertOverflow="overflow" horzOverflow="overflow" vert="horz" wrap="square" lIns="455049" tIns="364040" rIns="455049" bIns="364040" numCol="1" spcCol="0" rtlCol="0" fromWordArt="0" anchor="t" anchorCtr="0" forceAA="0" compatLnSpc="1">
            <a:prstTxWarp prst="textNoShape">
              <a:avLst/>
            </a:prstTxWarp>
            <a:noAutofit/>
          </a:bodyPr>
          <a:lstStyle>
            <a:defPPr>
              <a:defRPr lang="en-US"/>
            </a:defPPr>
            <a:lvl1pPr marL="0" algn="l" defTabSz="3277091" rtl="0" eaLnBrk="1" latinLnBrk="0" hangingPunct="1">
              <a:defRPr sz="6326" kern="1200">
                <a:solidFill>
                  <a:schemeClr val="tx1"/>
                </a:solidFill>
                <a:latin typeface="+mn-lt"/>
                <a:ea typeface="+mn-ea"/>
                <a:cs typeface="+mn-cs"/>
              </a:defRPr>
            </a:lvl1pPr>
            <a:lvl2pPr marL="1638544" algn="l" defTabSz="3277091" rtl="0" eaLnBrk="1" latinLnBrk="0" hangingPunct="1">
              <a:defRPr sz="6326" kern="1200">
                <a:solidFill>
                  <a:schemeClr val="tx1"/>
                </a:solidFill>
                <a:latin typeface="+mn-lt"/>
                <a:ea typeface="+mn-ea"/>
                <a:cs typeface="+mn-cs"/>
              </a:defRPr>
            </a:lvl2pPr>
            <a:lvl3pPr marL="3277091" algn="l" defTabSz="3277091" rtl="0" eaLnBrk="1" latinLnBrk="0" hangingPunct="1">
              <a:defRPr sz="6326" kern="1200">
                <a:solidFill>
                  <a:schemeClr val="tx1"/>
                </a:solidFill>
                <a:latin typeface="+mn-lt"/>
                <a:ea typeface="+mn-ea"/>
                <a:cs typeface="+mn-cs"/>
              </a:defRPr>
            </a:lvl3pPr>
            <a:lvl4pPr marL="4915635" algn="l" defTabSz="3277091" rtl="0" eaLnBrk="1" latinLnBrk="0" hangingPunct="1">
              <a:defRPr sz="6326" kern="1200">
                <a:solidFill>
                  <a:schemeClr val="tx1"/>
                </a:solidFill>
                <a:latin typeface="+mn-lt"/>
                <a:ea typeface="+mn-ea"/>
                <a:cs typeface="+mn-cs"/>
              </a:defRPr>
            </a:lvl4pPr>
            <a:lvl5pPr marL="6554183" algn="l" defTabSz="3277091" rtl="0" eaLnBrk="1" latinLnBrk="0" hangingPunct="1">
              <a:defRPr sz="6326" kern="1200">
                <a:solidFill>
                  <a:schemeClr val="tx1"/>
                </a:solidFill>
                <a:latin typeface="+mn-lt"/>
                <a:ea typeface="+mn-ea"/>
                <a:cs typeface="+mn-cs"/>
              </a:defRPr>
            </a:lvl5pPr>
            <a:lvl6pPr marL="8192730" algn="l" defTabSz="3277091" rtl="0" eaLnBrk="1" latinLnBrk="0" hangingPunct="1">
              <a:defRPr sz="6326" kern="1200">
                <a:solidFill>
                  <a:schemeClr val="tx1"/>
                </a:solidFill>
                <a:latin typeface="+mn-lt"/>
                <a:ea typeface="+mn-ea"/>
                <a:cs typeface="+mn-cs"/>
              </a:defRPr>
            </a:lvl6pPr>
            <a:lvl7pPr marL="9831274" algn="l" defTabSz="3277091" rtl="0" eaLnBrk="1" latinLnBrk="0" hangingPunct="1">
              <a:defRPr sz="6326" kern="1200">
                <a:solidFill>
                  <a:schemeClr val="tx1"/>
                </a:solidFill>
                <a:latin typeface="+mn-lt"/>
                <a:ea typeface="+mn-ea"/>
                <a:cs typeface="+mn-cs"/>
              </a:defRPr>
            </a:lvl7pPr>
            <a:lvl8pPr marL="11469818" algn="l" defTabSz="3277091" rtl="0" eaLnBrk="1" latinLnBrk="0" hangingPunct="1">
              <a:defRPr sz="6326" kern="1200">
                <a:solidFill>
                  <a:schemeClr val="tx1"/>
                </a:solidFill>
                <a:latin typeface="+mn-lt"/>
                <a:ea typeface="+mn-ea"/>
                <a:cs typeface="+mn-cs"/>
              </a:defRPr>
            </a:lvl8pPr>
            <a:lvl9pPr marL="13108369" algn="l" defTabSz="3277091" rtl="0" eaLnBrk="1" latinLnBrk="0" hangingPunct="1">
              <a:defRPr sz="6326" kern="1200">
                <a:solidFill>
                  <a:schemeClr val="tx1"/>
                </a:solidFill>
                <a:latin typeface="+mn-lt"/>
                <a:ea typeface="+mn-ea"/>
                <a:cs typeface="+mn-cs"/>
              </a:defRPr>
            </a:lvl9pPr>
          </a:lstStyle>
          <a:p>
            <a:pPr marL="0" marR="0" lvl="0" indent="0" algn="l" defTabSz="2320245" rtl="0"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gradFill>
                <a:gsLst>
                  <a:gs pos="0">
                    <a:srgbClr val="000000"/>
                  </a:gs>
                  <a:gs pos="99000">
                    <a:srgbClr val="000000"/>
                  </a:gs>
                </a:gsLst>
                <a:path path="circle">
                  <a:fillToRect r="100000" b="100000"/>
                </a:path>
              </a:gradFill>
              <a:effectLst/>
              <a:uLnTx/>
              <a:uFillTx/>
              <a:latin typeface="Segoe UI Variable Display Semibold" pitchFamily="2" charset="0"/>
              <a:ea typeface="+mn-ea"/>
              <a:cs typeface="Segoe UI" pitchFamily="34" charset="0"/>
            </a:endParaRPr>
          </a:p>
        </p:txBody>
      </p:sp>
      <p:sp>
        <p:nvSpPr>
          <p:cNvPr id="8" name="Rounded Rectangle 3">
            <a:extLst>
              <a:ext uri="{FF2B5EF4-FFF2-40B4-BE49-F238E27FC236}">
                <a16:creationId xmlns:a16="http://schemas.microsoft.com/office/drawing/2014/main" id="{A3318C28-B281-577D-EDDD-818D4185EDF4}"/>
              </a:ext>
            </a:extLst>
          </p:cNvPr>
          <p:cNvSpPr/>
          <p:nvPr userDrawn="1"/>
        </p:nvSpPr>
        <p:spPr bwMode="auto">
          <a:xfrm>
            <a:off x="7621273" y="5128178"/>
            <a:ext cx="4421202" cy="1314208"/>
          </a:xfrm>
          <a:prstGeom prst="roundRect">
            <a:avLst>
              <a:gd name="adj" fmla="val 39049"/>
            </a:avLst>
          </a:prstGeom>
          <a:gradFill flip="none" rotWithShape="1">
            <a:gsLst>
              <a:gs pos="100000">
                <a:schemeClr val="accent4">
                  <a:lumMod val="90000"/>
                </a:schemeClr>
              </a:gs>
              <a:gs pos="29400">
                <a:schemeClr val="accent3">
                  <a:lumMod val="40000"/>
                  <a:lumOff val="60000"/>
                </a:schemeClr>
              </a:gs>
              <a:gs pos="0">
                <a:schemeClr val="accent5"/>
              </a:gs>
            </a:gsLst>
            <a:path path="circle">
              <a:fillToRect l="100000" t="100000"/>
            </a:path>
            <a:tileRect r="-100000" b="-100000"/>
          </a:gradFill>
          <a:ln w="76200">
            <a:noFill/>
            <a:headEnd type="none" w="med" len="med"/>
            <a:tailEnd type="none" w="med" len="med"/>
          </a:ln>
          <a:effectLst>
            <a:outerShdw blurRad="375109" dist="101600" dir="5400000" sx="105000" sy="105000" algn="t"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800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1" i="0" u="none" strike="noStrike" kern="1200" cap="none" spc="-150" normalizeH="0" baseline="0" noProof="0">
                <a:ln>
                  <a:noFill/>
                </a:ln>
                <a:solidFill>
                  <a:schemeClr val="tx1"/>
                </a:solidFill>
                <a:effectLst/>
                <a:uLnTx/>
                <a:uFillTx/>
                <a:latin typeface="Segoe Sans Display Semibold" pitchFamily="2" charset="0"/>
                <a:ea typeface="Segoe UI" pitchFamily="34" charset="0"/>
                <a:cs typeface="Segoe Sans Display Semibold" pitchFamily="2" charset="0"/>
              </a:rPr>
              <a:t>Thank you!</a:t>
            </a:r>
            <a:endParaRPr kumimoji="0" lang="en-US" sz="5400" b="1" i="0" u="none" strike="noStrike" kern="1200" cap="none" spc="0" normalizeH="0" baseline="0" noProof="0">
              <a:ln>
                <a:noFill/>
              </a:ln>
              <a:solidFill>
                <a:schemeClr val="tx1"/>
              </a:solidFill>
              <a:effectLst/>
              <a:uLnTx/>
              <a:uFillTx/>
              <a:latin typeface="Segoe Sans Display Semibold" pitchFamily="2" charset="0"/>
              <a:ea typeface="Segoe UI" pitchFamily="34" charset="0"/>
              <a:cs typeface="Segoe Sans Display Semibold" pitchFamily="2" charset="0"/>
            </a:endParaRPr>
          </a:p>
        </p:txBody>
      </p:sp>
      <p:sp>
        <p:nvSpPr>
          <p:cNvPr id="9" name="Rectangle 8">
            <a:extLst>
              <a:ext uri="{FF2B5EF4-FFF2-40B4-BE49-F238E27FC236}">
                <a16:creationId xmlns:a16="http://schemas.microsoft.com/office/drawing/2014/main" id="{680F95E0-BB61-4881-F21A-31DD3575D78C}"/>
              </a:ext>
            </a:extLst>
          </p:cNvPr>
          <p:cNvSpPr/>
          <p:nvPr userDrawn="1"/>
        </p:nvSpPr>
        <p:spPr>
          <a:xfrm>
            <a:off x="12271075" y="5672832"/>
            <a:ext cx="415115" cy="112450"/>
          </a:xfrm>
          <a:prstGeom prst="rect">
            <a:avLst/>
          </a:prstGeom>
          <a:solidFill>
            <a:srgbClr val="12687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39912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9506630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bg2">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5953425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9874291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1558784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44977299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39283310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pic>
        <p:nvPicPr>
          <p:cNvPr id="4" name="Picture 3">
            <a:extLst>
              <a:ext uri="{FF2B5EF4-FFF2-40B4-BE49-F238E27FC236}">
                <a16:creationId xmlns:a16="http://schemas.microsoft.com/office/drawing/2014/main" id="{7E23DEF3-55CD-9793-23E4-712C6621B71E}"/>
              </a:ext>
            </a:extLst>
          </p:cNvPr>
          <p:cNvPicPr>
            <a:picLocks noChangeAspect="1"/>
          </p:cNvPicPr>
          <p:nvPr userDrawn="1"/>
        </p:nvPicPr>
        <p:blipFill>
          <a:blip r:embed="rId2"/>
          <a:srcRect l="29864" t="20975" r="36052" b="18432"/>
          <a:stretch>
            <a:fillRect/>
          </a:stretch>
        </p:blipFill>
        <p:spPr>
          <a:xfrm>
            <a:off x="5333999" y="0"/>
            <a:ext cx="6858001" cy="6858000"/>
          </a:xfrm>
          <a:prstGeom prst="rect">
            <a:avLst/>
          </a:prstGeom>
        </p:spPr>
      </p:pic>
    </p:spTree>
    <p:extLst>
      <p:ext uri="{BB962C8B-B14F-4D97-AF65-F5344CB8AC3E}">
        <p14:creationId xmlns:p14="http://schemas.microsoft.com/office/powerpoint/2010/main" val="41211122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3_Title Slide with replaceable ima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BB602E-4FCD-3E0C-6B56-C0C5470FE7E5}"/>
              </a:ext>
            </a:extLst>
          </p:cNvPr>
          <p:cNvPicPr>
            <a:picLocks noChangeAspect="1"/>
          </p:cNvPicPr>
          <p:nvPr userDrawn="1"/>
        </p:nvPicPr>
        <p:blipFill>
          <a:blip r:embed="rId2">
            <a:alphaModFix/>
          </a:blip>
          <a:srcRect l="24140" t="23350" r="24140" b="24930"/>
          <a:stretch>
            <a:fillRect/>
          </a:stretch>
        </p:blipFill>
        <p:spPr>
          <a:xfrm>
            <a:off x="0" y="0"/>
            <a:ext cx="12192000" cy="6858000"/>
          </a:xfrm>
          <a:prstGeom prst="rect">
            <a:avLst/>
          </a:prstGeom>
        </p:spPr>
      </p:pic>
      <p:sp>
        <p:nvSpPr>
          <p:cNvPr id="7" name="Rectangle: Rounded Corners 6">
            <a:extLst>
              <a:ext uri="{FF2B5EF4-FFF2-40B4-BE49-F238E27FC236}">
                <a16:creationId xmlns:a16="http://schemas.microsoft.com/office/drawing/2014/main" id="{42460BAC-D617-BE33-F77B-EAA6ED8D84E9}"/>
              </a:ext>
            </a:extLst>
          </p:cNvPr>
          <p:cNvSpPr/>
          <p:nvPr userDrawn="1"/>
        </p:nvSpPr>
        <p:spPr bwMode="auto">
          <a:xfrm>
            <a:off x="116114" y="103756"/>
            <a:ext cx="5573486" cy="6633633"/>
          </a:xfrm>
          <a:prstGeom prst="roundRect">
            <a:avLst>
              <a:gd name="adj" fmla="val 3255"/>
            </a:avLst>
          </a:prstGeom>
          <a:gradFill>
            <a:gsLst>
              <a:gs pos="0">
                <a:srgbClr val="FECBE6"/>
              </a:gs>
              <a:gs pos="26000">
                <a:srgbClr val="BABAFF">
                  <a:alpha val="88000"/>
                </a:srgbClr>
              </a:gs>
              <a:gs pos="50000">
                <a:srgbClr val="58AAFE">
                  <a:alpha val="88000"/>
                </a:srgbClr>
              </a:gs>
              <a:gs pos="98165">
                <a:srgbClr val="1B45B3">
                  <a:alpha val="37000"/>
                </a:srgbClr>
              </a:gs>
              <a:gs pos="84000">
                <a:srgbClr val="2764E7">
                  <a:alpha val="55000"/>
                </a:srgbClr>
              </a:gs>
              <a:gs pos="72000">
                <a:srgbClr val="4894FE">
                  <a:alpha val="91000"/>
                </a:srgb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Title 1"/>
          <p:cNvSpPr>
            <a:spLocks noGrp="1"/>
          </p:cNvSpPr>
          <p:nvPr>
            <p:ph type="title" hasCustomPrompt="1"/>
          </p:nvPr>
        </p:nvSpPr>
        <p:spPr>
          <a:xfrm>
            <a:off x="584200" y="2918223"/>
            <a:ext cx="4495800" cy="615553"/>
          </a:xfrm>
          <a:noFill/>
        </p:spPr>
        <p:txBody>
          <a:bodyPr wrap="square" lIns="0" tIns="0" rIns="0" bIns="0" anchor="b" anchorCtr="0">
            <a:spAutoFit/>
          </a:bodyPr>
          <a:lstStyle>
            <a:lvl1pPr>
              <a:defRPr sz="4000" spc="-50" baseline="0">
                <a:solidFill>
                  <a:schemeClr val="tx2"/>
                </a:solidFill>
                <a:latin typeface="+mj-lt"/>
                <a:cs typeface="Segoe Sans Display" pitchFamily="2" charset="0"/>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2"/>
                </a:solidFill>
                <a:latin typeface="+mn-lt"/>
                <a:cs typeface="Segoe Sans Display" pitchFamily="2" charset="0"/>
              </a:defRPr>
            </a:lvl1pPr>
          </a:lstStyle>
          <a:p>
            <a:pPr lvl="0"/>
            <a:r>
              <a:rPr lang="en-US"/>
              <a:t>Speaker name or subtitle text</a:t>
            </a:r>
          </a:p>
        </p:txBody>
      </p:sp>
      <p:sp>
        <p:nvSpPr>
          <p:cNvPr id="6" name="TextBox 5">
            <a:extLst>
              <a:ext uri="{FF2B5EF4-FFF2-40B4-BE49-F238E27FC236}">
                <a16:creationId xmlns:a16="http://schemas.microsoft.com/office/drawing/2014/main" id="{9AD5DAB8-D3DC-9D2E-ADA8-046EF3DF1964}"/>
              </a:ext>
            </a:extLst>
          </p:cNvPr>
          <p:cNvSpPr txBox="1"/>
          <p:nvPr userDrawn="1"/>
        </p:nvSpPr>
        <p:spPr>
          <a:xfrm>
            <a:off x="584200" y="486303"/>
            <a:ext cx="3273552" cy="307777"/>
          </a:xfrm>
          <a:prstGeom prst="rect">
            <a:avLst/>
          </a:prstGeom>
          <a:noFill/>
        </p:spPr>
        <p:txBody>
          <a:bodyPr wrap="square" lIns="0" tIns="0" rIns="0" bIns="0" rtlCol="0">
            <a:spAutoFit/>
          </a:bodyPr>
          <a:lstStyle/>
          <a:p>
            <a:pPr algn="l"/>
            <a:r>
              <a:rPr lang="en-US" sz="2000">
                <a:solidFill>
                  <a:schemeClr val="bg1"/>
                </a:solidFill>
              </a:rPr>
              <a:t>Agent 365</a:t>
            </a:r>
          </a:p>
        </p:txBody>
      </p:sp>
    </p:spTree>
    <p:extLst>
      <p:ext uri="{BB962C8B-B14F-4D97-AF65-F5344CB8AC3E}">
        <p14:creationId xmlns:p14="http://schemas.microsoft.com/office/powerpoint/2010/main" val="14491947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amp; Non-bulleted text">
    <p:bg>
      <p:bgPr>
        <a:gradFill>
          <a:gsLst>
            <a:gs pos="97248">
              <a:schemeClr val="bg2">
                <a:lumMod val="75000"/>
              </a:schemeClr>
            </a:gs>
            <a:gs pos="71000">
              <a:schemeClr val="accent1">
                <a:lumMod val="89000"/>
              </a:schemeClr>
            </a:gs>
            <a:gs pos="16000">
              <a:srgbClr val="001642"/>
            </a:gs>
          </a:gsLst>
          <a:lin ang="1800000" scaled="0"/>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p:txBody>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4" name="Text Placeholder 3"/>
          <p:cNvSpPr>
            <a:spLocks noGrp="1"/>
          </p:cNvSpPr>
          <p:nvPr>
            <p:ph type="body" sz="quarter" idx="10"/>
          </p:nvPr>
        </p:nvSpPr>
        <p:spPr>
          <a:xfrm>
            <a:off x="586390" y="1434370"/>
            <a:ext cx="11018520" cy="1612749"/>
          </a:xfrm>
        </p:spPr>
        <p:txBody>
          <a:bodyPr wrap="square">
            <a:spAutoFit/>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8951931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577300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B8D68C-3D8E-5E53-1142-AF659F272741}"/>
              </a:ext>
            </a:extLst>
          </p:cNvPr>
          <p:cNvPicPr>
            <a:picLocks noChangeAspect="1"/>
          </p:cNvPicPr>
          <p:nvPr userDrawn="1"/>
        </p:nvPicPr>
        <p:blipFill>
          <a:blip r:embed="rId3"/>
          <a:srcRect l="7268" t="12785" r="29138" b="23622"/>
          <a:stretch>
            <a:fillRect/>
          </a:stretch>
        </p:blipFill>
        <p:spPr>
          <a:xfrm>
            <a:off x="-1" y="-1"/>
            <a:ext cx="12192001" cy="6858001"/>
          </a:xfrm>
          <a:prstGeom prst="rect">
            <a:avLst/>
          </a:prstGeom>
        </p:spPr>
      </p:pic>
      <p:sp>
        <p:nvSpPr>
          <p:cNvPr id="9" name="Title 1"/>
          <p:cNvSpPr>
            <a:spLocks noGrp="1"/>
          </p:cNvSpPr>
          <p:nvPr>
            <p:ph type="title" hasCustomPrompt="1"/>
          </p:nvPr>
        </p:nvSpPr>
        <p:spPr>
          <a:xfrm>
            <a:off x="584201" y="1154163"/>
            <a:ext cx="4045857" cy="487313"/>
          </a:xfrm>
          <a:noFill/>
        </p:spPr>
        <p:txBody>
          <a:bodyPr wrap="square" lIns="0" tIns="0" rIns="0" bIns="0" anchor="b" anchorCtr="0">
            <a:spAutoFit/>
          </a:bodyPr>
          <a:lstStyle>
            <a:lvl1pPr>
              <a:lnSpc>
                <a:spcPts val="3800"/>
              </a:lnSpc>
              <a:defRPr sz="4000" spc="-50" baseline="0">
                <a:solidFill>
                  <a:schemeClr val="bg1"/>
                </a:solidFill>
                <a:latin typeface="+mj-lt"/>
                <a:cs typeface="Segoe Sans Display" pitchFamily="2" charset="0"/>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5" name="Text Placeholder 4"/>
          <p:cNvSpPr>
            <a:spLocks noGrp="1"/>
          </p:cNvSpPr>
          <p:nvPr>
            <p:ph type="body" sz="quarter" idx="12" hasCustomPrompt="1"/>
          </p:nvPr>
        </p:nvSpPr>
        <p:spPr>
          <a:xfrm>
            <a:off x="584200" y="1852574"/>
            <a:ext cx="4045857"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Display" pitchFamily="2" charset="0"/>
              </a:defRPr>
            </a:lvl1pPr>
          </a:lstStyle>
          <a:p>
            <a:pPr lvl="0"/>
            <a:r>
              <a:rPr lang="en-US"/>
              <a:t>Speaker name or subtitle text</a:t>
            </a:r>
          </a:p>
        </p:txBody>
      </p:sp>
      <p:sp>
        <p:nvSpPr>
          <p:cNvPr id="4" name="TextBox 3">
            <a:extLst>
              <a:ext uri="{FF2B5EF4-FFF2-40B4-BE49-F238E27FC236}">
                <a16:creationId xmlns:a16="http://schemas.microsoft.com/office/drawing/2014/main" id="{7EAAE3D9-740A-1FF6-16C8-C63C68E2B8EC}"/>
              </a:ext>
            </a:extLst>
          </p:cNvPr>
          <p:cNvSpPr txBox="1"/>
          <p:nvPr userDrawn="1"/>
        </p:nvSpPr>
        <p:spPr>
          <a:xfrm>
            <a:off x="584200" y="518873"/>
            <a:ext cx="3273552" cy="307777"/>
          </a:xfrm>
          <a:prstGeom prst="rect">
            <a:avLst/>
          </a:prstGeom>
          <a:noFill/>
        </p:spPr>
        <p:txBody>
          <a:bodyPr wrap="square" lIns="0" tIns="0" rIns="0" bIns="0" rtlCol="0">
            <a:spAutoFit/>
          </a:bodyPr>
          <a:lstStyle/>
          <a:p>
            <a:pPr algn="l"/>
            <a:r>
              <a:rPr lang="en-US" sz="2000">
                <a:solidFill>
                  <a:schemeClr val="bg1"/>
                </a:solidFill>
              </a:rPr>
              <a:t>Agent 365</a:t>
            </a:r>
          </a:p>
        </p:txBody>
      </p:sp>
      <p:pic>
        <p:nvPicPr>
          <p:cNvPr id="2" name="MS logo white - EMF" descr="Microsoft logo white text version">
            <a:extLst>
              <a:ext uri="{FF2B5EF4-FFF2-40B4-BE49-F238E27FC236}">
                <a16:creationId xmlns:a16="http://schemas.microsoft.com/office/drawing/2014/main" id="{1840CBD0-0BEB-DC8F-CEF1-C001B4538665}"/>
              </a:ext>
            </a:extLst>
          </p:cNvPr>
          <p:cNvPicPr>
            <a:picLocks noChangeAspect="1"/>
          </p:cNvPicPr>
          <p:nvPr userDrawn="1"/>
        </p:nvPicPr>
        <p:blipFill>
          <a:blip r:embed="rId4" cstate="print">
            <a:lum bright="100000"/>
            <a:extLst>
              <a:ext uri="{28A0092B-C50C-407E-A947-70E740481C1C}">
                <a14:useLocalDpi xmlns:a14="http://schemas.microsoft.com/office/drawing/2010/main"/>
              </a:ext>
            </a:extLst>
          </a:blip>
          <a:stretch>
            <a:fillRect/>
          </a:stretch>
        </p:blipFill>
        <p:spPr bwMode="black">
          <a:xfrm>
            <a:off x="584200" y="6086021"/>
            <a:ext cx="933451" cy="199917"/>
          </a:xfrm>
          <a:prstGeom prst="rect">
            <a:avLst/>
          </a:prstGeom>
        </p:spPr>
      </p:pic>
    </p:spTree>
    <p:extLst>
      <p:ext uri="{BB962C8B-B14F-4D97-AF65-F5344CB8AC3E}">
        <p14:creationId xmlns:p14="http://schemas.microsoft.com/office/powerpoint/2010/main" val="17127541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tx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252D4AA-19DA-243F-2A37-88B1765E7DE3}"/>
              </a:ext>
            </a:extLst>
          </p:cNvPr>
          <p:cNvPicPr>
            <a:picLocks noChangeAspect="1"/>
          </p:cNvPicPr>
          <p:nvPr userDrawn="1"/>
        </p:nvPicPr>
        <p:blipFill>
          <a:blip r:embed="rId2"/>
          <a:srcRect l="4915" t="23879" r="32588" b="13623"/>
          <a:stretch>
            <a:fillRect/>
          </a:stretch>
        </p:blipFill>
        <p:spPr>
          <a:xfrm>
            <a:off x="-1" y="-1"/>
            <a:ext cx="12192001" cy="6858001"/>
          </a:xfrm>
          <a:prstGeom prst="rect">
            <a:avLst/>
          </a:prstGeom>
        </p:spPr>
      </p:pic>
      <p:sp>
        <p:nvSpPr>
          <p:cNvPr id="9" name="Title 1"/>
          <p:cNvSpPr>
            <a:spLocks noGrp="1"/>
          </p:cNvSpPr>
          <p:nvPr>
            <p:ph type="title" hasCustomPrompt="1"/>
          </p:nvPr>
        </p:nvSpPr>
        <p:spPr>
          <a:xfrm>
            <a:off x="571500" y="5094628"/>
            <a:ext cx="3405414" cy="615553"/>
          </a:xfrm>
          <a:noFill/>
        </p:spPr>
        <p:txBody>
          <a:bodyPr wrap="square" lIns="0" tIns="0" rIns="0" bIns="0" anchor="b" anchorCtr="0">
            <a:spAutoFit/>
          </a:bodyPr>
          <a:lstStyle>
            <a:lvl1pPr>
              <a:defRPr sz="4000" spc="-50" baseline="0">
                <a:solidFill>
                  <a:srgbClr val="FFFFFF"/>
                </a:solidFill>
                <a:latin typeface="+mj-lt"/>
                <a:cs typeface="Segoe Sans Display" pitchFamily="2" charset="0"/>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5" name="Text Placeholder 4"/>
          <p:cNvSpPr>
            <a:spLocks noGrp="1"/>
          </p:cNvSpPr>
          <p:nvPr>
            <p:ph type="body" sz="quarter" idx="12" hasCustomPrompt="1"/>
          </p:nvPr>
        </p:nvSpPr>
        <p:spPr>
          <a:xfrm>
            <a:off x="571501" y="5835017"/>
            <a:ext cx="1402930" cy="492443"/>
          </a:xfrm>
          <a:noFill/>
        </p:spPr>
        <p:txBody>
          <a:bodyPr wrap="square" lIns="0" tIns="0" rIns="0" bIns="0">
            <a:spAutoFit/>
          </a:bodyPr>
          <a:lstStyle>
            <a:lvl1pPr marL="0" indent="0">
              <a:spcBef>
                <a:spcPts val="0"/>
              </a:spcBef>
              <a:buNone/>
              <a:defRPr sz="1600" spc="0" baseline="0">
                <a:solidFill>
                  <a:srgbClr val="FFFFFF"/>
                </a:solidFill>
                <a:latin typeface="+mn-lt"/>
                <a:cs typeface="Segoe Sans Display" pitchFamily="2" charset="0"/>
              </a:defRPr>
            </a:lvl1pPr>
          </a:lstStyle>
          <a:p>
            <a:pPr lvl="0"/>
            <a:r>
              <a:rPr lang="en-US"/>
              <a:t>Speaker name or subtitle text</a:t>
            </a:r>
          </a:p>
        </p:txBody>
      </p:sp>
      <p:sp>
        <p:nvSpPr>
          <p:cNvPr id="4" name="TextBox 3">
            <a:extLst>
              <a:ext uri="{FF2B5EF4-FFF2-40B4-BE49-F238E27FC236}">
                <a16:creationId xmlns:a16="http://schemas.microsoft.com/office/drawing/2014/main" id="{9AC917CB-0B4D-F51B-F63A-7A5124A9A0F1}"/>
              </a:ext>
            </a:extLst>
          </p:cNvPr>
          <p:cNvSpPr txBox="1"/>
          <p:nvPr userDrawn="1"/>
        </p:nvSpPr>
        <p:spPr>
          <a:xfrm>
            <a:off x="571500" y="3121222"/>
            <a:ext cx="3273552" cy="307777"/>
          </a:xfrm>
          <a:prstGeom prst="rect">
            <a:avLst/>
          </a:prstGeom>
          <a:noFill/>
        </p:spPr>
        <p:txBody>
          <a:bodyPr wrap="square" lIns="0" tIns="0" rIns="0" bIns="0" rtlCol="0">
            <a:spAutoFit/>
          </a:bodyPr>
          <a:lstStyle/>
          <a:p>
            <a:pPr algn="l"/>
            <a:r>
              <a:rPr lang="en-US" sz="2000">
                <a:solidFill>
                  <a:srgbClr val="FFFFFF"/>
                </a:solidFill>
              </a:rPr>
              <a:t>Agent 365</a:t>
            </a:r>
          </a:p>
        </p:txBody>
      </p:sp>
      <p:pic>
        <p:nvPicPr>
          <p:cNvPr id="11" name="Picture 10">
            <a:extLst>
              <a:ext uri="{FF2B5EF4-FFF2-40B4-BE49-F238E27FC236}">
                <a16:creationId xmlns:a16="http://schemas.microsoft.com/office/drawing/2014/main" id="{E4369DED-C10F-672A-B940-B2BF06491EB3}"/>
              </a:ext>
            </a:extLst>
          </p:cNvPr>
          <p:cNvPicPr>
            <a:picLocks noChangeAspect="1"/>
          </p:cNvPicPr>
          <p:nvPr userDrawn="1"/>
        </p:nvPicPr>
        <p:blipFill>
          <a:blip r:embed="rId3"/>
          <a:stretch>
            <a:fillRect/>
          </a:stretch>
        </p:blipFill>
        <p:spPr>
          <a:xfrm>
            <a:off x="-609685" y="0"/>
            <a:ext cx="609685" cy="1676634"/>
          </a:xfrm>
          <a:prstGeom prst="rect">
            <a:avLst/>
          </a:prstGeom>
        </p:spPr>
      </p:pic>
      <p:pic>
        <p:nvPicPr>
          <p:cNvPr id="2" name="MS logo white - EMF" descr="Microsoft logo white text version">
            <a:extLst>
              <a:ext uri="{FF2B5EF4-FFF2-40B4-BE49-F238E27FC236}">
                <a16:creationId xmlns:a16="http://schemas.microsoft.com/office/drawing/2014/main" id="{0D4BAB47-034B-4242-14E1-A133DA9DC6B7}"/>
              </a:ext>
            </a:extLst>
          </p:cNvPr>
          <p:cNvPicPr>
            <a:picLocks noChangeAspect="1"/>
          </p:cNvPicPr>
          <p:nvPr userDrawn="1"/>
        </p:nvPicPr>
        <p:blipFill>
          <a:blip r:embed="rId4" cstate="print">
            <a:lum bright="100000"/>
            <a:extLst>
              <a:ext uri="{28A0092B-C50C-407E-A947-70E740481C1C}">
                <a14:useLocalDpi xmlns:a14="http://schemas.microsoft.com/office/drawing/2010/main"/>
              </a:ext>
            </a:extLst>
          </a:blip>
          <a:stretch>
            <a:fillRect/>
          </a:stretch>
        </p:blipFill>
        <p:spPr bwMode="black">
          <a:xfrm>
            <a:off x="571500" y="268205"/>
            <a:ext cx="933451" cy="199917"/>
          </a:xfrm>
          <a:prstGeom prst="rect">
            <a:avLst/>
          </a:prstGeom>
        </p:spPr>
      </p:pic>
    </p:spTree>
    <p:extLst>
      <p:ext uri="{BB962C8B-B14F-4D97-AF65-F5344CB8AC3E}">
        <p14:creationId xmlns:p14="http://schemas.microsoft.com/office/powerpoint/2010/main" val="30646586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BB602E-4FCD-3E0C-6B56-C0C5470FE7E5}"/>
              </a:ext>
            </a:extLst>
          </p:cNvPr>
          <p:cNvPicPr>
            <a:picLocks noChangeAspect="1"/>
          </p:cNvPicPr>
          <p:nvPr userDrawn="1"/>
        </p:nvPicPr>
        <p:blipFill>
          <a:blip r:embed="rId2">
            <a:alphaModFix/>
          </a:blip>
          <a:srcRect l="24140" t="23350" r="24140" b="24930"/>
          <a:stretch>
            <a:fillRect/>
          </a:stretch>
        </p:blipFill>
        <p:spPr>
          <a:xfrm>
            <a:off x="0" y="0"/>
            <a:ext cx="12192000" cy="6858000"/>
          </a:xfrm>
          <a:prstGeom prst="rect">
            <a:avLst/>
          </a:prstGeom>
        </p:spPr>
      </p:pic>
      <p:sp>
        <p:nvSpPr>
          <p:cNvPr id="7" name="Rectangle: Rounded Corners 6">
            <a:extLst>
              <a:ext uri="{FF2B5EF4-FFF2-40B4-BE49-F238E27FC236}">
                <a16:creationId xmlns:a16="http://schemas.microsoft.com/office/drawing/2014/main" id="{42460BAC-D617-BE33-F77B-EAA6ED8D84E9}"/>
              </a:ext>
            </a:extLst>
          </p:cNvPr>
          <p:cNvSpPr/>
          <p:nvPr userDrawn="1"/>
        </p:nvSpPr>
        <p:spPr bwMode="auto">
          <a:xfrm>
            <a:off x="116114" y="103756"/>
            <a:ext cx="5573486" cy="6633633"/>
          </a:xfrm>
          <a:prstGeom prst="roundRect">
            <a:avLst>
              <a:gd name="adj" fmla="val 3255"/>
            </a:avLst>
          </a:prstGeom>
          <a:gradFill>
            <a:gsLst>
              <a:gs pos="0">
                <a:srgbClr val="FECBE6"/>
              </a:gs>
              <a:gs pos="26000">
                <a:srgbClr val="BABAFF">
                  <a:alpha val="88000"/>
                </a:srgbClr>
              </a:gs>
              <a:gs pos="50000">
                <a:srgbClr val="58AAFE">
                  <a:alpha val="88000"/>
                </a:srgbClr>
              </a:gs>
              <a:gs pos="98165">
                <a:srgbClr val="1B45B3">
                  <a:alpha val="37000"/>
                </a:srgbClr>
              </a:gs>
              <a:gs pos="84000">
                <a:srgbClr val="2764E7">
                  <a:alpha val="55000"/>
                </a:srgbClr>
              </a:gs>
              <a:gs pos="72000">
                <a:srgbClr val="4894FE">
                  <a:alpha val="91000"/>
                </a:srgb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Title 1"/>
          <p:cNvSpPr>
            <a:spLocks noGrp="1"/>
          </p:cNvSpPr>
          <p:nvPr>
            <p:ph type="title" hasCustomPrompt="1"/>
          </p:nvPr>
        </p:nvSpPr>
        <p:spPr>
          <a:xfrm>
            <a:off x="584200" y="2918223"/>
            <a:ext cx="4495800" cy="615553"/>
          </a:xfrm>
          <a:noFill/>
        </p:spPr>
        <p:txBody>
          <a:bodyPr wrap="square" lIns="0" tIns="0" rIns="0" bIns="0" anchor="b" anchorCtr="0">
            <a:spAutoFit/>
          </a:bodyPr>
          <a:lstStyle>
            <a:lvl1pPr>
              <a:defRPr sz="4000" spc="-50" baseline="0">
                <a:solidFill>
                  <a:schemeClr val="tx2"/>
                </a:solidFill>
                <a:latin typeface="+mj-lt"/>
                <a:cs typeface="Segoe Sans Display" pitchFamily="2" charset="0"/>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2"/>
                </a:solidFill>
                <a:latin typeface="+mn-lt"/>
                <a:cs typeface="Segoe Sans Display" pitchFamily="2" charset="0"/>
              </a:defRPr>
            </a:lvl1pPr>
          </a:lstStyle>
          <a:p>
            <a:pPr lvl="0"/>
            <a:r>
              <a:rPr lang="en-US"/>
              <a:t>Speaker name or subtitle text</a:t>
            </a:r>
          </a:p>
        </p:txBody>
      </p:sp>
      <p:sp>
        <p:nvSpPr>
          <p:cNvPr id="6" name="TextBox 5">
            <a:extLst>
              <a:ext uri="{FF2B5EF4-FFF2-40B4-BE49-F238E27FC236}">
                <a16:creationId xmlns:a16="http://schemas.microsoft.com/office/drawing/2014/main" id="{9AD5DAB8-D3DC-9D2E-ADA8-046EF3DF1964}"/>
              </a:ext>
            </a:extLst>
          </p:cNvPr>
          <p:cNvSpPr txBox="1"/>
          <p:nvPr userDrawn="1"/>
        </p:nvSpPr>
        <p:spPr>
          <a:xfrm>
            <a:off x="584200" y="486303"/>
            <a:ext cx="3273552" cy="307777"/>
          </a:xfrm>
          <a:prstGeom prst="rect">
            <a:avLst/>
          </a:prstGeom>
          <a:noFill/>
        </p:spPr>
        <p:txBody>
          <a:bodyPr wrap="square" lIns="0" tIns="0" rIns="0" bIns="0" rtlCol="0">
            <a:spAutoFit/>
          </a:bodyPr>
          <a:lstStyle/>
          <a:p>
            <a:pPr algn="l"/>
            <a:r>
              <a:rPr lang="en-US" sz="2000">
                <a:solidFill>
                  <a:schemeClr val="bg1"/>
                </a:solidFill>
              </a:rPr>
              <a:t>Agent 365</a:t>
            </a:r>
          </a:p>
        </p:txBody>
      </p:sp>
    </p:spTree>
    <p:extLst>
      <p:ext uri="{BB962C8B-B14F-4D97-AF65-F5344CB8AC3E}">
        <p14:creationId xmlns:p14="http://schemas.microsoft.com/office/powerpoint/2010/main" val="7956576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54596-C98F-B9B0-C809-6AE87209CEE7}"/>
              </a:ext>
            </a:extLst>
          </p:cNvPr>
          <p:cNvPicPr>
            <a:picLocks noChangeAspect="1"/>
          </p:cNvPicPr>
          <p:nvPr userDrawn="1"/>
        </p:nvPicPr>
        <p:blipFill>
          <a:blip r:embed="rId2"/>
          <a:srcRect t="13391" r="26885" b="13532"/>
          <a:stretch>
            <a:fillRect/>
          </a:stretch>
        </p:blipFill>
        <p:spPr>
          <a:xfrm>
            <a:off x="-1" y="0"/>
            <a:ext cx="12192001" cy="6858000"/>
          </a:xfrm>
          <a:prstGeom prst="rect">
            <a:avLst/>
          </a:prstGeom>
        </p:spPr>
      </p:pic>
      <p:sp>
        <p:nvSpPr>
          <p:cNvPr id="14" name="Rectangle: Rounded Corners 13">
            <a:extLst>
              <a:ext uri="{FF2B5EF4-FFF2-40B4-BE49-F238E27FC236}">
                <a16:creationId xmlns:a16="http://schemas.microsoft.com/office/drawing/2014/main" id="{427934E1-C028-93AC-2F50-0A8087092388}"/>
              </a:ext>
            </a:extLst>
          </p:cNvPr>
          <p:cNvSpPr/>
          <p:nvPr userDrawn="1"/>
        </p:nvSpPr>
        <p:spPr bwMode="auto">
          <a:xfrm>
            <a:off x="116114" y="103756"/>
            <a:ext cx="5573486" cy="6633633"/>
          </a:xfrm>
          <a:prstGeom prst="roundRect">
            <a:avLst>
              <a:gd name="adj" fmla="val 3255"/>
            </a:avLst>
          </a:prstGeom>
          <a:gradFill>
            <a:gsLst>
              <a:gs pos="0">
                <a:srgbClr val="FECBE6">
                  <a:alpha val="39000"/>
                </a:srgbClr>
              </a:gs>
              <a:gs pos="33000">
                <a:srgbClr val="BABAFF">
                  <a:alpha val="52000"/>
                </a:srgbClr>
              </a:gs>
              <a:gs pos="66000">
                <a:schemeClr val="accent6">
                  <a:lumMod val="25000"/>
                  <a:lumOff val="75000"/>
                  <a:alpha val="25000"/>
                </a:schemeClr>
              </a:gs>
              <a:gs pos="98165">
                <a:schemeClr val="bg1">
                  <a:alpha val="49000"/>
                </a:schemeClr>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Text Placeholder 4">
            <a:extLst>
              <a:ext uri="{FF2B5EF4-FFF2-40B4-BE49-F238E27FC236}">
                <a16:creationId xmlns:a16="http://schemas.microsoft.com/office/drawing/2014/main" id="{34CD61E5-47B1-1B51-9A44-1BE7F7B05641}"/>
              </a:ext>
            </a:extLst>
          </p:cNvPr>
          <p:cNvSpPr>
            <a:spLocks noGrp="1"/>
          </p:cNvSpPr>
          <p:nvPr>
            <p:ph type="body" sz="quarter" idx="13" hasCustomPrompt="1"/>
          </p:nvPr>
        </p:nvSpPr>
        <p:spPr>
          <a:xfrm>
            <a:off x="446315" y="283028"/>
            <a:ext cx="4963885" cy="400110"/>
          </a:xfrm>
          <a:noFill/>
        </p:spPr>
        <p:txBody>
          <a:bodyPr wrap="square" lIns="0" tIns="0" rIns="0" bIns="0">
            <a:spAutoFit/>
          </a:bodyPr>
          <a:lstStyle>
            <a:lvl1pPr marL="0" indent="0">
              <a:spcBef>
                <a:spcPts val="0"/>
              </a:spcBef>
              <a:buNone/>
              <a:defRPr sz="2600" b="1" spc="0" baseline="0">
                <a:solidFill>
                  <a:schemeClr val="tx2"/>
                </a:solidFill>
                <a:latin typeface="+mn-lt"/>
                <a:cs typeface="Segoe Sans Display" pitchFamily="2" charset="0"/>
              </a:defRPr>
            </a:lvl1pPr>
          </a:lstStyle>
          <a:p>
            <a:pPr lvl="0"/>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Agenda</a:t>
            </a:r>
            <a:endParaRPr lang="en-US"/>
          </a:p>
        </p:txBody>
      </p:sp>
      <p:pic>
        <p:nvPicPr>
          <p:cNvPr id="10" name="Picture 9">
            <a:extLst>
              <a:ext uri="{FF2B5EF4-FFF2-40B4-BE49-F238E27FC236}">
                <a16:creationId xmlns:a16="http://schemas.microsoft.com/office/drawing/2014/main" id="{F2AF7DE4-0CDB-A926-8AE7-A4F149BB9A7B}"/>
              </a:ext>
            </a:extLst>
          </p:cNvPr>
          <p:cNvPicPr>
            <a:picLocks noChangeAspect="1"/>
          </p:cNvPicPr>
          <p:nvPr userDrawn="1"/>
        </p:nvPicPr>
        <p:blipFill>
          <a:blip r:embed="rId3"/>
          <a:stretch>
            <a:fillRect/>
          </a:stretch>
        </p:blipFill>
        <p:spPr>
          <a:xfrm>
            <a:off x="-2209800" y="1358955"/>
            <a:ext cx="609685" cy="1676634"/>
          </a:xfrm>
          <a:prstGeom prst="rect">
            <a:avLst/>
          </a:prstGeom>
        </p:spPr>
      </p:pic>
      <p:sp>
        <p:nvSpPr>
          <p:cNvPr id="11" name="Title 1">
            <a:extLst>
              <a:ext uri="{FF2B5EF4-FFF2-40B4-BE49-F238E27FC236}">
                <a16:creationId xmlns:a16="http://schemas.microsoft.com/office/drawing/2014/main" id="{CD66D021-5D82-84DF-DEB9-0288EB483318}"/>
              </a:ext>
            </a:extLst>
          </p:cNvPr>
          <p:cNvSpPr txBox="1">
            <a:spLocks/>
          </p:cNvSpPr>
          <p:nvPr userDrawn="1"/>
        </p:nvSpPr>
        <p:spPr>
          <a:xfrm>
            <a:off x="467180" y="979039"/>
            <a:ext cx="525235" cy="40011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2600" b="0" kern="1200" cap="none" spc="-50" baseline="0">
                <a:ln w="3175">
                  <a:noFill/>
                </a:ln>
                <a:solidFill>
                  <a:schemeClr val="tx2"/>
                </a:solidFill>
                <a:effectLst/>
                <a:latin typeface="+mj-lt"/>
                <a:ea typeface="+mn-ea"/>
                <a:cs typeface="Segoe Sans Display" pitchFamily="2" charset="0"/>
              </a:defRPr>
            </a:lvl1pPr>
          </a:lstStyle>
          <a:p>
            <a:r>
              <a:rPr lang="en-US">
                <a:solidFill>
                  <a:schemeClr val="accent1"/>
                </a:solidFill>
              </a:rPr>
              <a:t>1</a:t>
            </a:r>
          </a:p>
        </p:txBody>
      </p:sp>
      <p:sp>
        <p:nvSpPr>
          <p:cNvPr id="13" name="Text Placeholder 4">
            <a:extLst>
              <a:ext uri="{FF2B5EF4-FFF2-40B4-BE49-F238E27FC236}">
                <a16:creationId xmlns:a16="http://schemas.microsoft.com/office/drawing/2014/main" id="{F3C575F9-105B-CB90-4F6A-DEFAC92B65F9}"/>
              </a:ext>
            </a:extLst>
          </p:cNvPr>
          <p:cNvSpPr>
            <a:spLocks noGrp="1"/>
          </p:cNvSpPr>
          <p:nvPr>
            <p:ph type="body" sz="quarter" idx="14" hasCustomPrompt="1"/>
          </p:nvPr>
        </p:nvSpPr>
        <p:spPr>
          <a:xfrm>
            <a:off x="846754" y="1055471"/>
            <a:ext cx="4087585" cy="276999"/>
          </a:xfrm>
          <a:noFill/>
        </p:spPr>
        <p:txBody>
          <a:bodyPr wrap="square" lIns="0" tIns="0" rIns="0" bIns="0">
            <a:spAutoFit/>
          </a:bodyPr>
          <a:lstStyle>
            <a:lvl1pPr marL="0" indent="0">
              <a:spcBef>
                <a:spcPts val="0"/>
              </a:spcBef>
              <a:buNone/>
              <a:defRPr sz="1800" spc="0" baseline="0">
                <a:solidFill>
                  <a:schemeClr val="accent1"/>
                </a:solidFill>
                <a:latin typeface="+mn-lt"/>
                <a:cs typeface="Segoe Sans Display" pitchFamily="2" charset="0"/>
              </a:defRPr>
            </a:lvl1pPr>
          </a:lstStyle>
          <a:p>
            <a:pPr lvl="0"/>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sp>
        <p:nvSpPr>
          <p:cNvPr id="15" name="Title 1">
            <a:extLst>
              <a:ext uri="{FF2B5EF4-FFF2-40B4-BE49-F238E27FC236}">
                <a16:creationId xmlns:a16="http://schemas.microsoft.com/office/drawing/2014/main" id="{4B441AAE-1A52-EE29-03A8-16C1AA4908B0}"/>
              </a:ext>
            </a:extLst>
          </p:cNvPr>
          <p:cNvSpPr txBox="1">
            <a:spLocks/>
          </p:cNvSpPr>
          <p:nvPr userDrawn="1"/>
        </p:nvSpPr>
        <p:spPr>
          <a:xfrm>
            <a:off x="446315" y="1669361"/>
            <a:ext cx="525235" cy="40011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2600" b="0" kern="1200" cap="none" spc="-50" baseline="0">
                <a:ln w="3175">
                  <a:noFill/>
                </a:ln>
                <a:solidFill>
                  <a:schemeClr val="tx2"/>
                </a:solidFill>
                <a:effectLst/>
                <a:latin typeface="+mj-lt"/>
                <a:ea typeface="+mn-ea"/>
                <a:cs typeface="Segoe Sans Display" pitchFamily="2" charset="0"/>
              </a:defRPr>
            </a:lvl1pPr>
          </a:lstStyle>
          <a:p>
            <a:r>
              <a:rPr lang="en-US">
                <a:solidFill>
                  <a:schemeClr val="accent1"/>
                </a:solidFill>
              </a:rPr>
              <a:t>2</a:t>
            </a:r>
          </a:p>
        </p:txBody>
      </p:sp>
      <p:sp>
        <p:nvSpPr>
          <p:cNvPr id="16" name="Text Placeholder 4">
            <a:extLst>
              <a:ext uri="{FF2B5EF4-FFF2-40B4-BE49-F238E27FC236}">
                <a16:creationId xmlns:a16="http://schemas.microsoft.com/office/drawing/2014/main" id="{01181A93-2A06-FA65-3575-7D6F3C26601E}"/>
              </a:ext>
            </a:extLst>
          </p:cNvPr>
          <p:cNvSpPr>
            <a:spLocks noGrp="1"/>
          </p:cNvSpPr>
          <p:nvPr>
            <p:ph type="body" sz="quarter" idx="15" hasCustomPrompt="1"/>
          </p:nvPr>
        </p:nvSpPr>
        <p:spPr>
          <a:xfrm>
            <a:off x="825889" y="1745793"/>
            <a:ext cx="4087585" cy="276999"/>
          </a:xfrm>
          <a:noFill/>
        </p:spPr>
        <p:txBody>
          <a:bodyPr wrap="square" lIns="0" tIns="0" rIns="0" bIns="0">
            <a:spAutoFit/>
          </a:bodyPr>
          <a:lstStyle>
            <a:lvl1pPr marL="0" indent="0">
              <a:spcBef>
                <a:spcPts val="0"/>
              </a:spcBef>
              <a:buNone/>
              <a:defRPr sz="1800" spc="0" baseline="0">
                <a:solidFill>
                  <a:schemeClr val="accent1"/>
                </a:solidFill>
                <a:latin typeface="+mn-lt"/>
                <a:cs typeface="Segoe Sans Display" pitchFamily="2" charset="0"/>
              </a:defRPr>
            </a:lvl1pPr>
          </a:lstStyle>
          <a:p>
            <a:pPr lvl="0"/>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sp>
        <p:nvSpPr>
          <p:cNvPr id="17" name="Title 1">
            <a:extLst>
              <a:ext uri="{FF2B5EF4-FFF2-40B4-BE49-F238E27FC236}">
                <a16:creationId xmlns:a16="http://schemas.microsoft.com/office/drawing/2014/main" id="{852C7AED-8279-5187-C91C-07D7E0905B33}"/>
              </a:ext>
            </a:extLst>
          </p:cNvPr>
          <p:cNvSpPr txBox="1">
            <a:spLocks/>
          </p:cNvSpPr>
          <p:nvPr userDrawn="1"/>
        </p:nvSpPr>
        <p:spPr>
          <a:xfrm>
            <a:off x="446315" y="2365372"/>
            <a:ext cx="525235" cy="400110"/>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2600" b="0" kern="1200" cap="none" spc="-50" baseline="0">
                <a:ln w="3175">
                  <a:noFill/>
                </a:ln>
                <a:solidFill>
                  <a:schemeClr val="tx2"/>
                </a:solidFill>
                <a:effectLst/>
                <a:latin typeface="+mj-lt"/>
                <a:ea typeface="+mn-ea"/>
                <a:cs typeface="Segoe Sans Display" pitchFamily="2" charset="0"/>
              </a:defRPr>
            </a:lvl1pPr>
          </a:lstStyle>
          <a:p>
            <a:r>
              <a:rPr lang="en-US">
                <a:solidFill>
                  <a:schemeClr val="accent1"/>
                </a:solidFill>
              </a:rPr>
              <a:t>3</a:t>
            </a:r>
          </a:p>
        </p:txBody>
      </p:sp>
      <p:sp>
        <p:nvSpPr>
          <p:cNvPr id="18" name="Text Placeholder 4">
            <a:extLst>
              <a:ext uri="{FF2B5EF4-FFF2-40B4-BE49-F238E27FC236}">
                <a16:creationId xmlns:a16="http://schemas.microsoft.com/office/drawing/2014/main" id="{2F555836-E37E-06C4-D5AC-4C2C9D973796}"/>
              </a:ext>
            </a:extLst>
          </p:cNvPr>
          <p:cNvSpPr>
            <a:spLocks noGrp="1"/>
          </p:cNvSpPr>
          <p:nvPr>
            <p:ph type="body" sz="quarter" idx="16" hasCustomPrompt="1"/>
          </p:nvPr>
        </p:nvSpPr>
        <p:spPr>
          <a:xfrm>
            <a:off x="825889" y="2441804"/>
            <a:ext cx="4087585" cy="276999"/>
          </a:xfrm>
          <a:noFill/>
        </p:spPr>
        <p:txBody>
          <a:bodyPr wrap="square" lIns="0" tIns="0" rIns="0" bIns="0">
            <a:spAutoFit/>
          </a:bodyPr>
          <a:lstStyle>
            <a:lvl1pPr marL="0" indent="0">
              <a:spcBef>
                <a:spcPts val="0"/>
              </a:spcBef>
              <a:buNone/>
              <a:defRPr sz="1800" spc="0" baseline="0">
                <a:solidFill>
                  <a:schemeClr val="accent1"/>
                </a:solidFill>
                <a:latin typeface="+mn-lt"/>
                <a:cs typeface="Segoe Sans Display" pitchFamily="2" charset="0"/>
              </a:defRPr>
            </a:lvl1pPr>
          </a:lstStyle>
          <a:p>
            <a:pPr lvl="0"/>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spTree>
    <p:extLst>
      <p:ext uri="{BB962C8B-B14F-4D97-AF65-F5344CB8AC3E}">
        <p14:creationId xmlns:p14="http://schemas.microsoft.com/office/powerpoint/2010/main" val="17524018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B26E97-1FD8-FD31-A900-8ED1803CD893}"/>
              </a:ext>
            </a:extLst>
          </p:cNvPr>
          <p:cNvPicPr>
            <a:picLocks noChangeAspect="1"/>
          </p:cNvPicPr>
          <p:nvPr userDrawn="1"/>
        </p:nvPicPr>
        <p:blipFill>
          <a:blip r:embed="rId2">
            <a:extLst>
              <a:ext uri="{28A0092B-C50C-407E-A947-70E740481C1C}">
                <a14:useLocalDpi xmlns:a14="http://schemas.microsoft.com/office/drawing/2010/main" val="0"/>
              </a:ext>
            </a:extLst>
          </a:blip>
          <a:srcRect l="25066" b="25765"/>
          <a:stretch>
            <a:fillRect/>
          </a:stretch>
        </p:blipFill>
        <p:spPr>
          <a:xfrm>
            <a:off x="-108564" y="0"/>
            <a:ext cx="12300564" cy="6858000"/>
          </a:xfrm>
          <a:prstGeom prst="rect">
            <a:avLst/>
          </a:prstGeom>
        </p:spPr>
      </p:pic>
      <p:sp>
        <p:nvSpPr>
          <p:cNvPr id="4" name="Text Placeholder 2">
            <a:extLst>
              <a:ext uri="{FF2B5EF4-FFF2-40B4-BE49-F238E27FC236}">
                <a16:creationId xmlns:a16="http://schemas.microsoft.com/office/drawing/2014/main" id="{7F3A6E81-AAE0-2EB0-0B2D-FE9FAE7C2859}"/>
              </a:ext>
            </a:extLst>
          </p:cNvPr>
          <p:cNvSpPr>
            <a:spLocks noGrp="1"/>
          </p:cNvSpPr>
          <p:nvPr>
            <p:ph type="body" sz="quarter" idx="10" hasCustomPrompt="1"/>
          </p:nvPr>
        </p:nvSpPr>
        <p:spPr>
          <a:xfrm>
            <a:off x="6682740" y="1816251"/>
            <a:ext cx="5687060" cy="430887"/>
          </a:xfrm>
        </p:spPr>
        <p:txBody>
          <a:bodyPr/>
          <a:lstStyle>
            <a:lvl1pPr>
              <a:buNone/>
              <a:defRPr/>
            </a:lvl1pPr>
          </a:lstStyle>
          <a:p>
            <a:r>
              <a:rPr lang="en-US">
                <a:solidFill>
                  <a:schemeClr val="accent4">
                    <a:lumMod val="75000"/>
                  </a:schemeClr>
                </a:solidFill>
              </a:rPr>
              <a:t>For teams of people and agents </a:t>
            </a:r>
          </a:p>
        </p:txBody>
      </p:sp>
      <p:sp>
        <p:nvSpPr>
          <p:cNvPr id="5" name="TextBox 4">
            <a:extLst>
              <a:ext uri="{FF2B5EF4-FFF2-40B4-BE49-F238E27FC236}">
                <a16:creationId xmlns:a16="http://schemas.microsoft.com/office/drawing/2014/main" id="{439F307B-C97D-A4F4-0C53-C13C38B478FC}"/>
              </a:ext>
            </a:extLst>
          </p:cNvPr>
          <p:cNvSpPr txBox="1"/>
          <p:nvPr userDrawn="1"/>
        </p:nvSpPr>
        <p:spPr>
          <a:xfrm>
            <a:off x="9559858" y="3406927"/>
            <a:ext cx="1950724" cy="561692"/>
          </a:xfrm>
          <a:prstGeom prst="rect">
            <a:avLst/>
          </a:prstGeom>
          <a:noFill/>
        </p:spPr>
        <p:txBody>
          <a:bodyPr wrap="square">
            <a:spAutoFit/>
          </a:bodyPr>
          <a:lstStyle>
            <a:defPPr>
              <a:defRPr lang="en-US"/>
            </a:defPPr>
            <a:lvl1pPr algn="ctr" defTabSz="904701" fontAlgn="base">
              <a:spcBef>
                <a:spcPts val="315"/>
              </a:spcBef>
              <a:spcAft>
                <a:spcPct val="0"/>
              </a:spcAft>
              <a:tabLst>
                <a:tab pos="1486807" algn="l"/>
              </a:tabLst>
              <a:defRPr sz="3200" b="1">
                <a:ln w="3175">
                  <a:noFill/>
                </a:ln>
                <a:gradFill flip="none" rotWithShape="1">
                  <a:gsLst>
                    <a:gs pos="20183">
                      <a:srgbClr val="FFFFFF"/>
                    </a:gs>
                    <a:gs pos="42000">
                      <a:srgbClr val="FFFFFF"/>
                    </a:gs>
                  </a:gsLst>
                  <a:lin ang="2700000" scaled="0"/>
                  <a:tileRect/>
                </a:gradFill>
                <a:latin typeface="Segoe UI Variable Display Semibold" pitchFamily="2" charset="0"/>
                <a:cs typeface="Segoe Sans Display Semibold" pitchFamily="2" charset="0"/>
              </a:defRPr>
            </a:lvl1pPr>
          </a:lstStyle>
          <a:p>
            <a:pPr marL="0" marR="0" lvl="0" indent="0" algn="ctr" defTabSz="904701" rtl="0" eaLnBrk="1" fontAlgn="base" latinLnBrk="0" hangingPunct="1">
              <a:lnSpc>
                <a:spcPct val="100000"/>
              </a:lnSpc>
              <a:spcBef>
                <a:spcPts val="315"/>
              </a:spcBef>
              <a:spcAft>
                <a:spcPct val="0"/>
              </a:spcAft>
              <a:buClrTx/>
              <a:buSzTx/>
              <a:buFontTx/>
              <a:buNone/>
              <a:tabLst>
                <a:tab pos="1486807" algn="l"/>
              </a:tabLst>
              <a:defRPr/>
            </a:pPr>
            <a:r>
              <a:rPr kumimoji="0" lang="en-US" sz="1400" b="1" i="0" u="none" strike="noStrike" kern="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t>Microsoft </a:t>
            </a:r>
          </a:p>
          <a:p>
            <a:pPr marL="0" marR="0" lvl="0" indent="0" algn="ctr" defTabSz="904701" rtl="0" eaLnBrk="1" fontAlgn="base" latinLnBrk="0" hangingPunct="1">
              <a:lnSpc>
                <a:spcPct val="100000"/>
              </a:lnSpc>
              <a:spcBef>
                <a:spcPts val="315"/>
              </a:spcBef>
              <a:spcAft>
                <a:spcPct val="0"/>
              </a:spcAft>
              <a:buClrTx/>
              <a:buSzTx/>
              <a:buFontTx/>
              <a:buNone/>
              <a:tabLst>
                <a:tab pos="1486807" algn="l"/>
              </a:tabLst>
              <a:defRPr/>
            </a:pPr>
            <a:r>
              <a:rPr kumimoji="0" lang="en-US" sz="1400" b="1" i="0" u="none" strike="noStrike" kern="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t>Defender</a:t>
            </a:r>
          </a:p>
        </p:txBody>
      </p:sp>
      <p:sp>
        <p:nvSpPr>
          <p:cNvPr id="6" name="TextBox 5">
            <a:extLst>
              <a:ext uri="{FF2B5EF4-FFF2-40B4-BE49-F238E27FC236}">
                <a16:creationId xmlns:a16="http://schemas.microsoft.com/office/drawing/2014/main" id="{153C8F78-F3F3-7E43-2F61-D0AAC2DE9753}"/>
              </a:ext>
            </a:extLst>
          </p:cNvPr>
          <p:cNvSpPr txBox="1"/>
          <p:nvPr userDrawn="1"/>
        </p:nvSpPr>
        <p:spPr>
          <a:xfrm>
            <a:off x="7895459" y="3406927"/>
            <a:ext cx="1950725" cy="523220"/>
          </a:xfrm>
          <a:prstGeom prst="rect">
            <a:avLst/>
          </a:prstGeom>
          <a:noFill/>
        </p:spPr>
        <p:txBody>
          <a:bodyPr wrap="square">
            <a:spAutoFit/>
          </a:bodyPr>
          <a:lstStyle/>
          <a:p>
            <a:pPr marL="0" marR="0" lvl="0" indent="0" algn="ctr" defTabSz="904701" rtl="0" eaLnBrk="1" fontAlgn="base" latinLnBrk="0" hangingPunct="1">
              <a:lnSpc>
                <a:spcPct val="100000"/>
              </a:lnSpc>
              <a:spcBef>
                <a:spcPts val="315"/>
              </a:spcBef>
              <a:spcAft>
                <a:spcPct val="0"/>
              </a:spcAft>
              <a:buClrTx/>
              <a:buSzTx/>
              <a:buFontTx/>
              <a:buNone/>
              <a:tabLst>
                <a:tab pos="1486807" algn="l"/>
              </a:tabLst>
              <a:defRPr/>
            </a:pPr>
            <a:r>
              <a:rPr kumimoji="0" lang="en-US" sz="1400" b="1" i="0" u="none" strike="noStrike" kern="120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t>Microsoft </a:t>
            </a:r>
            <a:br>
              <a:rPr kumimoji="0" lang="en-US" sz="1400" b="1" i="0" u="none" strike="noStrike" kern="120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br>
            <a:r>
              <a:rPr kumimoji="0" lang="en-US" sz="1400" b="1" i="0" u="none" strike="noStrike" kern="120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t>Entra</a:t>
            </a:r>
          </a:p>
        </p:txBody>
      </p:sp>
      <p:pic>
        <p:nvPicPr>
          <p:cNvPr id="7" name="Graphic 6">
            <a:extLst>
              <a:ext uri="{FF2B5EF4-FFF2-40B4-BE49-F238E27FC236}">
                <a16:creationId xmlns:a16="http://schemas.microsoft.com/office/drawing/2014/main" id="{29A0C5ED-0721-3795-40EA-98614D55EE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190913" y="2571105"/>
            <a:ext cx="688614" cy="688614"/>
          </a:xfrm>
          <a:prstGeom prst="rect">
            <a:avLst/>
          </a:prstGeom>
        </p:spPr>
      </p:pic>
      <p:sp>
        <p:nvSpPr>
          <p:cNvPr id="8" name="TextBox 7">
            <a:extLst>
              <a:ext uri="{FF2B5EF4-FFF2-40B4-BE49-F238E27FC236}">
                <a16:creationId xmlns:a16="http://schemas.microsoft.com/office/drawing/2014/main" id="{C78E4AC3-B509-0156-CA8A-FE1E1E4FFBEE}"/>
              </a:ext>
            </a:extLst>
          </p:cNvPr>
          <p:cNvSpPr txBox="1"/>
          <p:nvPr userDrawn="1"/>
        </p:nvSpPr>
        <p:spPr>
          <a:xfrm>
            <a:off x="6318580" y="3406927"/>
            <a:ext cx="1695541" cy="561692"/>
          </a:xfrm>
          <a:prstGeom prst="rect">
            <a:avLst/>
          </a:prstGeom>
          <a:noFill/>
        </p:spPr>
        <p:txBody>
          <a:bodyPr wrap="square">
            <a:spAutoFit/>
          </a:bodyPr>
          <a:lstStyle/>
          <a:p>
            <a:pPr marL="0" marR="0" lvl="0" indent="0" algn="ctr" defTabSz="904701" rtl="0" eaLnBrk="1" fontAlgn="base" latinLnBrk="0" hangingPunct="1">
              <a:lnSpc>
                <a:spcPct val="100000"/>
              </a:lnSpc>
              <a:spcBef>
                <a:spcPts val="315"/>
              </a:spcBef>
              <a:spcAft>
                <a:spcPct val="0"/>
              </a:spcAft>
              <a:buClrTx/>
              <a:buSzTx/>
              <a:buFontTx/>
              <a:buNone/>
              <a:tabLst>
                <a:tab pos="1486807" algn="l"/>
              </a:tabLst>
              <a:defRPr/>
            </a:pPr>
            <a:r>
              <a:rPr kumimoji="0" lang="en-US" sz="1400" b="1" i="0" u="none" strike="noStrike" kern="120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t>Microsoft </a:t>
            </a:r>
          </a:p>
          <a:p>
            <a:pPr marL="0" marR="0" lvl="0" indent="0" algn="ctr" defTabSz="904701" rtl="0" eaLnBrk="1" fontAlgn="base" latinLnBrk="0" hangingPunct="1">
              <a:lnSpc>
                <a:spcPct val="100000"/>
              </a:lnSpc>
              <a:spcBef>
                <a:spcPts val="315"/>
              </a:spcBef>
              <a:spcAft>
                <a:spcPct val="0"/>
              </a:spcAft>
              <a:buClrTx/>
              <a:buSzTx/>
              <a:buFontTx/>
              <a:buNone/>
              <a:tabLst>
                <a:tab pos="1486807" algn="l"/>
              </a:tabLst>
              <a:defRPr/>
            </a:pPr>
            <a:r>
              <a:rPr kumimoji="0" lang="en-US" sz="1400" b="1" i="0" u="none" strike="noStrike" kern="1200" cap="none" spc="0" normalizeH="0" baseline="0" noProof="0">
                <a:ln w="3175">
                  <a:noFill/>
                </a:ln>
                <a:solidFill>
                  <a:schemeClr val="accent4">
                    <a:lumMod val="75000"/>
                  </a:schemeClr>
                </a:solidFill>
                <a:effectLst/>
                <a:uLnTx/>
                <a:uFillTx/>
                <a:latin typeface="Segoe Sans Display Semibold" pitchFamily="2" charset="0"/>
                <a:ea typeface="+mn-ea"/>
                <a:cs typeface="Segoe Sans Display Semibold" pitchFamily="2" charset="0"/>
              </a:rPr>
              <a:t>Purview</a:t>
            </a:r>
          </a:p>
        </p:txBody>
      </p:sp>
      <p:pic>
        <p:nvPicPr>
          <p:cNvPr id="9" name="Picture 4">
            <a:extLst>
              <a:ext uri="{FF2B5EF4-FFF2-40B4-BE49-F238E27FC236}">
                <a16:creationId xmlns:a16="http://schemas.microsoft.com/office/drawing/2014/main" id="{CA220944-E71D-5810-A060-F0AD6627461C}"/>
              </a:ext>
              <a:ext uri="{C183D7F6-B498-43B3-948B-1728B52AA6E4}">
                <adec:decorative xmlns:adec="http://schemas.microsoft.com/office/drawing/2017/decorative" val="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805044" y="2527621"/>
            <a:ext cx="722614" cy="71174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EC416699-894F-AF9A-CAFF-DEA3F151213A}"/>
              </a:ext>
              <a:ext uri="{C183D7F6-B498-43B3-948B-1728B52AA6E4}">
                <adec:decorative xmlns:adec="http://schemas.microsoft.com/office/drawing/2017/decorative" val="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328151" y="2366220"/>
            <a:ext cx="1085343" cy="108534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E842E91-CDB3-55F2-D61A-3A19A6C0CBC3}"/>
              </a:ext>
            </a:extLst>
          </p:cNvPr>
          <p:cNvSpPr txBox="1"/>
          <p:nvPr userDrawn="1"/>
        </p:nvSpPr>
        <p:spPr>
          <a:xfrm>
            <a:off x="4596617" y="262429"/>
            <a:ext cx="6253367" cy="615553"/>
          </a:xfrm>
          <a:prstGeom prst="rect">
            <a:avLst/>
          </a:prstGeom>
          <a:noFill/>
        </p:spPr>
        <p:txBody>
          <a:bodyPr wrap="square">
            <a:spAutoFit/>
          </a:bodyPr>
          <a:lstStyle/>
          <a:p>
            <a:pPr lvl="0">
              <a:defRPr/>
            </a:pPr>
            <a:r>
              <a:rPr lang="en-US" sz="3400">
                <a:gradFill>
                  <a:gsLst>
                    <a:gs pos="0">
                      <a:schemeClr val="accent6">
                        <a:lumMod val="40000"/>
                        <a:lumOff val="60000"/>
                      </a:schemeClr>
                    </a:gs>
                    <a:gs pos="89908">
                      <a:schemeClr val="accent3">
                        <a:lumMod val="40000"/>
                        <a:lumOff val="60000"/>
                      </a:schemeClr>
                    </a:gs>
                    <a:gs pos="49000">
                      <a:schemeClr val="accent5"/>
                    </a:gs>
                  </a:gsLst>
                  <a:lin ang="13800000" scaled="0"/>
                </a:gradFill>
                <a:latin typeface="Segoe UI Semibold" panose="020B0702040204020203" pitchFamily="34" charset="0"/>
                <a:cs typeface="Segoe UI Semibold" panose="020B0702040204020203" pitchFamily="34" charset="0"/>
              </a:rPr>
              <a:t>Security and compliance</a:t>
            </a:r>
            <a:endParaRPr kumimoji="0" lang="en-US" sz="3400" i="0" u="none" strike="noStrike" kern="1200" cap="none" spc="0" normalizeH="0" baseline="0" noProof="0">
              <a:ln>
                <a:noFill/>
              </a:ln>
              <a:gradFill flip="none" rotWithShape="1">
                <a:gsLst>
                  <a:gs pos="100000">
                    <a:srgbClr val="99F1B0"/>
                  </a:gs>
                  <a:gs pos="0">
                    <a:srgbClr val="0070C0"/>
                  </a:gs>
                </a:gsLst>
                <a:path path="circle">
                  <a:fillToRect l="100000" t="100000"/>
                </a:path>
                <a:tileRect r="-100000" b="-100000"/>
              </a:gradFill>
              <a:effectLst/>
              <a:uLnTx/>
              <a:uFillTx/>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122835190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gradFill>
          <a:gsLst>
            <a:gs pos="97248">
              <a:schemeClr val="bg2">
                <a:lumMod val="75000"/>
              </a:schemeClr>
            </a:gs>
            <a:gs pos="71000">
              <a:schemeClr val="accent1">
                <a:lumMod val="89000"/>
              </a:schemeClr>
            </a:gs>
            <a:gs pos="16000">
              <a:srgbClr val="001642"/>
            </a:gs>
          </a:gsLst>
          <a:lin ang="1800000" scaled="0"/>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p:txBody>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4" name="Text Placeholder 3"/>
          <p:cNvSpPr>
            <a:spLocks noGrp="1"/>
          </p:cNvSpPr>
          <p:nvPr>
            <p:ph type="body" sz="quarter" idx="10"/>
          </p:nvPr>
        </p:nvSpPr>
        <p:spPr>
          <a:xfrm>
            <a:off x="586390" y="1434370"/>
            <a:ext cx="11018520" cy="1612749"/>
          </a:xfrm>
        </p:spPr>
        <p:txBody>
          <a:bodyPr wrap="square">
            <a:spAutoFit/>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8359364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itle and Content">
    <p:bg>
      <p:bgPr>
        <a:gradFill>
          <a:gsLst>
            <a:gs pos="0">
              <a:schemeClr val="accent6">
                <a:lumMod val="20000"/>
                <a:lumOff val="80000"/>
              </a:schemeClr>
            </a:gs>
            <a:gs pos="21000">
              <a:srgbClr val="FEE6F3"/>
            </a:gs>
            <a:gs pos="38000">
              <a:srgbClr val="D1D1FF"/>
            </a:gs>
            <a:gs pos="100000">
              <a:schemeClr val="bg1"/>
            </a:gs>
          </a:gsLst>
          <a:lin ang="140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bg1"/>
                </a:solidFill>
              </a:defRPr>
            </a:lvl1pPr>
          </a:lstStyle>
          <a:p>
            <a:pPr lvl="0"/>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Agenda</a:t>
            </a:r>
            <a:endParaRPr lang="en-US"/>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49"/>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bg1"/>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solidFill>
                  <a:schemeClr val="accent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0166910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_Title &amp; Non-bulleted text">
    <p:bg>
      <p:bgPr>
        <a:gradFill>
          <a:gsLst>
            <a:gs pos="97248">
              <a:schemeClr val="accent4">
                <a:lumMod val="90000"/>
              </a:schemeClr>
            </a:gs>
            <a:gs pos="74000">
              <a:schemeClr val="accent1"/>
            </a:gs>
            <a:gs pos="18000">
              <a:srgbClr val="001642"/>
            </a:gs>
          </a:gsLst>
          <a:lin ang="1800000" scaled="0"/>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A47773C-6D94-8657-7ECA-32327CE57663}"/>
              </a:ext>
            </a:extLst>
          </p:cNvPr>
          <p:cNvSpPr>
            <a:spLocks noGrp="1"/>
          </p:cNvSpPr>
          <p:nvPr>
            <p:ph type="title" hasCustomPrompt="1"/>
          </p:nvPr>
        </p:nvSpPr>
        <p:spPr>
          <a:xfrm>
            <a:off x="588263" y="457200"/>
            <a:ext cx="11018520" cy="553998"/>
          </a:xfrm>
        </p:spPr>
        <p:txBody>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5" name="Text Placeholder 3">
            <a:extLst>
              <a:ext uri="{FF2B5EF4-FFF2-40B4-BE49-F238E27FC236}">
                <a16:creationId xmlns:a16="http://schemas.microsoft.com/office/drawing/2014/main" id="{6CA4345C-30A1-DE83-97BA-6C7AF43577A8}"/>
              </a:ext>
            </a:extLst>
          </p:cNvPr>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solidFill>
                  <a:schemeClr val="bg1"/>
                </a:solidFill>
                <a:latin typeface="Segoe Sans Display" pitchFamily="2" charset="0"/>
                <a:cs typeface="Segoe Sans Display" pitchFamily="2" charset="0"/>
              </a:defRPr>
            </a:lvl1pPr>
            <a:lvl2pPr marL="255588" indent="0">
              <a:buFont typeface="Wingdings" panose="05000000000000000000" pitchFamily="2" charset="2"/>
              <a:buNone/>
              <a:defRPr sz="2000" b="0">
                <a:solidFill>
                  <a:schemeClr val="bg1"/>
                </a:solidFill>
              </a:defRPr>
            </a:lvl2pPr>
            <a:lvl3pPr marL="450850" indent="0">
              <a:buFont typeface="Wingdings" panose="05000000000000000000" pitchFamily="2" charset="2"/>
              <a:buNone/>
              <a:tabLst/>
              <a:defRPr sz="1600" b="0">
                <a:solidFill>
                  <a:schemeClr val="bg1"/>
                </a:solidFill>
              </a:defRPr>
            </a:lvl3pPr>
            <a:lvl4pPr marL="652462" indent="0">
              <a:buFont typeface="Wingdings" panose="05000000000000000000" pitchFamily="2" charset="2"/>
              <a:buNone/>
              <a:defRPr sz="1400" b="0">
                <a:solidFill>
                  <a:schemeClr val="bg1"/>
                </a:solidFill>
              </a:defRPr>
            </a:lvl4pPr>
            <a:lvl5pPr marL="854075" indent="0">
              <a:buFont typeface="Wingdings" panose="05000000000000000000" pitchFamily="2" charset="2"/>
              <a:buNone/>
              <a:tabLst/>
              <a:defRPr sz="1400" b="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4C0AE57E-89E5-ADEF-F630-71847FF9C348}"/>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solidFill>
                  <a:schemeClr val="bg1"/>
                </a:solidFill>
                <a:latin typeface="Segoe Sans Display" pitchFamily="2" charset="0"/>
                <a:cs typeface="Segoe Sans Display" pitchFamily="2" charset="0"/>
              </a:defRPr>
            </a:lvl1pPr>
            <a:lvl2pPr marL="255588" indent="0">
              <a:buFont typeface="Wingdings" panose="05000000000000000000" pitchFamily="2" charset="2"/>
              <a:buNone/>
              <a:defRPr sz="2000" b="0">
                <a:solidFill>
                  <a:schemeClr val="bg1"/>
                </a:solidFill>
              </a:defRPr>
            </a:lvl2pPr>
            <a:lvl3pPr marL="450850" indent="0">
              <a:buFont typeface="Wingdings" panose="05000000000000000000" pitchFamily="2" charset="2"/>
              <a:buNone/>
              <a:tabLst/>
              <a:defRPr sz="1600" b="0">
                <a:solidFill>
                  <a:schemeClr val="bg1"/>
                </a:solidFill>
              </a:defRPr>
            </a:lvl3pPr>
            <a:lvl4pPr marL="652462" indent="0">
              <a:buFont typeface="Wingdings" panose="05000000000000000000" pitchFamily="2" charset="2"/>
              <a:buNone/>
              <a:defRPr sz="1400" b="0">
                <a:solidFill>
                  <a:schemeClr val="bg1"/>
                </a:solidFill>
              </a:defRPr>
            </a:lvl4pPr>
            <a:lvl5pPr marL="854075" indent="0">
              <a:buFont typeface="Wingdings" panose="05000000000000000000" pitchFamily="2" charset="2"/>
              <a:buNone/>
              <a:tabLst/>
              <a:defRPr sz="1400" b="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B1DB8C26-1E51-E385-50F0-B27A6C19149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8769450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Title &amp; Non-bulleted text">
    <p:bg>
      <p:bgPr>
        <a:gradFill>
          <a:gsLst>
            <a:gs pos="97248">
              <a:schemeClr val="accent4">
                <a:lumMod val="90000"/>
              </a:schemeClr>
            </a:gs>
            <a:gs pos="74000">
              <a:schemeClr val="accent1"/>
            </a:gs>
            <a:gs pos="18000">
              <a:srgbClr val="001642"/>
            </a:gs>
          </a:gsLst>
          <a:lin ang="1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A7C86-F9F5-A06A-5653-14E74B6D57B2}"/>
              </a:ext>
            </a:extLst>
          </p:cNvPr>
          <p:cNvSpPr>
            <a:spLocks noGrp="1"/>
          </p:cNvSpPr>
          <p:nvPr>
            <p:ph type="title" hasCustomPrompt="1"/>
          </p:nvPr>
        </p:nvSpPr>
        <p:spPr>
          <a:xfrm>
            <a:off x="588263" y="457200"/>
            <a:ext cx="11018520" cy="553998"/>
          </a:xfrm>
        </p:spPr>
        <p:txBody>
          <a:bodyPr>
            <a:spAutoFit/>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4" name="Text Placeholder 11">
            <a:extLst>
              <a:ext uri="{FF2B5EF4-FFF2-40B4-BE49-F238E27FC236}">
                <a16:creationId xmlns:a16="http://schemas.microsoft.com/office/drawing/2014/main" id="{18E452EB-D12F-DC48-2F48-58F3A46FB408}"/>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bg1"/>
                </a:solidFill>
                <a:latin typeface="+mj-lt"/>
              </a:defRPr>
            </a:lvl1pPr>
          </a:lstStyle>
          <a:p>
            <a:pPr lvl="0"/>
            <a:r>
              <a:rPr lang="en-US"/>
              <a:t>Click to edit Master text styles</a:t>
            </a:r>
          </a:p>
        </p:txBody>
      </p:sp>
      <p:sp>
        <p:nvSpPr>
          <p:cNvPr id="7" name="Text Placeholder 7">
            <a:extLst>
              <a:ext uri="{FF2B5EF4-FFF2-40B4-BE49-F238E27FC236}">
                <a16:creationId xmlns:a16="http://schemas.microsoft.com/office/drawing/2014/main" id="{96109B75-DB48-5629-0F7A-0792078F4FB5}"/>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solidFill>
                  <a:schemeClr val="bg1"/>
                </a:solidFill>
              </a:defRPr>
            </a:lvl1pPr>
            <a:lvl2pPr marL="342900" indent="-171450">
              <a:defRPr lang="en-US" dirty="0">
                <a:solidFill>
                  <a:schemeClr val="bg1"/>
                </a:solidFill>
              </a:defRPr>
            </a:lvl2pPr>
            <a:lvl3pPr marL="514350" indent="-171450">
              <a:defRPr lang="en-US" dirty="0">
                <a:solidFill>
                  <a:schemeClr val="bg1"/>
                </a:solidFill>
              </a:defRPr>
            </a:lvl3pPr>
            <a:lvl4pPr marL="666750" indent="-152400">
              <a:defRPr lang="en-US" dirty="0">
                <a:solidFill>
                  <a:schemeClr val="bg1"/>
                </a:solidFill>
              </a:defRPr>
            </a:lvl4pPr>
            <a:lvl5pPr marL="793750" indent="-12065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a:extLst>
              <a:ext uri="{FF2B5EF4-FFF2-40B4-BE49-F238E27FC236}">
                <a16:creationId xmlns:a16="http://schemas.microsoft.com/office/drawing/2014/main" id="{66CB3A79-2771-4160-A4FA-8FEDBA6A056A}"/>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C649B422-98F9-AF5E-6CEE-551B490084A4}"/>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solidFill>
                  <a:schemeClr val="bg1"/>
                </a:solidFill>
              </a:defRPr>
            </a:lvl1pPr>
            <a:lvl2pPr marL="342900" indent="-171450">
              <a:defRPr lang="en-US" dirty="0">
                <a:solidFill>
                  <a:schemeClr val="bg1"/>
                </a:solidFill>
              </a:defRPr>
            </a:lvl2pPr>
            <a:lvl3pPr marL="514350" indent="-171450">
              <a:defRPr lang="en-US" dirty="0">
                <a:solidFill>
                  <a:schemeClr val="bg1"/>
                </a:solidFill>
              </a:defRPr>
            </a:lvl3pPr>
            <a:lvl4pPr marL="685800" indent="-136525">
              <a:defRPr lang="en-US" dirty="0">
                <a:solidFill>
                  <a:schemeClr val="bg1"/>
                </a:solidFill>
              </a:defRPr>
            </a:lvl4pPr>
            <a:lvl5pPr marL="793750" indent="-120650">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267B4B92-A28F-942D-AC0B-7AA176A61C99}"/>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58495902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6_Title &amp; Non-bulleted text">
    <p:bg>
      <p:bgPr>
        <a:gradFill>
          <a:gsLst>
            <a:gs pos="97248">
              <a:schemeClr val="accent4">
                <a:lumMod val="90000"/>
              </a:schemeClr>
            </a:gs>
            <a:gs pos="74000">
              <a:schemeClr val="accent1"/>
            </a:gs>
            <a:gs pos="18000">
              <a:srgbClr val="001642"/>
            </a:gs>
          </a:gsLst>
          <a:lin ang="1800000" scaled="0"/>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C01711F-BB2D-A8EC-15E0-1402B0B957F0}"/>
              </a:ext>
            </a:extLst>
          </p:cNvPr>
          <p:cNvSpPr>
            <a:spLocks noGrp="1"/>
          </p:cNvSpPr>
          <p:nvPr>
            <p:ph type="title" hasCustomPrompt="1"/>
          </p:nvPr>
        </p:nvSpPr>
        <p:spPr>
          <a:xfrm>
            <a:off x="588263" y="457200"/>
            <a:ext cx="11018520" cy="553998"/>
          </a:xfrm>
        </p:spPr>
        <p:txBody>
          <a:bodyPr>
            <a:spAutoFit/>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5" name="Text Placeholder 11">
            <a:extLst>
              <a:ext uri="{FF2B5EF4-FFF2-40B4-BE49-F238E27FC236}">
                <a16:creationId xmlns:a16="http://schemas.microsoft.com/office/drawing/2014/main" id="{17832A40-C083-75A5-8D54-FCB2ABA77092}"/>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bg1"/>
                </a:solidFill>
                <a:latin typeface="+mj-lt"/>
              </a:defRPr>
            </a:lvl1pPr>
          </a:lstStyle>
          <a:p>
            <a:pPr lvl="0"/>
            <a:r>
              <a:rPr lang="en-US"/>
              <a:t>Click to edit Master text styles</a:t>
            </a:r>
          </a:p>
        </p:txBody>
      </p:sp>
      <p:sp>
        <p:nvSpPr>
          <p:cNvPr id="6" name="Content Placeholder 14">
            <a:extLst>
              <a:ext uri="{FF2B5EF4-FFF2-40B4-BE49-F238E27FC236}">
                <a16:creationId xmlns:a16="http://schemas.microsoft.com/office/drawing/2014/main" id="{71C17D6B-AD4B-98DD-5D9A-F745527CDA30}"/>
              </a:ext>
            </a:extLst>
          </p:cNvPr>
          <p:cNvSpPr>
            <a:spLocks noGrp="1"/>
          </p:cNvSpPr>
          <p:nvPr>
            <p:ph sz="quarter" idx="11"/>
          </p:nvPr>
        </p:nvSpPr>
        <p:spPr>
          <a:xfrm>
            <a:off x="588963" y="2081212"/>
            <a:ext cx="5214937" cy="1551194"/>
          </a:xfrm>
        </p:spPr>
        <p:txBody>
          <a:bodyPr/>
          <a:lstStyle>
            <a:lvl1pPr>
              <a:defRPr sz="2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a:extLst>
              <a:ext uri="{FF2B5EF4-FFF2-40B4-BE49-F238E27FC236}">
                <a16:creationId xmlns:a16="http://schemas.microsoft.com/office/drawing/2014/main" id="{5BACB0EA-53F0-E57C-3458-AE2C84591CD6}"/>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bg1"/>
                </a:solidFill>
                <a:latin typeface="+mj-lt"/>
              </a:defRPr>
            </a:lvl1pPr>
          </a:lstStyle>
          <a:p>
            <a:pPr lvl="0"/>
            <a:r>
              <a:rPr lang="en-US"/>
              <a:t>Click to edit Master text styles</a:t>
            </a:r>
          </a:p>
        </p:txBody>
      </p:sp>
      <p:sp>
        <p:nvSpPr>
          <p:cNvPr id="12" name="Content Placeholder 14">
            <a:extLst>
              <a:ext uri="{FF2B5EF4-FFF2-40B4-BE49-F238E27FC236}">
                <a16:creationId xmlns:a16="http://schemas.microsoft.com/office/drawing/2014/main" id="{181AB79B-969A-7927-4E6E-D62833B54057}"/>
              </a:ext>
            </a:extLst>
          </p:cNvPr>
          <p:cNvSpPr>
            <a:spLocks noGrp="1"/>
          </p:cNvSpPr>
          <p:nvPr>
            <p:ph sz="quarter" idx="13"/>
          </p:nvPr>
        </p:nvSpPr>
        <p:spPr>
          <a:xfrm>
            <a:off x="6394451" y="2081212"/>
            <a:ext cx="5214937" cy="1551194"/>
          </a:xfrm>
        </p:spPr>
        <p:txBody>
          <a:bodyPr/>
          <a:lstStyle>
            <a:lvl1pPr>
              <a:defRPr sz="2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7917491-AC2D-9616-00F6-A759EB52BDE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chemeClr val="bg1"/>
                </a:solidFill>
              </a:rPr>
              <a:t>ELT layout</a:t>
            </a:r>
          </a:p>
        </p:txBody>
      </p:sp>
      <p:sp>
        <p:nvSpPr>
          <p:cNvPr id="14" name="Text Placeholder 4">
            <a:extLst>
              <a:ext uri="{FF2B5EF4-FFF2-40B4-BE49-F238E27FC236}">
                <a16:creationId xmlns:a16="http://schemas.microsoft.com/office/drawing/2014/main" id="{371469E9-70E9-BBC3-1237-A902E614E67D}"/>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6267231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7_Title &amp; Non-bulleted text">
    <p:bg>
      <p:bgPr>
        <a:gradFill>
          <a:gsLst>
            <a:gs pos="97248">
              <a:schemeClr val="accent4">
                <a:lumMod val="90000"/>
              </a:schemeClr>
            </a:gs>
            <a:gs pos="74000">
              <a:schemeClr val="accent1"/>
            </a:gs>
            <a:gs pos="18000">
              <a:srgbClr val="001642"/>
            </a:gs>
          </a:gsLst>
          <a:lin ang="18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09305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Only - left side ">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A8A858-7D60-1F61-F055-DE38D91A168A}"/>
              </a:ext>
            </a:extLst>
          </p:cNvPr>
          <p:cNvPicPr>
            <a:picLocks noChangeAspect="1"/>
          </p:cNvPicPr>
          <p:nvPr userDrawn="1"/>
        </p:nvPicPr>
        <p:blipFill>
          <a:blip r:embed="rId2">
            <a:alphaModFix/>
          </a:blip>
          <a:srcRect l="7383" t="18565" r="47472" b="36289"/>
          <a:stretch>
            <a:fillRect/>
          </a:stretch>
        </p:blipFill>
        <p:spPr>
          <a:xfrm>
            <a:off x="0" y="-1"/>
            <a:ext cx="12192000" cy="6858001"/>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3152001"/>
            <a:ext cx="4127692" cy="553998"/>
          </a:xfrm>
        </p:spPr>
        <p:txBody>
          <a:bodyPr wrap="square" anchor="ctr">
            <a:spAutoFit/>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Tree>
    <p:extLst>
      <p:ext uri="{BB962C8B-B14F-4D97-AF65-F5344CB8AC3E}">
        <p14:creationId xmlns:p14="http://schemas.microsoft.com/office/powerpoint/2010/main" val="100253873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evice">
    <p:bg>
      <p:bgPr>
        <a:gradFill>
          <a:gsLst>
            <a:gs pos="0">
              <a:schemeClr val="accent1"/>
            </a:gs>
            <a:gs pos="100000">
              <a:schemeClr val="tx2"/>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72BB60-6C3A-73F5-AFB8-6936883E3A2C}"/>
              </a:ext>
            </a:extLst>
          </p:cNvPr>
          <p:cNvPicPr>
            <a:picLocks noChangeAspect="1"/>
          </p:cNvPicPr>
          <p:nvPr userDrawn="1"/>
        </p:nvPicPr>
        <p:blipFill>
          <a:blip r:embed="rId2">
            <a:alphaModFix/>
          </a:blip>
          <a:srcRect l="7383" t="18565" r="47472" b="36289"/>
          <a:stretch>
            <a:fillRect/>
          </a:stretch>
        </p:blipFill>
        <p:spPr>
          <a:xfrm>
            <a:off x="1" y="0"/>
            <a:ext cx="12192000" cy="6858001"/>
          </a:xfrm>
          <a:prstGeom prst="rect">
            <a:avLst/>
          </a:prstGeom>
        </p:spPr>
      </p:pic>
      <p:sp>
        <p:nvSpPr>
          <p:cNvPr id="8" name="Rectangle 7">
            <a:extLst>
              <a:ext uri="{FF2B5EF4-FFF2-40B4-BE49-F238E27FC236}">
                <a16:creationId xmlns:a16="http://schemas.microsoft.com/office/drawing/2014/main" id="{0D44BBC4-A9EE-C999-0518-04D5B770372A}"/>
              </a:ext>
            </a:extLst>
          </p:cNvPr>
          <p:cNvSpPr/>
          <p:nvPr userDrawn="1"/>
        </p:nvSpPr>
        <p:spPr bwMode="auto">
          <a:xfrm rot="10800000">
            <a:off x="11437257" y="0"/>
            <a:ext cx="754743" cy="6858000"/>
          </a:xfrm>
          <a:prstGeom prst="rect">
            <a:avLst/>
          </a:prstGeom>
          <a:gradFill>
            <a:gsLst>
              <a:gs pos="0">
                <a:srgbClr val="FECBE6"/>
              </a:gs>
              <a:gs pos="35000">
                <a:srgbClr val="BABAFF"/>
              </a:gs>
              <a:gs pos="50000">
                <a:srgbClr val="58AAFE"/>
              </a:gs>
              <a:gs pos="98165">
                <a:srgbClr val="1B45B3"/>
              </a:gs>
              <a:gs pos="88000">
                <a:srgbClr val="2764E7"/>
              </a:gs>
              <a:gs pos="72000">
                <a:srgbClr val="4894FE"/>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6583680" cy="553998"/>
          </a:xfrm>
        </p:spPr>
        <p:txBody>
          <a:bodyPr/>
          <a:lstStyle>
            <a:lvl1pPr>
              <a:defRPr>
                <a:solidFill>
                  <a:schemeClr val="bg1"/>
                </a:solidFill>
              </a:defRPr>
            </a:lvl1pPr>
          </a:lstStyle>
          <a:p>
            <a:r>
              <a:rPr lang="en-US">
                <a:gradFill>
                  <a:gsLst>
                    <a:gs pos="0">
                      <a:schemeClr val="accent6">
                        <a:lumMod val="40000"/>
                        <a:lumOff val="60000"/>
                      </a:schemeClr>
                    </a:gs>
                    <a:gs pos="89908">
                      <a:schemeClr val="accent3">
                        <a:lumMod val="40000"/>
                        <a:lumOff val="60000"/>
                      </a:schemeClr>
                    </a:gs>
                    <a:gs pos="49000">
                      <a:schemeClr val="accent5"/>
                    </a:gs>
                  </a:gsLst>
                  <a:lin ang="13800000" scaled="0"/>
                </a:gradFill>
              </a:rPr>
              <a:t>Title goes here</a:t>
            </a:r>
            <a:endParaRPr lang="en-US"/>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3689220" cy="413284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chemeClr val="bg1"/>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4547118" y="1435100"/>
            <a:ext cx="7333861" cy="4132843"/>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2"/>
                </a:solidFill>
              </a:defRPr>
            </a:lvl1pPr>
          </a:lstStyle>
          <a:p>
            <a:r>
              <a:rPr lang="en-US"/>
              <a:t>Drag &amp; drop your photo here or click or tap icon below to insert</a:t>
            </a:r>
          </a:p>
        </p:txBody>
      </p:sp>
    </p:spTree>
    <p:extLst>
      <p:ext uri="{BB962C8B-B14F-4D97-AF65-F5344CB8AC3E}">
        <p14:creationId xmlns:p14="http://schemas.microsoft.com/office/powerpoint/2010/main" val="247476202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evice 2">
    <p:bg>
      <p:bgPr>
        <a:gradFill>
          <a:gsLst>
            <a:gs pos="0">
              <a:schemeClr val="accent1">
                <a:lumMod val="5000"/>
                <a:lumOff val="95000"/>
              </a:schemeClr>
            </a:gs>
            <a:gs pos="69000">
              <a:srgbClr val="E1E1FF"/>
            </a:gs>
            <a:gs pos="100000">
              <a:schemeClr val="accent2">
                <a:lumMod val="40000"/>
                <a:lumOff val="60000"/>
              </a:schemeClr>
            </a:gs>
          </a:gsLst>
          <a:lin ang="5400000" scaled="1"/>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79F6276-7272-F654-C947-C534DEF8636A}"/>
              </a:ext>
            </a:extLst>
          </p:cNvPr>
          <p:cNvSpPr/>
          <p:nvPr userDrawn="1"/>
        </p:nvSpPr>
        <p:spPr bwMode="auto">
          <a:xfrm rot="10800000">
            <a:off x="11437257" y="0"/>
            <a:ext cx="754743" cy="6858000"/>
          </a:xfrm>
          <a:prstGeom prst="rect">
            <a:avLst/>
          </a:prstGeom>
          <a:gradFill>
            <a:gsLst>
              <a:gs pos="0">
                <a:srgbClr val="FECBE6"/>
              </a:gs>
              <a:gs pos="26000">
                <a:srgbClr val="BABAFF"/>
              </a:gs>
              <a:gs pos="50000">
                <a:srgbClr val="58AAFE"/>
              </a:gs>
              <a:gs pos="98165">
                <a:srgbClr val="1B45B3"/>
              </a:gs>
              <a:gs pos="88000">
                <a:srgbClr val="2764E7"/>
              </a:gs>
              <a:gs pos="72000">
                <a:srgbClr val="4894FE"/>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a:xfrm>
            <a:off x="582042" y="1542284"/>
            <a:ext cx="3840862" cy="553998"/>
          </a:xfrm>
        </p:spPr>
        <p:txBody>
          <a:bodyPr anchor="ctr" anchorCtr="0"/>
          <a:lstStyle>
            <a:lvl1pPr>
              <a:defRPr>
                <a:gradFill>
                  <a:gsLst>
                    <a:gs pos="0">
                      <a:schemeClr val="accent1">
                        <a:lumMod val="5000"/>
                        <a:lumOff val="95000"/>
                      </a:schemeClr>
                    </a:gs>
                    <a:gs pos="69000">
                      <a:srgbClr val="E1E1FF"/>
                    </a:gs>
                    <a:gs pos="100000">
                      <a:schemeClr val="accent2">
                        <a:lumMod val="40000"/>
                        <a:lumOff val="60000"/>
                      </a:schemeClr>
                    </a:gs>
                  </a:gsLst>
                  <a:lin ang="5400000" scaled="1"/>
                </a:gradFill>
              </a:defRPr>
            </a:lvl1pPr>
          </a:lstStyle>
          <a:p>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pic>
        <p:nvPicPr>
          <p:cNvPr id="5" name="Picture 4">
            <a:extLst>
              <a:ext uri="{FF2B5EF4-FFF2-40B4-BE49-F238E27FC236}">
                <a16:creationId xmlns:a16="http://schemas.microsoft.com/office/drawing/2014/main" id="{85F2C48C-7057-4D85-944D-F91FDD5C493C}"/>
              </a:ext>
            </a:extLst>
          </p:cNvPr>
          <p:cNvPicPr>
            <a:picLocks noChangeAspect="1"/>
          </p:cNvPicPr>
          <p:nvPr userDrawn="1"/>
        </p:nvPicPr>
        <p:blipFill>
          <a:blip r:embed="rId3"/>
          <a:stretch>
            <a:fillRect/>
          </a:stretch>
        </p:blipFill>
        <p:spPr>
          <a:xfrm>
            <a:off x="-609685" y="0"/>
            <a:ext cx="609685" cy="1676634"/>
          </a:xfrm>
          <a:prstGeom prst="rect">
            <a:avLst/>
          </a:prstGeom>
        </p:spPr>
      </p:pic>
    </p:spTree>
    <p:extLst>
      <p:ext uri="{BB962C8B-B14F-4D97-AF65-F5344CB8AC3E}">
        <p14:creationId xmlns:p14="http://schemas.microsoft.com/office/powerpoint/2010/main" val="86356585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a:gsLst>
              <a:gs pos="917">
                <a:schemeClr val="bg1"/>
              </a:gs>
              <a:gs pos="47000">
                <a:schemeClr val="bg2"/>
              </a:gs>
              <a:gs pos="74000">
                <a:schemeClr val="accent2"/>
              </a:gs>
              <a:gs pos="100000">
                <a:schemeClr val="accent1"/>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1549122"/>
            <a:ext cx="4745164" cy="553998"/>
          </a:xfrm>
        </p:spPr>
        <p:txBody>
          <a:bodyPr anchor="b"/>
          <a:lstStyle>
            <a:lvl1pPr>
              <a:defRPr>
                <a:solidFill>
                  <a:schemeClr val="tx2"/>
                </a:solidFill>
              </a:defRPr>
            </a:lvl1pPr>
          </a:lstStyle>
          <a:p>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38554"/>
          </a:xfrm>
        </p:spPr>
        <p:txBody>
          <a:bodyPr/>
          <a:lstStyle>
            <a:lvl1pPr marL="0" indent="0">
              <a:buNone/>
              <a:defRPr sz="2200">
                <a:solidFill>
                  <a:schemeClr val="bg1"/>
                </a:solidFill>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dpi="0" rotWithShape="1">
            <a:blip r:embed="rId2">
              <a:alphaModFix amt="40000"/>
            </a:blip>
            <a:srcRect/>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9" name="Rectangle 8">
            <a:extLst>
              <a:ext uri="{FF2B5EF4-FFF2-40B4-BE49-F238E27FC236}">
                <a16:creationId xmlns:a16="http://schemas.microsoft.com/office/drawing/2014/main" id="{086F3FCE-0ED1-EEC9-77BF-B59CB957ECB1}"/>
              </a:ext>
            </a:extLst>
          </p:cNvPr>
          <p:cNvSpPr/>
          <p:nvPr userDrawn="1"/>
        </p:nvSpPr>
        <p:spPr bwMode="auto">
          <a:xfrm rot="16200000">
            <a:off x="8605839" y="3986213"/>
            <a:ext cx="361950" cy="5381624"/>
          </a:xfrm>
          <a:prstGeom prst="rect">
            <a:avLst/>
          </a:prstGeom>
          <a:gradFill>
            <a:gsLst>
              <a:gs pos="0">
                <a:srgbClr val="FECBE6"/>
              </a:gs>
              <a:gs pos="26000">
                <a:srgbClr val="BABAFF"/>
              </a:gs>
              <a:gs pos="50000">
                <a:srgbClr val="58AAFE"/>
              </a:gs>
              <a:gs pos="98165">
                <a:srgbClr val="1B45B3"/>
              </a:gs>
              <a:gs pos="88000">
                <a:srgbClr val="2764E7"/>
              </a:gs>
              <a:gs pos="72000">
                <a:srgbClr val="4894FE"/>
              </a:gs>
            </a:gsLst>
            <a:lin ang="156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2401646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gradFill>
                  <a:gsLst>
                    <a:gs pos="8000">
                      <a:schemeClr val="accent5">
                        <a:lumMod val="90000"/>
                      </a:schemeClr>
                    </a:gs>
                    <a:gs pos="24000">
                      <a:schemeClr val="accent4">
                        <a:lumMod val="90000"/>
                      </a:schemeClr>
                    </a:gs>
                    <a:gs pos="77000">
                      <a:schemeClr val="accent1"/>
                    </a:gs>
                    <a:gs pos="46000">
                      <a:schemeClr val="accent3"/>
                    </a:gs>
                    <a:gs pos="100000">
                      <a:schemeClr val="tx2"/>
                    </a:gs>
                  </a:gsLst>
                  <a:lin ang="14400000" scaled="0"/>
                </a:gradFill>
              </a:rPr>
              <a:t>Title goes here</a:t>
            </a:r>
            <a:endParaRPr lang="en-US"/>
          </a:p>
        </p:txBody>
      </p:sp>
      <p:pic>
        <p:nvPicPr>
          <p:cNvPr id="4" name="Picture 3">
            <a:extLst>
              <a:ext uri="{FF2B5EF4-FFF2-40B4-BE49-F238E27FC236}">
                <a16:creationId xmlns:a16="http://schemas.microsoft.com/office/drawing/2014/main" id="{7E23DEF3-55CD-9793-23E4-712C6621B71E}"/>
              </a:ext>
            </a:extLst>
          </p:cNvPr>
          <p:cNvPicPr>
            <a:picLocks noChangeAspect="1"/>
          </p:cNvPicPr>
          <p:nvPr userDrawn="1"/>
        </p:nvPicPr>
        <p:blipFill>
          <a:blip r:embed="rId2"/>
          <a:srcRect l="29864" t="20975" r="36052" b="18432"/>
          <a:stretch>
            <a:fillRect/>
          </a:stretch>
        </p:blipFill>
        <p:spPr>
          <a:xfrm>
            <a:off x="5333999" y="0"/>
            <a:ext cx="6858001" cy="6858000"/>
          </a:xfrm>
          <a:prstGeom prst="rect">
            <a:avLst/>
          </a:prstGeom>
        </p:spPr>
      </p:pic>
    </p:spTree>
    <p:extLst>
      <p:ext uri="{BB962C8B-B14F-4D97-AF65-F5344CB8AC3E}">
        <p14:creationId xmlns:p14="http://schemas.microsoft.com/office/powerpoint/2010/main" val="4461234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ITLE ONLY 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617880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image" Target="../media/image1.svg"/><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theme" Target="../theme/theme2.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 Type="http://schemas.openxmlformats.org/officeDocument/2006/relationships/slideLayout" Target="../slideLayouts/slideLayout57.xml"/><Relationship Id="rId21" Type="http://schemas.openxmlformats.org/officeDocument/2006/relationships/theme" Target="../theme/theme3.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image" Target="../media/image1.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theme" Target="../theme/theme4.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10" Type="http://schemas.openxmlformats.org/officeDocument/2006/relationships/slideLayout" Target="../slideLayouts/slideLayout84.xml"/><Relationship Id="rId19" Type="http://schemas.openxmlformats.org/officeDocument/2006/relationships/image" Target="../media/image1.svg"/><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pic>
        <p:nvPicPr>
          <p:cNvPr id="6" name="Graphic 5">
            <a:extLst>
              <a:ext uri="{FF2B5EF4-FFF2-40B4-BE49-F238E27FC236}">
                <a16:creationId xmlns:a16="http://schemas.microsoft.com/office/drawing/2014/main" id="{C21DE6D5-FF91-85A4-E9FC-5084016E9E3B}"/>
              </a:ext>
            </a:extLst>
          </p:cNvPr>
          <p:cNvPicPr>
            <a:picLocks noChangeAspect="1"/>
          </p:cNvPicPr>
          <p:nvPr userDrawn="1"/>
        </p:nvPicPr>
        <p:blipFill>
          <a:blip>
            <a:extLst>
              <a:ext uri="{96DAC541-7B7A-43D3-8B79-37D633B846F1}">
                <asvg:svgBlip xmlns:asvg="http://schemas.microsoft.com/office/drawing/2016/SVG/main" r:embed="rId3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6301926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909" r:id="rId32"/>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91064209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6" r:id="rId21"/>
    <p:sldLayoutId id="2147483717" r:id="rId22"/>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Display"/>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Sans Display"/>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97000219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5" r:id="rId16"/>
    <p:sldLayoutId id="2147483902" r:id="rId17"/>
    <p:sldLayoutId id="2147483906" r:id="rId18"/>
    <p:sldLayoutId id="2147483907" r:id="rId19"/>
    <p:sldLayoutId id="2147483913" r:id="rId2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288225646"/>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 id="2147483912" r:id="rId1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91.xml"/></Relationships>
</file>

<file path=ppt/slides/_rels/slide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1.xml"/></Relationships>
</file>

<file path=ppt/slides/_rels/slide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1.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91.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9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70.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0.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7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2.xml.rels><?xml version="1.0" encoding="UTF-8" standalone="yes"?>
<Relationships xmlns="http://schemas.openxmlformats.org/package/2006/relationships"><Relationship Id="rId2" Type="http://schemas.openxmlformats.org/officeDocument/2006/relationships/hyperlink" Target="https://www.microsoft.com/licensing/faqs/122" TargetMode="Externa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89CC7A7-6066-E266-840F-A41A2C4AD7D1}"/>
              </a:ext>
            </a:extLst>
          </p:cNvPr>
          <p:cNvSpPr>
            <a:spLocks noGrp="1"/>
          </p:cNvSpPr>
          <p:nvPr>
            <p:ph type="body" sz="quarter" idx="12"/>
          </p:nvPr>
        </p:nvSpPr>
        <p:spPr>
          <a:xfrm>
            <a:off x="525780" y="1697491"/>
            <a:ext cx="4124041" cy="246221"/>
          </a:xfrm>
        </p:spPr>
        <p:txBody>
          <a:bodyPr/>
          <a:lstStyle/>
          <a:p>
            <a:r>
              <a:rPr lang="en-US"/>
              <a:t>For External Use </a:t>
            </a:r>
          </a:p>
        </p:txBody>
      </p:sp>
      <p:sp>
        <p:nvSpPr>
          <p:cNvPr id="5" name="Text Placeholder 4">
            <a:extLst>
              <a:ext uri="{FF2B5EF4-FFF2-40B4-BE49-F238E27FC236}">
                <a16:creationId xmlns:a16="http://schemas.microsoft.com/office/drawing/2014/main" id="{8D26FB23-123C-CE4D-96A5-CF473D2B9DD2}"/>
              </a:ext>
            </a:extLst>
          </p:cNvPr>
          <p:cNvSpPr>
            <a:spLocks noGrp="1"/>
          </p:cNvSpPr>
          <p:nvPr>
            <p:ph type="body" sz="quarter" idx="13"/>
          </p:nvPr>
        </p:nvSpPr>
        <p:spPr>
          <a:xfrm>
            <a:off x="556260" y="919877"/>
            <a:ext cx="8242300" cy="646331"/>
          </a:xfrm>
        </p:spPr>
        <p:txBody>
          <a:bodyPr/>
          <a:lstStyle/>
          <a:p>
            <a:r>
              <a:rPr lang="en-US"/>
              <a:t>Placemat and Licensing Guide</a:t>
            </a:r>
          </a:p>
        </p:txBody>
      </p:sp>
    </p:spTree>
    <p:extLst>
      <p:ext uri="{BB962C8B-B14F-4D97-AF65-F5344CB8AC3E}">
        <p14:creationId xmlns:p14="http://schemas.microsoft.com/office/powerpoint/2010/main" val="19826594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5253E5A-89D3-2554-B7FE-4240318130B1}"/>
              </a:ext>
            </a:extLst>
          </p:cNvPr>
          <p:cNvSpPr>
            <a:spLocks noGrp="1"/>
          </p:cNvSpPr>
          <p:nvPr>
            <p:ph type="title"/>
          </p:nvPr>
        </p:nvSpPr>
        <p:spPr/>
        <p:txBody>
          <a:bodyPr/>
          <a:lstStyle/>
          <a:p>
            <a:r>
              <a:rPr lang="en-US"/>
              <a:t>Microsoft External Public</a:t>
            </a:r>
          </a:p>
        </p:txBody>
      </p:sp>
      <p:graphicFrame>
        <p:nvGraphicFramePr>
          <p:cNvPr id="9" name="Table 8">
            <a:extLst>
              <a:ext uri="{FF2B5EF4-FFF2-40B4-BE49-F238E27FC236}">
                <a16:creationId xmlns:a16="http://schemas.microsoft.com/office/drawing/2014/main" id="{54681708-F630-E28F-E3D2-84AA21A0716A}"/>
              </a:ext>
            </a:extLst>
          </p:cNvPr>
          <p:cNvGraphicFramePr>
            <a:graphicFrameLocks noGrp="1"/>
          </p:cNvGraphicFramePr>
          <p:nvPr>
            <p:extLst>
              <p:ext uri="{D42A27DB-BD31-4B8C-83A1-F6EECF244321}">
                <p14:modId xmlns:p14="http://schemas.microsoft.com/office/powerpoint/2010/main" val="1700427592"/>
              </p:ext>
            </p:extLst>
          </p:nvPr>
        </p:nvGraphicFramePr>
        <p:xfrm>
          <a:off x="571501" y="1215159"/>
          <a:ext cx="11182350" cy="3065703"/>
        </p:xfrm>
        <a:graphic>
          <a:graphicData uri="http://schemas.openxmlformats.org/drawingml/2006/table">
            <a:tbl>
              <a:tblPr firstRow="1" bandRow="1">
                <a:tableStyleId>{5940675A-B579-460E-94D1-54222C63F5DA}</a:tableStyleId>
              </a:tblPr>
              <a:tblGrid>
                <a:gridCol w="1666645">
                  <a:extLst>
                    <a:ext uri="{9D8B030D-6E8A-4147-A177-3AD203B41FA5}">
                      <a16:colId xmlns:a16="http://schemas.microsoft.com/office/drawing/2014/main" val="20000"/>
                    </a:ext>
                  </a:extLst>
                </a:gridCol>
                <a:gridCol w="9515705">
                  <a:extLst>
                    <a:ext uri="{9D8B030D-6E8A-4147-A177-3AD203B41FA5}">
                      <a16:colId xmlns:a16="http://schemas.microsoft.com/office/drawing/2014/main" val="20001"/>
                    </a:ext>
                  </a:extLst>
                </a:gridCol>
              </a:tblGrid>
              <a:tr h="363270">
                <a:tc>
                  <a:txBody>
                    <a:bodyPr/>
                    <a:lstStyle/>
                    <a:p>
                      <a:r>
                        <a:rPr lang="en-US" sz="1400">
                          <a:solidFill>
                            <a:schemeClr val="bg1"/>
                          </a:solidFill>
                        </a:rPr>
                        <a:t>Title</a:t>
                      </a:r>
                    </a:p>
                  </a:txBody>
                  <a:tcPr marL="137160" marR="137160" marT="137160" marB="137160" anchor="ctr"/>
                </a:tc>
                <a:tc>
                  <a:txBody>
                    <a:bodyPr/>
                    <a:lstStyle/>
                    <a:p>
                      <a:pPr marL="0" marR="0" indent="0" algn="l" defTabSz="1088105" rtl="0" eaLnBrk="1" fontAlgn="auto" latinLnBrk="0" hangingPunct="1">
                        <a:lnSpc>
                          <a:spcPct val="100000"/>
                        </a:lnSpc>
                        <a:spcBef>
                          <a:spcPts val="0"/>
                        </a:spcBef>
                        <a:spcAft>
                          <a:spcPts val="0"/>
                        </a:spcAft>
                        <a:buClrTx/>
                        <a:buSzTx/>
                        <a:buFontTx/>
                        <a:buNone/>
                        <a:tabLst/>
                        <a:defRPr/>
                      </a:pPr>
                      <a:r>
                        <a:rPr lang="en-US" sz="1400" i="0">
                          <a:solidFill>
                            <a:schemeClr val="bg1"/>
                          </a:solidFill>
                        </a:rPr>
                        <a:t>Agent 365 Placemat and Licensing Guide (External Public)</a:t>
                      </a:r>
                    </a:p>
                  </a:txBody>
                  <a:tcPr marL="137160" marR="137160" marT="137160" marB="137160" anchor="ctr"/>
                </a:tc>
                <a:extLst>
                  <a:ext uri="{0D108BD9-81ED-4DB2-BD59-A6C34878D82A}">
                    <a16:rowId xmlns:a16="http://schemas.microsoft.com/office/drawing/2014/main" val="10000"/>
                  </a:ext>
                </a:extLst>
              </a:tr>
              <a:tr h="468409">
                <a:tc>
                  <a:txBody>
                    <a:bodyPr/>
                    <a:lstStyle/>
                    <a:p>
                      <a:r>
                        <a:rPr lang="en-US" sz="1400">
                          <a:solidFill>
                            <a:schemeClr val="bg1"/>
                          </a:solidFill>
                        </a:rPr>
                        <a:t>Audience</a:t>
                      </a:r>
                    </a:p>
                  </a:txBody>
                  <a:tcPr marL="137160" marR="137160" marT="137160" marB="137160" anchor="ctr"/>
                </a:tc>
                <a:tc>
                  <a:txBody>
                    <a:bodyPr/>
                    <a:lstStyle/>
                    <a:p>
                      <a:pPr marL="0" marR="0" indent="0" algn="l" rtl="0" eaLnBrk="1" fontAlgn="auto" latinLnBrk="0" hangingPunct="1">
                        <a:lnSpc>
                          <a:spcPct val="100000"/>
                        </a:lnSpc>
                        <a:spcBef>
                          <a:spcPts val="0"/>
                        </a:spcBef>
                        <a:spcAft>
                          <a:spcPts val="0"/>
                        </a:spcAft>
                        <a:buFontTx/>
                        <a:buNone/>
                      </a:pPr>
                      <a:r>
                        <a:rPr lang="en-US" sz="1400" b="1">
                          <a:solidFill>
                            <a:srgbClr val="FFB900"/>
                          </a:solidFill>
                        </a:rPr>
                        <a:t>For use external to Microsoft, no NDA required</a:t>
                      </a:r>
                    </a:p>
                  </a:txBody>
                  <a:tcPr marL="137160" marR="137160" marT="137160" marB="137160" anchor="ctr"/>
                </a:tc>
                <a:extLst>
                  <a:ext uri="{0D108BD9-81ED-4DB2-BD59-A6C34878D82A}">
                    <a16:rowId xmlns:a16="http://schemas.microsoft.com/office/drawing/2014/main" val="775384675"/>
                  </a:ext>
                </a:extLst>
              </a:tr>
              <a:tr h="1602663">
                <a:tc>
                  <a:txBody>
                    <a:bodyPr/>
                    <a:lstStyle/>
                    <a:p>
                      <a:r>
                        <a:rPr lang="en-US" sz="1400">
                          <a:solidFill>
                            <a:schemeClr val="bg1"/>
                          </a:solidFill>
                        </a:rPr>
                        <a:t>Purpose</a:t>
                      </a:r>
                    </a:p>
                  </a:txBody>
                  <a:tcPr marL="137160" marR="137160" marT="137160" marB="137160" anchor="ctr"/>
                </a:tc>
                <a:tc>
                  <a:txBody>
                    <a:bodyPr/>
                    <a:lstStyle/>
                    <a:p>
                      <a:pPr marL="285750" marR="0" indent="-285750" algn="l" defTabSz="108810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a:solidFill>
                            <a:schemeClr val="bg1"/>
                          </a:solidFill>
                        </a:rPr>
                        <a:t>Provides guidance to support Agent 365 licensing conversations</a:t>
                      </a:r>
                    </a:p>
                    <a:p>
                      <a:pPr marL="285750" marR="0" indent="-285750" algn="l" defTabSz="108810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a:solidFill>
                            <a:schemeClr val="bg1"/>
                          </a:solidFill>
                        </a:rPr>
                        <a:t>Clarifies current Agent 365 features and business model </a:t>
                      </a:r>
                    </a:p>
                    <a:p>
                      <a:pPr marL="285750" marR="0" indent="-285750" algn="l" defTabSz="1088105"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a:solidFill>
                            <a:schemeClr val="bg1"/>
                          </a:solidFill>
                        </a:rPr>
                        <a:t>Helps answer questions on Agent 365 value within the context of other Microsoft Cloud subscriptions</a:t>
                      </a:r>
                    </a:p>
                  </a:txBody>
                  <a:tcPr marL="137160" marR="137160" marT="137160" marB="137160" anchor="ctr"/>
                </a:tc>
                <a:extLst>
                  <a:ext uri="{0D108BD9-81ED-4DB2-BD59-A6C34878D82A}">
                    <a16:rowId xmlns:a16="http://schemas.microsoft.com/office/drawing/2014/main" val="297661937"/>
                  </a:ext>
                </a:extLst>
              </a:tr>
              <a:tr h="363270">
                <a:tc>
                  <a:txBody>
                    <a:bodyPr/>
                    <a:lstStyle/>
                    <a:p>
                      <a:r>
                        <a:rPr lang="en-US" sz="1400">
                          <a:solidFill>
                            <a:schemeClr val="bg1"/>
                          </a:solidFill>
                        </a:rPr>
                        <a:t>Version</a:t>
                      </a:r>
                    </a:p>
                  </a:txBody>
                  <a:tcPr marL="137160" marR="137160" marT="137160" marB="137160"/>
                </a:tc>
                <a:tc>
                  <a:txBody>
                    <a:bodyPr/>
                    <a:lstStyle/>
                    <a:p>
                      <a:pPr marL="0" marR="0" indent="0" algn="l" rtl="0" eaLnBrk="1" fontAlgn="auto" latinLnBrk="0" hangingPunct="1">
                        <a:lnSpc>
                          <a:spcPct val="100000"/>
                        </a:lnSpc>
                        <a:spcBef>
                          <a:spcPts val="0"/>
                        </a:spcBef>
                        <a:spcAft>
                          <a:spcPts val="0"/>
                        </a:spcAft>
                        <a:buFontTx/>
                        <a:buNone/>
                      </a:pPr>
                      <a:r>
                        <a:rPr lang="en-US" sz="1400" b="1">
                          <a:solidFill>
                            <a:schemeClr val="bg1"/>
                          </a:solidFill>
                        </a:rPr>
                        <a:t>Last updated May 2026</a:t>
                      </a:r>
                    </a:p>
                  </a:txBody>
                  <a:tcPr marL="137160" marR="137160" marT="137160" marB="13716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8976771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05D6-1FA8-8F0E-82C6-1921192AE977}"/>
              </a:ext>
            </a:extLst>
          </p:cNvPr>
          <p:cNvSpPr>
            <a:spLocks noGrp="1"/>
          </p:cNvSpPr>
          <p:nvPr>
            <p:ph type="title"/>
          </p:nvPr>
        </p:nvSpPr>
        <p:spPr/>
        <p:txBody>
          <a:bodyPr/>
          <a:lstStyle/>
          <a:p>
            <a:r>
              <a:rPr lang="en-US"/>
              <a:t>Contents</a:t>
            </a:r>
          </a:p>
        </p:txBody>
      </p:sp>
      <p:sp>
        <p:nvSpPr>
          <p:cNvPr id="3" name="Text Placeholder 2">
            <a:extLst>
              <a:ext uri="{FF2B5EF4-FFF2-40B4-BE49-F238E27FC236}">
                <a16:creationId xmlns:a16="http://schemas.microsoft.com/office/drawing/2014/main" id="{D7A1BBDF-E4EB-6CAB-9923-9639D4683951}"/>
              </a:ext>
            </a:extLst>
          </p:cNvPr>
          <p:cNvSpPr>
            <a:spLocks noGrp="1"/>
          </p:cNvSpPr>
          <p:nvPr>
            <p:ph type="body" sz="quarter" idx="10"/>
          </p:nvPr>
        </p:nvSpPr>
        <p:spPr>
          <a:xfrm>
            <a:off x="586390" y="1434370"/>
            <a:ext cx="11018520" cy="2369880"/>
          </a:xfrm>
        </p:spPr>
        <p:txBody>
          <a:bodyPr/>
          <a:lstStyle/>
          <a:p>
            <a:pPr marL="457200" indent="-457200">
              <a:buFont typeface="Wingdings" panose="05000000000000000000" pitchFamily="2" charset="2"/>
              <a:buChar char="§"/>
            </a:pPr>
            <a:r>
              <a:rPr lang="en-US" sz="2200"/>
              <a:t>Core licensing concepts for A365</a:t>
            </a:r>
          </a:p>
          <a:p>
            <a:pPr marL="457200" indent="-457200">
              <a:buFont typeface="Wingdings" panose="05000000000000000000" pitchFamily="2" charset="2"/>
              <a:buChar char="§"/>
            </a:pPr>
            <a:r>
              <a:rPr lang="en-US" sz="2200"/>
              <a:t>Agent 365 in the context of different service plans</a:t>
            </a:r>
          </a:p>
          <a:p>
            <a:pPr marL="457200" indent="-457200">
              <a:buFont typeface="Wingdings" panose="05000000000000000000" pitchFamily="2" charset="2"/>
              <a:buChar char="§"/>
            </a:pPr>
            <a:r>
              <a:rPr lang="en-US" sz="2200"/>
              <a:t>A365 availability by agent type</a:t>
            </a:r>
          </a:p>
          <a:p>
            <a:pPr marL="457200" indent="-457200">
              <a:buFont typeface="Wingdings" panose="05000000000000000000" pitchFamily="2" charset="2"/>
              <a:buChar char="§"/>
            </a:pPr>
            <a:r>
              <a:rPr lang="en-US" sz="2200"/>
              <a:t>Product-specific licensing clarifications</a:t>
            </a:r>
          </a:p>
          <a:p>
            <a:pPr marL="457200" indent="-457200">
              <a:buFont typeface="Wingdings" panose="05000000000000000000" pitchFamily="2" charset="2"/>
              <a:buChar char="§"/>
            </a:pPr>
            <a:r>
              <a:rPr lang="en-US" sz="2200"/>
              <a:t>A365 Placemat</a:t>
            </a:r>
          </a:p>
          <a:p>
            <a:pPr marL="457200" indent="-457200">
              <a:buFont typeface="Wingdings" panose="05000000000000000000" pitchFamily="2" charset="2"/>
              <a:buChar char="§"/>
            </a:pPr>
            <a:r>
              <a:rPr lang="en-US" sz="2200"/>
              <a:t>FAQ</a:t>
            </a:r>
          </a:p>
        </p:txBody>
      </p:sp>
    </p:spTree>
    <p:extLst>
      <p:ext uri="{BB962C8B-B14F-4D97-AF65-F5344CB8AC3E}">
        <p14:creationId xmlns:p14="http://schemas.microsoft.com/office/powerpoint/2010/main" val="209762650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BEE7AAF-9168-926B-4062-D2F1715C2063}"/>
              </a:ext>
            </a:extLst>
          </p:cNvPr>
          <p:cNvSpPr>
            <a:spLocks noGrp="1"/>
          </p:cNvSpPr>
          <p:nvPr>
            <p:ph type="title"/>
          </p:nvPr>
        </p:nvSpPr>
        <p:spPr>
          <a:xfrm>
            <a:off x="585216" y="2537210"/>
            <a:ext cx="4178808" cy="997196"/>
          </a:xfrm>
        </p:spPr>
        <p:txBody>
          <a:bodyPr/>
          <a:lstStyle/>
          <a:p>
            <a:r>
              <a:rPr lang="en-US"/>
              <a:t>Core licensing concepts for A365</a:t>
            </a:r>
          </a:p>
        </p:txBody>
      </p:sp>
    </p:spTree>
    <p:extLst>
      <p:ext uri="{BB962C8B-B14F-4D97-AF65-F5344CB8AC3E}">
        <p14:creationId xmlns:p14="http://schemas.microsoft.com/office/powerpoint/2010/main" val="5074256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3">
            <a:extLst>
              <a:ext uri="{FF2B5EF4-FFF2-40B4-BE49-F238E27FC236}">
                <a16:creationId xmlns:a16="http://schemas.microsoft.com/office/drawing/2014/main" id="{B43C638C-D358-ACD7-8C68-BD3AB5F15B7E}"/>
              </a:ext>
              <a:ext uri="{C183D7F6-B498-43B3-948B-1728B52AA6E4}">
                <adec:decorative xmlns:adec="http://schemas.microsoft.com/office/drawing/2017/decorative" val="1"/>
              </a:ext>
            </a:extLst>
          </p:cNvPr>
          <p:cNvPicPr>
            <a:picLocks noChangeAspect="1"/>
          </p:cNvPicPr>
          <p:nvPr/>
        </p:nvPicPr>
        <p:blipFill>
          <a:blip r:embed="rId3">
            <a:alphaModFix amt="62000"/>
          </a:blip>
          <a:srcRect l="-1742" t="23504" r="40455" b="20000"/>
          <a:stretch>
            <a:fillRect/>
          </a:stretch>
        </p:blipFill>
        <p:spPr>
          <a:xfrm>
            <a:off x="10114087" y="0"/>
            <a:ext cx="2077913" cy="1911770"/>
          </a:xfrm>
          <a:prstGeom prst="rect">
            <a:avLst/>
          </a:prstGeom>
        </p:spPr>
      </p:pic>
      <p:sp>
        <p:nvSpPr>
          <p:cNvPr id="24" name="Rectangle: Rounded Corners 23">
            <a:extLst>
              <a:ext uri="{FF2B5EF4-FFF2-40B4-BE49-F238E27FC236}">
                <a16:creationId xmlns:a16="http://schemas.microsoft.com/office/drawing/2014/main" id="{E7939C3B-BDAB-3E71-642D-2FE397E1A3FE}"/>
              </a:ext>
              <a:ext uri="{C183D7F6-B498-43B3-948B-1728B52AA6E4}">
                <adec:decorative xmlns:adec="http://schemas.microsoft.com/office/drawing/2017/decorative" val="1"/>
              </a:ext>
            </a:extLst>
          </p:cNvPr>
          <p:cNvSpPr/>
          <p:nvPr/>
        </p:nvSpPr>
        <p:spPr bwMode="auto">
          <a:xfrm>
            <a:off x="571500" y="1498601"/>
            <a:ext cx="11052046" cy="3814226"/>
          </a:xfrm>
          <a:prstGeom prst="roundRect">
            <a:avLst>
              <a:gd name="adj" fmla="val 2803"/>
            </a:avLst>
          </a:prstGeom>
          <a:gradFill flip="none" rotWithShape="1">
            <a:gsLst>
              <a:gs pos="0">
                <a:schemeClr val="accent1">
                  <a:lumMod val="5000"/>
                  <a:lumOff val="95000"/>
                </a:schemeClr>
              </a:gs>
              <a:gs pos="100000">
                <a:schemeClr val="tx2">
                  <a:lumMod val="10000"/>
                  <a:lumOff val="90000"/>
                </a:schemeClr>
              </a:gs>
            </a:gsLst>
            <a:lin ang="0" scaled="1"/>
            <a:tileRect/>
          </a:gradFill>
          <a:ln w="6350">
            <a:solidFill>
              <a:srgbClr val="FFFFFF"/>
            </a:solidFill>
            <a:headEnd type="none" w="med" len="med"/>
            <a:tailEnd type="none" w="med" len="med"/>
          </a:ln>
          <a:effectLst>
            <a:outerShdw blurRad="317500" dist="2540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4400" b="0" i="0" u="none" strike="noStrike" kern="1200" cap="none" spc="0" normalizeH="0" baseline="0" noProof="0" err="1">
              <a:ln>
                <a:noFill/>
              </a:ln>
              <a:solidFill>
                <a:srgbClr val="091F2C"/>
              </a:solidFill>
              <a:effectLst/>
              <a:uLnTx/>
              <a:uFillTx/>
              <a:latin typeface="Segoe Sans Display"/>
              <a:ea typeface="+mn-ea"/>
              <a:cs typeface="+mn-cs"/>
            </a:endParaRPr>
          </a:p>
        </p:txBody>
      </p:sp>
      <p:sp>
        <p:nvSpPr>
          <p:cNvPr id="31" name="Rectangle: Rounded Corners 30">
            <a:extLst>
              <a:ext uri="{FF2B5EF4-FFF2-40B4-BE49-F238E27FC236}">
                <a16:creationId xmlns:a16="http://schemas.microsoft.com/office/drawing/2014/main" id="{29DFAE77-DC78-36F1-7EB6-2C0406E6E06E}"/>
              </a:ext>
              <a:ext uri="{C183D7F6-B498-43B3-948B-1728B52AA6E4}">
                <adec:decorative xmlns:adec="http://schemas.microsoft.com/office/drawing/2017/decorative" val="1"/>
              </a:ext>
            </a:extLst>
          </p:cNvPr>
          <p:cNvSpPr>
            <a:spLocks/>
          </p:cNvSpPr>
          <p:nvPr/>
        </p:nvSpPr>
        <p:spPr bwMode="auto">
          <a:xfrm>
            <a:off x="845821" y="1828085"/>
            <a:ext cx="10330788" cy="3016093"/>
          </a:xfrm>
          <a:prstGeom prst="roundRect">
            <a:avLst>
              <a:gd name="adj" fmla="val 3123"/>
            </a:avLst>
          </a:prstGeom>
          <a:solidFill>
            <a:schemeClr val="bg1"/>
          </a:solidFill>
          <a:ln w="19050">
            <a:gradFill>
              <a:gsLst>
                <a:gs pos="0">
                  <a:schemeClr val="bg2">
                    <a:alpha val="87000"/>
                  </a:schemeClr>
                </a:gs>
                <a:gs pos="22000">
                  <a:srgbClr val="2250C1">
                    <a:alpha val="89000"/>
                  </a:srgbClr>
                </a:gs>
                <a:gs pos="77000">
                  <a:schemeClr val="accent4">
                    <a:lumMod val="25000"/>
                    <a:alpha val="82000"/>
                  </a:schemeClr>
                </a:gs>
                <a:gs pos="99000">
                  <a:schemeClr val="tx2">
                    <a:alpha val="78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Display Semibold"/>
              <a:ea typeface="+mn-ea"/>
              <a:cs typeface="Segoe UI" panose="020B0502040204020203" pitchFamily="34" charset="0"/>
            </a:endParaRPr>
          </a:p>
        </p:txBody>
      </p:sp>
      <p:sp>
        <p:nvSpPr>
          <p:cNvPr id="56" name="Rectangle 55">
            <a:extLst>
              <a:ext uri="{FF2B5EF4-FFF2-40B4-BE49-F238E27FC236}">
                <a16:creationId xmlns:a16="http://schemas.microsoft.com/office/drawing/2014/main" id="{C934C038-6CA0-B887-38C4-B8CAB639542D}"/>
              </a:ext>
              <a:ext uri="{C183D7F6-B498-43B3-948B-1728B52AA6E4}">
                <adec:decorative xmlns:adec="http://schemas.microsoft.com/office/drawing/2017/decorative" val="1"/>
              </a:ext>
            </a:extLst>
          </p:cNvPr>
          <p:cNvSpPr/>
          <p:nvPr/>
        </p:nvSpPr>
        <p:spPr bwMode="auto">
          <a:xfrm>
            <a:off x="1071562" y="5468101"/>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58" name="Group 57">
            <a:extLst>
              <a:ext uri="{FF2B5EF4-FFF2-40B4-BE49-F238E27FC236}">
                <a16:creationId xmlns:a16="http://schemas.microsoft.com/office/drawing/2014/main" id="{9810EE5F-8DEC-1381-C33B-5BDACC61DD8D}"/>
              </a:ext>
              <a:ext uri="{C183D7F6-B498-43B3-948B-1728B52AA6E4}">
                <adec:decorative xmlns:adec="http://schemas.microsoft.com/office/drawing/2017/decorative" val="1"/>
              </a:ext>
            </a:extLst>
          </p:cNvPr>
          <p:cNvGrpSpPr/>
          <p:nvPr/>
        </p:nvGrpSpPr>
        <p:grpSpPr>
          <a:xfrm>
            <a:off x="571499" y="5468101"/>
            <a:ext cx="895351" cy="895341"/>
            <a:chOff x="571499" y="5403113"/>
            <a:chExt cx="1161213" cy="1161200"/>
          </a:xfrm>
        </p:grpSpPr>
        <p:sp>
          <p:nvSpPr>
            <p:cNvPr id="59" name="Oval 58">
              <a:extLst>
                <a:ext uri="{FF2B5EF4-FFF2-40B4-BE49-F238E27FC236}">
                  <a16:creationId xmlns:a16="http://schemas.microsoft.com/office/drawing/2014/main" id="{3CC32BF1-130B-2C44-79D6-B9F86E6F6D4B}"/>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60" name="Graphic 52">
              <a:extLst>
                <a:ext uri="{FF2B5EF4-FFF2-40B4-BE49-F238E27FC236}">
                  <a16:creationId xmlns:a16="http://schemas.microsoft.com/office/drawing/2014/main" id="{766171CE-E861-7031-4158-13255C5B84C6}"/>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22" name="Title 21">
            <a:extLst>
              <a:ext uri="{FF2B5EF4-FFF2-40B4-BE49-F238E27FC236}">
                <a16:creationId xmlns:a16="http://schemas.microsoft.com/office/drawing/2014/main" id="{E8B673E1-8280-70BF-482E-A2A54D89FC6F}"/>
              </a:ext>
            </a:extLst>
          </p:cNvPr>
          <p:cNvSpPr>
            <a:spLocks noGrp="1"/>
          </p:cNvSpPr>
          <p:nvPr>
            <p:ph type="title"/>
          </p:nvPr>
        </p:nvSpPr>
        <p:spPr>
          <a:xfrm>
            <a:off x="571500" y="457200"/>
            <a:ext cx="11052175" cy="492443"/>
          </a:xfrm>
        </p:spPr>
        <p:txBody>
          <a:bodyPr/>
          <a:lstStyle/>
          <a:p>
            <a:r>
              <a:rPr lang="en-US"/>
              <a:t>Agent 365 is intended for every agent</a:t>
            </a:r>
          </a:p>
        </p:txBody>
      </p:sp>
      <p:sp>
        <p:nvSpPr>
          <p:cNvPr id="33" name="Text Placeholder 2 - 1">
            <a:extLst>
              <a:ext uri="{FF2B5EF4-FFF2-40B4-BE49-F238E27FC236}">
                <a16:creationId xmlns:a16="http://schemas.microsoft.com/office/drawing/2014/main" id="{1784ADCC-E76D-3502-A129-C844D8584837}"/>
              </a:ext>
            </a:extLst>
          </p:cNvPr>
          <p:cNvSpPr txBox="1">
            <a:spLocks/>
          </p:cNvSpPr>
          <p:nvPr/>
        </p:nvSpPr>
        <p:spPr>
          <a:xfrm>
            <a:off x="1015386" y="1992846"/>
            <a:ext cx="10010809" cy="408623"/>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marL="0" marR="0" lvl="0" indent="0" defTabSz="932742" rtl="0" eaLnBrk="1" fontAlgn="auto" latinLnBrk="0" hangingPunct="1">
              <a:lnSpc>
                <a:spcPct val="100000"/>
              </a:lnSpc>
              <a:spcBef>
                <a:spcPts val="0"/>
              </a:spcBef>
              <a:spcAft>
                <a:spcPts val="0"/>
              </a:spcAft>
              <a:buClrTx/>
              <a:buSzPct val="90000"/>
              <a:buFontTx/>
              <a:buNone/>
              <a:tabLst/>
              <a:defRPr/>
            </a:pPr>
            <a:r>
              <a:rPr lang="en-US" sz="1800"/>
              <a:t>“Every agent has a human boss”</a:t>
            </a:r>
            <a:endParaRPr kumimoji="0" lang="en-US" sz="1800" b="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5" name="Text Placeholder 2">
            <a:extLst>
              <a:ext uri="{FF2B5EF4-FFF2-40B4-BE49-F238E27FC236}">
                <a16:creationId xmlns:a16="http://schemas.microsoft.com/office/drawing/2014/main" id="{861D4DD2-EE7D-48DF-19B1-FF6EC35FE2D0}"/>
              </a:ext>
            </a:extLst>
          </p:cNvPr>
          <p:cNvSpPr txBox="1">
            <a:spLocks/>
          </p:cNvSpPr>
          <p:nvPr/>
        </p:nvSpPr>
        <p:spPr>
          <a:xfrm>
            <a:off x="1015387" y="2476032"/>
            <a:ext cx="10084228" cy="204671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Each agent is tied to a human</a:t>
            </a:r>
            <a:r>
              <a:rPr lang="en-US">
                <a:solidFill>
                  <a:srgbClr val="000000"/>
                </a:solidFill>
                <a:latin typeface="Segoe Sans Display"/>
              </a:rPr>
              <a:t>. This includes agents with the following access models</a:t>
            </a:r>
            <a:r>
              <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  </a:t>
            </a:r>
          </a:p>
          <a:p>
            <a:pPr marL="356616" lvl="1" indent="-228600">
              <a:spcBef>
                <a:spcPts val="0"/>
              </a:spcBef>
              <a:spcAft>
                <a:spcPts val="600"/>
              </a:spcAft>
              <a:buSzPct val="100000"/>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Delegated access – access is delegated from user to agent. The agent works on behalf of a human (aka known as OBO – on behalf of).</a:t>
            </a:r>
          </a:p>
          <a:p>
            <a:pPr marL="356616" lvl="1" indent="-228600">
              <a:spcBef>
                <a:spcPts val="0"/>
              </a:spcBef>
              <a:spcAft>
                <a:spcPts val="600"/>
              </a:spcAft>
              <a:buSzPct val="100000"/>
              <a:defRPr/>
            </a:pPr>
            <a:r>
              <a:rPr lang="en-US" sz="1200">
                <a:solidFill>
                  <a:srgbClr val="000000"/>
                </a:solidFill>
                <a:latin typeface="Segoe Sans Display"/>
                <a:cs typeface="Segoe UI" panose="020B0502040204020203" pitchFamily="34" charset="0"/>
              </a:rPr>
              <a:t>Own access – </a:t>
            </a:r>
            <a:r>
              <a:rPr lang="en-US" sz="1200">
                <a:solidFill>
                  <a:srgbClr val="000000"/>
                </a:solidFill>
                <a:cs typeface="Segoe UI" panose="020B0502040204020203" pitchFamily="34" charset="0"/>
              </a:rPr>
              <a:t>Agent operates with its own permissions, not bound to any user. It can work with people, acting like an AI teammate or operate a background process that doesn't have any interaction with people. Each such agent still requires human operational oversight that can be done by either agent's "manager" or "sponsor"</a:t>
            </a:r>
            <a:endParaRPr kumimoji="0" lang="en-US" sz="1200" b="0" i="0" u="none" strike="noStrike" kern="1200" cap="none" spc="0" normalizeH="0" baseline="0" noProof="0">
              <a:ln>
                <a:noFill/>
              </a:ln>
              <a:solidFill>
                <a:srgbClr val="EE0000"/>
              </a:solidFill>
              <a:effectLst/>
              <a:uLnTx/>
              <a:uFillTx/>
              <a:latin typeface="Segoe Sans Display"/>
              <a:ea typeface="+mn-ea"/>
              <a:cs typeface="Segoe UI" panose="020B0502040204020203" pitchFamily="34" charset="0"/>
            </a:endParaRPr>
          </a:p>
          <a:p>
            <a:pPr marL="228600" marR="0" lvl="0" indent="-22860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All users must be licensed for Agent 365</a:t>
            </a:r>
          </a:p>
          <a:p>
            <a:pPr marL="356616" lvl="1" indent="-228600">
              <a:spcBef>
                <a:spcPts val="0"/>
              </a:spcBef>
              <a:spcAft>
                <a:spcPts val="600"/>
              </a:spcAft>
              <a:buSzPct val="100000"/>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License is assigned to a user, not to an agent</a:t>
            </a:r>
          </a:p>
          <a:p>
            <a:pPr marL="228600" marR="0" lvl="0" indent="-22860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$15 PUPM or via ME7 license, which includes one Agent 365 license</a:t>
            </a:r>
            <a:r>
              <a:rPr kumimoji="0" lang="en-US" sz="1600" b="0" i="0" u="none" strike="noStrike" kern="1200" cap="none" spc="0" normalizeH="0" baseline="30000" noProof="0">
                <a:ln>
                  <a:noFill/>
                </a:ln>
                <a:solidFill>
                  <a:srgbClr val="000000"/>
                </a:solidFill>
                <a:effectLst/>
                <a:uLnTx/>
                <a:uFillTx/>
                <a:latin typeface="Segoe Sans Display"/>
                <a:ea typeface="+mn-ea"/>
                <a:cs typeface="Segoe UI" panose="020B0502040204020203" pitchFamily="34" charset="0"/>
              </a:rPr>
              <a:t>(a)</a:t>
            </a:r>
            <a:endPar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37" name="Text Placeholder 2">
            <a:extLst>
              <a:ext uri="{FF2B5EF4-FFF2-40B4-BE49-F238E27FC236}">
                <a16:creationId xmlns:a16="http://schemas.microsoft.com/office/drawing/2014/main" id="{4658CAFB-0177-1FB6-C73D-1506B3364CD8}"/>
              </a:ext>
            </a:extLst>
          </p:cNvPr>
          <p:cNvSpPr txBox="1">
            <a:spLocks/>
          </p:cNvSpPr>
          <p:nvPr/>
        </p:nvSpPr>
        <p:spPr>
          <a:xfrm>
            <a:off x="3623509" y="4528490"/>
            <a:ext cx="4775412" cy="265366"/>
          </a:xfrm>
          <a:prstGeom prst="roundRect">
            <a:avLst>
              <a:gd name="adj" fmla="val 22051"/>
            </a:avLst>
          </a:prstGeom>
          <a:solidFill>
            <a:schemeClr val="bg1">
              <a:lumMod val="95000"/>
            </a:schemeClr>
          </a:solidFill>
        </p:spPr>
        <p:txBody>
          <a:bodyPr vert="horz" wrap="square" lIns="91440" tIns="45720" rIns="91440" bIns="45720" rtlCol="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 Transactable on May 1</a:t>
            </a:r>
            <a:r>
              <a:rPr kumimoji="0" lang="en-US" sz="1400" b="0" i="0" u="none" strike="noStrike" kern="1200" cap="none" spc="0" normalizeH="0" baseline="30000" noProof="0">
                <a:ln>
                  <a:noFill/>
                </a:ln>
                <a:solidFill>
                  <a:srgbClr val="000000"/>
                </a:solidFill>
                <a:effectLst/>
                <a:uLnTx/>
                <a:uFillTx/>
                <a:latin typeface="Segoe Sans Display"/>
                <a:ea typeface="+mn-ea"/>
                <a:cs typeface="Segoe UI" panose="020B0502040204020203" pitchFamily="34" charset="0"/>
              </a:rPr>
              <a:t>st</a:t>
            </a:r>
            <a:r>
              <a:rPr kumimoji="0" lang="en-US" sz="14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a:t>
            </a:r>
          </a:p>
        </p:txBody>
      </p:sp>
      <p:sp>
        <p:nvSpPr>
          <p:cNvPr id="57" name="TextBox 56">
            <a:extLst>
              <a:ext uri="{FF2B5EF4-FFF2-40B4-BE49-F238E27FC236}">
                <a16:creationId xmlns:a16="http://schemas.microsoft.com/office/drawing/2014/main" id="{C2362293-3200-69AE-FDC6-8702D8EB6D7A}"/>
              </a:ext>
            </a:extLst>
          </p:cNvPr>
          <p:cNvSpPr txBox="1">
            <a:spLocks/>
          </p:cNvSpPr>
          <p:nvPr/>
        </p:nvSpPr>
        <p:spPr>
          <a:xfrm>
            <a:off x="1623061" y="5566958"/>
            <a:ext cx="9998962" cy="482183"/>
          </a:xfrm>
          <a:prstGeom prst="rect">
            <a:avLst/>
          </a:prstGeom>
          <a:noFill/>
          <a:ln>
            <a:noFill/>
          </a:ln>
        </p:spPr>
        <p:txBody>
          <a:bodyPr wrap="square" lIns="0" tIns="0" rIns="0" bIns="0">
            <a:spAutoFit/>
          </a:bodyPr>
          <a:lstStyle>
            <a:defPPr>
              <a:defRPr lang="en-US"/>
            </a:defPPr>
            <a:lvl1pPr algn="ctr">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Question: Is there a difference between how</a:t>
            </a:r>
            <a:r>
              <a:rPr lang="en-US" sz="1400">
                <a:solidFill>
                  <a:srgbClr val="000000"/>
                </a:solidFill>
                <a:latin typeface="Segoe Sans Display Semibold"/>
              </a:rPr>
              <a:t> agents with delegated and own access</a:t>
            </a: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 are licensed? </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Answer: </a:t>
            </a:r>
            <a:r>
              <a:rPr lang="en-US" sz="1400">
                <a:solidFill>
                  <a:srgbClr val="000000"/>
                </a:solidFill>
                <a:latin typeface="Segoe Sans Display"/>
              </a:rPr>
              <a:t>Both access models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are licensed per user; </a:t>
            </a:r>
            <a:r>
              <a:rPr lang="en-US" sz="1400">
                <a:solidFill>
                  <a:srgbClr val="000000"/>
                </a:solidFill>
                <a:latin typeface="Segoe Sans Display"/>
              </a:rPr>
              <a:t>e</a:t>
            </a:r>
            <a:r>
              <a:rPr kumimoji="0" lang="en-US" sz="1400" b="0" i="0" u="none" strike="noStrike" kern="1200" cap="none" spc="0" normalizeH="0" baseline="0" noProof="0">
                <a:ln>
                  <a:noFill/>
                </a:ln>
                <a:solidFill>
                  <a:srgbClr val="000000"/>
                </a:solidFill>
                <a:effectLst/>
                <a:uLnTx/>
                <a:uFillTx/>
                <a:latin typeface="Segoe Sans Display"/>
                <a:ea typeface="+mn-ea"/>
                <a:cs typeface="+mn-cs"/>
              </a:rPr>
              <a:t>very</a:t>
            </a:r>
            <a:r>
              <a:rPr lang="en-US" sz="1400">
                <a:solidFill>
                  <a:srgbClr val="000000"/>
                </a:solidFill>
                <a:latin typeface="Segoe Sans Display"/>
              </a:rPr>
              <a:t> agent</a:t>
            </a:r>
            <a:r>
              <a:rPr kumimoji="0" lang="en-US" sz="1400" b="0" i="0" u="none" strike="noStrike" kern="1200" cap="none" spc="0" normalizeH="0" baseline="0" noProof="0">
                <a:ln>
                  <a:noFill/>
                </a:ln>
                <a:solidFill>
                  <a:srgbClr val="000000"/>
                </a:solidFill>
                <a:effectLst/>
                <a:uLnTx/>
                <a:uFillTx/>
                <a:latin typeface="Segoe Sans Display"/>
                <a:ea typeface="+mn-ea"/>
                <a:cs typeface="+mn-cs"/>
              </a:rPr>
              <a:t> user</a:t>
            </a:r>
            <a:r>
              <a:rPr lang="en-US" sz="1400">
                <a:solidFill>
                  <a:srgbClr val="000000"/>
                </a:solidFill>
                <a:latin typeface="Segoe Sans Display"/>
              </a:rPr>
              <a:t>/sponsor/manager</a:t>
            </a:r>
            <a:r>
              <a:rPr kumimoji="0" lang="en-US" sz="1400" b="0" i="0" u="none" strike="noStrike" kern="1200" cap="none" spc="0" normalizeH="0" baseline="0" noProof="0">
                <a:ln>
                  <a:noFill/>
                </a:ln>
                <a:solidFill>
                  <a:srgbClr val="000000"/>
                </a:solidFill>
                <a:effectLst/>
                <a:uLnTx/>
                <a:uFillTx/>
                <a:latin typeface="Segoe Sans Display"/>
                <a:ea typeface="+mn-ea"/>
                <a:cs typeface="+mn-cs"/>
              </a:rPr>
              <a:t> should hold an Agent 365 license.</a:t>
            </a:r>
          </a:p>
        </p:txBody>
      </p:sp>
      <p:sp>
        <p:nvSpPr>
          <p:cNvPr id="7" name="Trapezoid 6">
            <a:extLst>
              <a:ext uri="{FF2B5EF4-FFF2-40B4-BE49-F238E27FC236}">
                <a16:creationId xmlns:a16="http://schemas.microsoft.com/office/drawing/2014/main" id="{0F970597-42ED-749B-BFD4-EC15B7E7C1CD}"/>
              </a:ext>
              <a:ext uri="{C183D7F6-B498-43B3-948B-1728B52AA6E4}">
                <adec:decorative xmlns:adec="http://schemas.microsoft.com/office/drawing/2017/decorative" val="1"/>
              </a:ext>
            </a:extLst>
          </p:cNvPr>
          <p:cNvSpPr/>
          <p:nvPr/>
        </p:nvSpPr>
        <p:spPr bwMode="auto">
          <a:xfrm>
            <a:off x="5128057" y="4847252"/>
            <a:ext cx="1766316" cy="193624"/>
          </a:xfrm>
          <a:prstGeom prst="trapezoid">
            <a:avLst>
              <a:gd name="adj" fmla="val 135685"/>
            </a:avLst>
          </a:prstGeom>
          <a:gradFill flip="none" rotWithShape="1">
            <a:gsLst>
              <a:gs pos="0">
                <a:schemeClr val="tx1">
                  <a:lumMod val="20000"/>
                  <a:lumOff val="80000"/>
                </a:schemeClr>
              </a:gs>
              <a:gs pos="100000">
                <a:schemeClr val="tx1">
                  <a:lumMod val="20000"/>
                  <a:lumOff val="80000"/>
                  <a:alpha val="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8" name="Straight Arrow Connector 7" descr="arrow pointing upward">
            <a:extLst>
              <a:ext uri="{FF2B5EF4-FFF2-40B4-BE49-F238E27FC236}">
                <a16:creationId xmlns:a16="http://schemas.microsoft.com/office/drawing/2014/main" id="{0C70DDA1-4B33-1FAE-56FD-AF0964464EE0}"/>
              </a:ext>
            </a:extLst>
          </p:cNvPr>
          <p:cNvCxnSpPr>
            <a:cxnSpLocks/>
          </p:cNvCxnSpPr>
          <p:nvPr/>
        </p:nvCxnSpPr>
        <p:spPr>
          <a:xfrm flipH="1" flipV="1">
            <a:off x="6011215" y="4889899"/>
            <a:ext cx="1" cy="154051"/>
          </a:xfrm>
          <a:prstGeom prst="straightConnector1">
            <a:avLst/>
          </a:prstGeom>
          <a:ln w="12700">
            <a:solidFill>
              <a:schemeClr val="tx1"/>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BC00D704-A901-0BCA-9194-B15432722ED4}"/>
              </a:ext>
            </a:extLst>
          </p:cNvPr>
          <p:cNvSpPr txBox="1">
            <a:spLocks/>
          </p:cNvSpPr>
          <p:nvPr/>
        </p:nvSpPr>
        <p:spPr>
          <a:xfrm>
            <a:off x="5079871" y="5040876"/>
            <a:ext cx="1862689" cy="21544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Our focus today is here.</a:t>
            </a:r>
          </a:p>
        </p:txBody>
      </p:sp>
      <p:sp>
        <p:nvSpPr>
          <p:cNvPr id="3" name="TextBox 2">
            <a:extLst>
              <a:ext uri="{FF2B5EF4-FFF2-40B4-BE49-F238E27FC236}">
                <a16:creationId xmlns:a16="http://schemas.microsoft.com/office/drawing/2014/main" id="{CBB1C21F-4732-83D1-9B9D-1F8F6FB8ACAC}"/>
              </a:ext>
            </a:extLst>
          </p:cNvPr>
          <p:cNvSpPr txBox="1"/>
          <p:nvPr/>
        </p:nvSpPr>
        <p:spPr>
          <a:xfrm>
            <a:off x="1234317" y="6512445"/>
            <a:ext cx="10387705" cy="338554"/>
          </a:xfrm>
          <a:prstGeom prst="rect">
            <a:avLst/>
          </a:prstGeom>
          <a:noFill/>
        </p:spPr>
        <p:txBody>
          <a:bodyPr wrap="square">
            <a:spAutoFit/>
          </a:bodyPr>
          <a:lstStyle/>
          <a:p>
            <a:r>
              <a:rPr lang="en-US" sz="800">
                <a:solidFill>
                  <a:srgbClr val="000000"/>
                </a:solidFill>
              </a:rPr>
              <a:t>Note: (a) Agent 365 and ME7 licenses do not include agent licenses to productivity or collaboration tools (</a:t>
            </a:r>
            <a:r>
              <a:rPr lang="en-US" sz="800">
                <a:solidFill>
                  <a:srgbClr val="000000"/>
                </a:solidFill>
                <a:ea typeface="+mn-lt"/>
                <a:cs typeface="+mn-lt"/>
              </a:rPr>
              <a:t>e.g., own email address, OneDrive storage, Word/Excel/PowerPoint/Outlook/Teams apps, and the use of other M365 services). </a:t>
            </a:r>
            <a:endParaRPr lang="en-US" sz="800">
              <a:solidFill>
                <a:srgbClr val="000000"/>
              </a:solidFill>
            </a:endParaRPr>
          </a:p>
        </p:txBody>
      </p:sp>
    </p:spTree>
    <p:extLst>
      <p:ext uri="{BB962C8B-B14F-4D97-AF65-F5344CB8AC3E}">
        <p14:creationId xmlns:p14="http://schemas.microsoft.com/office/powerpoint/2010/main" val="244606169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6A096-F006-4B9C-08DF-436D02A3F3E6}"/>
            </a:ext>
          </a:extLst>
        </p:cNvPr>
        <p:cNvGrpSpPr/>
        <p:nvPr/>
      </p:nvGrpSpPr>
      <p:grpSpPr>
        <a:xfrm>
          <a:off x="0" y="0"/>
          <a:ext cx="0" cy="0"/>
          <a:chOff x="0" y="0"/>
          <a:chExt cx="0" cy="0"/>
        </a:xfrm>
      </p:grpSpPr>
      <p:pic>
        <p:nvPicPr>
          <p:cNvPr id="64" name="Picture 63">
            <a:extLst>
              <a:ext uri="{FF2B5EF4-FFF2-40B4-BE49-F238E27FC236}">
                <a16:creationId xmlns:a16="http://schemas.microsoft.com/office/drawing/2014/main" id="{7B246680-2E18-0599-9DD7-C8B647D921BD}"/>
              </a:ext>
              <a:ext uri="{C183D7F6-B498-43B3-948B-1728B52AA6E4}">
                <adec:decorative xmlns:adec="http://schemas.microsoft.com/office/drawing/2017/decorative" val="1"/>
              </a:ext>
            </a:extLst>
          </p:cNvPr>
          <p:cNvPicPr>
            <a:picLocks noChangeAspect="1"/>
          </p:cNvPicPr>
          <p:nvPr/>
        </p:nvPicPr>
        <p:blipFill>
          <a:blip r:embed="rId2">
            <a:alphaModFix amt="62000"/>
          </a:blip>
          <a:srcRect l="-1742" t="23504" r="40455" b="20000"/>
          <a:stretch>
            <a:fillRect/>
          </a:stretch>
        </p:blipFill>
        <p:spPr>
          <a:xfrm>
            <a:off x="9706991" y="0"/>
            <a:ext cx="2077913" cy="1911770"/>
          </a:xfrm>
          <a:prstGeom prst="rect">
            <a:avLst/>
          </a:prstGeom>
        </p:spPr>
      </p:pic>
      <p:sp>
        <p:nvSpPr>
          <p:cNvPr id="56" name="Rectangle 55">
            <a:extLst>
              <a:ext uri="{FF2B5EF4-FFF2-40B4-BE49-F238E27FC236}">
                <a16:creationId xmlns:a16="http://schemas.microsoft.com/office/drawing/2014/main" id="{E63500FB-4782-8A16-EE37-272EE2A32298}"/>
              </a:ext>
              <a:ext uri="{C183D7F6-B498-43B3-948B-1728B52AA6E4}">
                <adec:decorative xmlns:adec="http://schemas.microsoft.com/office/drawing/2017/decorative" val="1"/>
              </a:ext>
            </a:extLst>
          </p:cNvPr>
          <p:cNvSpPr/>
          <p:nvPr/>
        </p:nvSpPr>
        <p:spPr bwMode="auto">
          <a:xfrm>
            <a:off x="1071562" y="5520645"/>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58" name="Group 57">
            <a:extLst>
              <a:ext uri="{FF2B5EF4-FFF2-40B4-BE49-F238E27FC236}">
                <a16:creationId xmlns:a16="http://schemas.microsoft.com/office/drawing/2014/main" id="{FF701195-EA29-5E1B-09B7-6815225D80B6}"/>
              </a:ext>
              <a:ext uri="{C183D7F6-B498-43B3-948B-1728B52AA6E4}">
                <adec:decorative xmlns:adec="http://schemas.microsoft.com/office/drawing/2017/decorative" val="1"/>
              </a:ext>
            </a:extLst>
          </p:cNvPr>
          <p:cNvGrpSpPr/>
          <p:nvPr/>
        </p:nvGrpSpPr>
        <p:grpSpPr>
          <a:xfrm>
            <a:off x="567711" y="5520646"/>
            <a:ext cx="895351" cy="895341"/>
            <a:chOff x="571499" y="5403113"/>
            <a:chExt cx="1161213" cy="1161200"/>
          </a:xfrm>
        </p:grpSpPr>
        <p:sp>
          <p:nvSpPr>
            <p:cNvPr id="59" name="Oval 58">
              <a:extLst>
                <a:ext uri="{FF2B5EF4-FFF2-40B4-BE49-F238E27FC236}">
                  <a16:creationId xmlns:a16="http://schemas.microsoft.com/office/drawing/2014/main" id="{160999D6-EE9B-3B40-57EB-97DF51808989}"/>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60" name="Graphic 52">
              <a:extLst>
                <a:ext uri="{FF2B5EF4-FFF2-40B4-BE49-F238E27FC236}">
                  <a16:creationId xmlns:a16="http://schemas.microsoft.com/office/drawing/2014/main" id="{C2D30E35-84E8-71D6-0D0B-7716CAD193CF}"/>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22" name="Title 21">
            <a:extLst>
              <a:ext uri="{FF2B5EF4-FFF2-40B4-BE49-F238E27FC236}">
                <a16:creationId xmlns:a16="http://schemas.microsoft.com/office/drawing/2014/main" id="{A3134F08-79F9-DF67-2CCD-FE8EE8AAF4AB}"/>
              </a:ext>
            </a:extLst>
          </p:cNvPr>
          <p:cNvSpPr>
            <a:spLocks noGrp="1"/>
          </p:cNvSpPr>
          <p:nvPr>
            <p:ph type="title"/>
          </p:nvPr>
        </p:nvSpPr>
        <p:spPr>
          <a:xfrm>
            <a:off x="571500" y="457200"/>
            <a:ext cx="9455149" cy="492443"/>
          </a:xfrm>
        </p:spPr>
        <p:txBody>
          <a:bodyPr/>
          <a:lstStyle/>
          <a:p>
            <a:r>
              <a:rPr lang="en-US"/>
              <a:t>Agent 365 is licensed per-user for all agents</a:t>
            </a:r>
          </a:p>
        </p:txBody>
      </p:sp>
      <p:sp>
        <p:nvSpPr>
          <p:cNvPr id="57" name="TextBox 56">
            <a:extLst>
              <a:ext uri="{FF2B5EF4-FFF2-40B4-BE49-F238E27FC236}">
                <a16:creationId xmlns:a16="http://schemas.microsoft.com/office/drawing/2014/main" id="{B83467F3-5EBA-B2C5-032B-1219C11F04A0}"/>
              </a:ext>
            </a:extLst>
          </p:cNvPr>
          <p:cNvSpPr txBox="1">
            <a:spLocks/>
          </p:cNvSpPr>
          <p:nvPr/>
        </p:nvSpPr>
        <p:spPr>
          <a:xfrm>
            <a:off x="1589694" y="5535535"/>
            <a:ext cx="10163365" cy="851515"/>
          </a:xfrm>
          <a:prstGeom prst="rect">
            <a:avLst/>
          </a:prstGeom>
          <a:noFill/>
          <a:ln>
            <a:noFill/>
          </a:ln>
        </p:spPr>
        <p:txBody>
          <a:bodyPr wrap="square" lIns="0" tIns="0" rIns="0" bIns="0">
            <a:spAutoFit/>
          </a:bodyPr>
          <a:lstStyle>
            <a:defPPr>
              <a:defRPr lang="en-US"/>
            </a:defPPr>
            <a:lvl1pPr algn="ctr">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Question: If Agent 365 governs agents rather than people, why is it licensed per user for both delegated and </a:t>
            </a:r>
            <a:r>
              <a:rPr lang="en-US" sz="1300">
                <a:solidFill>
                  <a:srgbClr val="000000"/>
                </a:solidFill>
                <a:latin typeface="Segoe Sans Display Semibold"/>
              </a:rPr>
              <a:t>own access </a:t>
            </a: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agents? </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Segoe Sans Display Semibold"/>
                <a:ea typeface="+mn-ea"/>
                <a:cs typeface="+mn-cs"/>
              </a:rPr>
              <a:t>Answer: </a:t>
            </a:r>
            <a:r>
              <a:rPr kumimoji="0" lang="en-US" sz="1300" b="0" i="0" u="none" strike="noStrike" kern="1200" cap="none" spc="0" normalizeH="0" baseline="0" noProof="0">
                <a:ln>
                  <a:noFill/>
                </a:ln>
                <a:solidFill>
                  <a:srgbClr val="000000"/>
                </a:solidFill>
                <a:effectLst/>
                <a:uLnTx/>
                <a:uFillTx/>
                <a:latin typeface="Segoe Sans Display"/>
                <a:ea typeface="+mn-ea"/>
                <a:cs typeface="+mn-cs"/>
              </a:rPr>
              <a:t>Agent 365 is licensed per user because every agent has a human that is associated with it in some form or fashion. It’s a familiar and predictable model that helps customers plan and budget their adoption.</a:t>
            </a:r>
            <a:r>
              <a:rPr lang="en-US" sz="1300">
                <a:solidFill>
                  <a:srgbClr val="000000"/>
                </a:solidFill>
                <a:latin typeface="Segoe Sans Display"/>
              </a:rPr>
              <a:t> A similar model exists today for Intune application management – for each licensed user, Intune manages all enterprise applications for such user. </a:t>
            </a:r>
            <a:endParaRPr kumimoji="0" lang="en-US" sz="13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 name="Rectangle: Rounded Corners 3">
            <a:extLst>
              <a:ext uri="{FF2B5EF4-FFF2-40B4-BE49-F238E27FC236}">
                <a16:creationId xmlns:a16="http://schemas.microsoft.com/office/drawing/2014/main" id="{A1200881-1B7A-DB7A-FD5A-DFC75BCD5B72}"/>
              </a:ext>
              <a:ext uri="{C183D7F6-B498-43B3-948B-1728B52AA6E4}">
                <adec:decorative xmlns:adec="http://schemas.microsoft.com/office/drawing/2017/decorative" val="1"/>
              </a:ext>
            </a:extLst>
          </p:cNvPr>
          <p:cNvSpPr>
            <a:spLocks/>
          </p:cNvSpPr>
          <p:nvPr/>
        </p:nvSpPr>
        <p:spPr bwMode="auto">
          <a:xfrm>
            <a:off x="845821" y="1355931"/>
            <a:ext cx="10640912" cy="3550841"/>
          </a:xfrm>
          <a:prstGeom prst="roundRect">
            <a:avLst>
              <a:gd name="adj" fmla="val 3123"/>
            </a:avLst>
          </a:prstGeom>
          <a:solidFill>
            <a:schemeClr val="bg1"/>
          </a:solidFill>
          <a:ln w="19050">
            <a:gradFill>
              <a:gsLst>
                <a:gs pos="0">
                  <a:schemeClr val="bg2">
                    <a:alpha val="87000"/>
                  </a:schemeClr>
                </a:gs>
                <a:gs pos="22000">
                  <a:srgbClr val="2250C1">
                    <a:alpha val="89000"/>
                  </a:srgbClr>
                </a:gs>
                <a:gs pos="77000">
                  <a:schemeClr val="accent4">
                    <a:lumMod val="25000"/>
                    <a:alpha val="82000"/>
                  </a:schemeClr>
                </a:gs>
                <a:gs pos="99000">
                  <a:schemeClr val="tx2">
                    <a:alpha val="78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Display Semibold"/>
              <a:ea typeface="+mn-ea"/>
              <a:cs typeface="Segoe UI" panose="020B0502040204020203" pitchFamily="34" charset="0"/>
            </a:endParaRPr>
          </a:p>
        </p:txBody>
      </p:sp>
      <p:sp>
        <p:nvSpPr>
          <p:cNvPr id="6" name="Text Placeholder 2 - 1">
            <a:extLst>
              <a:ext uri="{FF2B5EF4-FFF2-40B4-BE49-F238E27FC236}">
                <a16:creationId xmlns:a16="http://schemas.microsoft.com/office/drawing/2014/main" id="{2FB226A2-B0DD-B74E-F256-A956E55EC6AD}"/>
              </a:ext>
            </a:extLst>
          </p:cNvPr>
          <p:cNvSpPr txBox="1">
            <a:spLocks/>
          </p:cNvSpPr>
          <p:nvPr/>
        </p:nvSpPr>
        <p:spPr>
          <a:xfrm>
            <a:off x="1015387" y="1503147"/>
            <a:ext cx="10267324" cy="408623"/>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marL="0" marR="0" lvl="0" indent="0"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rPr>
              <a:t>Per-User Licensing</a:t>
            </a:r>
          </a:p>
        </p:txBody>
      </p:sp>
      <p:sp>
        <p:nvSpPr>
          <p:cNvPr id="7" name="Text Placeholder 2">
            <a:extLst>
              <a:ext uri="{FF2B5EF4-FFF2-40B4-BE49-F238E27FC236}">
                <a16:creationId xmlns:a16="http://schemas.microsoft.com/office/drawing/2014/main" id="{758F9E62-6936-F715-8299-800B06D26EFC}"/>
              </a:ext>
            </a:extLst>
          </p:cNvPr>
          <p:cNvSpPr txBox="1">
            <a:spLocks/>
          </p:cNvSpPr>
          <p:nvPr/>
        </p:nvSpPr>
        <p:spPr>
          <a:xfrm>
            <a:off x="1078854" y="2305038"/>
            <a:ext cx="10267325" cy="235449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marR="0" lvl="0" indent="-17145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a:solidFill>
                  <a:srgbClr val="000000"/>
                </a:solidFill>
                <a:latin typeface="+mj-lt"/>
              </a:rPr>
              <a:t>Alignment with delegated access/own access scenarios: </a:t>
            </a:r>
            <a:r>
              <a:rPr kumimoji="0" lang="en-US"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Agents either work on behalf of a user or has a person that plays a role as the </a:t>
            </a:r>
            <a:r>
              <a:rPr kumimoji="0" lang="en-US" b="0" i="0" u="none" strike="noStrike" kern="1200" cap="none" spc="0" normalizeH="0" baseline="0" noProof="0" err="1">
                <a:ln>
                  <a:noFill/>
                </a:ln>
                <a:solidFill>
                  <a:srgbClr val="000000"/>
                </a:solidFill>
                <a:effectLst/>
                <a:uLnTx/>
                <a:uFillTx/>
                <a:latin typeface="Segoe Sans Display"/>
                <a:ea typeface="+mn-ea"/>
                <a:cs typeface="Segoe UI" panose="020B0502040204020203" pitchFamily="34" charset="0"/>
              </a:rPr>
              <a:t>agen</a:t>
            </a:r>
            <a:r>
              <a:rPr lang="en-US">
                <a:solidFill>
                  <a:srgbClr val="000000"/>
                </a:solidFill>
                <a:latin typeface="Segoe Sans Display"/>
              </a:rPr>
              <a:t>t’s</a:t>
            </a:r>
            <a:r>
              <a:rPr kumimoji="0" lang="en-US"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 sponsor/manager; licensing will be per user for both scenarios.</a:t>
            </a:r>
          </a:p>
          <a:p>
            <a:pPr marL="228600" marR="0" lvl="0" indent="-22860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endParaRPr lang="en-US">
              <a:solidFill>
                <a:srgbClr val="000000"/>
              </a:solidFill>
              <a:latin typeface="+mj-lt"/>
            </a:endParaRPr>
          </a:p>
          <a:p>
            <a:pPr>
              <a:spcBef>
                <a:spcPts val="0"/>
              </a:spcBef>
              <a:spcAft>
                <a:spcPts val="600"/>
              </a:spcAft>
              <a:buSzPct val="100000"/>
              <a:defRPr/>
            </a:pPr>
            <a:r>
              <a:rPr lang="en-US">
                <a:solidFill>
                  <a:srgbClr val="000000"/>
                </a:solidFill>
                <a:latin typeface="+mj-lt"/>
              </a:rPr>
              <a:t>Cost control</a:t>
            </a:r>
            <a:r>
              <a:rPr lang="en-US">
                <a:solidFill>
                  <a:srgbClr val="000000"/>
                </a:solidFill>
                <a:latin typeface="Segoe Sans Display"/>
              </a:rPr>
              <a:t>: Users can create and use agents with delegated access /own access scenarios without paying more for each agent.</a:t>
            </a:r>
          </a:p>
          <a:p>
            <a:pPr marL="0" marR="0" lvl="0" indent="0" algn="l" defTabSz="932742" rtl="0" eaLnBrk="1" fontAlgn="auto" latinLnBrk="0" hangingPunct="1">
              <a:lnSpc>
                <a:spcPct val="100000"/>
              </a:lnSpc>
              <a:spcBef>
                <a:spcPts val="0"/>
              </a:spcBef>
              <a:spcAft>
                <a:spcPts val="600"/>
              </a:spcAft>
              <a:buClrTx/>
              <a:buSzPct val="100000"/>
              <a:buNone/>
              <a:tabLst/>
              <a:defRPr/>
            </a:pPr>
            <a:endParaRPr lang="en-US">
              <a:solidFill>
                <a:srgbClr val="000000"/>
              </a:solidFill>
              <a:latin typeface="Segoe Sans Display"/>
            </a:endParaRPr>
          </a:p>
          <a:p>
            <a:pPr marR="0" lvl="0" algn="l" defTabSz="932742" rtl="0" eaLnBrk="1" fontAlgn="auto" latinLnBrk="0" hangingPunct="1">
              <a:lnSpc>
                <a:spcPct val="100000"/>
              </a:lnSpc>
              <a:spcBef>
                <a:spcPts val="0"/>
              </a:spcBef>
              <a:spcAft>
                <a:spcPts val="600"/>
              </a:spcAft>
              <a:buClrTx/>
              <a:buSzPct val="100000"/>
              <a:tabLst/>
              <a:defRPr/>
            </a:pPr>
            <a:r>
              <a:rPr lang="en-US">
                <a:solidFill>
                  <a:srgbClr val="000000"/>
                </a:solidFill>
                <a:latin typeface="+mj-lt"/>
              </a:rPr>
              <a:t>Predictability</a:t>
            </a:r>
            <a:r>
              <a:rPr kumimoji="0" lang="en-US"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 A per‑user model keeps costs stable as organizations experiment and refine how agents are used.</a:t>
            </a:r>
          </a:p>
          <a:p>
            <a:pPr marL="0" marR="0" lvl="0" indent="0" algn="l" defTabSz="932742" rtl="0" eaLnBrk="1" fontAlgn="auto" latinLnBrk="0" hangingPunct="1">
              <a:lnSpc>
                <a:spcPct val="100000"/>
              </a:lnSpc>
              <a:spcBef>
                <a:spcPts val="0"/>
              </a:spcBef>
              <a:spcAft>
                <a:spcPts val="600"/>
              </a:spcAft>
              <a:buClrTx/>
              <a:buSzPct val="100000"/>
              <a:buNone/>
              <a:tabLst/>
              <a:defRPr/>
            </a:pPr>
            <a:endParaRPr kumimoji="0" lang="en-US"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Tree>
    <p:extLst>
      <p:ext uri="{BB962C8B-B14F-4D97-AF65-F5344CB8AC3E}">
        <p14:creationId xmlns:p14="http://schemas.microsoft.com/office/powerpoint/2010/main" val="16370639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7C99-CF3B-BE91-AAA0-4C2C2C203A80}"/>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CC6BC154-6048-3088-D03D-B7AE33AED4F7}"/>
              </a:ext>
              <a:ext uri="{C183D7F6-B498-43B3-948B-1728B52AA6E4}">
                <adec:decorative xmlns:adec="http://schemas.microsoft.com/office/drawing/2017/decorative" val="1"/>
              </a:ext>
            </a:extLst>
          </p:cNvPr>
          <p:cNvPicPr>
            <a:picLocks noChangeAspect="1"/>
          </p:cNvPicPr>
          <p:nvPr/>
        </p:nvPicPr>
        <p:blipFill>
          <a:blip r:embed="rId2">
            <a:alphaModFix amt="62000"/>
          </a:blip>
          <a:srcRect l="-1742" t="23504" r="40455" b="20000"/>
          <a:stretch>
            <a:fillRect/>
          </a:stretch>
        </p:blipFill>
        <p:spPr>
          <a:xfrm>
            <a:off x="10114087" y="0"/>
            <a:ext cx="2077913" cy="1911770"/>
          </a:xfrm>
          <a:prstGeom prst="rect">
            <a:avLst/>
          </a:prstGeom>
        </p:spPr>
      </p:pic>
      <p:sp>
        <p:nvSpPr>
          <p:cNvPr id="14" name="Rectangle 13">
            <a:extLst>
              <a:ext uri="{FF2B5EF4-FFF2-40B4-BE49-F238E27FC236}">
                <a16:creationId xmlns:a16="http://schemas.microsoft.com/office/drawing/2014/main" id="{B96B2C17-559D-A9FD-490D-CD074C15ED3E}"/>
              </a:ext>
              <a:ext uri="{C183D7F6-B498-43B3-948B-1728B52AA6E4}">
                <adec:decorative xmlns:adec="http://schemas.microsoft.com/office/drawing/2017/decorative" val="1"/>
              </a:ext>
            </a:extLst>
          </p:cNvPr>
          <p:cNvSpPr/>
          <p:nvPr/>
        </p:nvSpPr>
        <p:spPr bwMode="auto">
          <a:xfrm>
            <a:off x="1071562" y="5468101"/>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31" name="Group 30">
            <a:extLst>
              <a:ext uri="{FF2B5EF4-FFF2-40B4-BE49-F238E27FC236}">
                <a16:creationId xmlns:a16="http://schemas.microsoft.com/office/drawing/2014/main" id="{2F3106D5-6473-4113-A806-C45DBF20A9BE}"/>
              </a:ext>
              <a:ext uri="{C183D7F6-B498-43B3-948B-1728B52AA6E4}">
                <adec:decorative xmlns:adec="http://schemas.microsoft.com/office/drawing/2017/decorative" val="1"/>
              </a:ext>
            </a:extLst>
          </p:cNvPr>
          <p:cNvGrpSpPr/>
          <p:nvPr/>
        </p:nvGrpSpPr>
        <p:grpSpPr>
          <a:xfrm>
            <a:off x="571499" y="5468101"/>
            <a:ext cx="895351" cy="895341"/>
            <a:chOff x="571499" y="5403113"/>
            <a:chExt cx="1161213" cy="1161200"/>
          </a:xfrm>
        </p:grpSpPr>
        <p:sp>
          <p:nvSpPr>
            <p:cNvPr id="32" name="Oval 31">
              <a:extLst>
                <a:ext uri="{FF2B5EF4-FFF2-40B4-BE49-F238E27FC236}">
                  <a16:creationId xmlns:a16="http://schemas.microsoft.com/office/drawing/2014/main" id="{7FC9652C-8C26-95C2-A35E-2B87142CD2F6}"/>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33" name="Graphic 52">
              <a:extLst>
                <a:ext uri="{FF2B5EF4-FFF2-40B4-BE49-F238E27FC236}">
                  <a16:creationId xmlns:a16="http://schemas.microsoft.com/office/drawing/2014/main" id="{124341FC-3531-2275-5841-EC626C61D1DB}"/>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2" name="Title 1">
            <a:extLst>
              <a:ext uri="{FF2B5EF4-FFF2-40B4-BE49-F238E27FC236}">
                <a16:creationId xmlns:a16="http://schemas.microsoft.com/office/drawing/2014/main" id="{8DB211F8-4DF7-5042-B6D8-7F96077FF5DE}"/>
              </a:ext>
            </a:extLst>
          </p:cNvPr>
          <p:cNvSpPr>
            <a:spLocks noGrp="1"/>
          </p:cNvSpPr>
          <p:nvPr>
            <p:ph type="title"/>
          </p:nvPr>
        </p:nvSpPr>
        <p:spPr>
          <a:xfrm>
            <a:off x="571500" y="457200"/>
            <a:ext cx="10120973" cy="984885"/>
          </a:xfrm>
        </p:spPr>
        <p:txBody>
          <a:bodyPr/>
          <a:lstStyle/>
          <a:p>
            <a:r>
              <a:rPr lang="en-US"/>
              <a:t>An Agent 365 license is recommended for all users of A365 managed agents</a:t>
            </a:r>
          </a:p>
        </p:txBody>
      </p:sp>
      <p:sp>
        <p:nvSpPr>
          <p:cNvPr id="26" name="TextBox 25">
            <a:extLst>
              <a:ext uri="{FF2B5EF4-FFF2-40B4-BE49-F238E27FC236}">
                <a16:creationId xmlns:a16="http://schemas.microsoft.com/office/drawing/2014/main" id="{4BD6F529-3A42-6F40-6A55-1B4D6F942C10}"/>
              </a:ext>
            </a:extLst>
          </p:cNvPr>
          <p:cNvSpPr txBox="1"/>
          <p:nvPr/>
        </p:nvSpPr>
        <p:spPr>
          <a:xfrm>
            <a:off x="1623061" y="5566958"/>
            <a:ext cx="9998962" cy="697627"/>
          </a:xfrm>
          <a:prstGeom prst="rect">
            <a:avLst/>
          </a:prstGeom>
          <a:noFill/>
          <a:ln>
            <a:noFill/>
          </a:ln>
        </p:spPr>
        <p:txBody>
          <a:bodyPr wrap="square" lIns="0" tIns="0" rIns="0" bIns="0">
            <a:spAutoFit/>
          </a:bodyPr>
          <a:lstStyle>
            <a:defPPr>
              <a:defRPr lang="en-US"/>
            </a:defPPr>
            <a:lvl1pPr algn="ctr">
              <a:defRPr/>
            </a:lvl1pPr>
          </a:lstStyle>
          <a:p>
            <a:pPr lvl="0" algn="l">
              <a:spcAft>
                <a:spcPts val="400"/>
              </a:spcAft>
              <a:defRPr/>
            </a:pPr>
            <a:r>
              <a:rPr lang="en-US" sz="1400">
                <a:solidFill>
                  <a:srgbClr val="000000"/>
                </a:solidFill>
                <a:latin typeface="Segoe Sans Display Semibold"/>
              </a:rPr>
              <a:t>Question: Who needs an Agent 365 license?</a:t>
            </a:r>
          </a:p>
          <a:p>
            <a:pPr lvl="0" algn="l">
              <a:defRPr/>
            </a:pPr>
            <a:r>
              <a:rPr lang="en-US" sz="1400">
                <a:solidFill>
                  <a:srgbClr val="000000"/>
                </a:solidFill>
                <a:latin typeface="Segoe Sans Display Semibold"/>
              </a:rPr>
              <a:t>Answer: </a:t>
            </a:r>
            <a:r>
              <a:rPr lang="en-US" sz="1400">
                <a:solidFill>
                  <a:srgbClr val="000000"/>
                </a:solidFill>
              </a:rPr>
              <a:t>An Agent 365 license is </a:t>
            </a:r>
            <a:r>
              <a:rPr lang="en-US" sz="1400" b="1">
                <a:solidFill>
                  <a:srgbClr val="000000"/>
                </a:solidFill>
              </a:rPr>
              <a:t>recommended</a:t>
            </a:r>
            <a:r>
              <a:rPr lang="en-US" sz="1400">
                <a:solidFill>
                  <a:srgbClr val="000000"/>
                </a:solidFill>
              </a:rPr>
              <a:t> for all users who interact with, manage, or sponsor A365 managed agents</a:t>
            </a:r>
          </a:p>
          <a:p>
            <a:pPr lvl="0" algn="l">
              <a:defRPr/>
            </a:pPr>
            <a:r>
              <a:rPr lang="en-US" sz="1400" i="1">
                <a:solidFill>
                  <a:srgbClr val="000000"/>
                </a:solidFill>
              </a:rPr>
              <a:t>If asked:</a:t>
            </a:r>
            <a:r>
              <a:rPr lang="en-US" sz="1400">
                <a:solidFill>
                  <a:srgbClr val="000000"/>
                </a:solidFill>
              </a:rPr>
              <a:t> A license is </a:t>
            </a:r>
            <a:r>
              <a:rPr lang="en-US" sz="1400" b="1">
                <a:solidFill>
                  <a:srgbClr val="000000"/>
                </a:solidFill>
              </a:rPr>
              <a:t>required</a:t>
            </a:r>
            <a:r>
              <a:rPr lang="en-US" sz="1400">
                <a:solidFill>
                  <a:srgbClr val="000000"/>
                </a:solidFill>
              </a:rPr>
              <a:t> only for the users who interact, manage, or sponsor agents that use  features of A365. </a:t>
            </a:r>
          </a:p>
        </p:txBody>
      </p:sp>
      <p:sp>
        <p:nvSpPr>
          <p:cNvPr id="3" name="Rectangle: Rounded Corners 2">
            <a:extLst>
              <a:ext uri="{FF2B5EF4-FFF2-40B4-BE49-F238E27FC236}">
                <a16:creationId xmlns:a16="http://schemas.microsoft.com/office/drawing/2014/main" id="{D6A2ACE3-6725-5D4A-CF78-D07D740A9703}"/>
              </a:ext>
              <a:ext uri="{C183D7F6-B498-43B3-948B-1728B52AA6E4}">
                <adec:decorative xmlns:adec="http://schemas.microsoft.com/office/drawing/2017/decorative" val="1"/>
              </a:ext>
            </a:extLst>
          </p:cNvPr>
          <p:cNvSpPr/>
          <p:nvPr/>
        </p:nvSpPr>
        <p:spPr bwMode="auto">
          <a:xfrm>
            <a:off x="571500" y="1736305"/>
            <a:ext cx="11052046" cy="3392487"/>
          </a:xfrm>
          <a:prstGeom prst="roundRect">
            <a:avLst>
              <a:gd name="adj" fmla="val 2803"/>
            </a:avLst>
          </a:prstGeom>
          <a:gradFill flip="none" rotWithShape="1">
            <a:gsLst>
              <a:gs pos="0">
                <a:schemeClr val="accent1">
                  <a:lumMod val="5000"/>
                  <a:lumOff val="95000"/>
                </a:schemeClr>
              </a:gs>
              <a:gs pos="100000">
                <a:schemeClr val="tx2">
                  <a:lumMod val="10000"/>
                  <a:lumOff val="90000"/>
                </a:schemeClr>
              </a:gs>
            </a:gsLst>
            <a:lin ang="0" scaled="1"/>
            <a:tileRect/>
          </a:gradFill>
          <a:ln w="6350">
            <a:solidFill>
              <a:srgbClr val="FFFFFF"/>
            </a:solidFill>
            <a:headEnd type="none" w="med" len="med"/>
            <a:tailEnd type="none" w="med" len="med"/>
          </a:ln>
          <a:effectLst>
            <a:outerShdw blurRad="317500" dist="2540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4400" b="0" i="0" u="none" strike="noStrike" kern="1200" cap="none" spc="0" normalizeH="0" baseline="0" noProof="0" err="1">
              <a:ln>
                <a:noFill/>
              </a:ln>
              <a:solidFill>
                <a:srgbClr val="091F2C"/>
              </a:solidFill>
              <a:effectLst/>
              <a:uLnTx/>
              <a:uFillTx/>
              <a:latin typeface="Segoe Sans Display"/>
              <a:ea typeface="+mn-ea"/>
              <a:cs typeface="+mn-cs"/>
            </a:endParaRPr>
          </a:p>
        </p:txBody>
      </p:sp>
      <p:sp>
        <p:nvSpPr>
          <p:cNvPr id="7" name="Rectangle: Rounded Corners 6">
            <a:extLst>
              <a:ext uri="{FF2B5EF4-FFF2-40B4-BE49-F238E27FC236}">
                <a16:creationId xmlns:a16="http://schemas.microsoft.com/office/drawing/2014/main" id="{31255A84-A7FE-1D7E-9D0B-FAB41D89B15B}"/>
              </a:ext>
              <a:ext uri="{C183D7F6-B498-43B3-948B-1728B52AA6E4}">
                <adec:decorative xmlns:adec="http://schemas.microsoft.com/office/drawing/2017/decorative" val="1"/>
              </a:ext>
            </a:extLst>
          </p:cNvPr>
          <p:cNvSpPr>
            <a:spLocks/>
          </p:cNvSpPr>
          <p:nvPr/>
        </p:nvSpPr>
        <p:spPr bwMode="auto">
          <a:xfrm>
            <a:off x="427257" y="1914033"/>
            <a:ext cx="10400029" cy="2685467"/>
          </a:xfrm>
          <a:prstGeom prst="roundRect">
            <a:avLst>
              <a:gd name="adj" fmla="val 3123"/>
            </a:avLst>
          </a:prstGeom>
          <a:solidFill>
            <a:schemeClr val="bg1"/>
          </a:solidFill>
          <a:ln w="19050">
            <a:gradFill>
              <a:gsLst>
                <a:gs pos="0">
                  <a:schemeClr val="bg2">
                    <a:alpha val="87000"/>
                  </a:schemeClr>
                </a:gs>
                <a:gs pos="22000">
                  <a:srgbClr val="2250C1">
                    <a:alpha val="89000"/>
                  </a:srgbClr>
                </a:gs>
                <a:gs pos="77000">
                  <a:schemeClr val="accent4">
                    <a:lumMod val="25000"/>
                    <a:alpha val="82000"/>
                  </a:schemeClr>
                </a:gs>
                <a:gs pos="99000">
                  <a:schemeClr val="tx2">
                    <a:alpha val="78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Display Semibold"/>
              <a:ea typeface="+mn-ea"/>
              <a:cs typeface="Segoe UI" panose="020B0502040204020203" pitchFamily="34" charset="0"/>
            </a:endParaRPr>
          </a:p>
        </p:txBody>
      </p:sp>
      <p:sp>
        <p:nvSpPr>
          <p:cNvPr id="11" name="Text Placeholder 2 - 1">
            <a:extLst>
              <a:ext uri="{FF2B5EF4-FFF2-40B4-BE49-F238E27FC236}">
                <a16:creationId xmlns:a16="http://schemas.microsoft.com/office/drawing/2014/main" id="{7AA7E673-BA21-1312-5173-CCEA775F2191}"/>
              </a:ext>
            </a:extLst>
          </p:cNvPr>
          <p:cNvSpPr txBox="1">
            <a:spLocks/>
          </p:cNvSpPr>
          <p:nvPr/>
        </p:nvSpPr>
        <p:spPr>
          <a:xfrm>
            <a:off x="1015386" y="2208746"/>
            <a:ext cx="10027264" cy="408623"/>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lvl="0" defTabSz="932742" fontAlgn="auto">
              <a:spcBef>
                <a:spcPts val="0"/>
              </a:spcBef>
              <a:spcAft>
                <a:spcPts val="0"/>
              </a:spcAft>
              <a:buSzPct val="90000"/>
              <a:defRPr/>
            </a:pPr>
            <a:r>
              <a:rPr lang="en-US" sz="1800"/>
              <a:t>Who should have an A365 license?</a:t>
            </a:r>
          </a:p>
        </p:txBody>
      </p:sp>
      <p:sp>
        <p:nvSpPr>
          <p:cNvPr id="12" name="Text Placeholder 2">
            <a:extLst>
              <a:ext uri="{FF2B5EF4-FFF2-40B4-BE49-F238E27FC236}">
                <a16:creationId xmlns:a16="http://schemas.microsoft.com/office/drawing/2014/main" id="{1E57E79A-3905-E60D-8D13-2E5348AB3324}"/>
              </a:ext>
            </a:extLst>
          </p:cNvPr>
          <p:cNvSpPr txBox="1">
            <a:spLocks/>
          </p:cNvSpPr>
          <p:nvPr/>
        </p:nvSpPr>
        <p:spPr>
          <a:xfrm>
            <a:off x="1015386" y="2793532"/>
            <a:ext cx="9483100" cy="170816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spcBef>
                <a:spcPts val="0"/>
              </a:spcBef>
              <a:spcAft>
                <a:spcPts val="600"/>
              </a:spcAft>
              <a:buSzPct val="100000"/>
              <a:defRPr/>
            </a:pPr>
            <a:r>
              <a:rPr lang="en-US">
                <a:solidFill>
                  <a:srgbClr val="000000"/>
                </a:solidFill>
              </a:rPr>
              <a:t>We recommend broad coverage, including: </a:t>
            </a:r>
          </a:p>
          <a:p>
            <a:pPr marL="356616" lvl="1" indent="-228600">
              <a:spcBef>
                <a:spcPts val="0"/>
              </a:spcBef>
              <a:spcAft>
                <a:spcPts val="600"/>
              </a:spcAft>
              <a:buSzPct val="100000"/>
              <a:defRPr/>
            </a:pPr>
            <a:r>
              <a:rPr lang="en-US" sz="1600">
                <a:solidFill>
                  <a:srgbClr val="000000"/>
                </a:solidFill>
              </a:rPr>
              <a:t>Users, owners, sponsors, and managers of A365 managed agents (Agent that is in registry). For agents with delegated access, users who delegate their access to agents will need to be licensed with A365; for agents with own access, the sponsor or the manager will need to be licenses with A365.</a:t>
            </a:r>
          </a:p>
          <a:p>
            <a:pPr marL="356616" lvl="1" indent="-228600">
              <a:spcBef>
                <a:spcPts val="0"/>
              </a:spcBef>
              <a:spcAft>
                <a:spcPts val="600"/>
              </a:spcAft>
              <a:buSzPct val="100000"/>
              <a:defRPr/>
            </a:pPr>
            <a:r>
              <a:rPr lang="en-US" sz="1600">
                <a:solidFill>
                  <a:srgbClr val="000000"/>
                </a:solidFill>
              </a:rPr>
              <a:t>Microsoft 365 Copilot users</a:t>
            </a:r>
          </a:p>
          <a:p>
            <a:pPr marL="356616" lvl="1" indent="-228600">
              <a:spcBef>
                <a:spcPts val="0"/>
              </a:spcBef>
              <a:spcAft>
                <a:spcPts val="600"/>
              </a:spcAft>
              <a:buSzPct val="100000"/>
              <a:defRPr/>
            </a:pPr>
            <a:r>
              <a:rPr lang="en-US" sz="1600">
                <a:solidFill>
                  <a:srgbClr val="000000"/>
                </a:solidFill>
              </a:rPr>
              <a:t>Teams moving beyond pilots into broader agent adoption</a:t>
            </a:r>
          </a:p>
        </p:txBody>
      </p:sp>
    </p:spTree>
    <p:extLst>
      <p:ext uri="{BB962C8B-B14F-4D97-AF65-F5344CB8AC3E}">
        <p14:creationId xmlns:p14="http://schemas.microsoft.com/office/powerpoint/2010/main" val="66086430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7162-E979-86CB-D0DB-881081C0129E}"/>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0EC36C70-9937-B91C-364C-B749023BBF28}"/>
              </a:ext>
              <a:ext uri="{C183D7F6-B498-43B3-948B-1728B52AA6E4}">
                <adec:decorative xmlns:adec="http://schemas.microsoft.com/office/drawing/2017/decorative" val="1"/>
              </a:ext>
            </a:extLst>
          </p:cNvPr>
          <p:cNvPicPr>
            <a:picLocks noChangeAspect="1"/>
          </p:cNvPicPr>
          <p:nvPr/>
        </p:nvPicPr>
        <p:blipFill>
          <a:blip r:embed="rId3">
            <a:alphaModFix amt="62000"/>
          </a:blip>
          <a:srcRect l="-1742" t="23504" r="40455" b="20000"/>
          <a:stretch>
            <a:fillRect/>
          </a:stretch>
        </p:blipFill>
        <p:spPr>
          <a:xfrm>
            <a:off x="10114087" y="0"/>
            <a:ext cx="2077913" cy="1911770"/>
          </a:xfrm>
          <a:prstGeom prst="rect">
            <a:avLst/>
          </a:prstGeom>
        </p:spPr>
      </p:pic>
      <p:sp>
        <p:nvSpPr>
          <p:cNvPr id="12" name="Rectangle: Rounded Corners 11">
            <a:extLst>
              <a:ext uri="{FF2B5EF4-FFF2-40B4-BE49-F238E27FC236}">
                <a16:creationId xmlns:a16="http://schemas.microsoft.com/office/drawing/2014/main" id="{6E538FC3-535A-D82D-9752-225881034F47}"/>
              </a:ext>
              <a:ext uri="{C183D7F6-B498-43B3-948B-1728B52AA6E4}">
                <adec:decorative xmlns:adec="http://schemas.microsoft.com/office/drawing/2017/decorative" val="1"/>
              </a:ext>
            </a:extLst>
          </p:cNvPr>
          <p:cNvSpPr/>
          <p:nvPr/>
        </p:nvSpPr>
        <p:spPr bwMode="auto">
          <a:xfrm>
            <a:off x="571500" y="1736305"/>
            <a:ext cx="11052046" cy="3467509"/>
          </a:xfrm>
          <a:prstGeom prst="roundRect">
            <a:avLst>
              <a:gd name="adj" fmla="val 2803"/>
            </a:avLst>
          </a:prstGeom>
          <a:gradFill flip="none" rotWithShape="1">
            <a:gsLst>
              <a:gs pos="0">
                <a:schemeClr val="accent1">
                  <a:lumMod val="5000"/>
                  <a:lumOff val="95000"/>
                </a:schemeClr>
              </a:gs>
              <a:gs pos="100000">
                <a:schemeClr val="tx2">
                  <a:lumMod val="10000"/>
                  <a:lumOff val="90000"/>
                </a:schemeClr>
              </a:gs>
            </a:gsLst>
            <a:lin ang="0" scaled="1"/>
            <a:tileRect/>
          </a:gradFill>
          <a:ln w="6350">
            <a:solidFill>
              <a:srgbClr val="FFFFFF"/>
            </a:solidFill>
            <a:headEnd type="none" w="med" len="med"/>
            <a:tailEnd type="none" w="med" len="med"/>
          </a:ln>
          <a:effectLst>
            <a:outerShdw blurRad="317500" dist="2540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4400" b="0" i="0" u="none" strike="noStrike" kern="1200" cap="none" spc="0" normalizeH="0" baseline="0" noProof="0" err="1">
              <a:ln>
                <a:noFill/>
              </a:ln>
              <a:solidFill>
                <a:srgbClr val="091F2C"/>
              </a:solidFill>
              <a:effectLst/>
              <a:uLnTx/>
              <a:uFillTx/>
              <a:latin typeface="Segoe Sans Display"/>
              <a:ea typeface="+mn-ea"/>
              <a:cs typeface="+mn-cs"/>
            </a:endParaRPr>
          </a:p>
        </p:txBody>
      </p:sp>
      <p:sp>
        <p:nvSpPr>
          <p:cNvPr id="13" name="Rectangle: Rounded Corners 12">
            <a:extLst>
              <a:ext uri="{FF2B5EF4-FFF2-40B4-BE49-F238E27FC236}">
                <a16:creationId xmlns:a16="http://schemas.microsoft.com/office/drawing/2014/main" id="{E6B95F37-6EC4-FE30-752F-E386EE7144F7}"/>
              </a:ext>
              <a:ext uri="{C183D7F6-B498-43B3-948B-1728B52AA6E4}">
                <adec:decorative xmlns:adec="http://schemas.microsoft.com/office/drawing/2017/decorative" val="1"/>
              </a:ext>
            </a:extLst>
          </p:cNvPr>
          <p:cNvSpPr>
            <a:spLocks/>
          </p:cNvSpPr>
          <p:nvPr/>
        </p:nvSpPr>
        <p:spPr bwMode="auto">
          <a:xfrm>
            <a:off x="845820" y="2699034"/>
            <a:ext cx="3318255" cy="2299381"/>
          </a:xfrm>
          <a:prstGeom prst="roundRect">
            <a:avLst>
              <a:gd name="adj" fmla="val 3123"/>
            </a:avLst>
          </a:prstGeom>
          <a:solidFill>
            <a:schemeClr val="bg1">
              <a:alpha val="84000"/>
            </a:schemeClr>
          </a:solidFill>
          <a:ln>
            <a:noFill/>
          </a:ln>
          <a:effectLst>
            <a:outerShdw blurRad="139700" dist="38100" dir="2700000" algn="tl" rotWithShape="0">
              <a:schemeClr val="bg1">
                <a:lumMod val="50000"/>
                <a:alpha val="12000"/>
              </a:schemeClr>
            </a:outerShdw>
          </a:effectLst>
        </p:spPr>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14" name="Rectangle: Rounded Corners 13">
            <a:extLst>
              <a:ext uri="{FF2B5EF4-FFF2-40B4-BE49-F238E27FC236}">
                <a16:creationId xmlns:a16="http://schemas.microsoft.com/office/drawing/2014/main" id="{4E42025F-A037-9D5F-FA03-3F0E6FB35078}"/>
              </a:ext>
              <a:ext uri="{C183D7F6-B498-43B3-948B-1728B52AA6E4}">
                <adec:decorative xmlns:adec="http://schemas.microsoft.com/office/drawing/2017/decorative" val="1"/>
              </a:ext>
            </a:extLst>
          </p:cNvPr>
          <p:cNvSpPr>
            <a:spLocks/>
          </p:cNvSpPr>
          <p:nvPr/>
        </p:nvSpPr>
        <p:spPr bwMode="auto">
          <a:xfrm>
            <a:off x="4438395" y="2699034"/>
            <a:ext cx="3318255" cy="2299381"/>
          </a:xfrm>
          <a:prstGeom prst="roundRect">
            <a:avLst>
              <a:gd name="adj" fmla="val 3123"/>
            </a:avLst>
          </a:prstGeom>
          <a:solidFill>
            <a:schemeClr val="bg1">
              <a:alpha val="84000"/>
            </a:schemeClr>
          </a:solidFill>
          <a:ln>
            <a:noFill/>
          </a:ln>
          <a:effectLst>
            <a:outerShdw blurRad="139700" dist="38100" dir="2700000" algn="tl" rotWithShape="0">
              <a:schemeClr val="bg1">
                <a:lumMod val="50000"/>
                <a:alpha val="12000"/>
              </a:schemeClr>
            </a:outerShdw>
          </a:effectLst>
        </p:spPr>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15" name="Rectangle: Rounded Corners 14">
            <a:extLst>
              <a:ext uri="{FF2B5EF4-FFF2-40B4-BE49-F238E27FC236}">
                <a16:creationId xmlns:a16="http://schemas.microsoft.com/office/drawing/2014/main" id="{DB5CC9D8-68E9-A5B8-9093-3C97FC33B64E}"/>
              </a:ext>
              <a:ext uri="{C183D7F6-B498-43B3-948B-1728B52AA6E4}">
                <adec:decorative xmlns:adec="http://schemas.microsoft.com/office/drawing/2017/decorative" val="1"/>
              </a:ext>
            </a:extLst>
          </p:cNvPr>
          <p:cNvSpPr>
            <a:spLocks/>
          </p:cNvSpPr>
          <p:nvPr/>
        </p:nvSpPr>
        <p:spPr bwMode="auto">
          <a:xfrm>
            <a:off x="8030969" y="2699034"/>
            <a:ext cx="3318255" cy="2299381"/>
          </a:xfrm>
          <a:prstGeom prst="roundRect">
            <a:avLst>
              <a:gd name="adj" fmla="val 3123"/>
            </a:avLst>
          </a:prstGeom>
          <a:solidFill>
            <a:schemeClr val="bg1">
              <a:alpha val="84000"/>
            </a:schemeClr>
          </a:solidFill>
          <a:ln>
            <a:noFill/>
          </a:ln>
          <a:effectLst>
            <a:outerShdw blurRad="139700" dist="38100" dir="2700000" algn="tl" rotWithShape="0">
              <a:schemeClr val="bg1">
                <a:lumMod val="50000"/>
                <a:alpha val="12000"/>
              </a:schemeClr>
            </a:outerShdw>
          </a:effectLst>
        </p:spPr>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20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p:txBody>
      </p:sp>
      <p:sp>
        <p:nvSpPr>
          <p:cNvPr id="25" name="TextBox 24">
            <a:extLst>
              <a:ext uri="{FF2B5EF4-FFF2-40B4-BE49-F238E27FC236}">
                <a16:creationId xmlns:a16="http://schemas.microsoft.com/office/drawing/2014/main" id="{99435C15-017D-38EB-60B3-3BE51A975237}"/>
              </a:ext>
              <a:ext uri="{C183D7F6-B498-43B3-948B-1728B52AA6E4}">
                <adec:decorative xmlns:adec="http://schemas.microsoft.com/office/drawing/2017/decorative" val="1"/>
              </a:ext>
            </a:extLst>
          </p:cNvPr>
          <p:cNvSpPr txBox="1">
            <a:spLocks/>
          </p:cNvSpPr>
          <p:nvPr/>
        </p:nvSpPr>
        <p:spPr bwMode="auto">
          <a:xfrm>
            <a:off x="2053154" y="2635534"/>
            <a:ext cx="903586" cy="63500"/>
          </a:xfrm>
          <a:custGeom>
            <a:avLst/>
            <a:gdLst>
              <a:gd name="csX0" fmla="*/ 115215 w 903586"/>
              <a:gd name="csY0" fmla="*/ 0 h 63500"/>
              <a:gd name="csX1" fmla="*/ 788371 w 903586"/>
              <a:gd name="csY1" fmla="*/ 0 h 63500"/>
              <a:gd name="csX2" fmla="*/ 888827 w 903586"/>
              <a:gd name="csY2" fmla="*/ 41611 h 63500"/>
              <a:gd name="csX3" fmla="*/ 903586 w 903586"/>
              <a:gd name="csY3" fmla="*/ 63500 h 63500"/>
              <a:gd name="csX4" fmla="*/ 0 w 903586"/>
              <a:gd name="csY4" fmla="*/ 63500 h 63500"/>
              <a:gd name="csX5" fmla="*/ 14759 w 903586"/>
              <a:gd name="csY5" fmla="*/ 41611 h 63500"/>
              <a:gd name="csX6" fmla="*/ 115215 w 903586"/>
              <a:gd name="csY6" fmla="*/ 0 h 6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3586" h="63500">
                <a:moveTo>
                  <a:pt x="115215" y="0"/>
                </a:moveTo>
                <a:lnTo>
                  <a:pt x="788371" y="0"/>
                </a:lnTo>
                <a:cubicBezTo>
                  <a:pt x="827602" y="0"/>
                  <a:pt x="863118" y="15902"/>
                  <a:pt x="888827" y="41611"/>
                </a:cubicBezTo>
                <a:lnTo>
                  <a:pt x="903586" y="63500"/>
                </a:lnTo>
                <a:lnTo>
                  <a:pt x="0" y="63500"/>
                </a:lnTo>
                <a:lnTo>
                  <a:pt x="14759" y="41611"/>
                </a:lnTo>
                <a:cubicBezTo>
                  <a:pt x="40468" y="15902"/>
                  <a:pt x="75985" y="0"/>
                  <a:pt x="115215" y="0"/>
                </a:cubicBezTo>
                <a:close/>
              </a:path>
            </a:pathLst>
          </a:cu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361890" rtl="0" eaLnBrk="1" latinLnBrk="0" hangingPunct="1">
              <a:lnSpc>
                <a:spcPct val="100000"/>
              </a:lnSpc>
              <a:spcBef>
                <a:spcPct val="0"/>
              </a:spcBef>
              <a:buNone/>
              <a:defRPr lang="en-US" sz="1425" b="0" kern="1200" cap="none" spc="-50" baseline="0">
                <a:ln w="3175">
                  <a:noFill/>
                </a:ln>
                <a:solidFill>
                  <a:schemeClr val="tx1"/>
                </a:solidFill>
                <a:effectLst/>
                <a:latin typeface="+mn-lt"/>
                <a:ea typeface="+mn-ea"/>
                <a:cs typeface="+mn-cs"/>
              </a:defRPr>
            </a:lvl1pPr>
            <a:lvl2pPr marL="361890" algn="l" defTabSz="361890" rtl="0" eaLnBrk="1" latinLnBrk="0" hangingPunct="1">
              <a:defRPr sz="1425" kern="1200">
                <a:solidFill>
                  <a:schemeClr val="tx1"/>
                </a:solidFill>
                <a:latin typeface="+mn-lt"/>
                <a:ea typeface="+mn-ea"/>
                <a:cs typeface="+mn-cs"/>
              </a:defRPr>
            </a:lvl2pPr>
            <a:lvl3pPr marL="723780" algn="l" defTabSz="361890" rtl="0" eaLnBrk="1" latinLnBrk="0" hangingPunct="1">
              <a:defRPr sz="1425" kern="1200">
                <a:solidFill>
                  <a:schemeClr val="tx1"/>
                </a:solidFill>
                <a:latin typeface="+mn-lt"/>
                <a:ea typeface="+mn-ea"/>
                <a:cs typeface="+mn-cs"/>
              </a:defRPr>
            </a:lvl3pPr>
            <a:lvl4pPr marL="1085669" algn="l" defTabSz="361890" rtl="0" eaLnBrk="1" latinLnBrk="0" hangingPunct="1">
              <a:defRPr sz="1425" kern="1200">
                <a:solidFill>
                  <a:schemeClr val="tx1"/>
                </a:solidFill>
                <a:latin typeface="+mn-lt"/>
                <a:ea typeface="+mn-ea"/>
                <a:cs typeface="+mn-cs"/>
              </a:defRPr>
            </a:lvl4pPr>
            <a:lvl5pPr marL="1447558" algn="l" defTabSz="361890" rtl="0" eaLnBrk="1" latinLnBrk="0" hangingPunct="1">
              <a:defRPr sz="1425" kern="1200">
                <a:solidFill>
                  <a:schemeClr val="tx1"/>
                </a:solidFill>
                <a:latin typeface="+mn-lt"/>
                <a:ea typeface="+mn-ea"/>
                <a:cs typeface="+mn-cs"/>
              </a:defRPr>
            </a:lvl5pPr>
            <a:lvl6pPr marL="1809448" algn="l" defTabSz="361890" rtl="0" eaLnBrk="1" latinLnBrk="0" hangingPunct="1">
              <a:defRPr sz="1425" kern="1200">
                <a:solidFill>
                  <a:schemeClr val="tx1"/>
                </a:solidFill>
                <a:latin typeface="+mn-lt"/>
                <a:ea typeface="+mn-ea"/>
                <a:cs typeface="+mn-cs"/>
              </a:defRPr>
            </a:lvl6pPr>
            <a:lvl7pPr marL="2171338" algn="l" defTabSz="361890" rtl="0" eaLnBrk="1" latinLnBrk="0" hangingPunct="1">
              <a:defRPr sz="1425" kern="1200">
                <a:solidFill>
                  <a:schemeClr val="tx1"/>
                </a:solidFill>
                <a:latin typeface="+mn-lt"/>
                <a:ea typeface="+mn-ea"/>
                <a:cs typeface="+mn-cs"/>
              </a:defRPr>
            </a:lvl7pPr>
            <a:lvl8pPr marL="2533226" algn="l" defTabSz="361890" rtl="0" eaLnBrk="1" latinLnBrk="0" hangingPunct="1">
              <a:defRPr sz="1425" kern="1200">
                <a:solidFill>
                  <a:schemeClr val="tx1"/>
                </a:solidFill>
                <a:latin typeface="+mn-lt"/>
                <a:ea typeface="+mn-ea"/>
                <a:cs typeface="+mn-cs"/>
              </a:defRPr>
            </a:lvl8pPr>
            <a:lvl9pPr marL="2895117" algn="l" defTabSz="361890" rtl="0" eaLnBrk="1" latinLnBrk="0" hangingPunct="1">
              <a:defRPr sz="1425"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26" name="TextBox 25">
            <a:extLst>
              <a:ext uri="{FF2B5EF4-FFF2-40B4-BE49-F238E27FC236}">
                <a16:creationId xmlns:a16="http://schemas.microsoft.com/office/drawing/2014/main" id="{30E9A88B-1803-6290-367B-8E5B24666F2A}"/>
              </a:ext>
              <a:ext uri="{C183D7F6-B498-43B3-948B-1728B52AA6E4}">
                <adec:decorative xmlns:adec="http://schemas.microsoft.com/office/drawing/2017/decorative" val="1"/>
              </a:ext>
            </a:extLst>
          </p:cNvPr>
          <p:cNvSpPr txBox="1">
            <a:spLocks/>
          </p:cNvSpPr>
          <p:nvPr/>
        </p:nvSpPr>
        <p:spPr bwMode="auto">
          <a:xfrm>
            <a:off x="9238303" y="2635534"/>
            <a:ext cx="903586" cy="63500"/>
          </a:xfrm>
          <a:custGeom>
            <a:avLst/>
            <a:gdLst>
              <a:gd name="csX0" fmla="*/ 115215 w 903586"/>
              <a:gd name="csY0" fmla="*/ 0 h 63500"/>
              <a:gd name="csX1" fmla="*/ 788371 w 903586"/>
              <a:gd name="csY1" fmla="*/ 0 h 63500"/>
              <a:gd name="csX2" fmla="*/ 888827 w 903586"/>
              <a:gd name="csY2" fmla="*/ 41611 h 63500"/>
              <a:gd name="csX3" fmla="*/ 903586 w 903586"/>
              <a:gd name="csY3" fmla="*/ 63500 h 63500"/>
              <a:gd name="csX4" fmla="*/ 0 w 903586"/>
              <a:gd name="csY4" fmla="*/ 63500 h 63500"/>
              <a:gd name="csX5" fmla="*/ 14759 w 903586"/>
              <a:gd name="csY5" fmla="*/ 41611 h 63500"/>
              <a:gd name="csX6" fmla="*/ 115215 w 903586"/>
              <a:gd name="csY6" fmla="*/ 0 h 6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3586" h="63500">
                <a:moveTo>
                  <a:pt x="115215" y="0"/>
                </a:moveTo>
                <a:lnTo>
                  <a:pt x="788371" y="0"/>
                </a:lnTo>
                <a:cubicBezTo>
                  <a:pt x="827602" y="0"/>
                  <a:pt x="863118" y="15902"/>
                  <a:pt x="888827" y="41611"/>
                </a:cubicBezTo>
                <a:lnTo>
                  <a:pt x="903586" y="63500"/>
                </a:lnTo>
                <a:lnTo>
                  <a:pt x="0" y="63500"/>
                </a:lnTo>
                <a:lnTo>
                  <a:pt x="14759" y="41611"/>
                </a:lnTo>
                <a:cubicBezTo>
                  <a:pt x="40468" y="15902"/>
                  <a:pt x="75985" y="0"/>
                  <a:pt x="115215" y="0"/>
                </a:cubicBezTo>
                <a:close/>
              </a:path>
            </a:pathLst>
          </a:cu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361890" rtl="0" eaLnBrk="1" latinLnBrk="0" hangingPunct="1">
              <a:lnSpc>
                <a:spcPct val="100000"/>
              </a:lnSpc>
              <a:spcBef>
                <a:spcPct val="0"/>
              </a:spcBef>
              <a:buNone/>
              <a:defRPr lang="en-US" sz="1425" b="0" kern="1200" cap="none" spc="-50" baseline="0">
                <a:ln w="3175">
                  <a:noFill/>
                </a:ln>
                <a:solidFill>
                  <a:schemeClr val="tx1"/>
                </a:solidFill>
                <a:effectLst/>
                <a:latin typeface="+mn-lt"/>
                <a:ea typeface="+mn-ea"/>
                <a:cs typeface="+mn-cs"/>
              </a:defRPr>
            </a:lvl1pPr>
            <a:lvl2pPr marL="361890" algn="l" defTabSz="361890" rtl="0" eaLnBrk="1" latinLnBrk="0" hangingPunct="1">
              <a:defRPr sz="1425" kern="1200">
                <a:solidFill>
                  <a:schemeClr val="tx1"/>
                </a:solidFill>
                <a:latin typeface="+mn-lt"/>
                <a:ea typeface="+mn-ea"/>
                <a:cs typeface="+mn-cs"/>
              </a:defRPr>
            </a:lvl2pPr>
            <a:lvl3pPr marL="723780" algn="l" defTabSz="361890" rtl="0" eaLnBrk="1" latinLnBrk="0" hangingPunct="1">
              <a:defRPr sz="1425" kern="1200">
                <a:solidFill>
                  <a:schemeClr val="tx1"/>
                </a:solidFill>
                <a:latin typeface="+mn-lt"/>
                <a:ea typeface="+mn-ea"/>
                <a:cs typeface="+mn-cs"/>
              </a:defRPr>
            </a:lvl3pPr>
            <a:lvl4pPr marL="1085669" algn="l" defTabSz="361890" rtl="0" eaLnBrk="1" latinLnBrk="0" hangingPunct="1">
              <a:defRPr sz="1425" kern="1200">
                <a:solidFill>
                  <a:schemeClr val="tx1"/>
                </a:solidFill>
                <a:latin typeface="+mn-lt"/>
                <a:ea typeface="+mn-ea"/>
                <a:cs typeface="+mn-cs"/>
              </a:defRPr>
            </a:lvl4pPr>
            <a:lvl5pPr marL="1447558" algn="l" defTabSz="361890" rtl="0" eaLnBrk="1" latinLnBrk="0" hangingPunct="1">
              <a:defRPr sz="1425" kern="1200">
                <a:solidFill>
                  <a:schemeClr val="tx1"/>
                </a:solidFill>
                <a:latin typeface="+mn-lt"/>
                <a:ea typeface="+mn-ea"/>
                <a:cs typeface="+mn-cs"/>
              </a:defRPr>
            </a:lvl5pPr>
            <a:lvl6pPr marL="1809448" algn="l" defTabSz="361890" rtl="0" eaLnBrk="1" latinLnBrk="0" hangingPunct="1">
              <a:defRPr sz="1425" kern="1200">
                <a:solidFill>
                  <a:schemeClr val="tx1"/>
                </a:solidFill>
                <a:latin typeface="+mn-lt"/>
                <a:ea typeface="+mn-ea"/>
                <a:cs typeface="+mn-cs"/>
              </a:defRPr>
            </a:lvl6pPr>
            <a:lvl7pPr marL="2171338" algn="l" defTabSz="361890" rtl="0" eaLnBrk="1" latinLnBrk="0" hangingPunct="1">
              <a:defRPr sz="1425" kern="1200">
                <a:solidFill>
                  <a:schemeClr val="tx1"/>
                </a:solidFill>
                <a:latin typeface="+mn-lt"/>
                <a:ea typeface="+mn-ea"/>
                <a:cs typeface="+mn-cs"/>
              </a:defRPr>
            </a:lvl7pPr>
            <a:lvl8pPr marL="2533226" algn="l" defTabSz="361890" rtl="0" eaLnBrk="1" latinLnBrk="0" hangingPunct="1">
              <a:defRPr sz="1425" kern="1200">
                <a:solidFill>
                  <a:schemeClr val="tx1"/>
                </a:solidFill>
                <a:latin typeface="+mn-lt"/>
                <a:ea typeface="+mn-ea"/>
                <a:cs typeface="+mn-cs"/>
              </a:defRPr>
            </a:lvl8pPr>
            <a:lvl9pPr marL="2895117" algn="l" defTabSz="361890" rtl="0" eaLnBrk="1" latinLnBrk="0" hangingPunct="1">
              <a:defRPr sz="1425"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27" name="TextBox 26">
            <a:extLst>
              <a:ext uri="{FF2B5EF4-FFF2-40B4-BE49-F238E27FC236}">
                <a16:creationId xmlns:a16="http://schemas.microsoft.com/office/drawing/2014/main" id="{D8EE7721-DD32-268F-9171-FDDC720F6422}"/>
              </a:ext>
              <a:ext uri="{C183D7F6-B498-43B3-948B-1728B52AA6E4}">
                <adec:decorative xmlns:adec="http://schemas.microsoft.com/office/drawing/2017/decorative" val="1"/>
              </a:ext>
            </a:extLst>
          </p:cNvPr>
          <p:cNvSpPr txBox="1">
            <a:spLocks/>
          </p:cNvSpPr>
          <p:nvPr/>
        </p:nvSpPr>
        <p:spPr bwMode="auto">
          <a:xfrm>
            <a:off x="5645729" y="2635534"/>
            <a:ext cx="903586" cy="63500"/>
          </a:xfrm>
          <a:custGeom>
            <a:avLst/>
            <a:gdLst>
              <a:gd name="csX0" fmla="*/ 115215 w 903586"/>
              <a:gd name="csY0" fmla="*/ 0 h 63500"/>
              <a:gd name="csX1" fmla="*/ 788371 w 903586"/>
              <a:gd name="csY1" fmla="*/ 0 h 63500"/>
              <a:gd name="csX2" fmla="*/ 888827 w 903586"/>
              <a:gd name="csY2" fmla="*/ 41611 h 63500"/>
              <a:gd name="csX3" fmla="*/ 903586 w 903586"/>
              <a:gd name="csY3" fmla="*/ 63500 h 63500"/>
              <a:gd name="csX4" fmla="*/ 0 w 903586"/>
              <a:gd name="csY4" fmla="*/ 63500 h 63500"/>
              <a:gd name="csX5" fmla="*/ 14759 w 903586"/>
              <a:gd name="csY5" fmla="*/ 41611 h 63500"/>
              <a:gd name="csX6" fmla="*/ 115215 w 903586"/>
              <a:gd name="csY6" fmla="*/ 0 h 6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3586" h="63500">
                <a:moveTo>
                  <a:pt x="115215" y="0"/>
                </a:moveTo>
                <a:lnTo>
                  <a:pt x="788371" y="0"/>
                </a:lnTo>
                <a:cubicBezTo>
                  <a:pt x="827602" y="0"/>
                  <a:pt x="863118" y="15902"/>
                  <a:pt x="888827" y="41611"/>
                </a:cubicBezTo>
                <a:lnTo>
                  <a:pt x="903586" y="63500"/>
                </a:lnTo>
                <a:lnTo>
                  <a:pt x="0" y="63500"/>
                </a:lnTo>
                <a:lnTo>
                  <a:pt x="14759" y="41611"/>
                </a:lnTo>
                <a:cubicBezTo>
                  <a:pt x="40468" y="15902"/>
                  <a:pt x="75985" y="0"/>
                  <a:pt x="115215" y="0"/>
                </a:cubicBezTo>
                <a:close/>
              </a:path>
            </a:pathLst>
          </a:cu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361890" rtl="0" eaLnBrk="1" latinLnBrk="0" hangingPunct="1">
              <a:lnSpc>
                <a:spcPct val="100000"/>
              </a:lnSpc>
              <a:spcBef>
                <a:spcPct val="0"/>
              </a:spcBef>
              <a:buNone/>
              <a:defRPr lang="en-US" sz="1425" b="0" kern="1200" cap="none" spc="-50" baseline="0">
                <a:ln w="3175">
                  <a:noFill/>
                </a:ln>
                <a:solidFill>
                  <a:schemeClr val="tx1"/>
                </a:solidFill>
                <a:effectLst/>
                <a:latin typeface="+mn-lt"/>
                <a:ea typeface="+mn-ea"/>
                <a:cs typeface="+mn-cs"/>
              </a:defRPr>
            </a:lvl1pPr>
            <a:lvl2pPr marL="361890" algn="l" defTabSz="361890" rtl="0" eaLnBrk="1" latinLnBrk="0" hangingPunct="1">
              <a:defRPr sz="1425" kern="1200">
                <a:solidFill>
                  <a:schemeClr val="tx1"/>
                </a:solidFill>
                <a:latin typeface="+mn-lt"/>
                <a:ea typeface="+mn-ea"/>
                <a:cs typeface="+mn-cs"/>
              </a:defRPr>
            </a:lvl2pPr>
            <a:lvl3pPr marL="723780" algn="l" defTabSz="361890" rtl="0" eaLnBrk="1" latinLnBrk="0" hangingPunct="1">
              <a:defRPr sz="1425" kern="1200">
                <a:solidFill>
                  <a:schemeClr val="tx1"/>
                </a:solidFill>
                <a:latin typeface="+mn-lt"/>
                <a:ea typeface="+mn-ea"/>
                <a:cs typeface="+mn-cs"/>
              </a:defRPr>
            </a:lvl3pPr>
            <a:lvl4pPr marL="1085669" algn="l" defTabSz="361890" rtl="0" eaLnBrk="1" latinLnBrk="0" hangingPunct="1">
              <a:defRPr sz="1425" kern="1200">
                <a:solidFill>
                  <a:schemeClr val="tx1"/>
                </a:solidFill>
                <a:latin typeface="+mn-lt"/>
                <a:ea typeface="+mn-ea"/>
                <a:cs typeface="+mn-cs"/>
              </a:defRPr>
            </a:lvl4pPr>
            <a:lvl5pPr marL="1447558" algn="l" defTabSz="361890" rtl="0" eaLnBrk="1" latinLnBrk="0" hangingPunct="1">
              <a:defRPr sz="1425" kern="1200">
                <a:solidFill>
                  <a:schemeClr val="tx1"/>
                </a:solidFill>
                <a:latin typeface="+mn-lt"/>
                <a:ea typeface="+mn-ea"/>
                <a:cs typeface="+mn-cs"/>
              </a:defRPr>
            </a:lvl5pPr>
            <a:lvl6pPr marL="1809448" algn="l" defTabSz="361890" rtl="0" eaLnBrk="1" latinLnBrk="0" hangingPunct="1">
              <a:defRPr sz="1425" kern="1200">
                <a:solidFill>
                  <a:schemeClr val="tx1"/>
                </a:solidFill>
                <a:latin typeface="+mn-lt"/>
                <a:ea typeface="+mn-ea"/>
                <a:cs typeface="+mn-cs"/>
              </a:defRPr>
            </a:lvl6pPr>
            <a:lvl7pPr marL="2171338" algn="l" defTabSz="361890" rtl="0" eaLnBrk="1" latinLnBrk="0" hangingPunct="1">
              <a:defRPr sz="1425" kern="1200">
                <a:solidFill>
                  <a:schemeClr val="tx1"/>
                </a:solidFill>
                <a:latin typeface="+mn-lt"/>
                <a:ea typeface="+mn-ea"/>
                <a:cs typeface="+mn-cs"/>
              </a:defRPr>
            </a:lvl7pPr>
            <a:lvl8pPr marL="2533226" algn="l" defTabSz="361890" rtl="0" eaLnBrk="1" latinLnBrk="0" hangingPunct="1">
              <a:defRPr sz="1425" kern="1200">
                <a:solidFill>
                  <a:schemeClr val="tx1"/>
                </a:solidFill>
                <a:latin typeface="+mn-lt"/>
                <a:ea typeface="+mn-ea"/>
                <a:cs typeface="+mn-cs"/>
              </a:defRPr>
            </a:lvl8pPr>
            <a:lvl9pPr marL="2895117" algn="l" defTabSz="361890" rtl="0" eaLnBrk="1" latinLnBrk="0" hangingPunct="1">
              <a:defRPr sz="1425"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41" name="Rectangle 40">
            <a:extLst>
              <a:ext uri="{FF2B5EF4-FFF2-40B4-BE49-F238E27FC236}">
                <a16:creationId xmlns:a16="http://schemas.microsoft.com/office/drawing/2014/main" id="{C3D1D6C2-A78A-011C-8FF1-820364943B29}"/>
              </a:ext>
              <a:ext uri="{C183D7F6-B498-43B3-948B-1728B52AA6E4}">
                <adec:decorative xmlns:adec="http://schemas.microsoft.com/office/drawing/2017/decorative" val="1"/>
              </a:ext>
            </a:extLst>
          </p:cNvPr>
          <p:cNvSpPr/>
          <p:nvPr/>
        </p:nvSpPr>
        <p:spPr bwMode="auto">
          <a:xfrm>
            <a:off x="1071562" y="5468101"/>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43" name="Group 42">
            <a:extLst>
              <a:ext uri="{FF2B5EF4-FFF2-40B4-BE49-F238E27FC236}">
                <a16:creationId xmlns:a16="http://schemas.microsoft.com/office/drawing/2014/main" id="{CE58ADE0-ECB5-D953-CA1F-08A85D1BBB0A}"/>
              </a:ext>
              <a:ext uri="{C183D7F6-B498-43B3-948B-1728B52AA6E4}">
                <adec:decorative xmlns:adec="http://schemas.microsoft.com/office/drawing/2017/decorative" val="1"/>
              </a:ext>
            </a:extLst>
          </p:cNvPr>
          <p:cNvGrpSpPr/>
          <p:nvPr/>
        </p:nvGrpSpPr>
        <p:grpSpPr>
          <a:xfrm>
            <a:off x="571499" y="5468101"/>
            <a:ext cx="895351" cy="895341"/>
            <a:chOff x="571499" y="5403113"/>
            <a:chExt cx="1161213" cy="1161200"/>
          </a:xfrm>
        </p:grpSpPr>
        <p:sp>
          <p:nvSpPr>
            <p:cNvPr id="44" name="Oval 43">
              <a:extLst>
                <a:ext uri="{FF2B5EF4-FFF2-40B4-BE49-F238E27FC236}">
                  <a16:creationId xmlns:a16="http://schemas.microsoft.com/office/drawing/2014/main" id="{82DC97E9-BAD8-8F49-BE7F-125BF290F1A8}"/>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45" name="Graphic 52">
              <a:extLst>
                <a:ext uri="{FF2B5EF4-FFF2-40B4-BE49-F238E27FC236}">
                  <a16:creationId xmlns:a16="http://schemas.microsoft.com/office/drawing/2014/main" id="{24771041-C5D1-D95D-DA9F-C6BE499E2FCF}"/>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2" name="Title 1">
            <a:extLst>
              <a:ext uri="{FF2B5EF4-FFF2-40B4-BE49-F238E27FC236}">
                <a16:creationId xmlns:a16="http://schemas.microsoft.com/office/drawing/2014/main" id="{C09D1E6E-EC13-7503-80EE-B00365C6CEB1}"/>
              </a:ext>
            </a:extLst>
          </p:cNvPr>
          <p:cNvSpPr>
            <a:spLocks noGrp="1"/>
          </p:cNvSpPr>
          <p:nvPr>
            <p:ph type="title"/>
          </p:nvPr>
        </p:nvSpPr>
        <p:spPr>
          <a:xfrm>
            <a:off x="571501" y="457200"/>
            <a:ext cx="9442450" cy="984885"/>
          </a:xfrm>
        </p:spPr>
        <p:txBody>
          <a:bodyPr/>
          <a:lstStyle/>
          <a:p>
            <a:r>
              <a:rPr lang="en-US"/>
              <a:t>A365 licensing is contractually enforced – same as today for ME5</a:t>
            </a:r>
          </a:p>
        </p:txBody>
      </p:sp>
      <p:sp>
        <p:nvSpPr>
          <p:cNvPr id="29" name="Text Placeholder 2 - 1">
            <a:extLst>
              <a:ext uri="{FF2B5EF4-FFF2-40B4-BE49-F238E27FC236}">
                <a16:creationId xmlns:a16="http://schemas.microsoft.com/office/drawing/2014/main" id="{684C6E6D-583C-9556-3132-74D6EC7D20D9}"/>
              </a:ext>
            </a:extLst>
          </p:cNvPr>
          <p:cNvSpPr txBox="1">
            <a:spLocks/>
          </p:cNvSpPr>
          <p:nvPr/>
        </p:nvSpPr>
        <p:spPr>
          <a:xfrm>
            <a:off x="845820" y="2010627"/>
            <a:ext cx="10503404" cy="420154"/>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marL="0" marR="0" lvl="0" indent="0" algn="ctr"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rPr>
              <a:t>Contractual enforcement </a:t>
            </a:r>
          </a:p>
        </p:txBody>
      </p:sp>
      <p:sp>
        <p:nvSpPr>
          <p:cNvPr id="17" name="Oval 16">
            <a:extLst>
              <a:ext uri="{FF2B5EF4-FFF2-40B4-BE49-F238E27FC236}">
                <a16:creationId xmlns:a16="http://schemas.microsoft.com/office/drawing/2014/main" id="{2881B51A-B912-536C-7B4B-9B41B3D01767}"/>
              </a:ext>
            </a:extLst>
          </p:cNvPr>
          <p:cNvSpPr>
            <a:spLocks/>
          </p:cNvSpPr>
          <p:nvPr/>
        </p:nvSpPr>
        <p:spPr bwMode="auto">
          <a:xfrm>
            <a:off x="2212748" y="2919514"/>
            <a:ext cx="584398" cy="584392"/>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a:ln>
                  <a:noFill/>
                </a:ln>
                <a:solidFill>
                  <a:srgbClr val="1B44B1"/>
                </a:solidFill>
                <a:effectLst/>
                <a:uLnTx/>
                <a:uFillTx/>
                <a:latin typeface="Segoe Sans Display Semibold"/>
                <a:ea typeface="+mn-ea"/>
                <a:cs typeface="Segoe Sans Display" pitchFamily="2" charset="0"/>
              </a:rPr>
              <a:t>1</a:t>
            </a:r>
          </a:p>
        </p:txBody>
      </p:sp>
      <p:sp>
        <p:nvSpPr>
          <p:cNvPr id="33" name="Text Placeholder 2">
            <a:extLst>
              <a:ext uri="{FF2B5EF4-FFF2-40B4-BE49-F238E27FC236}">
                <a16:creationId xmlns:a16="http://schemas.microsoft.com/office/drawing/2014/main" id="{6DA081D2-8A0A-E30C-748B-C2C659CBF11C}"/>
              </a:ext>
            </a:extLst>
          </p:cNvPr>
          <p:cNvSpPr txBox="1">
            <a:spLocks/>
          </p:cNvSpPr>
          <p:nvPr/>
        </p:nvSpPr>
        <p:spPr>
          <a:xfrm>
            <a:off x="1036576" y="3602763"/>
            <a:ext cx="2930654" cy="1231106"/>
          </a:xfrm>
          <a:prstGeom prst="rect">
            <a:avLst/>
          </a:prstGeom>
        </p:spPr>
        <p:txBody>
          <a:bodyPr vert="horz" wrap="square" lIns="0" tIns="0" rIns="0" bIns="0" rtlCol="0" anchor="t">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a:spcBef>
                <a:spcPts val="0"/>
              </a:spcBef>
              <a:buNone/>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a:rPr>
              <a:t>If an agent is tied to an unlicensed user, the activity is not entitled to A365 protections. This creates an out of compliance scenario. </a:t>
            </a:r>
          </a:p>
        </p:txBody>
      </p:sp>
      <p:sp>
        <p:nvSpPr>
          <p:cNvPr id="20" name="Oval 19">
            <a:extLst>
              <a:ext uri="{FF2B5EF4-FFF2-40B4-BE49-F238E27FC236}">
                <a16:creationId xmlns:a16="http://schemas.microsoft.com/office/drawing/2014/main" id="{21451BB3-4520-65BE-D501-DFB4A29C6E8E}"/>
              </a:ext>
            </a:extLst>
          </p:cNvPr>
          <p:cNvSpPr>
            <a:spLocks/>
          </p:cNvSpPr>
          <p:nvPr/>
        </p:nvSpPr>
        <p:spPr bwMode="auto">
          <a:xfrm>
            <a:off x="5805323" y="2919514"/>
            <a:ext cx="584398" cy="584392"/>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a:ln>
                  <a:noFill/>
                </a:ln>
                <a:solidFill>
                  <a:srgbClr val="1B44B1"/>
                </a:solidFill>
                <a:effectLst/>
                <a:uLnTx/>
                <a:uFillTx/>
                <a:latin typeface="Segoe Sans Display Semibold"/>
                <a:ea typeface="+mn-ea"/>
                <a:cs typeface="Segoe Sans Display" pitchFamily="2" charset="0"/>
              </a:rPr>
              <a:t>2</a:t>
            </a:r>
          </a:p>
        </p:txBody>
      </p:sp>
      <p:sp>
        <p:nvSpPr>
          <p:cNvPr id="34" name="Text Placeholder 2">
            <a:extLst>
              <a:ext uri="{FF2B5EF4-FFF2-40B4-BE49-F238E27FC236}">
                <a16:creationId xmlns:a16="http://schemas.microsoft.com/office/drawing/2014/main" id="{0E34B8F9-0A6E-B0CE-5A46-46DE19E2D368}"/>
              </a:ext>
            </a:extLst>
          </p:cNvPr>
          <p:cNvSpPr txBox="1">
            <a:spLocks/>
          </p:cNvSpPr>
          <p:nvPr/>
        </p:nvSpPr>
        <p:spPr>
          <a:xfrm>
            <a:off x="4632196" y="3715349"/>
            <a:ext cx="2930654" cy="984885"/>
          </a:xfrm>
          <a:prstGeom prst="rect">
            <a:avLst/>
          </a:prstGeom>
        </p:spPr>
        <p:txBody>
          <a:bodyPr vert="horz" wrap="square" lIns="0" tIns="0" rIns="0" bIns="0" rtlCol="0" anchor="t">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a:rPr>
              <a:t>Under Microsoft Universal License Terms, users cannot compliantly access functionality they are not licensed for</a:t>
            </a:r>
          </a:p>
        </p:txBody>
      </p:sp>
      <p:sp>
        <p:nvSpPr>
          <p:cNvPr id="23" name="Oval 22">
            <a:extLst>
              <a:ext uri="{FF2B5EF4-FFF2-40B4-BE49-F238E27FC236}">
                <a16:creationId xmlns:a16="http://schemas.microsoft.com/office/drawing/2014/main" id="{FABD1E94-559D-EC82-EFEF-6CF142393603}"/>
              </a:ext>
            </a:extLst>
          </p:cNvPr>
          <p:cNvSpPr>
            <a:spLocks/>
          </p:cNvSpPr>
          <p:nvPr/>
        </p:nvSpPr>
        <p:spPr bwMode="auto">
          <a:xfrm>
            <a:off x="9397897" y="2919514"/>
            <a:ext cx="584398" cy="584392"/>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GB" sz="2000" b="0" i="0" u="none" strike="noStrike" kern="1200" cap="none" spc="0" normalizeH="0" baseline="0" noProof="0">
                <a:ln>
                  <a:noFill/>
                </a:ln>
                <a:solidFill>
                  <a:srgbClr val="1B44B1"/>
                </a:solidFill>
                <a:effectLst/>
                <a:uLnTx/>
                <a:uFillTx/>
                <a:latin typeface="Segoe Sans Display Semibold"/>
                <a:ea typeface="+mn-ea"/>
                <a:cs typeface="Segoe Sans Display" pitchFamily="2" charset="0"/>
              </a:rPr>
              <a:t>3</a:t>
            </a:r>
          </a:p>
        </p:txBody>
      </p:sp>
      <p:sp>
        <p:nvSpPr>
          <p:cNvPr id="35" name="Text Placeholder 2">
            <a:extLst>
              <a:ext uri="{FF2B5EF4-FFF2-40B4-BE49-F238E27FC236}">
                <a16:creationId xmlns:a16="http://schemas.microsoft.com/office/drawing/2014/main" id="{73AFFEAC-0176-E901-3C55-88EA814AFA0F}"/>
              </a:ext>
            </a:extLst>
          </p:cNvPr>
          <p:cNvSpPr txBox="1">
            <a:spLocks/>
          </p:cNvSpPr>
          <p:nvPr/>
        </p:nvSpPr>
        <p:spPr>
          <a:xfrm>
            <a:off x="8224770" y="3715349"/>
            <a:ext cx="2930654" cy="738664"/>
          </a:xfrm>
          <a:prstGeom prst="rect">
            <a:avLst/>
          </a:prstGeom>
        </p:spPr>
        <p:txBody>
          <a:bodyPr vert="horz" wrap="square" lIns="0" tIns="0" rIns="0" bIns="0" rtlCol="0" anchor="t">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a:rPr>
              <a:t>Multiplexing (pooling services to reduce the number of required licenses) is not permitted</a:t>
            </a:r>
          </a:p>
        </p:txBody>
      </p:sp>
      <p:sp>
        <p:nvSpPr>
          <p:cNvPr id="42" name="TextBox 41">
            <a:extLst>
              <a:ext uri="{FF2B5EF4-FFF2-40B4-BE49-F238E27FC236}">
                <a16:creationId xmlns:a16="http://schemas.microsoft.com/office/drawing/2014/main" id="{95E843EF-E026-B386-5E69-1D792BF84089}"/>
              </a:ext>
            </a:extLst>
          </p:cNvPr>
          <p:cNvSpPr txBox="1">
            <a:spLocks/>
          </p:cNvSpPr>
          <p:nvPr/>
        </p:nvSpPr>
        <p:spPr>
          <a:xfrm>
            <a:off x="1623061" y="5566958"/>
            <a:ext cx="9998962" cy="697627"/>
          </a:xfrm>
          <a:prstGeom prst="rect">
            <a:avLst/>
          </a:prstGeom>
          <a:noFill/>
          <a:ln>
            <a:noFill/>
          </a:ln>
        </p:spPr>
        <p:txBody>
          <a:bodyPr wrap="square" lIns="0" tIns="0" rIns="0" bIns="0" anchor="t">
            <a:spAutoFit/>
          </a:bodyPr>
          <a:lstStyle>
            <a:defPPr>
              <a:defRPr lang="en-US"/>
            </a:defPPr>
            <a:lvl1pPr algn="ctr">
              <a:defRPr/>
            </a:lvl1pPr>
          </a:lstStyle>
          <a:p>
            <a:pPr lvl="0" algn="l">
              <a:spcAft>
                <a:spcPts val="400"/>
              </a:spcAft>
              <a:defRPr/>
            </a:pPr>
            <a:r>
              <a:rPr lang="en-US" sz="1400">
                <a:solidFill>
                  <a:srgbClr val="000000"/>
                </a:solidFill>
                <a:latin typeface="Segoe Sans Display Semibold"/>
              </a:rPr>
              <a:t>Question: What is the difference between licensed and unlicensed users in the context of Agent 365? </a:t>
            </a:r>
          </a:p>
          <a:p>
            <a:pPr lvl="0" algn="l">
              <a:spcAft>
                <a:spcPts val="400"/>
              </a:spcAft>
              <a:defRPr/>
            </a:pPr>
            <a:r>
              <a:rPr lang="en-US" sz="1400">
                <a:solidFill>
                  <a:srgbClr val="000000"/>
                </a:solidFill>
                <a:latin typeface="Segoe Sans Display Semibold"/>
              </a:rPr>
              <a:t>Answer: </a:t>
            </a:r>
            <a:r>
              <a:rPr lang="en-US" sz="1400">
                <a:solidFill>
                  <a:srgbClr val="000000"/>
                </a:solidFill>
              </a:rPr>
              <a:t>When an agent is used, sponsored, or managed by a </a:t>
            </a:r>
            <a:r>
              <a:rPr lang="en-US" sz="1400" b="1">
                <a:solidFill>
                  <a:srgbClr val="000000"/>
                </a:solidFill>
              </a:rPr>
              <a:t>licensed</a:t>
            </a:r>
            <a:r>
              <a:rPr lang="en-US" sz="1400">
                <a:solidFill>
                  <a:srgbClr val="000000"/>
                </a:solidFill>
              </a:rPr>
              <a:t> user, the resulting activity is fully observed, governed, and secured by Agent 365. If an agent is used by an </a:t>
            </a:r>
            <a:r>
              <a:rPr lang="en-US" sz="1400" b="1">
                <a:solidFill>
                  <a:srgbClr val="000000"/>
                </a:solidFill>
              </a:rPr>
              <a:t>unlicensed</a:t>
            </a:r>
            <a:r>
              <a:rPr lang="en-US" sz="1400">
                <a:solidFill>
                  <a:srgbClr val="000000"/>
                </a:solidFill>
              </a:rPr>
              <a:t> user, the activity is not entitled to Agent 365 protections. </a:t>
            </a:r>
            <a:endParaRPr lang="en-US" sz="1400">
              <a:solidFill>
                <a:srgbClr val="091F2C"/>
              </a:solidFill>
            </a:endParaRPr>
          </a:p>
        </p:txBody>
      </p:sp>
    </p:spTree>
    <p:extLst>
      <p:ext uri="{BB962C8B-B14F-4D97-AF65-F5344CB8AC3E}">
        <p14:creationId xmlns:p14="http://schemas.microsoft.com/office/powerpoint/2010/main" val="98171365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F90-AA47-C76C-ED64-38A6685C2D82}"/>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89B0C9BC-23C2-012C-B547-A07081F7109C}"/>
              </a:ext>
              <a:ext uri="{C183D7F6-B498-43B3-948B-1728B52AA6E4}">
                <adec:decorative xmlns:adec="http://schemas.microsoft.com/office/drawing/2017/decorative" val="1"/>
              </a:ext>
            </a:extLst>
          </p:cNvPr>
          <p:cNvPicPr>
            <a:picLocks noChangeAspect="1"/>
          </p:cNvPicPr>
          <p:nvPr/>
        </p:nvPicPr>
        <p:blipFill>
          <a:blip r:embed="rId3">
            <a:alphaModFix amt="62000"/>
          </a:blip>
          <a:srcRect l="-1742" t="23504" r="40455" b="20000"/>
          <a:stretch>
            <a:fillRect/>
          </a:stretch>
        </p:blipFill>
        <p:spPr>
          <a:xfrm>
            <a:off x="10114087" y="0"/>
            <a:ext cx="2077913" cy="1911770"/>
          </a:xfrm>
          <a:prstGeom prst="rect">
            <a:avLst/>
          </a:prstGeom>
        </p:spPr>
      </p:pic>
      <p:sp>
        <p:nvSpPr>
          <p:cNvPr id="41" name="Rectangle 40">
            <a:extLst>
              <a:ext uri="{FF2B5EF4-FFF2-40B4-BE49-F238E27FC236}">
                <a16:creationId xmlns:a16="http://schemas.microsoft.com/office/drawing/2014/main" id="{81B73E61-A1C7-A615-AC14-C522A531247A}"/>
              </a:ext>
              <a:ext uri="{C183D7F6-B498-43B3-948B-1728B52AA6E4}">
                <adec:decorative xmlns:adec="http://schemas.microsoft.com/office/drawing/2017/decorative" val="1"/>
              </a:ext>
            </a:extLst>
          </p:cNvPr>
          <p:cNvSpPr/>
          <p:nvPr/>
        </p:nvSpPr>
        <p:spPr bwMode="auto">
          <a:xfrm>
            <a:off x="1071562" y="5468101"/>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43" name="Group 42">
            <a:extLst>
              <a:ext uri="{FF2B5EF4-FFF2-40B4-BE49-F238E27FC236}">
                <a16:creationId xmlns:a16="http://schemas.microsoft.com/office/drawing/2014/main" id="{A9EFBDCC-F5C3-AF5D-AF7E-7883499E2BAA}"/>
              </a:ext>
              <a:ext uri="{C183D7F6-B498-43B3-948B-1728B52AA6E4}">
                <adec:decorative xmlns:adec="http://schemas.microsoft.com/office/drawing/2017/decorative" val="1"/>
              </a:ext>
            </a:extLst>
          </p:cNvPr>
          <p:cNvGrpSpPr/>
          <p:nvPr/>
        </p:nvGrpSpPr>
        <p:grpSpPr>
          <a:xfrm>
            <a:off x="571499" y="5468101"/>
            <a:ext cx="895351" cy="895341"/>
            <a:chOff x="571499" y="5403113"/>
            <a:chExt cx="1161213" cy="1161200"/>
          </a:xfrm>
        </p:grpSpPr>
        <p:sp>
          <p:nvSpPr>
            <p:cNvPr id="44" name="Oval 43">
              <a:extLst>
                <a:ext uri="{FF2B5EF4-FFF2-40B4-BE49-F238E27FC236}">
                  <a16:creationId xmlns:a16="http://schemas.microsoft.com/office/drawing/2014/main" id="{39C9F251-5178-589C-07E1-6FBD65551571}"/>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45" name="Graphic 52">
              <a:extLst>
                <a:ext uri="{FF2B5EF4-FFF2-40B4-BE49-F238E27FC236}">
                  <a16:creationId xmlns:a16="http://schemas.microsoft.com/office/drawing/2014/main" id="{7BCABF95-DAFA-8253-9392-BACBF34F25EA}"/>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2" name="Title 1">
            <a:extLst>
              <a:ext uri="{FF2B5EF4-FFF2-40B4-BE49-F238E27FC236}">
                <a16:creationId xmlns:a16="http://schemas.microsoft.com/office/drawing/2014/main" id="{275B864E-9FAC-F966-C104-B4E9A389C389}"/>
              </a:ext>
            </a:extLst>
          </p:cNvPr>
          <p:cNvSpPr>
            <a:spLocks noGrp="1"/>
          </p:cNvSpPr>
          <p:nvPr>
            <p:ph type="title"/>
          </p:nvPr>
        </p:nvSpPr>
        <p:spPr>
          <a:xfrm>
            <a:off x="708808" y="612124"/>
            <a:ext cx="10957157" cy="861774"/>
          </a:xfrm>
        </p:spPr>
        <p:txBody>
          <a:bodyPr/>
          <a:lstStyle/>
          <a:p>
            <a:r>
              <a:rPr lang="en-US" sz="2800">
                <a:cs typeface="Segoe Sans Display"/>
              </a:rPr>
              <a:t>ME5 enables discovery and basic action to manage local agents; </a:t>
            </a:r>
            <a:br>
              <a:rPr lang="en-US" sz="2800">
                <a:cs typeface="Segoe Sans Display"/>
              </a:rPr>
            </a:br>
            <a:r>
              <a:rPr lang="en-US" sz="2800">
                <a:cs typeface="Segoe Sans Display"/>
              </a:rPr>
              <a:t>A365 enables risk-based controls to manage local agents at scale</a:t>
            </a:r>
            <a:endParaRPr lang="en-US" sz="2800"/>
          </a:p>
        </p:txBody>
      </p:sp>
      <p:sp>
        <p:nvSpPr>
          <p:cNvPr id="42" name="TextBox 41">
            <a:extLst>
              <a:ext uri="{FF2B5EF4-FFF2-40B4-BE49-F238E27FC236}">
                <a16:creationId xmlns:a16="http://schemas.microsoft.com/office/drawing/2014/main" id="{DCF27270-27EA-1584-3165-A302572F4187}"/>
              </a:ext>
            </a:extLst>
          </p:cNvPr>
          <p:cNvSpPr txBox="1">
            <a:spLocks/>
          </p:cNvSpPr>
          <p:nvPr/>
        </p:nvSpPr>
        <p:spPr>
          <a:xfrm>
            <a:off x="1623061" y="5566958"/>
            <a:ext cx="9998962" cy="697627"/>
          </a:xfrm>
          <a:prstGeom prst="rect">
            <a:avLst/>
          </a:prstGeom>
          <a:noFill/>
          <a:ln>
            <a:noFill/>
          </a:ln>
        </p:spPr>
        <p:txBody>
          <a:bodyPr wrap="square" lIns="0" tIns="0" rIns="0" bIns="0" anchor="t">
            <a:spAutoFit/>
          </a:bodyPr>
          <a:lstStyle>
            <a:defPPr>
              <a:defRPr lang="en-US"/>
            </a:defPPr>
            <a:lvl1pPr algn="ctr">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Question: What licenses are needed for </a:t>
            </a:r>
            <a:r>
              <a:rPr lang="en-US" sz="1400">
                <a:solidFill>
                  <a:srgbClr val="000000"/>
                </a:solidFill>
                <a:latin typeface="Segoe Sans Display Semibold"/>
              </a:rPr>
              <a:t>observability, security, and governance of local agents, such as </a:t>
            </a:r>
            <a:r>
              <a:rPr lang="en-US" sz="1400" err="1">
                <a:solidFill>
                  <a:srgbClr val="000000"/>
                </a:solidFill>
                <a:latin typeface="Segoe Sans Display Semibold"/>
              </a:rPr>
              <a:t>OpenClaw</a:t>
            </a:r>
            <a:r>
              <a:rPr lang="en-US" sz="1400">
                <a:solidFill>
                  <a:srgbClr val="000000"/>
                </a:solidFill>
                <a:latin typeface="Segoe Sans Display Semibold"/>
              </a:rPr>
              <a:t>, </a:t>
            </a:r>
            <a:r>
              <a:rPr lang="en-US" sz="1400" err="1">
                <a:solidFill>
                  <a:srgbClr val="000000"/>
                </a:solidFill>
                <a:latin typeface="Segoe Sans Display Semibold"/>
              </a:rPr>
              <a:t>ClaudCode</a:t>
            </a:r>
            <a:r>
              <a:rPr lang="en-US" sz="1400">
                <a:solidFill>
                  <a:srgbClr val="000000"/>
                </a:solidFill>
                <a:latin typeface="Segoe Sans Display Semibold"/>
              </a:rPr>
              <a:t>, </a:t>
            </a:r>
            <a:r>
              <a:rPr lang="en-US" sz="1400" err="1">
                <a:solidFill>
                  <a:srgbClr val="000000"/>
                </a:solidFill>
                <a:latin typeface="Segoe Sans Display Semibold"/>
              </a:rPr>
              <a:t>etc</a:t>
            </a:r>
            <a:r>
              <a:rPr lang="en-US" sz="1400">
                <a:solidFill>
                  <a:srgbClr val="000000"/>
                </a:solidFill>
                <a:latin typeface="Segoe Sans Display Semibold"/>
              </a:rPr>
              <a:t>?</a:t>
            </a: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a:p>
            <a:pPr algn="l">
              <a:spcAft>
                <a:spcPts val="400"/>
              </a:spcAf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Answer</a:t>
            </a:r>
            <a:r>
              <a:rPr lang="en-US" sz="1400">
                <a:solidFill>
                  <a:srgbClr val="000000"/>
                </a:solidFill>
                <a:latin typeface="Segoe Sans Display Semibold"/>
              </a:rPr>
              <a:t>: </a:t>
            </a:r>
            <a:r>
              <a:rPr lang="en-US" sz="1400">
                <a:solidFill>
                  <a:srgbClr val="000000"/>
                </a:solidFill>
              </a:rPr>
              <a:t>For discovery and coarse-grained actions ME5 (Defender and Intune); for advanced security Agent 365.</a:t>
            </a:r>
          </a:p>
        </p:txBody>
      </p:sp>
      <p:sp>
        <p:nvSpPr>
          <p:cNvPr id="4" name="Rectangle: Rounded Corners 3">
            <a:extLst>
              <a:ext uri="{FF2B5EF4-FFF2-40B4-BE49-F238E27FC236}">
                <a16:creationId xmlns:a16="http://schemas.microsoft.com/office/drawing/2014/main" id="{BCDC1340-3846-BB82-3185-F46AE96F0E2A}"/>
              </a:ext>
              <a:ext uri="{C183D7F6-B498-43B3-948B-1728B52AA6E4}">
                <adec:decorative xmlns:adec="http://schemas.microsoft.com/office/drawing/2017/decorative" val="1"/>
              </a:ext>
            </a:extLst>
          </p:cNvPr>
          <p:cNvSpPr>
            <a:spLocks/>
          </p:cNvSpPr>
          <p:nvPr/>
        </p:nvSpPr>
        <p:spPr bwMode="auto">
          <a:xfrm>
            <a:off x="706431" y="1699760"/>
            <a:ext cx="10640912" cy="3550841"/>
          </a:xfrm>
          <a:prstGeom prst="roundRect">
            <a:avLst>
              <a:gd name="adj" fmla="val 3123"/>
            </a:avLst>
          </a:prstGeom>
          <a:solidFill>
            <a:schemeClr val="bg1"/>
          </a:solidFill>
          <a:ln w="19050">
            <a:gradFill>
              <a:gsLst>
                <a:gs pos="0">
                  <a:schemeClr val="bg2">
                    <a:alpha val="87000"/>
                  </a:schemeClr>
                </a:gs>
                <a:gs pos="22000">
                  <a:srgbClr val="2250C1">
                    <a:alpha val="89000"/>
                  </a:srgbClr>
                </a:gs>
                <a:gs pos="77000">
                  <a:schemeClr val="accent4">
                    <a:lumMod val="25000"/>
                    <a:alpha val="82000"/>
                  </a:schemeClr>
                </a:gs>
                <a:gs pos="99000">
                  <a:schemeClr val="tx2">
                    <a:alpha val="78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Display Semibold"/>
              <a:ea typeface="+mn-ea"/>
              <a:cs typeface="Segoe UI" panose="020B0502040204020203" pitchFamily="34" charset="0"/>
            </a:endParaRPr>
          </a:p>
        </p:txBody>
      </p:sp>
      <p:sp>
        <p:nvSpPr>
          <p:cNvPr id="6" name="Text Placeholder 2 - 1">
            <a:extLst>
              <a:ext uri="{FF2B5EF4-FFF2-40B4-BE49-F238E27FC236}">
                <a16:creationId xmlns:a16="http://schemas.microsoft.com/office/drawing/2014/main" id="{2E3E9C8D-0188-6077-A7D3-19817F345E72}"/>
              </a:ext>
            </a:extLst>
          </p:cNvPr>
          <p:cNvSpPr txBox="1">
            <a:spLocks/>
          </p:cNvSpPr>
          <p:nvPr/>
        </p:nvSpPr>
        <p:spPr>
          <a:xfrm>
            <a:off x="875997" y="1846976"/>
            <a:ext cx="10267324" cy="408623"/>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marL="0" marR="0" lvl="0" indent="0"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rPr>
              <a:t>A365 for local agents (e.g., OpenClaw, Claude Code, etc.)</a:t>
            </a:r>
          </a:p>
        </p:txBody>
      </p:sp>
      <p:sp>
        <p:nvSpPr>
          <p:cNvPr id="7" name="TextBox 6">
            <a:extLst>
              <a:ext uri="{FF2B5EF4-FFF2-40B4-BE49-F238E27FC236}">
                <a16:creationId xmlns:a16="http://schemas.microsoft.com/office/drawing/2014/main" id="{5B63107F-5FBA-1759-66E7-524B859AB475}"/>
              </a:ext>
            </a:extLst>
          </p:cNvPr>
          <p:cNvSpPr txBox="1"/>
          <p:nvPr/>
        </p:nvSpPr>
        <p:spPr>
          <a:xfrm>
            <a:off x="1003610" y="2477429"/>
            <a:ext cx="10139711" cy="246221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a:solidFill>
                  <a:srgbClr val="000000"/>
                </a:solidFill>
              </a:rPr>
              <a:t>Discovery of endpoint agents: ME5</a:t>
            </a:r>
          </a:p>
          <a:p>
            <a:pPr marL="342900" indent="-342900" algn="l">
              <a:buFont typeface="Arial" panose="020B0604020202020204" pitchFamily="34" charset="0"/>
              <a:buChar char="•"/>
            </a:pPr>
            <a:r>
              <a:rPr lang="en-US" sz="2000">
                <a:solidFill>
                  <a:srgbClr val="000000"/>
                </a:solidFill>
              </a:rPr>
              <a:t>Coarse grain controls to block select endpoint agents (</a:t>
            </a:r>
            <a:r>
              <a:rPr lang="en-US" sz="2000" err="1">
                <a:solidFill>
                  <a:srgbClr val="000000"/>
                </a:solidFill>
              </a:rPr>
              <a:t>OpenClaw</a:t>
            </a:r>
            <a:r>
              <a:rPr lang="en-US" sz="2000">
                <a:solidFill>
                  <a:srgbClr val="000000"/>
                </a:solidFill>
              </a:rPr>
              <a:t>) : ME5</a:t>
            </a:r>
          </a:p>
          <a:p>
            <a:pPr marL="342900" indent="-342900" algn="l">
              <a:buFont typeface="Arial" panose="020B0604020202020204" pitchFamily="34" charset="0"/>
              <a:buChar char="•"/>
            </a:pPr>
            <a:r>
              <a:rPr lang="en-US" sz="2000">
                <a:solidFill>
                  <a:srgbClr val="000000"/>
                </a:solidFill>
              </a:rPr>
              <a:t>Adv. management, runtime protection, and blocking of endpoint agents : A365 paid</a:t>
            </a:r>
            <a:br>
              <a:rPr lang="en-US" sz="2000">
                <a:solidFill>
                  <a:srgbClr val="000000"/>
                </a:solidFill>
              </a:rPr>
            </a:br>
            <a:br>
              <a:rPr lang="en-US" sz="2000">
                <a:solidFill>
                  <a:srgbClr val="000000"/>
                </a:solidFill>
              </a:rPr>
            </a:br>
            <a:r>
              <a:rPr lang="en-US" sz="2000">
                <a:solidFill>
                  <a:srgbClr val="000000"/>
                </a:solidFill>
              </a:rPr>
              <a:t>Eg: Advanced runtime protection – detect an unmanaged local agent is attempting suspicious actions across files, commands, or credentials, block the risky behavior on the device, send an alert in the cloud, and create an XDR alert for investigation also visible in A365</a:t>
            </a:r>
          </a:p>
        </p:txBody>
      </p:sp>
    </p:spTree>
    <p:extLst>
      <p:ext uri="{BB962C8B-B14F-4D97-AF65-F5344CB8AC3E}">
        <p14:creationId xmlns:p14="http://schemas.microsoft.com/office/powerpoint/2010/main" val="372281456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CD13F-A867-BB07-9EA5-25CD190A7A2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1B79DDE-75A6-7DAA-FA5B-FE81DD06AD73}"/>
              </a:ext>
            </a:extLst>
          </p:cNvPr>
          <p:cNvSpPr>
            <a:spLocks noGrp="1"/>
          </p:cNvSpPr>
          <p:nvPr>
            <p:ph type="title"/>
          </p:nvPr>
        </p:nvSpPr>
        <p:spPr>
          <a:xfrm>
            <a:off x="585216" y="2038612"/>
            <a:ext cx="4178808" cy="1495794"/>
          </a:xfrm>
        </p:spPr>
        <p:txBody>
          <a:bodyPr/>
          <a:lstStyle/>
          <a:p>
            <a:r>
              <a:rPr lang="en-US"/>
              <a:t>Agent 365 in the context of different service plans</a:t>
            </a:r>
          </a:p>
        </p:txBody>
      </p:sp>
    </p:spTree>
    <p:extLst>
      <p:ext uri="{BB962C8B-B14F-4D97-AF65-F5344CB8AC3E}">
        <p14:creationId xmlns:p14="http://schemas.microsoft.com/office/powerpoint/2010/main" val="39895927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3494-5864-7ECC-A403-8095210855D2}"/>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96CBC85B-56A7-EEA7-0731-49D7EF8F9333}"/>
              </a:ext>
              <a:ext uri="{C183D7F6-B498-43B3-948B-1728B52AA6E4}">
                <adec:decorative xmlns:adec="http://schemas.microsoft.com/office/drawing/2017/decorative" val="1"/>
              </a:ext>
            </a:extLst>
          </p:cNvPr>
          <p:cNvPicPr>
            <a:picLocks noChangeAspect="1"/>
          </p:cNvPicPr>
          <p:nvPr/>
        </p:nvPicPr>
        <p:blipFill>
          <a:blip r:embed="rId3">
            <a:alphaModFix amt="62000"/>
          </a:blip>
          <a:srcRect l="-1742" t="23504" r="40455" b="20000"/>
          <a:stretch>
            <a:fillRect/>
          </a:stretch>
        </p:blipFill>
        <p:spPr>
          <a:xfrm>
            <a:off x="10114086" y="-6243"/>
            <a:ext cx="2077913" cy="1911770"/>
          </a:xfrm>
          <a:prstGeom prst="rect">
            <a:avLst/>
          </a:prstGeom>
        </p:spPr>
      </p:pic>
      <p:sp>
        <p:nvSpPr>
          <p:cNvPr id="66" name="Rectangle 65">
            <a:extLst>
              <a:ext uri="{FF2B5EF4-FFF2-40B4-BE49-F238E27FC236}">
                <a16:creationId xmlns:a16="http://schemas.microsoft.com/office/drawing/2014/main" id="{0800CC3D-56DF-4AD2-5418-B89EF21A4759}"/>
              </a:ext>
            </a:extLst>
          </p:cNvPr>
          <p:cNvSpPr/>
          <p:nvPr/>
        </p:nvSpPr>
        <p:spPr bwMode="auto">
          <a:xfrm>
            <a:off x="5718454" y="2939921"/>
            <a:ext cx="1808175" cy="2120434"/>
          </a:xfrm>
          <a:prstGeom prst="rect">
            <a:avLst/>
          </a:prstGeom>
          <a:solidFill>
            <a:schemeClr val="tx2">
              <a:lumMod val="50000"/>
              <a:lumOff val="50000"/>
            </a:schemeClr>
          </a:solid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25C2080B-B96F-51F8-84B5-48F99A770FE3}"/>
              </a:ext>
            </a:extLst>
          </p:cNvPr>
          <p:cNvSpPr>
            <a:spLocks noGrp="1"/>
          </p:cNvSpPr>
          <p:nvPr>
            <p:ph type="title"/>
          </p:nvPr>
        </p:nvSpPr>
        <p:spPr>
          <a:xfrm>
            <a:off x="571500" y="457200"/>
            <a:ext cx="9148763" cy="984885"/>
          </a:xfrm>
        </p:spPr>
        <p:txBody>
          <a:bodyPr/>
          <a:lstStyle/>
          <a:p>
            <a:r>
              <a:rPr lang="en-US"/>
              <a:t>Agent 365 extends ME5 security and governance capabilities to agents at scale</a:t>
            </a:r>
          </a:p>
        </p:txBody>
      </p:sp>
      <p:graphicFrame>
        <p:nvGraphicFramePr>
          <p:cNvPr id="67" name="Table 66">
            <a:extLst>
              <a:ext uri="{FF2B5EF4-FFF2-40B4-BE49-F238E27FC236}">
                <a16:creationId xmlns:a16="http://schemas.microsoft.com/office/drawing/2014/main" id="{B05DEB03-624D-12B1-5FCB-BF36785F6778}"/>
              </a:ext>
            </a:extLst>
          </p:cNvPr>
          <p:cNvGraphicFramePr>
            <a:graphicFrameLocks noGrp="1"/>
          </p:cNvGraphicFramePr>
          <p:nvPr/>
        </p:nvGraphicFramePr>
        <p:xfrm>
          <a:off x="588261" y="1837859"/>
          <a:ext cx="11327514" cy="3225800"/>
        </p:xfrm>
        <a:graphic>
          <a:graphicData uri="http://schemas.openxmlformats.org/drawingml/2006/table">
            <a:tbl>
              <a:tblPr firstRow="1" bandRow="1"/>
              <a:tblGrid>
                <a:gridCol w="1541015">
                  <a:extLst>
                    <a:ext uri="{9D8B030D-6E8A-4147-A177-3AD203B41FA5}">
                      <a16:colId xmlns:a16="http://schemas.microsoft.com/office/drawing/2014/main" val="3819873385"/>
                    </a:ext>
                  </a:extLst>
                </a:gridCol>
                <a:gridCol w="3461899">
                  <a:extLst>
                    <a:ext uri="{9D8B030D-6E8A-4147-A177-3AD203B41FA5}">
                      <a16:colId xmlns:a16="http://schemas.microsoft.com/office/drawing/2014/main" val="2454609705"/>
                    </a:ext>
                  </a:extLst>
                </a:gridCol>
                <a:gridCol w="2108200">
                  <a:extLst>
                    <a:ext uri="{9D8B030D-6E8A-4147-A177-3AD203B41FA5}">
                      <a16:colId xmlns:a16="http://schemas.microsoft.com/office/drawing/2014/main" val="504879706"/>
                    </a:ext>
                  </a:extLst>
                </a:gridCol>
                <a:gridCol w="2108200">
                  <a:extLst>
                    <a:ext uri="{9D8B030D-6E8A-4147-A177-3AD203B41FA5}">
                      <a16:colId xmlns:a16="http://schemas.microsoft.com/office/drawing/2014/main" val="952994130"/>
                    </a:ext>
                  </a:extLst>
                </a:gridCol>
                <a:gridCol w="2108200">
                  <a:extLst>
                    <a:ext uri="{9D8B030D-6E8A-4147-A177-3AD203B41FA5}">
                      <a16:colId xmlns:a16="http://schemas.microsoft.com/office/drawing/2014/main" val="2317757804"/>
                    </a:ext>
                  </a:extLst>
                </a:gridCol>
              </a:tblGrid>
              <a:tr h="370840">
                <a:tc rowSpan="4">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r>
                        <a:rPr lang="en-US" sz="1200" b="1" kern="1200">
                          <a:solidFill>
                            <a:srgbClr val="000000"/>
                          </a:solidFill>
                          <a:latin typeface="Segoe UI"/>
                          <a:ea typeface="+mn-ea"/>
                          <a:cs typeface="+mn-cs"/>
                        </a:rPr>
                        <a:t>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pPr marL="0" marR="0" lvl="0" indent="0" algn="l" defTabSz="932563" rtl="0" eaLnBrk="1" fontAlgn="auto" latinLnBrk="0" hangingPunct="1">
                        <a:lnSpc>
                          <a:spcPct val="100000"/>
                        </a:lnSpc>
                        <a:spcBef>
                          <a:spcPts val="0"/>
                        </a:spcBef>
                        <a:spcAft>
                          <a:spcPts val="0"/>
                        </a:spcAft>
                        <a:buClrTx/>
                        <a:buSzTx/>
                        <a:buFontTx/>
                        <a:buNone/>
                        <a:tabLst/>
                        <a:defRPr/>
                      </a:pPr>
                      <a:r>
                        <a:rPr lang="en-US" sz="1200">
                          <a:solidFill>
                            <a:srgbClr val="000000"/>
                          </a:solidFill>
                        </a:rPr>
                        <a:t>Ecosystem partner agents via Agent 365 SDK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9692594"/>
                  </a:ext>
                </a:extLst>
              </a:tr>
              <a:tr h="370840">
                <a:tc vMerge="1">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r>
                        <a:rPr lang="en-US" sz="1200" kern="1200">
                          <a:solidFill>
                            <a:srgbClr val="000000"/>
                          </a:solidFill>
                          <a:latin typeface="Segoe UI"/>
                          <a:ea typeface="+mn-ea"/>
                          <a:cs typeface="+mn-cs"/>
                        </a:rPr>
                        <a:t>Foundry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6803532"/>
                  </a:ext>
                </a:extLst>
              </a:tr>
              <a:tr h="370840">
                <a:tc vMerge="1">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r>
                        <a:rPr lang="en-US" sz="1200" kern="1200">
                          <a:solidFill>
                            <a:srgbClr val="000000"/>
                          </a:solidFill>
                          <a:latin typeface="Segoe UI"/>
                          <a:ea typeface="+mn-ea"/>
                          <a:cs typeface="+mn-cs"/>
                        </a:rPr>
                        <a:t>Copilot Studio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3834012"/>
                  </a:ext>
                </a:extLst>
              </a:tr>
              <a:tr h="370840">
                <a:tc vMerge="1">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b="1" kern="1200">
                        <a:solidFill>
                          <a:srgbClr val="000000"/>
                        </a:solidFill>
                        <a:latin typeface="Segoe U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r>
                        <a:rPr lang="en-US" sz="1200" kern="1200">
                          <a:solidFill>
                            <a:srgbClr val="000000"/>
                          </a:solidFill>
                          <a:latin typeface="Segoe UI"/>
                          <a:ea typeface="+mn-ea"/>
                          <a:cs typeface="+mn-cs"/>
                        </a:rPr>
                        <a:t>Microsoft 365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296648"/>
                  </a:ext>
                </a:extLst>
              </a:tr>
              <a:tr h="370840">
                <a:tc gridSpan="2">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r>
                        <a:rPr lang="en-US" sz="1200" b="1" kern="1200">
                          <a:solidFill>
                            <a:srgbClr val="000000"/>
                          </a:solidFill>
                          <a:latin typeface="Segoe UI"/>
                          <a:ea typeface="+mn-ea"/>
                          <a:cs typeface="+mn-cs"/>
                        </a:rPr>
                        <a:t>Microsoft 365 Copilot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134389"/>
                  </a:ext>
                </a:extLst>
              </a:tr>
              <a:tr h="370840">
                <a:tc gridSpan="2">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p>
                      <a:endParaRPr lang="en-US" sz="1200"/>
                    </a:p>
                    <a:p>
                      <a:endParaRPr lang="en-US" sz="1200"/>
                    </a:p>
                    <a:p>
                      <a:pPr marL="0" marR="0" lvl="0" indent="0" algn="l" defTabSz="932742" rtl="0" eaLnBrk="1" fontAlgn="auto" latinLnBrk="0" hangingPunct="1">
                        <a:lnSpc>
                          <a:spcPct val="100000"/>
                        </a:lnSpc>
                        <a:spcBef>
                          <a:spcPts val="0"/>
                        </a:spcBef>
                        <a:spcAft>
                          <a:spcPts val="0"/>
                        </a:spcAft>
                        <a:buClrTx/>
                        <a:buSzTx/>
                        <a:buFontTx/>
                        <a:buNone/>
                        <a:tabLst/>
                        <a:defRPr/>
                      </a:pPr>
                      <a:r>
                        <a:rPr lang="en-US" sz="1200" b="1" kern="1200">
                          <a:solidFill>
                            <a:srgbClr val="000000"/>
                          </a:solidFill>
                          <a:latin typeface="Segoe UI"/>
                          <a:ea typeface="+mn-ea"/>
                          <a:cs typeface="+mn-cs"/>
                        </a:rPr>
                        <a:t>Users</a:t>
                      </a:r>
                      <a:endParaRPr lang="en-US" sz="1200"/>
                    </a:p>
                    <a:p>
                      <a:endParaRPr lang="en-US" sz="1200"/>
                    </a:p>
                    <a:p>
                      <a:endParaRPr lang="en-US" sz="1200"/>
                    </a:p>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32742" rtl="0" eaLnBrk="1" latinLnBrk="0" hangingPunct="1">
                        <a:defRPr sz="1800" kern="1200">
                          <a:solidFill>
                            <a:schemeClr val="tx1"/>
                          </a:solidFill>
                          <a:latin typeface="Segoe UI"/>
                        </a:defRPr>
                      </a:lvl1pPr>
                      <a:lvl2pPr marL="466371" algn="l" defTabSz="932742" rtl="0" eaLnBrk="1" latinLnBrk="0" hangingPunct="1">
                        <a:defRPr sz="1800" kern="1200">
                          <a:solidFill>
                            <a:schemeClr val="tx1"/>
                          </a:solidFill>
                          <a:latin typeface="Segoe UI"/>
                        </a:defRPr>
                      </a:lvl2pPr>
                      <a:lvl3pPr marL="932742" algn="l" defTabSz="932742" rtl="0" eaLnBrk="1" latinLnBrk="0" hangingPunct="1">
                        <a:defRPr sz="1800" kern="1200">
                          <a:solidFill>
                            <a:schemeClr val="tx1"/>
                          </a:solidFill>
                          <a:latin typeface="Segoe UI"/>
                        </a:defRPr>
                      </a:lvl3pPr>
                      <a:lvl4pPr marL="1399113" algn="l" defTabSz="932742" rtl="0" eaLnBrk="1" latinLnBrk="0" hangingPunct="1">
                        <a:defRPr sz="1800" kern="1200">
                          <a:solidFill>
                            <a:schemeClr val="tx1"/>
                          </a:solidFill>
                          <a:latin typeface="Segoe UI"/>
                        </a:defRPr>
                      </a:lvl4pPr>
                      <a:lvl5pPr marL="1865484" algn="l" defTabSz="932742" rtl="0" eaLnBrk="1" latinLnBrk="0" hangingPunct="1">
                        <a:defRPr sz="1800" kern="1200">
                          <a:solidFill>
                            <a:schemeClr val="tx1"/>
                          </a:solidFill>
                          <a:latin typeface="Segoe UI"/>
                        </a:defRPr>
                      </a:lvl5pPr>
                      <a:lvl6pPr marL="2331856" algn="l" defTabSz="932742" rtl="0" eaLnBrk="1" latinLnBrk="0" hangingPunct="1">
                        <a:defRPr sz="1800" kern="1200">
                          <a:solidFill>
                            <a:schemeClr val="tx1"/>
                          </a:solidFill>
                          <a:latin typeface="Segoe UI"/>
                        </a:defRPr>
                      </a:lvl6pPr>
                      <a:lvl7pPr marL="2798226" algn="l" defTabSz="932742" rtl="0" eaLnBrk="1" latinLnBrk="0" hangingPunct="1">
                        <a:defRPr sz="1800" kern="1200">
                          <a:solidFill>
                            <a:schemeClr val="tx1"/>
                          </a:solidFill>
                          <a:latin typeface="Segoe UI"/>
                        </a:defRPr>
                      </a:lvl7pPr>
                      <a:lvl8pPr marL="3264597" algn="l" defTabSz="932742" rtl="0" eaLnBrk="1" latinLnBrk="0" hangingPunct="1">
                        <a:defRPr sz="1800" kern="1200">
                          <a:solidFill>
                            <a:schemeClr val="tx1"/>
                          </a:solidFill>
                          <a:latin typeface="Segoe UI"/>
                        </a:defRPr>
                      </a:lvl8pPr>
                      <a:lvl9pPr marL="3730969" algn="l" defTabSz="932742" rtl="0" eaLnBrk="1" latinLnBrk="0" hangingPunct="1">
                        <a:defRPr sz="1800" kern="1200">
                          <a:solidFill>
                            <a:schemeClr val="tx1"/>
                          </a:solidFill>
                          <a:latin typeface="Segoe UI"/>
                        </a:defRPr>
                      </a:lvl9p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461747"/>
                  </a:ext>
                </a:extLst>
              </a:tr>
            </a:tbl>
          </a:graphicData>
        </a:graphic>
      </p:graphicFrame>
      <p:sp>
        <p:nvSpPr>
          <p:cNvPr id="68" name="TextBox 67">
            <a:extLst>
              <a:ext uri="{FF2B5EF4-FFF2-40B4-BE49-F238E27FC236}">
                <a16:creationId xmlns:a16="http://schemas.microsoft.com/office/drawing/2014/main" id="{5FBB0369-FD82-897D-579A-E5951FA6EDE7}"/>
              </a:ext>
            </a:extLst>
          </p:cNvPr>
          <p:cNvSpPr txBox="1"/>
          <p:nvPr/>
        </p:nvSpPr>
        <p:spPr>
          <a:xfrm>
            <a:off x="5910958" y="5097089"/>
            <a:ext cx="1423164"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ME5 + Entra Suite</a:t>
            </a:r>
          </a:p>
        </p:txBody>
      </p:sp>
      <p:sp>
        <p:nvSpPr>
          <p:cNvPr id="69" name="TextBox 68">
            <a:extLst>
              <a:ext uri="{FF2B5EF4-FFF2-40B4-BE49-F238E27FC236}">
                <a16:creationId xmlns:a16="http://schemas.microsoft.com/office/drawing/2014/main" id="{FB53AD5A-D108-A599-01A4-06000256E01B}"/>
              </a:ext>
            </a:extLst>
          </p:cNvPr>
          <p:cNvSpPr txBox="1"/>
          <p:nvPr/>
        </p:nvSpPr>
        <p:spPr>
          <a:xfrm>
            <a:off x="5847180" y="3016756"/>
            <a:ext cx="1615669"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rgbClr val="FFFFFF"/>
                </a:solidFill>
                <a:latin typeface="Segoe UI"/>
              </a:rPr>
              <a:t>D</a:t>
            </a:r>
            <a:r>
              <a:rPr kumimoji="0" lang="en-US" sz="800" b="0" i="0" u="none" strike="noStrike" kern="1200" cap="none" spc="0" normalizeH="0" baseline="0" noProof="0">
                <a:ln>
                  <a:noFill/>
                </a:ln>
                <a:solidFill>
                  <a:srgbClr val="FFFFFF"/>
                </a:solidFill>
                <a:effectLst/>
                <a:uLnTx/>
                <a:uFillTx/>
                <a:latin typeface="Segoe UI"/>
                <a:ea typeface="+mn-ea"/>
                <a:cs typeface="+mn-cs"/>
              </a:rPr>
              <a:t>ata security &amp; compliance for A2H** interactions</a:t>
            </a:r>
          </a:p>
        </p:txBody>
      </p:sp>
      <p:sp>
        <p:nvSpPr>
          <p:cNvPr id="70" name="Rectangle 69">
            <a:extLst>
              <a:ext uri="{FF2B5EF4-FFF2-40B4-BE49-F238E27FC236}">
                <a16:creationId xmlns:a16="http://schemas.microsoft.com/office/drawing/2014/main" id="{1F1E39DE-915D-3DB2-6A28-75CEE381C3C0}"/>
              </a:ext>
            </a:extLst>
          </p:cNvPr>
          <p:cNvSpPr/>
          <p:nvPr/>
        </p:nvSpPr>
        <p:spPr bwMode="auto">
          <a:xfrm>
            <a:off x="7856672" y="1824041"/>
            <a:ext cx="1808175" cy="1495891"/>
          </a:xfrm>
          <a:prstGeom prst="rect">
            <a:avLst/>
          </a:prstGeom>
          <a:solidFill>
            <a:schemeClr val="tx2">
              <a:lumMod val="90000"/>
              <a:lumOff val="10000"/>
            </a:schemeClr>
          </a:solid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1" name="TextBox 70">
            <a:extLst>
              <a:ext uri="{FF2B5EF4-FFF2-40B4-BE49-F238E27FC236}">
                <a16:creationId xmlns:a16="http://schemas.microsoft.com/office/drawing/2014/main" id="{998764F5-63C1-B635-6C92-7AB796733B8D}"/>
              </a:ext>
            </a:extLst>
          </p:cNvPr>
          <p:cNvSpPr txBox="1"/>
          <p:nvPr/>
        </p:nvSpPr>
        <p:spPr>
          <a:xfrm>
            <a:off x="8016472" y="1973717"/>
            <a:ext cx="1562957"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Observability, Governance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Identity &amp; access control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Data security &amp; compliance (for all interactions)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Threat protection</a:t>
            </a:r>
          </a:p>
        </p:txBody>
      </p:sp>
      <p:sp>
        <p:nvSpPr>
          <p:cNvPr id="72" name="TextBox 71">
            <a:extLst>
              <a:ext uri="{FF2B5EF4-FFF2-40B4-BE49-F238E27FC236}">
                <a16:creationId xmlns:a16="http://schemas.microsoft.com/office/drawing/2014/main" id="{E29B2E6B-2728-7EA9-1089-8866D25E1035}"/>
              </a:ext>
            </a:extLst>
          </p:cNvPr>
          <p:cNvSpPr txBox="1"/>
          <p:nvPr/>
        </p:nvSpPr>
        <p:spPr>
          <a:xfrm>
            <a:off x="7912487" y="5097089"/>
            <a:ext cx="1423164"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Agent 365</a:t>
            </a:r>
          </a:p>
        </p:txBody>
      </p:sp>
      <p:sp>
        <p:nvSpPr>
          <p:cNvPr id="73" name="TextBox 72">
            <a:extLst>
              <a:ext uri="{FF2B5EF4-FFF2-40B4-BE49-F238E27FC236}">
                <a16:creationId xmlns:a16="http://schemas.microsoft.com/office/drawing/2014/main" id="{8681429D-EC48-F424-9DAC-1FC80A8FFDC5}"/>
              </a:ext>
            </a:extLst>
          </p:cNvPr>
          <p:cNvSpPr txBox="1"/>
          <p:nvPr/>
        </p:nvSpPr>
        <p:spPr>
          <a:xfrm>
            <a:off x="5823945" y="3962630"/>
            <a:ext cx="1615669"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Comprehensive security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Identity + access control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Data Security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Threat Protection</a:t>
            </a:r>
          </a:p>
        </p:txBody>
      </p:sp>
      <p:sp>
        <p:nvSpPr>
          <p:cNvPr id="74" name="TextBox 73">
            <a:extLst>
              <a:ext uri="{FF2B5EF4-FFF2-40B4-BE49-F238E27FC236}">
                <a16:creationId xmlns:a16="http://schemas.microsoft.com/office/drawing/2014/main" id="{2F7B3EE9-9C22-5464-33EF-1A92079EF922}"/>
              </a:ext>
            </a:extLst>
          </p:cNvPr>
          <p:cNvSpPr txBox="1"/>
          <p:nvPr/>
        </p:nvSpPr>
        <p:spPr>
          <a:xfrm>
            <a:off x="5814706" y="3449494"/>
            <a:ext cx="1615669"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Secure M365 Copilot</a:t>
            </a:r>
          </a:p>
        </p:txBody>
      </p:sp>
      <p:sp>
        <p:nvSpPr>
          <p:cNvPr id="75" name="Rectangle 74">
            <a:extLst>
              <a:ext uri="{FF2B5EF4-FFF2-40B4-BE49-F238E27FC236}">
                <a16:creationId xmlns:a16="http://schemas.microsoft.com/office/drawing/2014/main" id="{A7FBD155-5C01-E9CB-06D5-360847539D3B}"/>
              </a:ext>
            </a:extLst>
          </p:cNvPr>
          <p:cNvSpPr/>
          <p:nvPr/>
        </p:nvSpPr>
        <p:spPr bwMode="auto">
          <a:xfrm>
            <a:off x="9965585" y="1837858"/>
            <a:ext cx="1808175" cy="3225801"/>
          </a:xfrm>
          <a:prstGeom prst="rect">
            <a:avLst/>
          </a:prstGeom>
          <a:solidFill>
            <a:schemeClr val="accent4">
              <a:lumMod val="25000"/>
            </a:schemeClr>
          </a:solidFill>
          <a:ln w="9525" cap="flat" cmpd="sng" algn="ctr">
            <a:noFill/>
            <a:prstDash val="solid"/>
            <a:headEnd type="none" w="med" len="med"/>
            <a:tailEnd type="none" w="med" len="med"/>
          </a:ln>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6" name="TextBox 75">
            <a:extLst>
              <a:ext uri="{FF2B5EF4-FFF2-40B4-BE49-F238E27FC236}">
                <a16:creationId xmlns:a16="http://schemas.microsoft.com/office/drawing/2014/main" id="{BDD7F1FA-C622-CFFA-6E77-59DE41A3B7AA}"/>
              </a:ext>
            </a:extLst>
          </p:cNvPr>
          <p:cNvSpPr txBox="1"/>
          <p:nvPr/>
        </p:nvSpPr>
        <p:spPr>
          <a:xfrm>
            <a:off x="10158089" y="5097089"/>
            <a:ext cx="1423164"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ME7</a:t>
            </a:r>
          </a:p>
        </p:txBody>
      </p:sp>
      <p:sp>
        <p:nvSpPr>
          <p:cNvPr id="77" name="TextBox 76">
            <a:extLst>
              <a:ext uri="{FF2B5EF4-FFF2-40B4-BE49-F238E27FC236}">
                <a16:creationId xmlns:a16="http://schemas.microsoft.com/office/drawing/2014/main" id="{B83DA240-4330-52FB-0317-B847DD3A5E61}"/>
              </a:ext>
            </a:extLst>
          </p:cNvPr>
          <p:cNvSpPr txBox="1"/>
          <p:nvPr/>
        </p:nvSpPr>
        <p:spPr>
          <a:xfrm>
            <a:off x="10061837" y="3266729"/>
            <a:ext cx="1615669" cy="1538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Segoe UI"/>
                <a:ea typeface="+mn-ea"/>
                <a:cs typeface="+mn-cs"/>
              </a:rPr>
              <a:t>Secure it all</a:t>
            </a:r>
          </a:p>
        </p:txBody>
      </p:sp>
      <p:sp>
        <p:nvSpPr>
          <p:cNvPr id="78" name="TextBox 77">
            <a:extLst>
              <a:ext uri="{FF2B5EF4-FFF2-40B4-BE49-F238E27FC236}">
                <a16:creationId xmlns:a16="http://schemas.microsoft.com/office/drawing/2014/main" id="{3A8F68B3-EDBE-048E-D3D2-C70B21C74D70}"/>
              </a:ext>
            </a:extLst>
          </p:cNvPr>
          <p:cNvSpPr txBox="1"/>
          <p:nvPr/>
        </p:nvSpPr>
        <p:spPr>
          <a:xfrm>
            <a:off x="526348" y="5111531"/>
            <a:ext cx="5686426" cy="369332"/>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*Agents built with Agent Builder, SharePoint Agent, and Copilot Studio agents published in M365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Segoe UI"/>
                <a:ea typeface="+mn-ea"/>
                <a:cs typeface="+mn-cs"/>
              </a:rPr>
              <a:t>**Agent-to-human and human-to-agent interactions</a:t>
            </a:r>
          </a:p>
        </p:txBody>
      </p:sp>
      <p:sp>
        <p:nvSpPr>
          <p:cNvPr id="3" name="Rectangle 2">
            <a:extLst>
              <a:ext uri="{FF2B5EF4-FFF2-40B4-BE49-F238E27FC236}">
                <a16:creationId xmlns:a16="http://schemas.microsoft.com/office/drawing/2014/main" id="{958DEDDF-D8A6-E601-3B05-01261449A332}"/>
              </a:ext>
              <a:ext uri="{C183D7F6-B498-43B3-948B-1728B52AA6E4}">
                <adec:decorative xmlns:adec="http://schemas.microsoft.com/office/drawing/2017/decorative" val="1"/>
              </a:ext>
            </a:extLst>
          </p:cNvPr>
          <p:cNvSpPr/>
          <p:nvPr/>
        </p:nvSpPr>
        <p:spPr bwMode="auto">
          <a:xfrm>
            <a:off x="1071562" y="5569102"/>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5" name="Group 4">
            <a:extLst>
              <a:ext uri="{FF2B5EF4-FFF2-40B4-BE49-F238E27FC236}">
                <a16:creationId xmlns:a16="http://schemas.microsoft.com/office/drawing/2014/main" id="{C7C4BE82-70A7-37BE-3D4E-E8A6339F43F6}"/>
              </a:ext>
              <a:ext uri="{C183D7F6-B498-43B3-948B-1728B52AA6E4}">
                <adec:decorative xmlns:adec="http://schemas.microsoft.com/office/drawing/2017/decorative" val="1"/>
              </a:ext>
            </a:extLst>
          </p:cNvPr>
          <p:cNvGrpSpPr/>
          <p:nvPr/>
        </p:nvGrpSpPr>
        <p:grpSpPr>
          <a:xfrm>
            <a:off x="571499" y="5569102"/>
            <a:ext cx="895351" cy="895341"/>
            <a:chOff x="571499" y="5403113"/>
            <a:chExt cx="1161213" cy="1161200"/>
          </a:xfrm>
        </p:grpSpPr>
        <p:sp>
          <p:nvSpPr>
            <p:cNvPr id="7" name="Oval 6">
              <a:extLst>
                <a:ext uri="{FF2B5EF4-FFF2-40B4-BE49-F238E27FC236}">
                  <a16:creationId xmlns:a16="http://schemas.microsoft.com/office/drawing/2014/main" id="{B5FA1C62-5A0A-4C80-BC92-D23FF254E006}"/>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8" name="Graphic 52">
              <a:extLst>
                <a:ext uri="{FF2B5EF4-FFF2-40B4-BE49-F238E27FC236}">
                  <a16:creationId xmlns:a16="http://schemas.microsoft.com/office/drawing/2014/main" id="{A2515044-5398-CE57-1C14-9301CCFFDDC0}"/>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9" name="TextBox 8">
            <a:extLst>
              <a:ext uri="{FF2B5EF4-FFF2-40B4-BE49-F238E27FC236}">
                <a16:creationId xmlns:a16="http://schemas.microsoft.com/office/drawing/2014/main" id="{0C6EE6ED-91AF-BF6F-27DF-F57585E8B0F9}"/>
              </a:ext>
            </a:extLst>
          </p:cNvPr>
          <p:cNvSpPr txBox="1">
            <a:spLocks/>
          </p:cNvSpPr>
          <p:nvPr/>
        </p:nvSpPr>
        <p:spPr>
          <a:xfrm>
            <a:off x="1623061" y="5667959"/>
            <a:ext cx="9998962" cy="697627"/>
          </a:xfrm>
          <a:prstGeom prst="rect">
            <a:avLst/>
          </a:prstGeom>
          <a:noFill/>
          <a:ln>
            <a:noFill/>
          </a:ln>
        </p:spPr>
        <p:txBody>
          <a:bodyPr wrap="square" lIns="0" tIns="0" rIns="0" bIns="0" anchor="t">
            <a:spAutoFit/>
          </a:bodyPr>
          <a:lstStyle>
            <a:defPPr>
              <a:defRPr lang="en-US"/>
            </a:defPPr>
            <a:lvl1pPr algn="ctr">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Question: I am already an ME5 customer, what additional value do I get from Agent 365 and/or ME7?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Answer: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ME5 secures people and data. Agent 365 extends that foundation to govern, observe and manage all agents at scale. With Microsoft 365 E7, customers can comprehensively protect people, agents, and data. </a:t>
            </a:r>
            <a:endParaRPr kumimoji="0" lang="en-US" sz="1400" b="0" i="0" u="none" strike="noStrike" kern="1200" cap="none" spc="0" normalizeH="0" baseline="0" noProof="0">
              <a:ln>
                <a:noFill/>
              </a:ln>
              <a:solidFill>
                <a:srgbClr val="000000"/>
              </a:solidFill>
              <a:effectLst/>
              <a:uLnTx/>
              <a:uFillTx/>
              <a:latin typeface="Segoe Sans Display"/>
              <a:ea typeface="+mn-ea"/>
              <a:cs typeface="Segoe Sans Display"/>
            </a:endParaRPr>
          </a:p>
        </p:txBody>
      </p:sp>
    </p:spTree>
    <p:extLst>
      <p:ext uri="{BB962C8B-B14F-4D97-AF65-F5344CB8AC3E}">
        <p14:creationId xmlns:p14="http://schemas.microsoft.com/office/powerpoint/2010/main" val="275904776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1DDAF9F-34F2-A0A7-D4B3-DC443DD4818D}"/>
              </a:ext>
            </a:extLst>
          </p:cNvPr>
          <p:cNvGraphicFramePr>
            <a:graphicFrameLocks noGrp="1"/>
          </p:cNvGraphicFramePr>
          <p:nvPr>
            <p:ph idx="4294967295"/>
          </p:nvPr>
        </p:nvGraphicFramePr>
        <p:xfrm>
          <a:off x="568454" y="1689311"/>
          <a:ext cx="10890123" cy="3144837"/>
        </p:xfrm>
        <a:graphic>
          <a:graphicData uri="http://schemas.openxmlformats.org/drawingml/2006/table">
            <a:tbl>
              <a:tblPr firstRow="1" bandRow="1">
                <a:tableStyleId>{5940675A-B579-460E-94D1-54222C63F5DA}</a:tableStyleId>
              </a:tblPr>
              <a:tblGrid>
                <a:gridCol w="1307971">
                  <a:extLst>
                    <a:ext uri="{9D8B030D-6E8A-4147-A177-3AD203B41FA5}">
                      <a16:colId xmlns:a16="http://schemas.microsoft.com/office/drawing/2014/main" val="3661165662"/>
                    </a:ext>
                  </a:extLst>
                </a:gridCol>
                <a:gridCol w="1803493">
                  <a:extLst>
                    <a:ext uri="{9D8B030D-6E8A-4147-A177-3AD203B41FA5}">
                      <a16:colId xmlns:a16="http://schemas.microsoft.com/office/drawing/2014/main" val="2799809670"/>
                    </a:ext>
                  </a:extLst>
                </a:gridCol>
                <a:gridCol w="1273082">
                  <a:extLst>
                    <a:ext uri="{9D8B030D-6E8A-4147-A177-3AD203B41FA5}">
                      <a16:colId xmlns:a16="http://schemas.microsoft.com/office/drawing/2014/main" val="826354508"/>
                    </a:ext>
                  </a:extLst>
                </a:gridCol>
                <a:gridCol w="2114550">
                  <a:extLst>
                    <a:ext uri="{9D8B030D-6E8A-4147-A177-3AD203B41FA5}">
                      <a16:colId xmlns:a16="http://schemas.microsoft.com/office/drawing/2014/main" val="1906037171"/>
                    </a:ext>
                  </a:extLst>
                </a:gridCol>
                <a:gridCol w="1279563">
                  <a:extLst>
                    <a:ext uri="{9D8B030D-6E8A-4147-A177-3AD203B41FA5}">
                      <a16:colId xmlns:a16="http://schemas.microsoft.com/office/drawing/2014/main" val="1410450770"/>
                    </a:ext>
                  </a:extLst>
                </a:gridCol>
                <a:gridCol w="1555732">
                  <a:extLst>
                    <a:ext uri="{9D8B030D-6E8A-4147-A177-3AD203B41FA5}">
                      <a16:colId xmlns:a16="http://schemas.microsoft.com/office/drawing/2014/main" val="3139922729"/>
                    </a:ext>
                  </a:extLst>
                </a:gridCol>
                <a:gridCol w="1555732">
                  <a:extLst>
                    <a:ext uri="{9D8B030D-6E8A-4147-A177-3AD203B41FA5}">
                      <a16:colId xmlns:a16="http://schemas.microsoft.com/office/drawing/2014/main" val="3836820419"/>
                    </a:ext>
                  </a:extLst>
                </a:gridCol>
              </a:tblGrid>
              <a:tr h="186118">
                <a:tc rowSpan="2">
                  <a:txBody>
                    <a:bodyPr/>
                    <a:lstStyle/>
                    <a:p>
                      <a:endParaRPr lang="en-US" sz="1200" b="1">
                        <a:solidFill>
                          <a:schemeClr val="bg1"/>
                        </a:solidFill>
                      </a:endParaRPr>
                    </a:p>
                  </a:txBody>
                  <a:tcPr anchor="ctr">
                    <a:solidFill>
                      <a:srgbClr val="2A446F"/>
                    </a:solidFill>
                  </a:tcPr>
                </a:tc>
                <a:tc rowSpan="2">
                  <a:txBody>
                    <a:bodyPr/>
                    <a:lstStyle/>
                    <a:p>
                      <a:r>
                        <a:rPr lang="en-US" sz="1200" b="1">
                          <a:solidFill>
                            <a:schemeClr val="bg1"/>
                          </a:solidFill>
                        </a:rPr>
                        <a:t>Agent type</a:t>
                      </a:r>
                    </a:p>
                  </a:txBody>
                  <a:tcPr anchor="ctr">
                    <a:solidFill>
                      <a:srgbClr val="2A446F"/>
                    </a:solidFill>
                  </a:tcPr>
                </a:tc>
                <a:tc gridSpan="2">
                  <a:txBody>
                    <a:bodyPr/>
                    <a:lstStyle/>
                    <a:p>
                      <a:r>
                        <a:rPr lang="en-US" sz="1200" b="1">
                          <a:solidFill>
                            <a:schemeClr val="bg1"/>
                          </a:solidFill>
                        </a:rPr>
                        <a:t>Purview – data security &amp; compliance</a:t>
                      </a:r>
                    </a:p>
                  </a:txBody>
                  <a:tcPr anchor="ctr">
                    <a:solidFill>
                      <a:srgbClr val="2A446F"/>
                    </a:solidFill>
                  </a:tcPr>
                </a:tc>
                <a:tc hMerge="1">
                  <a:txBody>
                    <a:bodyPr/>
                    <a:lstStyle/>
                    <a:p>
                      <a:endParaRPr lang="en-US"/>
                    </a:p>
                  </a:txBody>
                  <a:tcPr/>
                </a:tc>
                <a:tc rowSpan="2">
                  <a:txBody>
                    <a:bodyPr/>
                    <a:lstStyle/>
                    <a:p>
                      <a:r>
                        <a:rPr lang="en-US" sz="1200" b="1">
                          <a:solidFill>
                            <a:schemeClr val="bg1"/>
                          </a:solidFill>
                        </a:rPr>
                        <a:t>Defender – threat protection</a:t>
                      </a:r>
                    </a:p>
                  </a:txBody>
                  <a:tcPr anchor="ctr">
                    <a:solidFill>
                      <a:srgbClr val="2A446F"/>
                    </a:solidFill>
                  </a:tcPr>
                </a:tc>
                <a:tc rowSpan="2">
                  <a:txBody>
                    <a:bodyPr/>
                    <a:lstStyle/>
                    <a:p>
                      <a:r>
                        <a:rPr lang="en-US" sz="1200" b="1">
                          <a:solidFill>
                            <a:schemeClr val="bg1"/>
                          </a:solidFill>
                        </a:rPr>
                        <a:t>Entra – identity and access management*</a:t>
                      </a:r>
                    </a:p>
                  </a:txBody>
                  <a:tcPr anchor="ctr">
                    <a:solidFill>
                      <a:srgbClr val="2A446F"/>
                    </a:solidFill>
                  </a:tcPr>
                </a:tc>
                <a:tc rowSpan="2">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1">
                          <a:solidFill>
                            <a:schemeClr val="bg1"/>
                          </a:solidFill>
                        </a:rPr>
                        <a:t>MAC – observability and governance</a:t>
                      </a:r>
                    </a:p>
                  </a:txBody>
                  <a:tcPr anchor="ctr">
                    <a:solidFill>
                      <a:srgbClr val="2A446F"/>
                    </a:solidFill>
                  </a:tcPr>
                </a:tc>
                <a:extLst>
                  <a:ext uri="{0D108BD9-81ED-4DB2-BD59-A6C34878D82A}">
                    <a16:rowId xmlns:a16="http://schemas.microsoft.com/office/drawing/2014/main" val="4044320207"/>
                  </a:ext>
                </a:extLst>
              </a:tr>
              <a:tr h="310197">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a:solidFill>
                          <a:srgbClr val="000000"/>
                        </a:solidFill>
                      </a:endParaRPr>
                    </a:p>
                  </a:txBody>
                  <a:tcPr anchor="ctr"/>
                </a:tc>
                <a:tc>
                  <a:txBody>
                    <a:bodyPr/>
                    <a:lstStyle/>
                    <a:p>
                      <a:r>
                        <a:rPr lang="en-US" sz="1200" b="1">
                          <a:solidFill>
                            <a:schemeClr val="bg1"/>
                          </a:solidFill>
                        </a:rPr>
                        <a:t>Agent-to-human</a:t>
                      </a:r>
                    </a:p>
                  </a:txBody>
                  <a:tcPr anchor="ctr">
                    <a:solidFill>
                      <a:srgbClr val="2A446F"/>
                    </a:solidFill>
                  </a:tcPr>
                </a:tc>
                <a:tc>
                  <a:txBody>
                    <a:bodyPr/>
                    <a:lstStyle/>
                    <a:p>
                      <a:r>
                        <a:rPr lang="en-US" sz="1200" b="1">
                          <a:solidFill>
                            <a:schemeClr val="bg1"/>
                          </a:solidFill>
                        </a:rPr>
                        <a:t>Agent-to-tools, agent-to-agent</a:t>
                      </a:r>
                    </a:p>
                  </a:txBody>
                  <a:tcPr anchor="ctr">
                    <a:solidFill>
                      <a:srgbClr val="2A446F"/>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51181980"/>
                  </a:ext>
                </a:extLst>
              </a:tr>
              <a:tr h="310197">
                <a:tc rowSpan="3">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a:solidFill>
                            <a:srgbClr val="000000"/>
                          </a:solidFill>
                        </a:rPr>
                        <a:t>Microsoft 365 agents</a:t>
                      </a:r>
                    </a:p>
                  </a:txBody>
                  <a:tcPr anchor="ct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a:solidFill>
                            <a:srgbClr val="000000"/>
                          </a:solidFill>
                        </a:rPr>
                        <a:t>Agent builder agents</a:t>
                      </a:r>
                    </a:p>
                  </a:txBody>
                  <a:tcPr anchor="ctr"/>
                </a:tc>
                <a:tc>
                  <a:txBody>
                    <a:bodyPr/>
                    <a:lstStyle/>
                    <a:p>
                      <a:pPr algn="ctr"/>
                      <a:r>
                        <a:rPr lang="en-US" sz="1200">
                          <a:solidFill>
                            <a:srgbClr val="000000"/>
                          </a:solidFill>
                        </a:rPr>
                        <a:t>ME5 or A365</a:t>
                      </a:r>
                    </a:p>
                  </a:txBody>
                  <a:tcPr anchor="ctr"/>
                </a:tc>
                <a:tc>
                  <a:txBody>
                    <a:bodyPr/>
                    <a:lstStyle/>
                    <a:p>
                      <a:pPr algn="ctr"/>
                      <a:r>
                        <a:rPr lang="en-US" sz="1200">
                          <a:solidFill>
                            <a:srgbClr val="091F2C"/>
                          </a:solidFill>
                        </a:rPr>
                        <a:t>A365</a:t>
                      </a:r>
                    </a:p>
                  </a:txBody>
                  <a:tcPr anchor="ctr"/>
                </a:tc>
                <a:tc>
                  <a:txBody>
                    <a:bodyPr/>
                    <a:lstStyle/>
                    <a:p>
                      <a:pPr algn="ctr"/>
                      <a:r>
                        <a:rPr lang="en-US" sz="1200">
                          <a:solidFill>
                            <a:srgbClr val="091F2C"/>
                          </a:solidFill>
                        </a:rPr>
                        <a:t>A365</a:t>
                      </a:r>
                    </a:p>
                  </a:txBody>
                  <a:tcPr anchor="ctr"/>
                </a:tc>
                <a:tc>
                  <a:txBody>
                    <a:bodyPr/>
                    <a:lstStyle/>
                    <a:p>
                      <a:pPr algn="ctr"/>
                      <a:r>
                        <a:rPr lang="en-US" sz="1200">
                          <a:solidFill>
                            <a:srgbClr val="091F2C"/>
                          </a:solidFill>
                        </a:rPr>
                        <a:t>A365*</a:t>
                      </a:r>
                    </a:p>
                  </a:txBody>
                  <a:tcPr anchor="ctr"/>
                </a:tc>
                <a:tc>
                  <a:txBody>
                    <a:bodyPr/>
                    <a:lstStyle/>
                    <a:p>
                      <a:pPr algn="ctr"/>
                      <a:r>
                        <a:rPr lang="en-US" sz="1200">
                          <a:solidFill>
                            <a:srgbClr val="091F2C"/>
                          </a:solidFill>
                        </a:rPr>
                        <a:t>A365</a:t>
                      </a:r>
                    </a:p>
                  </a:txBody>
                  <a:tcPr anchor="ctr"/>
                </a:tc>
                <a:extLst>
                  <a:ext uri="{0D108BD9-81ED-4DB2-BD59-A6C34878D82A}">
                    <a16:rowId xmlns:a16="http://schemas.microsoft.com/office/drawing/2014/main" val="2497122293"/>
                  </a:ext>
                </a:extLst>
              </a:tr>
              <a:tr h="239036">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200">
                        <a:solidFill>
                          <a:srgbClr val="000000"/>
                        </a:solidFill>
                      </a:endParaRPr>
                    </a:p>
                  </a:txBody>
                  <a:tcPr anchor="ct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a:solidFill>
                            <a:srgbClr val="000000"/>
                          </a:solidFill>
                        </a:rPr>
                        <a:t>SharePoint agents</a:t>
                      </a:r>
                    </a:p>
                  </a:txBody>
                  <a:tcPr anchor="ct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200">
                          <a:solidFill>
                            <a:srgbClr val="000000"/>
                          </a:solidFill>
                        </a:rPr>
                        <a:t>ME5 or A365</a:t>
                      </a: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endParaRPr lang="en-US" sz="1200">
                        <a:solidFill>
                          <a:srgbClr val="091F2C"/>
                        </a:solidFill>
                      </a:endParaRP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endParaRPr lang="en-US" sz="1200">
                        <a:solidFill>
                          <a:srgbClr val="091F2C"/>
                        </a:solidFill>
                      </a:endParaRP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r>
                        <a:rPr lang="en-US" sz="1200">
                          <a:solidFill>
                            <a:srgbClr val="091F2C"/>
                          </a:solidFill>
                        </a:rPr>
                        <a:t>*</a:t>
                      </a: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endParaRPr lang="en-US" sz="1200">
                        <a:solidFill>
                          <a:srgbClr val="091F2C"/>
                        </a:solidFill>
                      </a:endParaRPr>
                    </a:p>
                  </a:txBody>
                  <a:tcPr anchor="ctr"/>
                </a:tc>
                <a:extLst>
                  <a:ext uri="{0D108BD9-81ED-4DB2-BD59-A6C34878D82A}">
                    <a16:rowId xmlns:a16="http://schemas.microsoft.com/office/drawing/2014/main" val="2943305546"/>
                  </a:ext>
                </a:extLst>
              </a:tr>
              <a:tr h="434276">
                <a:tc vMerge="1">
                  <a:txBody>
                    <a:bodyPr/>
                    <a:lstStyle/>
                    <a:p>
                      <a:endParaRPr lang="en-US" sz="1200">
                        <a:solidFill>
                          <a:srgbClr val="000000"/>
                        </a:solidFill>
                      </a:endParaRPr>
                    </a:p>
                  </a:txBody>
                  <a:tcPr anchor="ctr"/>
                </a:tc>
                <a:tc>
                  <a:txBody>
                    <a:bodyPr/>
                    <a:lstStyle/>
                    <a:p>
                      <a:r>
                        <a:rPr lang="en-US" sz="1200">
                          <a:solidFill>
                            <a:srgbClr val="000000"/>
                          </a:solidFill>
                        </a:rPr>
                        <a:t>Copilot Studio agents published in M365</a:t>
                      </a:r>
                    </a:p>
                  </a:txBody>
                  <a:tcPr anchor="ct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200">
                          <a:solidFill>
                            <a:srgbClr val="000000"/>
                          </a:solidFill>
                        </a:rPr>
                        <a:t>ME5 or A365</a:t>
                      </a: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endParaRPr lang="en-US" sz="1200">
                        <a:solidFill>
                          <a:srgbClr val="091F2C"/>
                        </a:solidFill>
                      </a:endParaRP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endParaRPr lang="en-US" sz="1200">
                        <a:solidFill>
                          <a:srgbClr val="091F2C"/>
                        </a:solidFill>
                      </a:endParaRP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r>
                        <a:rPr lang="en-US" sz="1200">
                          <a:solidFill>
                            <a:srgbClr val="091F2C"/>
                          </a:solidFill>
                        </a:rPr>
                        <a:t>*</a:t>
                      </a:r>
                    </a:p>
                  </a:txBody>
                  <a:tcPr anchor="ctr"/>
                </a:tc>
                <a:tc>
                  <a:txBody>
                    <a:bodyPr/>
                    <a:lstStyle/>
                    <a:p>
                      <a:pPr algn="ctr"/>
                      <a:r>
                        <a:rPr kumimoji="0" lang="en-US" sz="1200" b="0" i="0" u="none" strike="noStrike" kern="1200" cap="none" spc="0" normalizeH="0" baseline="0" noProof="0">
                          <a:ln>
                            <a:noFill/>
                          </a:ln>
                          <a:solidFill>
                            <a:srgbClr val="091F2C"/>
                          </a:solidFill>
                          <a:effectLst/>
                          <a:uLnTx/>
                          <a:uFillTx/>
                          <a:latin typeface="Segoe Sans Display"/>
                          <a:ea typeface="+mn-ea"/>
                          <a:cs typeface="+mn-cs"/>
                        </a:rPr>
                        <a:t>A365</a:t>
                      </a:r>
                      <a:endParaRPr lang="en-US" sz="1200">
                        <a:solidFill>
                          <a:srgbClr val="091F2C"/>
                        </a:solidFill>
                      </a:endParaRPr>
                    </a:p>
                  </a:txBody>
                  <a:tcPr anchor="ctr"/>
                </a:tc>
                <a:extLst>
                  <a:ext uri="{0D108BD9-81ED-4DB2-BD59-A6C34878D82A}">
                    <a16:rowId xmlns:a16="http://schemas.microsoft.com/office/drawing/2014/main" val="4191528942"/>
                  </a:ext>
                </a:extLst>
              </a:tr>
              <a:tr h="434276">
                <a:tc rowSpan="2">
                  <a:txBody>
                    <a:bodyPr/>
                    <a:lstStyle/>
                    <a:p>
                      <a:r>
                        <a:rPr lang="en-US" sz="1200">
                          <a:solidFill>
                            <a:srgbClr val="000000"/>
                          </a:solidFill>
                        </a:rPr>
                        <a:t>Copilot Studio / Foundry</a:t>
                      </a:r>
                    </a:p>
                  </a:txBody>
                  <a:tcPr anchor="ctr"/>
                </a:tc>
                <a:tc>
                  <a:txBody>
                    <a:bodyPr/>
                    <a:lstStyle/>
                    <a:p>
                      <a:r>
                        <a:rPr lang="en-US" sz="1200">
                          <a:solidFill>
                            <a:srgbClr val="000000"/>
                          </a:solidFill>
                        </a:rPr>
                        <a:t>Copilot Studio agents not published in M365</a:t>
                      </a: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r>
                        <a:rPr lang="en-US" sz="1200">
                          <a:solidFill>
                            <a:srgbClr val="091F2C"/>
                          </a:solidFill>
                        </a:rPr>
                        <a:t>*</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extLst>
                  <a:ext uri="{0D108BD9-81ED-4DB2-BD59-A6C34878D82A}">
                    <a16:rowId xmlns:a16="http://schemas.microsoft.com/office/drawing/2014/main" val="2514010810"/>
                  </a:ext>
                </a:extLst>
              </a:tr>
              <a:tr h="239036">
                <a:tc vMerge="1">
                  <a:txBody>
                    <a:bodyPr/>
                    <a:lstStyle/>
                    <a:p>
                      <a:endParaRPr lang="en-US" sz="1200">
                        <a:solidFill>
                          <a:srgbClr val="000000"/>
                        </a:solidFill>
                      </a:endParaRPr>
                    </a:p>
                  </a:txBody>
                  <a:tcPr anchor="ctr"/>
                </a:tc>
                <a:tc>
                  <a:txBody>
                    <a:bodyPr/>
                    <a:lstStyle/>
                    <a:p>
                      <a:r>
                        <a:rPr lang="en-US" sz="1200">
                          <a:solidFill>
                            <a:srgbClr val="000000"/>
                          </a:solidFill>
                        </a:rPr>
                        <a:t>Foundry agents</a:t>
                      </a: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r>
                        <a:rPr lang="en-US" sz="1200">
                          <a:solidFill>
                            <a:srgbClr val="091F2C"/>
                          </a:solidFill>
                        </a:rPr>
                        <a:t>*</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extLst>
                  <a:ext uri="{0D108BD9-81ED-4DB2-BD59-A6C34878D82A}">
                    <a16:rowId xmlns:a16="http://schemas.microsoft.com/office/drawing/2014/main" val="3840381664"/>
                  </a:ext>
                </a:extLst>
              </a:tr>
              <a:tr h="434276">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a:solidFill>
                            <a:srgbClr val="000000"/>
                          </a:solidFill>
                        </a:rPr>
                        <a:t>Ecosystem partners</a:t>
                      </a:r>
                    </a:p>
                  </a:txBody>
                  <a:tcPr anchor="ctr"/>
                </a:tc>
                <a:tc>
                  <a:txBody>
                    <a:bodyPr/>
                    <a:lstStyle/>
                    <a:p>
                      <a:r>
                        <a:rPr lang="en-US" sz="1200">
                          <a:solidFill>
                            <a:srgbClr val="000000"/>
                          </a:solidFill>
                        </a:rPr>
                        <a:t>Partner ecosystem agents via Agent 365 &amp; Purview SDK</a:t>
                      </a: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r>
                        <a:rPr lang="en-US" sz="1200">
                          <a:solidFill>
                            <a:srgbClr val="091F2C"/>
                          </a:solidFill>
                        </a:rPr>
                        <a:t>*</a:t>
                      </a:r>
                      <a:endParaRPr lang="en-US" sz="1200" kern="1200">
                        <a:solidFill>
                          <a:srgbClr val="000000"/>
                        </a:solidFill>
                        <a:latin typeface="+mn-lt"/>
                        <a:ea typeface="+mn-ea"/>
                        <a:cs typeface="+mn-cs"/>
                      </a:endParaRPr>
                    </a:p>
                  </a:txBody>
                  <a:tcPr anchor="ctr"/>
                </a:tc>
                <a:tc>
                  <a:txBody>
                    <a:bodyPr/>
                    <a:lstStyle/>
                    <a:p>
                      <a:pPr algn="ctr"/>
                      <a:r>
                        <a:rPr lang="en-US" sz="1200" kern="1200" noProof="0">
                          <a:solidFill>
                            <a:srgbClr val="000000"/>
                          </a:solidFill>
                          <a:latin typeface="+mn-lt"/>
                          <a:ea typeface="+mn-ea"/>
                          <a:cs typeface="+mn-cs"/>
                        </a:rPr>
                        <a:t>A365</a:t>
                      </a:r>
                      <a:endParaRPr lang="en-US" sz="1200" kern="1200">
                        <a:solidFill>
                          <a:srgbClr val="000000"/>
                        </a:solidFill>
                        <a:latin typeface="+mn-lt"/>
                        <a:ea typeface="+mn-ea"/>
                        <a:cs typeface="+mn-cs"/>
                      </a:endParaRPr>
                    </a:p>
                  </a:txBody>
                  <a:tcPr anchor="ctr"/>
                </a:tc>
                <a:extLst>
                  <a:ext uri="{0D108BD9-81ED-4DB2-BD59-A6C34878D82A}">
                    <a16:rowId xmlns:a16="http://schemas.microsoft.com/office/drawing/2014/main" val="3642828946"/>
                  </a:ext>
                </a:extLst>
              </a:tr>
            </a:tbl>
          </a:graphicData>
        </a:graphic>
      </p:graphicFrame>
      <p:pic>
        <p:nvPicPr>
          <p:cNvPr id="3" name="Picture 2">
            <a:extLst>
              <a:ext uri="{FF2B5EF4-FFF2-40B4-BE49-F238E27FC236}">
                <a16:creationId xmlns:a16="http://schemas.microsoft.com/office/drawing/2014/main" id="{4C7865E3-B2BF-5888-3C29-010B4CCCC5E1}"/>
              </a:ext>
              <a:ext uri="{C183D7F6-B498-43B3-948B-1728B52AA6E4}">
                <adec:decorative xmlns:adec="http://schemas.microsoft.com/office/drawing/2017/decorative" val="1"/>
              </a:ext>
            </a:extLst>
          </p:cNvPr>
          <p:cNvPicPr>
            <a:picLocks noChangeAspect="1"/>
          </p:cNvPicPr>
          <p:nvPr/>
        </p:nvPicPr>
        <p:blipFill>
          <a:blip r:embed="rId2">
            <a:alphaModFix amt="62000"/>
          </a:blip>
          <a:srcRect l="-1742" t="23504" r="40455" b="20000"/>
          <a:stretch>
            <a:fillRect/>
          </a:stretch>
        </p:blipFill>
        <p:spPr>
          <a:xfrm>
            <a:off x="10114086" y="-6243"/>
            <a:ext cx="2077913" cy="1911770"/>
          </a:xfrm>
          <a:prstGeom prst="rect">
            <a:avLst/>
          </a:prstGeom>
        </p:spPr>
      </p:pic>
      <p:sp>
        <p:nvSpPr>
          <p:cNvPr id="6" name="Title 5">
            <a:extLst>
              <a:ext uri="{FF2B5EF4-FFF2-40B4-BE49-F238E27FC236}">
                <a16:creationId xmlns:a16="http://schemas.microsoft.com/office/drawing/2014/main" id="{54587C39-E9EF-0895-907A-14977EE8EBD5}"/>
              </a:ext>
            </a:extLst>
          </p:cNvPr>
          <p:cNvSpPr>
            <a:spLocks noGrp="1"/>
          </p:cNvSpPr>
          <p:nvPr>
            <p:ph type="title"/>
          </p:nvPr>
        </p:nvSpPr>
        <p:spPr>
          <a:xfrm>
            <a:off x="571500" y="457200"/>
            <a:ext cx="10495429" cy="984885"/>
          </a:xfrm>
        </p:spPr>
        <p:txBody>
          <a:bodyPr/>
          <a:lstStyle/>
          <a:p>
            <a:r>
              <a:rPr lang="en-US"/>
              <a:t>A365 unlocks the full value to secure &amp; govern agents at scale; ME5 only provides partial value for M365 agents</a:t>
            </a:r>
          </a:p>
        </p:txBody>
      </p:sp>
      <p:sp>
        <p:nvSpPr>
          <p:cNvPr id="7" name="Rectangle 6">
            <a:extLst>
              <a:ext uri="{FF2B5EF4-FFF2-40B4-BE49-F238E27FC236}">
                <a16:creationId xmlns:a16="http://schemas.microsoft.com/office/drawing/2014/main" id="{C834E839-3EC7-B0D0-5027-17C0A36FD31C}"/>
              </a:ext>
              <a:ext uri="{C183D7F6-B498-43B3-948B-1728B52AA6E4}">
                <adec:decorative xmlns:adec="http://schemas.microsoft.com/office/drawing/2017/decorative" val="1"/>
              </a:ext>
            </a:extLst>
          </p:cNvPr>
          <p:cNvSpPr/>
          <p:nvPr/>
        </p:nvSpPr>
        <p:spPr bwMode="auto">
          <a:xfrm>
            <a:off x="1071563" y="5281399"/>
            <a:ext cx="11120437" cy="1248303"/>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8" name="Group 7">
            <a:extLst>
              <a:ext uri="{FF2B5EF4-FFF2-40B4-BE49-F238E27FC236}">
                <a16:creationId xmlns:a16="http://schemas.microsoft.com/office/drawing/2014/main" id="{A445CF3F-DDE2-DBFF-1CE8-6890D918672B}"/>
              </a:ext>
              <a:ext uri="{C183D7F6-B498-43B3-948B-1728B52AA6E4}">
                <adec:decorative xmlns:adec="http://schemas.microsoft.com/office/drawing/2017/decorative" val="1"/>
              </a:ext>
            </a:extLst>
          </p:cNvPr>
          <p:cNvGrpSpPr/>
          <p:nvPr/>
        </p:nvGrpSpPr>
        <p:grpSpPr>
          <a:xfrm>
            <a:off x="568454" y="5457879"/>
            <a:ext cx="895351" cy="895341"/>
            <a:chOff x="571499" y="5403113"/>
            <a:chExt cx="1161213" cy="1161200"/>
          </a:xfrm>
        </p:grpSpPr>
        <p:sp>
          <p:nvSpPr>
            <p:cNvPr id="9" name="Oval 8">
              <a:extLst>
                <a:ext uri="{FF2B5EF4-FFF2-40B4-BE49-F238E27FC236}">
                  <a16:creationId xmlns:a16="http://schemas.microsoft.com/office/drawing/2014/main" id="{265B327D-41AF-F513-882B-9748760BC997}"/>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10" name="Graphic 52">
              <a:extLst>
                <a:ext uri="{FF2B5EF4-FFF2-40B4-BE49-F238E27FC236}">
                  <a16:creationId xmlns:a16="http://schemas.microsoft.com/office/drawing/2014/main" id="{0FC0F0AC-AFF0-655B-5B91-8948013E58ED}"/>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11" name="TextBox 10">
            <a:extLst>
              <a:ext uri="{FF2B5EF4-FFF2-40B4-BE49-F238E27FC236}">
                <a16:creationId xmlns:a16="http://schemas.microsoft.com/office/drawing/2014/main" id="{3A1F5284-EE1F-279F-AEA9-54D2C753B079}"/>
              </a:ext>
            </a:extLst>
          </p:cNvPr>
          <p:cNvSpPr txBox="1">
            <a:spLocks/>
          </p:cNvSpPr>
          <p:nvPr/>
        </p:nvSpPr>
        <p:spPr>
          <a:xfrm>
            <a:off x="1623062" y="5435019"/>
            <a:ext cx="9998962" cy="1128514"/>
          </a:xfrm>
          <a:prstGeom prst="rect">
            <a:avLst/>
          </a:prstGeom>
          <a:noFill/>
          <a:ln>
            <a:noFill/>
          </a:ln>
        </p:spPr>
        <p:txBody>
          <a:bodyPr wrap="square" lIns="0" tIns="0" rIns="0" bIns="0">
            <a:spAutoFit/>
          </a:bodyPr>
          <a:lstStyle>
            <a:defPPr>
              <a:defRPr lang="en-US"/>
            </a:defPPr>
            <a:lvl1pPr algn="ctr">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Question: I am already an ME5 customer, what additional value do I get from Agent 365 and/or ME7?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Answer: </a:t>
            </a:r>
            <a:r>
              <a:rPr kumimoji="0" lang="en-US" sz="1400" b="0" i="0" u="none" strike="noStrike" kern="1200" cap="none" spc="0" normalizeH="0" baseline="0" noProof="0">
                <a:ln>
                  <a:noFill/>
                </a:ln>
                <a:solidFill>
                  <a:srgbClr val="000000"/>
                </a:solidFill>
                <a:effectLst/>
                <a:uLnTx/>
                <a:uFillTx/>
                <a:latin typeface="Segoe Sans Display"/>
                <a:ea typeface="+mn-ea"/>
                <a:cs typeface="+mn-cs"/>
              </a:rPr>
              <a:t>A365 provides end-to-end observability, governance and security for agents at scale. ME5 includes partial data security &amp; compliance capabilities for agents that preceded Agent 365/ME7. We recommend all new customers adopt Agent 365/ME7 for comprehensive agent management.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12" name="TextBox 11">
            <a:extLst>
              <a:ext uri="{FF2B5EF4-FFF2-40B4-BE49-F238E27FC236}">
                <a16:creationId xmlns:a16="http://schemas.microsoft.com/office/drawing/2014/main" id="{1292921C-253C-5AAF-294C-9D7535A2A9DB}"/>
              </a:ext>
            </a:extLst>
          </p:cNvPr>
          <p:cNvSpPr txBox="1"/>
          <p:nvPr/>
        </p:nvSpPr>
        <p:spPr>
          <a:xfrm>
            <a:off x="4849906" y="4866035"/>
            <a:ext cx="6920037" cy="338554"/>
          </a:xfrm>
          <a:prstGeom prst="rect">
            <a:avLst/>
          </a:prstGeom>
          <a:noFill/>
        </p:spPr>
        <p:txBody>
          <a:bodyPr wrap="square">
            <a:spAutoFit/>
          </a:bodyPr>
          <a:lstStyle/>
          <a:p>
            <a:pPr defTabSz="914367">
              <a:defRPr/>
            </a:pPr>
            <a:r>
              <a:rPr lang="en-US" sz="800">
                <a:solidFill>
                  <a:srgbClr val="000000"/>
                </a:solidFill>
              </a:rPr>
              <a:t>*Dependent on user having Entra P1 or Microsoft 365 E3 to support conditional access for agents that work on behalf of users</a:t>
            </a:r>
            <a:endParaRPr kumimoji="0" lang="en-US" sz="800" b="0" i="0" u="none" strike="noStrike" kern="1200" cap="none" spc="0" normalizeH="0" baseline="0" noProof="0">
              <a:ln>
                <a:noFill/>
              </a:ln>
              <a:solidFill>
                <a:srgbClr val="000000"/>
              </a:solidFill>
              <a:effectLst/>
              <a:uLnTx/>
              <a:uFillTx/>
              <a:latin typeface="Segoe UI"/>
              <a:ea typeface="+mn-ea"/>
              <a:cs typeface="+mn-cs"/>
            </a:endParaRPr>
          </a:p>
          <a:p>
            <a:pPr marR="0" lvl="0" algn="l" defTabSz="914367" rtl="0" eaLnBrk="1" fontAlgn="auto" latinLnBrk="0" hangingPunct="1">
              <a:lnSpc>
                <a:spcPct val="100000"/>
              </a:lnSpc>
              <a:spcBef>
                <a:spcPts val="0"/>
              </a:spcBef>
              <a:spcAft>
                <a:spcPts val="0"/>
              </a:spcAft>
              <a:buClrTx/>
              <a:buSzTx/>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*Dependent on user having Entra P2, Microsoft 365 E5, or Entra Suite to support Identity Protection for agents that work on behalf of users</a:t>
            </a:r>
          </a:p>
        </p:txBody>
      </p:sp>
    </p:spTree>
    <p:extLst>
      <p:ext uri="{BB962C8B-B14F-4D97-AF65-F5344CB8AC3E}">
        <p14:creationId xmlns:p14="http://schemas.microsoft.com/office/powerpoint/2010/main" val="187647907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36DB7-AE0B-E137-249B-BAE843A3739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88AA0F3-21F8-6E9D-F0B7-7F3D242084E5}"/>
              </a:ext>
            </a:extLst>
          </p:cNvPr>
          <p:cNvSpPr>
            <a:spLocks noGrp="1"/>
          </p:cNvSpPr>
          <p:nvPr>
            <p:ph type="title"/>
          </p:nvPr>
        </p:nvSpPr>
        <p:spPr>
          <a:xfrm>
            <a:off x="556641" y="2930402"/>
            <a:ext cx="4178808" cy="997196"/>
          </a:xfrm>
        </p:spPr>
        <p:txBody>
          <a:bodyPr/>
          <a:lstStyle/>
          <a:p>
            <a:r>
              <a:rPr lang="en-US"/>
              <a:t>A365 availability by agent type</a:t>
            </a:r>
          </a:p>
        </p:txBody>
      </p:sp>
    </p:spTree>
    <p:extLst>
      <p:ext uri="{BB962C8B-B14F-4D97-AF65-F5344CB8AC3E}">
        <p14:creationId xmlns:p14="http://schemas.microsoft.com/office/powerpoint/2010/main" val="1941329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5404D-0E3B-FB0A-DE1B-6337803A2C2D}"/>
            </a:ext>
          </a:extLst>
        </p:cNvPr>
        <p:cNvGrpSpPr/>
        <p:nvPr/>
      </p:nvGrpSpPr>
      <p:grpSpPr>
        <a:xfrm>
          <a:off x="0" y="0"/>
          <a:ext cx="0" cy="0"/>
          <a:chOff x="0" y="0"/>
          <a:chExt cx="0" cy="0"/>
        </a:xfrm>
      </p:grpSpPr>
      <p:pic>
        <p:nvPicPr>
          <p:cNvPr id="64" name="Picture 63">
            <a:extLst>
              <a:ext uri="{FF2B5EF4-FFF2-40B4-BE49-F238E27FC236}">
                <a16:creationId xmlns:a16="http://schemas.microsoft.com/office/drawing/2014/main" id="{DF61BCC6-12DD-C1F4-0DBA-A0FA5F1D785E}"/>
              </a:ext>
              <a:ext uri="{C183D7F6-B498-43B3-948B-1728B52AA6E4}">
                <adec:decorative xmlns:adec="http://schemas.microsoft.com/office/drawing/2017/decorative" val="1"/>
              </a:ext>
            </a:extLst>
          </p:cNvPr>
          <p:cNvPicPr>
            <a:picLocks noChangeAspect="1"/>
          </p:cNvPicPr>
          <p:nvPr/>
        </p:nvPicPr>
        <p:blipFill>
          <a:blip r:embed="rId2">
            <a:alphaModFix amt="62000"/>
          </a:blip>
          <a:srcRect l="-1742" t="23504" r="40455" b="20000"/>
          <a:stretch>
            <a:fillRect/>
          </a:stretch>
        </p:blipFill>
        <p:spPr>
          <a:xfrm>
            <a:off x="10114087" y="0"/>
            <a:ext cx="2077913" cy="1911770"/>
          </a:xfrm>
          <a:prstGeom prst="rect">
            <a:avLst/>
          </a:prstGeom>
        </p:spPr>
      </p:pic>
      <p:sp>
        <p:nvSpPr>
          <p:cNvPr id="22" name="Title 21">
            <a:extLst>
              <a:ext uri="{FF2B5EF4-FFF2-40B4-BE49-F238E27FC236}">
                <a16:creationId xmlns:a16="http://schemas.microsoft.com/office/drawing/2014/main" id="{C9C0A709-953E-0E02-B9CD-85183D52AE65}"/>
              </a:ext>
            </a:extLst>
          </p:cNvPr>
          <p:cNvSpPr>
            <a:spLocks noGrp="1"/>
          </p:cNvSpPr>
          <p:nvPr>
            <p:ph type="title"/>
          </p:nvPr>
        </p:nvSpPr>
        <p:spPr>
          <a:xfrm>
            <a:off x="571500" y="457200"/>
            <a:ext cx="9455149" cy="492443"/>
          </a:xfrm>
        </p:spPr>
        <p:txBody>
          <a:bodyPr/>
          <a:lstStyle/>
          <a:p>
            <a:r>
              <a:rPr lang="en-US"/>
              <a:t>Agent 365 covers both 1P and 3P agents</a:t>
            </a:r>
          </a:p>
        </p:txBody>
      </p:sp>
      <p:sp>
        <p:nvSpPr>
          <p:cNvPr id="4" name="Rectangle: Rounded Corners 3">
            <a:extLst>
              <a:ext uri="{FF2B5EF4-FFF2-40B4-BE49-F238E27FC236}">
                <a16:creationId xmlns:a16="http://schemas.microsoft.com/office/drawing/2014/main" id="{B86BC85A-1F02-1B72-8054-9DBCD3B33A55}"/>
              </a:ext>
              <a:ext uri="{C183D7F6-B498-43B3-948B-1728B52AA6E4}">
                <adec:decorative xmlns:adec="http://schemas.microsoft.com/office/drawing/2017/decorative" val="1"/>
              </a:ext>
            </a:extLst>
          </p:cNvPr>
          <p:cNvSpPr>
            <a:spLocks/>
          </p:cNvSpPr>
          <p:nvPr/>
        </p:nvSpPr>
        <p:spPr bwMode="auto">
          <a:xfrm>
            <a:off x="845821" y="1444831"/>
            <a:ext cx="5114543" cy="3550841"/>
          </a:xfrm>
          <a:prstGeom prst="roundRect">
            <a:avLst>
              <a:gd name="adj" fmla="val 3123"/>
            </a:avLst>
          </a:prstGeom>
          <a:solidFill>
            <a:schemeClr val="bg1"/>
          </a:solidFill>
          <a:ln w="19050">
            <a:gradFill>
              <a:gsLst>
                <a:gs pos="0">
                  <a:schemeClr val="bg2">
                    <a:alpha val="87000"/>
                  </a:schemeClr>
                </a:gs>
                <a:gs pos="22000">
                  <a:srgbClr val="2250C1">
                    <a:alpha val="89000"/>
                  </a:srgbClr>
                </a:gs>
                <a:gs pos="77000">
                  <a:schemeClr val="accent4">
                    <a:lumMod val="25000"/>
                    <a:alpha val="82000"/>
                  </a:schemeClr>
                </a:gs>
                <a:gs pos="99000">
                  <a:schemeClr val="tx2">
                    <a:alpha val="78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Segoe Sans Display Semibold"/>
              <a:ea typeface="+mn-ea"/>
              <a:cs typeface="Segoe UI" panose="020B0502040204020203" pitchFamily="34" charset="0"/>
            </a:endParaRPr>
          </a:p>
        </p:txBody>
      </p:sp>
      <p:sp>
        <p:nvSpPr>
          <p:cNvPr id="5" name="Rectangle: Rounded Corners 4">
            <a:extLst>
              <a:ext uri="{FF2B5EF4-FFF2-40B4-BE49-F238E27FC236}">
                <a16:creationId xmlns:a16="http://schemas.microsoft.com/office/drawing/2014/main" id="{5D318264-BB55-2B49-2904-328A0E0056D1}"/>
              </a:ext>
              <a:ext uri="{C183D7F6-B498-43B3-948B-1728B52AA6E4}">
                <adec:decorative xmlns:adec="http://schemas.microsoft.com/office/drawing/2017/decorative" val="1"/>
              </a:ext>
            </a:extLst>
          </p:cNvPr>
          <p:cNvSpPr>
            <a:spLocks/>
          </p:cNvSpPr>
          <p:nvPr/>
        </p:nvSpPr>
        <p:spPr bwMode="auto">
          <a:xfrm>
            <a:off x="6234683" y="1444831"/>
            <a:ext cx="5114543" cy="3550841"/>
          </a:xfrm>
          <a:prstGeom prst="roundRect">
            <a:avLst>
              <a:gd name="adj" fmla="val 3123"/>
            </a:avLst>
          </a:prstGeom>
          <a:solidFill>
            <a:schemeClr val="bg1"/>
          </a:solidFill>
          <a:ln w="19050">
            <a:gradFill>
              <a:gsLst>
                <a:gs pos="0">
                  <a:schemeClr val="bg2">
                    <a:alpha val="87000"/>
                  </a:schemeClr>
                </a:gs>
                <a:gs pos="22000">
                  <a:srgbClr val="2250C1">
                    <a:alpha val="89000"/>
                  </a:srgbClr>
                </a:gs>
                <a:gs pos="77000">
                  <a:schemeClr val="accent4">
                    <a:lumMod val="25000"/>
                    <a:alpha val="82000"/>
                  </a:schemeClr>
                </a:gs>
                <a:gs pos="99000">
                  <a:schemeClr val="tx2">
                    <a:alpha val="78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2880" rIns="91440" bIns="45720" numCol="1" spcCol="0" rtlCol="0" fromWordArt="0" anchor="t" anchorCtr="0" forceAA="0" compatLnSpc="1">
            <a:prstTxWarp prst="textNoShape">
              <a:avLst/>
            </a:prstTxWarp>
            <a:noAutofit/>
          </a:bodyPr>
          <a:lstStyle/>
          <a:p>
            <a:pPr algn="ctr"/>
            <a:endParaRPr lang="en-US" sz="2800">
              <a:solidFill>
                <a:srgbClr val="FFFFFF"/>
              </a:solidFill>
              <a:latin typeface="Segoe Sans Display Semibold"/>
              <a:cs typeface="Segoe UI" panose="020B0502040204020203" pitchFamily="34" charset="0"/>
            </a:endParaRPr>
          </a:p>
        </p:txBody>
      </p:sp>
      <p:sp>
        <p:nvSpPr>
          <p:cNvPr id="6" name="Text Placeholder 2 - 1">
            <a:extLst>
              <a:ext uri="{FF2B5EF4-FFF2-40B4-BE49-F238E27FC236}">
                <a16:creationId xmlns:a16="http://schemas.microsoft.com/office/drawing/2014/main" id="{49A5C70E-23A6-2318-CE5F-FA38FB90C2A5}"/>
              </a:ext>
            </a:extLst>
          </p:cNvPr>
          <p:cNvSpPr txBox="1">
            <a:spLocks/>
          </p:cNvSpPr>
          <p:nvPr/>
        </p:nvSpPr>
        <p:spPr>
          <a:xfrm>
            <a:off x="1015387" y="1592047"/>
            <a:ext cx="4775412" cy="408623"/>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rPr>
              <a:t>Full coverage*</a:t>
            </a:r>
            <a:endParaRPr kumimoji="0" lang="en-US" sz="1800" b="0" i="0" u="none" strike="noStrike" kern="1200" cap="none" spc="0" normalizeH="0" baseline="30000" noProof="0">
              <a:ln>
                <a:noFill/>
              </a:ln>
              <a:solidFill>
                <a:srgbClr val="FFFFFF"/>
              </a:solidFill>
              <a:effectLst/>
              <a:uLnTx/>
              <a:uFillTx/>
              <a:latin typeface="Segoe Sans Display Semibold"/>
              <a:ea typeface="+mn-ea"/>
              <a:cs typeface="Segoe UI" pitchFamily="34" charset="0"/>
            </a:endParaRPr>
          </a:p>
        </p:txBody>
      </p:sp>
      <p:sp>
        <p:nvSpPr>
          <p:cNvPr id="7" name="Text Placeholder 2">
            <a:extLst>
              <a:ext uri="{FF2B5EF4-FFF2-40B4-BE49-F238E27FC236}">
                <a16:creationId xmlns:a16="http://schemas.microsoft.com/office/drawing/2014/main" id="{39180362-444E-2F3E-F3A3-3B534578894B}"/>
              </a:ext>
            </a:extLst>
          </p:cNvPr>
          <p:cNvSpPr txBox="1">
            <a:spLocks/>
          </p:cNvSpPr>
          <p:nvPr/>
        </p:nvSpPr>
        <p:spPr>
          <a:xfrm>
            <a:off x="1019174" y="2208940"/>
            <a:ext cx="4775412" cy="261610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panose="020B0502040204020203" pitchFamily="34" charset="0"/>
              </a:rPr>
              <a:t>Microsoft-Built (1P) agents</a:t>
            </a:r>
          </a:p>
          <a:p>
            <a:pPr marL="356616" lvl="1" indent="-228600">
              <a:spcBef>
                <a:spcPts val="0"/>
              </a:spcBef>
              <a:spcAft>
                <a:spcPts val="600"/>
              </a:spcAft>
              <a:buSzPct val="100000"/>
              <a:defRPr/>
            </a:pPr>
            <a:r>
              <a:rPr lang="en-US">
                <a:solidFill>
                  <a:srgbClr val="000000"/>
                </a:solidFill>
              </a:rPr>
              <a:t>Microsoft 365 Copilot</a:t>
            </a:r>
          </a:p>
          <a:p>
            <a:pPr marL="356616" lvl="1" indent="-228600">
              <a:spcBef>
                <a:spcPts val="0"/>
              </a:spcBef>
              <a:spcAft>
                <a:spcPts val="600"/>
              </a:spcAft>
              <a:buSzPct val="100000"/>
              <a:defRPr/>
            </a:pPr>
            <a:r>
              <a:rPr lang="en-US">
                <a:solidFill>
                  <a:srgbClr val="000000"/>
                </a:solidFill>
              </a:rPr>
              <a:t>Agent builder</a:t>
            </a:r>
          </a:p>
          <a:p>
            <a:pPr marL="356616" lvl="1" indent="-228600">
              <a:spcBef>
                <a:spcPts val="0"/>
              </a:spcBef>
              <a:spcAft>
                <a:spcPts val="600"/>
              </a:spcAft>
              <a:buSzPct val="100000"/>
              <a:defRPr/>
            </a:pPr>
            <a:r>
              <a:rPr lang="en-US">
                <a:solidFill>
                  <a:srgbClr val="000000"/>
                </a:solidFill>
              </a:rPr>
              <a:t>SharePoint</a:t>
            </a:r>
          </a:p>
          <a:p>
            <a:pPr marL="356616" lvl="1" indent="-228600">
              <a:spcBef>
                <a:spcPts val="0"/>
              </a:spcBef>
              <a:spcAft>
                <a:spcPts val="600"/>
              </a:spcAft>
              <a:buSzPct val="100000"/>
              <a:defRPr/>
            </a:pPr>
            <a:r>
              <a:rPr lang="en-US">
                <a:solidFill>
                  <a:srgbClr val="000000"/>
                </a:solidFill>
              </a:rPr>
              <a:t>Copilot Studio</a:t>
            </a:r>
          </a:p>
          <a:p>
            <a:pPr marL="356616" lvl="1" indent="-228600">
              <a:spcBef>
                <a:spcPts val="0"/>
              </a:spcBef>
              <a:spcAft>
                <a:spcPts val="600"/>
              </a:spcAft>
              <a:buSzPct val="100000"/>
              <a:defRPr/>
            </a:pPr>
            <a:r>
              <a:rPr lang="en-US">
                <a:solidFill>
                  <a:srgbClr val="000000"/>
                </a:solidFill>
              </a:rPr>
              <a:t>Foundry</a:t>
            </a:r>
          </a:p>
          <a:p>
            <a:pPr marL="228600" marR="0" lvl="0" indent="-228600" algn="l" defTabSz="932742"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a:solidFill>
                  <a:srgbClr val="000000"/>
                </a:solidFill>
                <a:latin typeface="Segoe Sans Display Semibold"/>
              </a:rPr>
              <a:t>Ecosystem Partner (3P) agents</a:t>
            </a:r>
          </a:p>
          <a:p>
            <a:pPr marL="356616" lvl="1" indent="-228600">
              <a:spcBef>
                <a:spcPts val="0"/>
              </a:spcBef>
              <a:spcAft>
                <a:spcPts val="600"/>
              </a:spcAft>
              <a:buSzPct val="100000"/>
              <a:defRPr/>
            </a:pPr>
            <a:r>
              <a:rPr lang="en-US">
                <a:solidFill>
                  <a:srgbClr val="000000"/>
                </a:solidFill>
              </a:rPr>
              <a:t>Integrated with Agent 365 SDKs</a:t>
            </a:r>
          </a:p>
          <a:p>
            <a:pPr marL="356616" lvl="1" indent="-228600">
              <a:spcBef>
                <a:spcPts val="0"/>
              </a:spcBef>
              <a:spcAft>
                <a:spcPts val="600"/>
              </a:spcAft>
              <a:buSzPct val="100000"/>
              <a:defRPr/>
            </a:pPr>
            <a:endParaRPr lang="en-US">
              <a:solidFill>
                <a:srgbClr val="000000"/>
              </a:solidFill>
              <a:latin typeface="Segoe Sans Display Semibold"/>
            </a:endParaRPr>
          </a:p>
        </p:txBody>
      </p:sp>
      <p:sp>
        <p:nvSpPr>
          <p:cNvPr id="11" name="Text Placeholder 2 - 1">
            <a:extLst>
              <a:ext uri="{FF2B5EF4-FFF2-40B4-BE49-F238E27FC236}">
                <a16:creationId xmlns:a16="http://schemas.microsoft.com/office/drawing/2014/main" id="{8AD87E33-71AF-36A8-49A3-16A2CB969628}"/>
              </a:ext>
            </a:extLst>
          </p:cNvPr>
          <p:cNvSpPr txBox="1">
            <a:spLocks/>
          </p:cNvSpPr>
          <p:nvPr/>
        </p:nvSpPr>
        <p:spPr>
          <a:xfrm>
            <a:off x="6404249" y="1590880"/>
            <a:ext cx="4775412" cy="408623"/>
          </a:xfrm>
          <a:prstGeom prst="roundRect">
            <a:avLst/>
          </a:pr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R="0" lvl="0" indent="0" algn="ctr" defTabSz="932472" fontAlgn="base">
              <a:lnSpc>
                <a:spcPct val="100000"/>
              </a:lnSpc>
              <a:spcBef>
                <a:spcPct val="0"/>
              </a:spcBef>
              <a:spcAft>
                <a:spcPct val="0"/>
              </a:spcAft>
              <a:buClrTx/>
              <a:buSzTx/>
              <a:buFontTx/>
              <a:buNone/>
              <a:tabLst/>
              <a:defRPr kumimoji="0" lang="en-US" sz="2000" b="0" i="0" u="none" strike="noStrike" cap="none" spc="0" normalizeH="0" baseline="0" dirty="0" smtClean="0">
                <a:ln>
                  <a:noFill/>
                </a:ln>
                <a:solidFill>
                  <a:srgbClr val="FFFFFF"/>
                </a:solidFill>
                <a:effectLst/>
                <a:uLnTx/>
                <a:uFillTx/>
                <a:latin typeface="Segoe Sans Display Semibold"/>
                <a:cs typeface="Segoe UI" pitchFamily="34" charset="0"/>
              </a:defRPr>
            </a:lvl1pPr>
            <a:lvl2pPr marL="361890" defTabSz="361890">
              <a:defRPr sz="1425"/>
            </a:lvl2pPr>
            <a:lvl3pPr marL="723780" defTabSz="361890">
              <a:defRPr sz="1425"/>
            </a:lvl3pPr>
            <a:lvl4pPr marL="1085669" defTabSz="361890">
              <a:defRPr sz="1425"/>
            </a:lvl4pPr>
            <a:lvl5pPr marL="1447558" defTabSz="361890">
              <a:defRPr sz="1425"/>
            </a:lvl5pPr>
            <a:lvl6pPr marL="1809448" defTabSz="361890">
              <a:defRPr sz="1425"/>
            </a:lvl6pPr>
            <a:lvl7pPr marL="2171338" defTabSz="361890">
              <a:defRPr sz="1425"/>
            </a:lvl7pPr>
            <a:lvl8pPr marL="2533226" defTabSz="361890">
              <a:defRPr sz="1425"/>
            </a:lvl8pPr>
            <a:lvl9pPr marL="2895117" defTabSz="361890">
              <a:defRPr sz="1425"/>
            </a:lvl9p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rPr>
              <a:t>Partial coverage</a:t>
            </a:r>
            <a:endParaRPr kumimoji="0" lang="en-US" sz="1800" b="0" i="0" u="none" strike="noStrike" kern="1200" cap="none" spc="0" normalizeH="0" baseline="30000" noProof="0">
              <a:ln>
                <a:noFill/>
              </a:ln>
              <a:solidFill>
                <a:srgbClr val="FFFFFF"/>
              </a:solidFill>
              <a:effectLst/>
              <a:uLnTx/>
              <a:uFillTx/>
              <a:latin typeface="Segoe Sans Display Semibold"/>
              <a:ea typeface="+mn-ea"/>
              <a:cs typeface="Segoe UI" pitchFamily="34" charset="0"/>
            </a:endParaRPr>
          </a:p>
        </p:txBody>
      </p:sp>
      <p:sp>
        <p:nvSpPr>
          <p:cNvPr id="12" name="Text Placeholder 2">
            <a:extLst>
              <a:ext uri="{FF2B5EF4-FFF2-40B4-BE49-F238E27FC236}">
                <a16:creationId xmlns:a16="http://schemas.microsoft.com/office/drawing/2014/main" id="{9CD235E2-6F7E-00A1-ADA1-4142553ABE41}"/>
              </a:ext>
            </a:extLst>
          </p:cNvPr>
          <p:cNvSpPr txBox="1">
            <a:spLocks/>
          </p:cNvSpPr>
          <p:nvPr/>
        </p:nvSpPr>
        <p:spPr>
          <a:xfrm>
            <a:off x="6462438" y="2212322"/>
            <a:ext cx="4571322" cy="212365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lvl="0" indent="-228600">
              <a:spcBef>
                <a:spcPts val="0"/>
              </a:spcBef>
              <a:spcAft>
                <a:spcPts val="600"/>
              </a:spcAft>
              <a:buSzPct val="100000"/>
              <a:defRPr/>
            </a:pPr>
            <a:r>
              <a:rPr lang="en-US">
                <a:solidFill>
                  <a:srgbClr val="000000"/>
                </a:solidFill>
              </a:rPr>
              <a:t>Partial coverage for agents discovered in connected platforms (e.g. </a:t>
            </a:r>
            <a:r>
              <a:rPr lang="en-US" err="1">
                <a:solidFill>
                  <a:srgbClr val="000000"/>
                </a:solidFill>
              </a:rPr>
              <a:t>VertexAI</a:t>
            </a:r>
            <a:r>
              <a:rPr lang="en-US">
                <a:solidFill>
                  <a:srgbClr val="000000"/>
                </a:solidFill>
              </a:rPr>
              <a:t>, Bedrock, </a:t>
            </a:r>
            <a:r>
              <a:rPr lang="en-US" err="1">
                <a:solidFill>
                  <a:srgbClr val="000000"/>
                </a:solidFill>
              </a:rPr>
              <a:t>Agentforce</a:t>
            </a:r>
            <a:r>
              <a:rPr lang="en-US">
                <a:solidFill>
                  <a:srgbClr val="000000"/>
                </a:solidFill>
              </a:rPr>
              <a:t>, etc.) </a:t>
            </a:r>
          </a:p>
          <a:p>
            <a:pPr marL="228600" lvl="0" indent="-228600">
              <a:spcBef>
                <a:spcPts val="0"/>
              </a:spcBef>
              <a:spcAft>
                <a:spcPts val="600"/>
              </a:spcAft>
              <a:buSzPct val="100000"/>
              <a:defRPr/>
            </a:pPr>
            <a:r>
              <a:rPr lang="en-US">
                <a:solidFill>
                  <a:srgbClr val="000000"/>
                </a:solidFill>
              </a:rPr>
              <a:t>Coverage will be dependent on platform and may include visibility into agent metadata or basic actions such as blocking or deleting. </a:t>
            </a:r>
          </a:p>
          <a:p>
            <a:pPr marL="228600" lvl="0" indent="-228600">
              <a:spcBef>
                <a:spcPts val="0"/>
              </a:spcBef>
              <a:spcAft>
                <a:spcPts val="600"/>
              </a:spcAft>
              <a:buSzPct val="100000"/>
              <a:defRPr/>
            </a:pPr>
            <a:r>
              <a:rPr lang="en-US">
                <a:solidFill>
                  <a:srgbClr val="000000"/>
                </a:solidFill>
              </a:rPr>
              <a:t>More details to come as we get closer to GA of this capability (expected in July).</a:t>
            </a:r>
          </a:p>
        </p:txBody>
      </p:sp>
      <p:sp>
        <p:nvSpPr>
          <p:cNvPr id="2" name="Rectangle 1">
            <a:extLst>
              <a:ext uri="{FF2B5EF4-FFF2-40B4-BE49-F238E27FC236}">
                <a16:creationId xmlns:a16="http://schemas.microsoft.com/office/drawing/2014/main" id="{C7346797-8496-2CE8-9F90-ED6B0E1DC54B}"/>
              </a:ext>
              <a:ext uri="{C183D7F6-B498-43B3-948B-1728B52AA6E4}">
                <adec:decorative xmlns:adec="http://schemas.microsoft.com/office/drawing/2017/decorative" val="1"/>
              </a:ext>
            </a:extLst>
          </p:cNvPr>
          <p:cNvSpPr/>
          <p:nvPr/>
        </p:nvSpPr>
        <p:spPr bwMode="auto">
          <a:xfrm>
            <a:off x="1071562" y="5490917"/>
            <a:ext cx="11120437" cy="895341"/>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13" name="Group 12">
            <a:extLst>
              <a:ext uri="{FF2B5EF4-FFF2-40B4-BE49-F238E27FC236}">
                <a16:creationId xmlns:a16="http://schemas.microsoft.com/office/drawing/2014/main" id="{44F721C1-85DA-D099-1D3D-9830623884C0}"/>
              </a:ext>
              <a:ext uri="{C183D7F6-B498-43B3-948B-1728B52AA6E4}">
                <adec:decorative xmlns:adec="http://schemas.microsoft.com/office/drawing/2017/decorative" val="1"/>
              </a:ext>
            </a:extLst>
          </p:cNvPr>
          <p:cNvGrpSpPr/>
          <p:nvPr/>
        </p:nvGrpSpPr>
        <p:grpSpPr>
          <a:xfrm>
            <a:off x="571499" y="5490917"/>
            <a:ext cx="895351" cy="895341"/>
            <a:chOff x="571499" y="5403113"/>
            <a:chExt cx="1161213" cy="1161200"/>
          </a:xfrm>
        </p:grpSpPr>
        <p:sp>
          <p:nvSpPr>
            <p:cNvPr id="14" name="Oval 13">
              <a:extLst>
                <a:ext uri="{FF2B5EF4-FFF2-40B4-BE49-F238E27FC236}">
                  <a16:creationId xmlns:a16="http://schemas.microsoft.com/office/drawing/2014/main" id="{951738B4-A8EA-8961-4DE0-10F4F4191221}"/>
                </a:ext>
              </a:extLst>
            </p:cNvPr>
            <p:cNvSpPr>
              <a:spLocks/>
            </p:cNvSpPr>
            <p:nvPr/>
          </p:nvSpPr>
          <p:spPr bwMode="auto">
            <a:xfrm>
              <a:off x="571499" y="5403113"/>
              <a:ext cx="1161213" cy="1161200"/>
            </a:xfrm>
            <a:prstGeom prst="ellipse">
              <a:avLst/>
            </a:prstGeom>
            <a:solidFill>
              <a:schemeClr val="bg1"/>
            </a:solidFill>
            <a:ln w="34925" cap="flat" cmpd="sng" algn="ctr">
              <a:gradFill flip="none" rotWithShape="1">
                <a:gsLst>
                  <a:gs pos="0">
                    <a:schemeClr val="accent1">
                      <a:alpha val="16000"/>
                    </a:schemeClr>
                  </a:gs>
                  <a:gs pos="100000">
                    <a:schemeClr val="accent3">
                      <a:alpha val="25000"/>
                    </a:schemeClr>
                  </a:gs>
                </a:gsLst>
                <a:lin ang="2700000" scaled="1"/>
                <a:tileRect/>
              </a:gradFill>
              <a:prstDash val="solid"/>
              <a:headEnd type="none" w="med" len="med"/>
              <a:tailEnd type="none" w="med" len="med"/>
            </a:ln>
            <a:effectLst>
              <a:outerShdw blurRad="304800" dist="12700" dir="5400000" algn="t" rotWithShape="0">
                <a:schemeClr val="tx1">
                  <a:lumMod val="75000"/>
                  <a:lumOff val="25000"/>
                  <a:alpha val="20000"/>
                </a:schemeClr>
              </a:outerShdw>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GB" sz="800" b="1" i="0" u="none" strike="noStrike" kern="1200" cap="none" spc="0" normalizeH="0" baseline="0" noProof="0">
                <a:ln>
                  <a:noFill/>
                </a:ln>
                <a:solidFill>
                  <a:srgbClr val="000000"/>
                </a:solidFill>
                <a:effectLst/>
                <a:uLnTx/>
                <a:uFillTx/>
                <a:latin typeface="Segoe Sans Display"/>
                <a:ea typeface="+mn-ea"/>
                <a:cs typeface="Segoe Sans Display" pitchFamily="2" charset="0"/>
              </a:endParaRPr>
            </a:p>
          </p:txBody>
        </p:sp>
        <p:sp>
          <p:nvSpPr>
            <p:cNvPr id="15" name="Graphic 52">
              <a:extLst>
                <a:ext uri="{FF2B5EF4-FFF2-40B4-BE49-F238E27FC236}">
                  <a16:creationId xmlns:a16="http://schemas.microsoft.com/office/drawing/2014/main" id="{7DB1EF15-8806-AD9E-D2C1-DC6A8D5194E6}"/>
                </a:ext>
              </a:extLst>
            </p:cNvPr>
            <p:cNvSpPr/>
            <p:nvPr/>
          </p:nvSpPr>
          <p:spPr>
            <a:xfrm>
              <a:off x="873234" y="5732741"/>
              <a:ext cx="557898" cy="501980"/>
            </a:xfrm>
            <a:custGeom>
              <a:avLst/>
              <a:gdLst>
                <a:gd name="csX0" fmla="*/ 0 w 457175"/>
                <a:gd name="csY0" fmla="*/ 171383 h 411354"/>
                <a:gd name="csX1" fmla="*/ 171383 w 457175"/>
                <a:gd name="csY1" fmla="*/ 0 h 411354"/>
                <a:gd name="csX2" fmla="*/ 342765 w 457175"/>
                <a:gd name="csY2" fmla="*/ 171383 h 411354"/>
                <a:gd name="csX3" fmla="*/ 171383 w 457175"/>
                <a:gd name="csY3" fmla="*/ 342765 h 411354"/>
                <a:gd name="csX4" fmla="*/ 100806 w 457175"/>
                <a:gd name="csY4" fmla="*/ 327599 h 411354"/>
                <a:gd name="csX5" fmla="*/ 26849 w 457175"/>
                <a:gd name="csY5" fmla="*/ 342479 h 411354"/>
                <a:gd name="csX6" fmla="*/ 497 w 457175"/>
                <a:gd name="csY6" fmla="*/ 315739 h 411354"/>
                <a:gd name="csX7" fmla="*/ 16072 w 457175"/>
                <a:gd name="csY7" fmla="*/ 243932 h 411354"/>
                <a:gd name="csX8" fmla="*/ 0 w 457175"/>
                <a:gd name="csY8" fmla="*/ 171383 h 411354"/>
                <a:gd name="csX9" fmla="*/ 140397 w 457175"/>
                <a:gd name="csY9" fmla="*/ 75574 h 411354"/>
                <a:gd name="csX10" fmla="*/ 116325 w 457175"/>
                <a:gd name="csY10" fmla="*/ 100463 h 411354"/>
                <a:gd name="csX11" fmla="*/ 123223 w 457175"/>
                <a:gd name="csY11" fmla="*/ 123698 h 411354"/>
                <a:gd name="csX12" fmla="*/ 146457 w 457175"/>
                <a:gd name="csY12" fmla="*/ 116800 h 411354"/>
                <a:gd name="csX13" fmla="*/ 156548 w 457175"/>
                <a:gd name="csY13" fmla="*/ 105806 h 411354"/>
                <a:gd name="csX14" fmla="*/ 171381 w 457175"/>
                <a:gd name="csY14" fmla="*/ 102846 h 411354"/>
                <a:gd name="csX15" fmla="*/ 186939 w 457175"/>
                <a:gd name="csY15" fmla="*/ 108280 h 411354"/>
                <a:gd name="csX16" fmla="*/ 194231 w 457175"/>
                <a:gd name="csY16" fmla="*/ 125681 h 411354"/>
                <a:gd name="csX17" fmla="*/ 180786 w 457175"/>
                <a:gd name="csY17" fmla="*/ 141403 h 411354"/>
                <a:gd name="csX18" fmla="*/ 154242 w 457175"/>
                <a:gd name="csY18" fmla="*/ 188521 h 411354"/>
                <a:gd name="csX19" fmla="*/ 171380 w 457175"/>
                <a:gd name="csY19" fmla="*/ 205659 h 411354"/>
                <a:gd name="csX20" fmla="*/ 188518 w 457175"/>
                <a:gd name="csY20" fmla="*/ 188521 h 411354"/>
                <a:gd name="csX21" fmla="*/ 201964 w 457175"/>
                <a:gd name="csY21" fmla="*/ 168355 h 411354"/>
                <a:gd name="csX22" fmla="*/ 203897 w 457175"/>
                <a:gd name="csY22" fmla="*/ 166858 h 411354"/>
                <a:gd name="csX23" fmla="*/ 228508 w 457175"/>
                <a:gd name="csY23" fmla="*/ 125681 h 411354"/>
                <a:gd name="csX24" fmla="*/ 208664 w 457175"/>
                <a:gd name="csY24" fmla="*/ 81768 h 411354"/>
                <a:gd name="csX25" fmla="*/ 171379 w 457175"/>
                <a:gd name="csY25" fmla="*/ 68570 h 411354"/>
                <a:gd name="csX26" fmla="*/ 140397 w 457175"/>
                <a:gd name="csY26" fmla="*/ 75574 h 411354"/>
                <a:gd name="csX27" fmla="*/ 194236 w 457175"/>
                <a:gd name="csY27" fmla="*/ 251363 h 411354"/>
                <a:gd name="csX28" fmla="*/ 171384 w 457175"/>
                <a:gd name="csY28" fmla="*/ 228510 h 411354"/>
                <a:gd name="csX29" fmla="*/ 148532 w 457175"/>
                <a:gd name="csY29" fmla="*/ 251363 h 411354"/>
                <a:gd name="csX30" fmla="*/ 171384 w 457175"/>
                <a:gd name="csY30" fmla="*/ 274214 h 411354"/>
                <a:gd name="csX31" fmla="*/ 194236 w 457175"/>
                <a:gd name="csY31" fmla="*/ 251363 h 411354"/>
                <a:gd name="csX32" fmla="*/ 169106 w 457175"/>
                <a:gd name="csY32" fmla="*/ 365605 h 411354"/>
                <a:gd name="csX33" fmla="*/ 285640 w 457175"/>
                <a:gd name="csY33" fmla="*/ 411318 h 411354"/>
                <a:gd name="csX34" fmla="*/ 356217 w 457175"/>
                <a:gd name="csY34" fmla="*/ 396154 h 411354"/>
                <a:gd name="csX35" fmla="*/ 430433 w 457175"/>
                <a:gd name="csY35" fmla="*/ 410998 h 411354"/>
                <a:gd name="csX36" fmla="*/ 456725 w 457175"/>
                <a:gd name="csY36" fmla="*/ 384137 h 411354"/>
                <a:gd name="csX37" fmla="*/ 440951 w 457175"/>
                <a:gd name="csY37" fmla="*/ 312483 h 411354"/>
                <a:gd name="csX38" fmla="*/ 457022 w 457175"/>
                <a:gd name="csY38" fmla="*/ 239936 h 411354"/>
                <a:gd name="csX39" fmla="*/ 341702 w 457175"/>
                <a:gd name="csY39" fmla="*/ 77934 h 411354"/>
                <a:gd name="csX40" fmla="*/ 365618 w 457175"/>
                <a:gd name="csY40" fmla="*/ 171385 h 411354"/>
                <a:gd name="csX41" fmla="*/ 171385 w 457175"/>
                <a:gd name="csY41" fmla="*/ 365616 h 411354"/>
                <a:gd name="csX42" fmla="*/ 169106 w 457175"/>
                <a:gd name="csY42" fmla="*/ 365605 h 4113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457175" h="411354">
                  <a:moveTo>
                    <a:pt x="0" y="171383"/>
                  </a:moveTo>
                  <a:cubicBezTo>
                    <a:pt x="0" y="76730"/>
                    <a:pt x="76730" y="0"/>
                    <a:pt x="171383" y="0"/>
                  </a:cubicBezTo>
                  <a:cubicBezTo>
                    <a:pt x="266034" y="0"/>
                    <a:pt x="342765" y="76730"/>
                    <a:pt x="342765" y="171383"/>
                  </a:cubicBezTo>
                  <a:cubicBezTo>
                    <a:pt x="342765" y="266034"/>
                    <a:pt x="266034" y="342765"/>
                    <a:pt x="171383" y="342765"/>
                  </a:cubicBezTo>
                  <a:cubicBezTo>
                    <a:pt x="146253" y="342765"/>
                    <a:pt x="122347" y="337345"/>
                    <a:pt x="100806" y="327599"/>
                  </a:cubicBezTo>
                  <a:cubicBezTo>
                    <a:pt x="72053" y="334235"/>
                    <a:pt x="41092" y="339943"/>
                    <a:pt x="26849" y="342479"/>
                  </a:cubicBezTo>
                  <a:cubicBezTo>
                    <a:pt x="11136" y="345276"/>
                    <a:pt x="-2549" y="331483"/>
                    <a:pt x="497" y="315739"/>
                  </a:cubicBezTo>
                  <a:cubicBezTo>
                    <a:pt x="3189" y="301827"/>
                    <a:pt x="9169" y="271927"/>
                    <a:pt x="16072" y="243932"/>
                  </a:cubicBezTo>
                  <a:cubicBezTo>
                    <a:pt x="5757" y="221883"/>
                    <a:pt x="0" y="197284"/>
                    <a:pt x="0" y="171383"/>
                  </a:cubicBezTo>
                  <a:close/>
                  <a:moveTo>
                    <a:pt x="140397" y="75574"/>
                  </a:moveTo>
                  <a:cubicBezTo>
                    <a:pt x="130307" y="80964"/>
                    <a:pt x="122350" y="89350"/>
                    <a:pt x="116325" y="100463"/>
                  </a:cubicBezTo>
                  <a:cubicBezTo>
                    <a:pt x="111813" y="108784"/>
                    <a:pt x="114902" y="119187"/>
                    <a:pt x="123223" y="123698"/>
                  </a:cubicBezTo>
                  <a:cubicBezTo>
                    <a:pt x="131543" y="128209"/>
                    <a:pt x="141946" y="125121"/>
                    <a:pt x="146457" y="116800"/>
                  </a:cubicBezTo>
                  <a:cubicBezTo>
                    <a:pt x="149801" y="110632"/>
                    <a:pt x="153270" y="107557"/>
                    <a:pt x="156548" y="105806"/>
                  </a:cubicBezTo>
                  <a:cubicBezTo>
                    <a:pt x="159997" y="103963"/>
                    <a:pt x="164634" y="102847"/>
                    <a:pt x="171381" y="102846"/>
                  </a:cubicBezTo>
                  <a:cubicBezTo>
                    <a:pt x="176490" y="102846"/>
                    <a:pt x="182514" y="104654"/>
                    <a:pt x="186939" y="108280"/>
                  </a:cubicBezTo>
                  <a:cubicBezTo>
                    <a:pt x="190836" y="111473"/>
                    <a:pt x="194231" y="116608"/>
                    <a:pt x="194231" y="125681"/>
                  </a:cubicBezTo>
                  <a:cubicBezTo>
                    <a:pt x="194231" y="130133"/>
                    <a:pt x="192515" y="132186"/>
                    <a:pt x="180786" y="141403"/>
                  </a:cubicBezTo>
                  <a:cubicBezTo>
                    <a:pt x="170495" y="149490"/>
                    <a:pt x="154242" y="162608"/>
                    <a:pt x="154242" y="188521"/>
                  </a:cubicBezTo>
                  <a:cubicBezTo>
                    <a:pt x="154242" y="197986"/>
                    <a:pt x="161915" y="205659"/>
                    <a:pt x="171380" y="205659"/>
                  </a:cubicBezTo>
                  <a:cubicBezTo>
                    <a:pt x="180845" y="205659"/>
                    <a:pt x="188518" y="197986"/>
                    <a:pt x="188518" y="188521"/>
                  </a:cubicBezTo>
                  <a:cubicBezTo>
                    <a:pt x="188518" y="180054"/>
                    <a:pt x="192261" y="175980"/>
                    <a:pt x="201964" y="168355"/>
                  </a:cubicBezTo>
                  <a:cubicBezTo>
                    <a:pt x="202560" y="167886"/>
                    <a:pt x="203209" y="167388"/>
                    <a:pt x="203897" y="166858"/>
                  </a:cubicBezTo>
                  <a:cubicBezTo>
                    <a:pt x="212770" y="160042"/>
                    <a:pt x="228508" y="147951"/>
                    <a:pt x="228508" y="125681"/>
                  </a:cubicBezTo>
                  <a:cubicBezTo>
                    <a:pt x="228508" y="106300"/>
                    <a:pt x="220478" y="91448"/>
                    <a:pt x="208664" y="81768"/>
                  </a:cubicBezTo>
                  <a:cubicBezTo>
                    <a:pt x="197380" y="72521"/>
                    <a:pt x="183409" y="68569"/>
                    <a:pt x="171379" y="68570"/>
                  </a:cubicBezTo>
                  <a:cubicBezTo>
                    <a:pt x="160988" y="68570"/>
                    <a:pt x="150315" y="70275"/>
                    <a:pt x="140397" y="75574"/>
                  </a:cubicBezTo>
                  <a:close/>
                  <a:moveTo>
                    <a:pt x="194236" y="251363"/>
                  </a:moveTo>
                  <a:cubicBezTo>
                    <a:pt x="194236" y="238740"/>
                    <a:pt x="184005" y="228510"/>
                    <a:pt x="171384" y="228510"/>
                  </a:cubicBezTo>
                  <a:cubicBezTo>
                    <a:pt x="158763" y="228510"/>
                    <a:pt x="148532" y="238740"/>
                    <a:pt x="148532" y="251363"/>
                  </a:cubicBezTo>
                  <a:cubicBezTo>
                    <a:pt x="148532" y="263984"/>
                    <a:pt x="158763" y="274214"/>
                    <a:pt x="171384" y="274214"/>
                  </a:cubicBezTo>
                  <a:cubicBezTo>
                    <a:pt x="184005" y="274214"/>
                    <a:pt x="194236" y="263984"/>
                    <a:pt x="194236" y="251363"/>
                  </a:cubicBezTo>
                  <a:close/>
                  <a:moveTo>
                    <a:pt x="169106" y="365605"/>
                  </a:moveTo>
                  <a:cubicBezTo>
                    <a:pt x="199686" y="393974"/>
                    <a:pt x="240637" y="411318"/>
                    <a:pt x="285640" y="411318"/>
                  </a:cubicBezTo>
                  <a:cubicBezTo>
                    <a:pt x="310769" y="411318"/>
                    <a:pt x="334676" y="405900"/>
                    <a:pt x="356217" y="396154"/>
                  </a:cubicBezTo>
                  <a:cubicBezTo>
                    <a:pt x="385007" y="402790"/>
                    <a:pt x="416121" y="408475"/>
                    <a:pt x="430433" y="410998"/>
                  </a:cubicBezTo>
                  <a:cubicBezTo>
                    <a:pt x="446184" y="413777"/>
                    <a:pt x="459858" y="399897"/>
                    <a:pt x="456725" y="384137"/>
                  </a:cubicBezTo>
                  <a:cubicBezTo>
                    <a:pt x="453963" y="370232"/>
                    <a:pt x="447857" y="340414"/>
                    <a:pt x="440951" y="312483"/>
                  </a:cubicBezTo>
                  <a:cubicBezTo>
                    <a:pt x="451266" y="290434"/>
                    <a:pt x="457022" y="265837"/>
                    <a:pt x="457022" y="239936"/>
                  </a:cubicBezTo>
                  <a:cubicBezTo>
                    <a:pt x="457022" y="164918"/>
                    <a:pt x="408823" y="101158"/>
                    <a:pt x="341702" y="77934"/>
                  </a:cubicBezTo>
                  <a:cubicBezTo>
                    <a:pt x="356946" y="105659"/>
                    <a:pt x="365618" y="137509"/>
                    <a:pt x="365618" y="171385"/>
                  </a:cubicBezTo>
                  <a:cubicBezTo>
                    <a:pt x="365618" y="278657"/>
                    <a:pt x="278657" y="365616"/>
                    <a:pt x="171385" y="365616"/>
                  </a:cubicBezTo>
                  <a:cubicBezTo>
                    <a:pt x="170625" y="365616"/>
                    <a:pt x="169865" y="365614"/>
                    <a:pt x="169106" y="365605"/>
                  </a:cubicBezTo>
                  <a:close/>
                </a:path>
              </a:pathLst>
            </a:custGeom>
            <a:gradFill>
              <a:gsLst>
                <a:gs pos="99000">
                  <a:schemeClr val="tx2"/>
                </a:gs>
                <a:gs pos="0">
                  <a:srgbClr val="BABAFF"/>
                </a:gs>
                <a:gs pos="73000">
                  <a:schemeClr val="accent4">
                    <a:lumMod val="25000"/>
                  </a:schemeClr>
                </a:gs>
                <a:gs pos="22000">
                  <a:srgbClr val="2764E7"/>
                </a:gs>
              </a:gsLst>
              <a:lin ang="13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765187" rtl="0" eaLnBrk="1" fontAlgn="base" latinLnBrk="0" hangingPunct="1">
                <a:lnSpc>
                  <a:spcPct val="100000"/>
                </a:lnSpc>
                <a:spcBef>
                  <a:spcPct val="0"/>
                </a:spcBef>
                <a:spcAft>
                  <a:spcPct val="0"/>
                </a:spcAft>
                <a:buClrTx/>
                <a:buSzTx/>
                <a:buFontTx/>
                <a:buNone/>
                <a:tabLst/>
                <a:defRPr/>
              </a:pPr>
              <a:endParaRPr kumimoji="0" lang="en-US" sz="8206" b="1" i="0" u="none" strike="noStrike" kern="1200" cap="none" spc="-492" normalizeH="0" baseline="0" noProof="0">
                <a:ln>
                  <a:noFill/>
                </a:ln>
                <a:gradFill>
                  <a:gsLst>
                    <a:gs pos="0">
                      <a:srgbClr val="FFFFFF"/>
                    </a:gs>
                    <a:gs pos="40000">
                      <a:srgbClr val="FFFFFF"/>
                    </a:gs>
                  </a:gsLst>
                  <a:path path="circle">
                    <a:fillToRect l="100000" t="100000"/>
                  </a:path>
                </a:gradFill>
                <a:effectLst/>
                <a:uLnTx/>
                <a:uFillTx/>
                <a:latin typeface="Segoe UI Variable Display Semibold" pitchFamily="2" charset="0"/>
                <a:ea typeface="+mn-ea"/>
                <a:cs typeface="Segoe UI" pitchFamily="34" charset="0"/>
              </a:endParaRPr>
            </a:p>
          </p:txBody>
        </p:sp>
      </p:grpSp>
      <p:sp>
        <p:nvSpPr>
          <p:cNvPr id="16" name="TextBox 15">
            <a:extLst>
              <a:ext uri="{FF2B5EF4-FFF2-40B4-BE49-F238E27FC236}">
                <a16:creationId xmlns:a16="http://schemas.microsoft.com/office/drawing/2014/main" id="{95214838-34B9-EE09-CF11-7A39B70521C5}"/>
              </a:ext>
            </a:extLst>
          </p:cNvPr>
          <p:cNvSpPr txBox="1"/>
          <p:nvPr/>
        </p:nvSpPr>
        <p:spPr>
          <a:xfrm>
            <a:off x="1623061" y="5589774"/>
            <a:ext cx="9998962" cy="482183"/>
          </a:xfrm>
          <a:prstGeom prst="rect">
            <a:avLst/>
          </a:prstGeom>
          <a:noFill/>
          <a:ln>
            <a:noFill/>
          </a:ln>
        </p:spPr>
        <p:txBody>
          <a:bodyPr wrap="square" lIns="0" tIns="0" rIns="0" bIns="0">
            <a:spAutoFit/>
          </a:bodyPr>
          <a:lstStyle>
            <a:defPPr>
              <a:defRPr lang="en-US"/>
            </a:defPPr>
            <a:lvl1pPr algn="ctr">
              <a:defRPr/>
            </a:lvl1p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Question: What agents are currently covered by Agent 365?</a:t>
            </a:r>
          </a:p>
          <a:p>
            <a:pPr lvl="0" algn="l">
              <a:defRPr/>
            </a:pPr>
            <a:r>
              <a:rPr kumimoji="0" lang="en-US" sz="1400" b="0" i="0" u="none" strike="noStrike" kern="1200" cap="none" spc="0" normalizeH="0" baseline="0" noProof="0">
                <a:ln>
                  <a:noFill/>
                </a:ln>
                <a:solidFill>
                  <a:srgbClr val="000000"/>
                </a:solidFill>
                <a:effectLst/>
                <a:uLnTx/>
                <a:uFillTx/>
                <a:latin typeface="Segoe Sans Display Semibold"/>
                <a:ea typeface="+mn-ea"/>
                <a:cs typeface="+mn-cs"/>
              </a:rPr>
              <a:t>Answer: </a:t>
            </a:r>
            <a:r>
              <a:rPr lang="en-US" sz="1400">
                <a:solidFill>
                  <a:srgbClr val="000000"/>
                </a:solidFill>
                <a:latin typeface="Segoe Sans Display"/>
              </a:rPr>
              <a:t>Agent 365 covers both Microsoft-built and </a:t>
            </a:r>
            <a:r>
              <a:rPr lang="en-US" sz="1400">
                <a:solidFill>
                  <a:srgbClr val="000000"/>
                </a:solidFill>
              </a:rPr>
              <a:t>ecosystem </a:t>
            </a:r>
            <a:r>
              <a:rPr lang="en-US" sz="1400">
                <a:solidFill>
                  <a:srgbClr val="000000"/>
                </a:solidFill>
                <a:latin typeface="Segoe Sans Display"/>
              </a:rPr>
              <a:t>partner agents integrated with the Agent 365 SDK.</a:t>
            </a:r>
          </a:p>
        </p:txBody>
      </p:sp>
      <p:sp>
        <p:nvSpPr>
          <p:cNvPr id="18" name="TextBox 17">
            <a:extLst>
              <a:ext uri="{FF2B5EF4-FFF2-40B4-BE49-F238E27FC236}">
                <a16:creationId xmlns:a16="http://schemas.microsoft.com/office/drawing/2014/main" id="{C60FCB5D-F436-D355-BED1-77C09F9A46E1}"/>
              </a:ext>
            </a:extLst>
          </p:cNvPr>
          <p:cNvSpPr txBox="1"/>
          <p:nvPr/>
        </p:nvSpPr>
        <p:spPr>
          <a:xfrm>
            <a:off x="5867400" y="6485115"/>
            <a:ext cx="6163383" cy="307777"/>
          </a:xfrm>
          <a:prstGeom prst="rect">
            <a:avLst/>
          </a:prstGeom>
          <a:noFill/>
        </p:spPr>
        <p:txBody>
          <a:bodyPr wrap="square" lIns="0" tIns="0" rIns="0" bIns="0" rtlCol="0">
            <a:spAutoFit/>
          </a:bodyPr>
          <a:lstStyle/>
          <a:p>
            <a:pPr algn="r"/>
            <a:r>
              <a:rPr lang="en-US" sz="1000" baseline="30000">
                <a:solidFill>
                  <a:srgbClr val="000000"/>
                </a:solidFill>
              </a:rPr>
              <a:t>*</a:t>
            </a:r>
            <a:r>
              <a:rPr lang="en-US" sz="1000">
                <a:solidFill>
                  <a:srgbClr val="000000"/>
                </a:solidFill>
              </a:rPr>
              <a:t>Full coverage planned for end of CY2026; See NDA Roadmap deck for current coverage of each agent type</a:t>
            </a:r>
            <a:br>
              <a:rPr lang="en-US" sz="1000">
                <a:solidFill>
                  <a:srgbClr val="000000"/>
                </a:solidFill>
              </a:rPr>
            </a:br>
            <a:endParaRPr lang="en-US" sz="1000">
              <a:solidFill>
                <a:srgbClr val="000000"/>
              </a:solidFill>
            </a:endParaRPr>
          </a:p>
        </p:txBody>
      </p:sp>
    </p:spTree>
    <p:extLst>
      <p:ext uri="{BB962C8B-B14F-4D97-AF65-F5344CB8AC3E}">
        <p14:creationId xmlns:p14="http://schemas.microsoft.com/office/powerpoint/2010/main" val="149697873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0C009-3DDA-7C04-CB53-2059C44614C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549281-FC46-806E-AEE1-E319D0200837}"/>
              </a:ext>
            </a:extLst>
          </p:cNvPr>
          <p:cNvSpPr>
            <a:spLocks noGrp="1"/>
          </p:cNvSpPr>
          <p:nvPr>
            <p:ph type="title"/>
          </p:nvPr>
        </p:nvSpPr>
        <p:spPr>
          <a:xfrm>
            <a:off x="585216" y="3559683"/>
            <a:ext cx="4178808" cy="498598"/>
          </a:xfrm>
        </p:spPr>
        <p:txBody>
          <a:bodyPr/>
          <a:lstStyle/>
          <a:p>
            <a:r>
              <a:rPr lang="en-US"/>
              <a:t>Product-specific licensing clarifications</a:t>
            </a:r>
          </a:p>
        </p:txBody>
      </p:sp>
    </p:spTree>
    <p:extLst>
      <p:ext uri="{BB962C8B-B14F-4D97-AF65-F5344CB8AC3E}">
        <p14:creationId xmlns:p14="http://schemas.microsoft.com/office/powerpoint/2010/main" val="3878838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0334C-612B-0A90-F8C5-B0E1E0C9DC8D}"/>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CD13BEE1-4581-D9E8-B806-F84B3F0F6676}"/>
              </a:ext>
              <a:ext uri="{C183D7F6-B498-43B3-948B-1728B52AA6E4}">
                <adec:decorative xmlns:adec="http://schemas.microsoft.com/office/drawing/2017/decorative" val="1"/>
              </a:ext>
            </a:extLst>
          </p:cNvPr>
          <p:cNvPicPr>
            <a:picLocks noChangeAspect="1"/>
          </p:cNvPicPr>
          <p:nvPr/>
        </p:nvPicPr>
        <p:blipFill>
          <a:blip r:embed="rId2">
            <a:alphaModFix amt="62000"/>
          </a:blip>
          <a:srcRect l="-1742" t="23504" r="40455" b="20000"/>
          <a:stretch>
            <a:fillRect/>
          </a:stretch>
        </p:blipFill>
        <p:spPr>
          <a:xfrm>
            <a:off x="10114087" y="0"/>
            <a:ext cx="2077913" cy="1911770"/>
          </a:xfrm>
          <a:prstGeom prst="rect">
            <a:avLst/>
          </a:prstGeom>
        </p:spPr>
      </p:pic>
      <p:sp>
        <p:nvSpPr>
          <p:cNvPr id="11" name="Rectangle 10">
            <a:extLst>
              <a:ext uri="{FF2B5EF4-FFF2-40B4-BE49-F238E27FC236}">
                <a16:creationId xmlns:a16="http://schemas.microsoft.com/office/drawing/2014/main" id="{B8D868BC-5C6E-D053-EC22-4B94187FB858}"/>
              </a:ext>
              <a:ext uri="{C183D7F6-B498-43B3-948B-1728B52AA6E4}">
                <adec:decorative xmlns:adec="http://schemas.microsoft.com/office/drawing/2017/decorative" val="1"/>
              </a:ext>
            </a:extLst>
          </p:cNvPr>
          <p:cNvSpPr/>
          <p:nvPr/>
        </p:nvSpPr>
        <p:spPr bwMode="auto">
          <a:xfrm>
            <a:off x="1" y="2284014"/>
            <a:ext cx="4065588" cy="3266436"/>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3" name="TextBox 12">
            <a:extLst>
              <a:ext uri="{FF2B5EF4-FFF2-40B4-BE49-F238E27FC236}">
                <a16:creationId xmlns:a16="http://schemas.microsoft.com/office/drawing/2014/main" id="{C65F9485-C278-8E90-D703-A125399ED6CE}"/>
              </a:ext>
              <a:ext uri="{C183D7F6-B498-43B3-948B-1728B52AA6E4}">
                <adec:decorative xmlns:adec="http://schemas.microsoft.com/office/drawing/2017/decorative" val="1"/>
              </a:ext>
            </a:extLst>
          </p:cNvPr>
          <p:cNvSpPr txBox="1">
            <a:spLocks/>
          </p:cNvSpPr>
          <p:nvPr/>
        </p:nvSpPr>
        <p:spPr bwMode="auto">
          <a:xfrm>
            <a:off x="571501" y="2220514"/>
            <a:ext cx="903586" cy="63500"/>
          </a:xfrm>
          <a:custGeom>
            <a:avLst/>
            <a:gdLst>
              <a:gd name="csX0" fmla="*/ 115215 w 903586"/>
              <a:gd name="csY0" fmla="*/ 0 h 63500"/>
              <a:gd name="csX1" fmla="*/ 788371 w 903586"/>
              <a:gd name="csY1" fmla="*/ 0 h 63500"/>
              <a:gd name="csX2" fmla="*/ 888827 w 903586"/>
              <a:gd name="csY2" fmla="*/ 41611 h 63500"/>
              <a:gd name="csX3" fmla="*/ 903586 w 903586"/>
              <a:gd name="csY3" fmla="*/ 63500 h 63500"/>
              <a:gd name="csX4" fmla="*/ 0 w 903586"/>
              <a:gd name="csY4" fmla="*/ 63500 h 63500"/>
              <a:gd name="csX5" fmla="*/ 14759 w 903586"/>
              <a:gd name="csY5" fmla="*/ 41611 h 63500"/>
              <a:gd name="csX6" fmla="*/ 115215 w 903586"/>
              <a:gd name="csY6" fmla="*/ 0 h 6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3586" h="63500">
                <a:moveTo>
                  <a:pt x="115215" y="0"/>
                </a:moveTo>
                <a:lnTo>
                  <a:pt x="788371" y="0"/>
                </a:lnTo>
                <a:cubicBezTo>
                  <a:pt x="827602" y="0"/>
                  <a:pt x="863118" y="15902"/>
                  <a:pt x="888827" y="41611"/>
                </a:cubicBezTo>
                <a:lnTo>
                  <a:pt x="903586" y="63500"/>
                </a:lnTo>
                <a:lnTo>
                  <a:pt x="0" y="63500"/>
                </a:lnTo>
                <a:lnTo>
                  <a:pt x="14759" y="41611"/>
                </a:lnTo>
                <a:cubicBezTo>
                  <a:pt x="40468" y="15902"/>
                  <a:pt x="75985" y="0"/>
                  <a:pt x="115215" y="0"/>
                </a:cubicBezTo>
                <a:close/>
              </a:path>
            </a:pathLst>
          </a:cu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361890" rtl="0" eaLnBrk="1" latinLnBrk="0" hangingPunct="1">
              <a:lnSpc>
                <a:spcPct val="100000"/>
              </a:lnSpc>
              <a:spcBef>
                <a:spcPct val="0"/>
              </a:spcBef>
              <a:buNone/>
              <a:defRPr lang="en-US" sz="1425" b="0" kern="1200" cap="none" spc="-50" baseline="0">
                <a:ln w="3175">
                  <a:noFill/>
                </a:ln>
                <a:solidFill>
                  <a:schemeClr val="tx1"/>
                </a:solidFill>
                <a:effectLst/>
                <a:latin typeface="+mn-lt"/>
                <a:ea typeface="+mn-ea"/>
                <a:cs typeface="+mn-cs"/>
              </a:defRPr>
            </a:lvl1pPr>
            <a:lvl2pPr marL="361890" algn="l" defTabSz="361890" rtl="0" eaLnBrk="1" latinLnBrk="0" hangingPunct="1">
              <a:defRPr sz="1425" kern="1200">
                <a:solidFill>
                  <a:schemeClr val="tx1"/>
                </a:solidFill>
                <a:latin typeface="+mn-lt"/>
                <a:ea typeface="+mn-ea"/>
                <a:cs typeface="+mn-cs"/>
              </a:defRPr>
            </a:lvl2pPr>
            <a:lvl3pPr marL="723780" algn="l" defTabSz="361890" rtl="0" eaLnBrk="1" latinLnBrk="0" hangingPunct="1">
              <a:defRPr sz="1425" kern="1200">
                <a:solidFill>
                  <a:schemeClr val="tx1"/>
                </a:solidFill>
                <a:latin typeface="+mn-lt"/>
                <a:ea typeface="+mn-ea"/>
                <a:cs typeface="+mn-cs"/>
              </a:defRPr>
            </a:lvl3pPr>
            <a:lvl4pPr marL="1085669" algn="l" defTabSz="361890" rtl="0" eaLnBrk="1" latinLnBrk="0" hangingPunct="1">
              <a:defRPr sz="1425" kern="1200">
                <a:solidFill>
                  <a:schemeClr val="tx1"/>
                </a:solidFill>
                <a:latin typeface="+mn-lt"/>
                <a:ea typeface="+mn-ea"/>
                <a:cs typeface="+mn-cs"/>
              </a:defRPr>
            </a:lvl4pPr>
            <a:lvl5pPr marL="1447558" algn="l" defTabSz="361890" rtl="0" eaLnBrk="1" latinLnBrk="0" hangingPunct="1">
              <a:defRPr sz="1425" kern="1200">
                <a:solidFill>
                  <a:schemeClr val="tx1"/>
                </a:solidFill>
                <a:latin typeface="+mn-lt"/>
                <a:ea typeface="+mn-ea"/>
                <a:cs typeface="+mn-cs"/>
              </a:defRPr>
            </a:lvl5pPr>
            <a:lvl6pPr marL="1809448" algn="l" defTabSz="361890" rtl="0" eaLnBrk="1" latinLnBrk="0" hangingPunct="1">
              <a:defRPr sz="1425" kern="1200">
                <a:solidFill>
                  <a:schemeClr val="tx1"/>
                </a:solidFill>
                <a:latin typeface="+mn-lt"/>
                <a:ea typeface="+mn-ea"/>
                <a:cs typeface="+mn-cs"/>
              </a:defRPr>
            </a:lvl6pPr>
            <a:lvl7pPr marL="2171338" algn="l" defTabSz="361890" rtl="0" eaLnBrk="1" latinLnBrk="0" hangingPunct="1">
              <a:defRPr sz="1425" kern="1200">
                <a:solidFill>
                  <a:schemeClr val="tx1"/>
                </a:solidFill>
                <a:latin typeface="+mn-lt"/>
                <a:ea typeface="+mn-ea"/>
                <a:cs typeface="+mn-cs"/>
              </a:defRPr>
            </a:lvl7pPr>
            <a:lvl8pPr marL="2533226" algn="l" defTabSz="361890" rtl="0" eaLnBrk="1" latinLnBrk="0" hangingPunct="1">
              <a:defRPr sz="1425" kern="1200">
                <a:solidFill>
                  <a:schemeClr val="tx1"/>
                </a:solidFill>
                <a:latin typeface="+mn-lt"/>
                <a:ea typeface="+mn-ea"/>
                <a:cs typeface="+mn-cs"/>
              </a:defRPr>
            </a:lvl8pPr>
            <a:lvl9pPr marL="2895117" algn="l" defTabSz="361890" rtl="0" eaLnBrk="1" latinLnBrk="0" hangingPunct="1">
              <a:defRPr sz="1425"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0" name="Rectangle: Rounded Corners 9">
            <a:extLst>
              <a:ext uri="{FF2B5EF4-FFF2-40B4-BE49-F238E27FC236}">
                <a16:creationId xmlns:a16="http://schemas.microsoft.com/office/drawing/2014/main" id="{36C6FAF9-53E5-5C38-F341-5790A92EC9AF}"/>
              </a:ext>
              <a:ext uri="{C183D7F6-B498-43B3-948B-1728B52AA6E4}">
                <adec:decorative xmlns:adec="http://schemas.microsoft.com/office/drawing/2017/decorative" val="1"/>
              </a:ext>
            </a:extLst>
          </p:cNvPr>
          <p:cNvSpPr/>
          <p:nvPr/>
        </p:nvSpPr>
        <p:spPr bwMode="auto">
          <a:xfrm>
            <a:off x="4065588" y="1208238"/>
            <a:ext cx="7554912" cy="5354488"/>
          </a:xfrm>
          <a:prstGeom prst="roundRect">
            <a:avLst>
              <a:gd name="adj" fmla="val 1776"/>
            </a:avLst>
          </a:prstGeom>
          <a:gradFill flip="none" rotWithShape="1">
            <a:gsLst>
              <a:gs pos="0">
                <a:schemeClr val="accent1">
                  <a:lumMod val="5000"/>
                  <a:lumOff val="95000"/>
                </a:schemeClr>
              </a:gs>
              <a:gs pos="100000">
                <a:schemeClr val="tx2">
                  <a:lumMod val="10000"/>
                  <a:lumOff val="90000"/>
                </a:schemeClr>
              </a:gs>
            </a:gsLst>
            <a:lin ang="0" scaled="1"/>
            <a:tileRect/>
          </a:gradFill>
          <a:ln w="6350">
            <a:solidFill>
              <a:srgbClr val="FFFFFF"/>
            </a:solidFill>
            <a:headEnd type="none" w="med" len="med"/>
            <a:tailEnd type="none" w="med" len="med"/>
          </a:ln>
          <a:effectLst>
            <a:outerShdw blurRad="317500" dist="254000" dir="2700000" algn="tl"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 name="Title 1">
            <a:extLst>
              <a:ext uri="{FF2B5EF4-FFF2-40B4-BE49-F238E27FC236}">
                <a16:creationId xmlns:a16="http://schemas.microsoft.com/office/drawing/2014/main" id="{DC55AA3A-6CFC-728D-05E9-F9618E532C4E}"/>
              </a:ext>
            </a:extLst>
          </p:cNvPr>
          <p:cNvSpPr>
            <a:spLocks noGrp="1"/>
          </p:cNvSpPr>
          <p:nvPr>
            <p:ph type="title"/>
          </p:nvPr>
        </p:nvSpPr>
        <p:spPr>
          <a:xfrm>
            <a:off x="571500" y="457200"/>
            <a:ext cx="11052046" cy="492443"/>
          </a:xfrm>
        </p:spPr>
        <p:txBody>
          <a:bodyPr/>
          <a:lstStyle/>
          <a:p>
            <a:r>
              <a:rPr lang="en-US"/>
              <a:t>Agent Dashboard is a premium feature</a:t>
            </a:r>
          </a:p>
        </p:txBody>
      </p:sp>
      <p:sp>
        <p:nvSpPr>
          <p:cNvPr id="8" name="Text Placeholder 2">
            <a:extLst>
              <a:ext uri="{FF2B5EF4-FFF2-40B4-BE49-F238E27FC236}">
                <a16:creationId xmlns:a16="http://schemas.microsoft.com/office/drawing/2014/main" id="{7206EEC9-1969-FD0C-0D17-365664F31A38}"/>
              </a:ext>
            </a:extLst>
          </p:cNvPr>
          <p:cNvSpPr txBox="1">
            <a:spLocks/>
          </p:cNvSpPr>
          <p:nvPr/>
        </p:nvSpPr>
        <p:spPr>
          <a:xfrm>
            <a:off x="571501" y="2480678"/>
            <a:ext cx="3288068" cy="2616101"/>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1450" marR="0" lvl="0" indent="-171450" algn="l" defTabSz="932742" rtl="0" eaLnBrk="1" fontAlgn="auto" latinLnBrk="0" hangingPunct="1">
              <a:lnSpc>
                <a:spcPct val="100000"/>
              </a:lnSpc>
              <a:spcBef>
                <a:spcPts val="0"/>
              </a:spcBef>
              <a:spcAft>
                <a:spcPts val="1200"/>
              </a:spcAft>
              <a:buClrTx/>
              <a:buSzPct val="100000"/>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panose="020B0502040204020203" pitchFamily="34" charset="0"/>
              </a:rPr>
              <a:t>Current state:</a:t>
            </a:r>
            <a:r>
              <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 Agent Dashboard from Viva Insights is currently in public preview and requires 50+ M365 Copilot licenses. Limited to agents that appear in Copilot. </a:t>
            </a:r>
          </a:p>
          <a:p>
            <a:pPr marL="171450" marR="0" lvl="0" indent="-171450" algn="l" defTabSz="932742" rtl="0" eaLnBrk="1" fontAlgn="auto" latinLnBrk="0" hangingPunct="1">
              <a:lnSpc>
                <a:spcPct val="100000"/>
              </a:lnSpc>
              <a:spcBef>
                <a:spcPts val="0"/>
              </a:spcBef>
              <a:spcAft>
                <a:spcPts val="1200"/>
              </a:spcAft>
              <a:buClrTx/>
              <a:buSzPct val="100000"/>
              <a:buFont typeface="Arial" panose="020B0604020202020204" pitchFamily="34" charset="0"/>
              <a:buChar char="•"/>
              <a:tabLst/>
              <a:defRPr/>
            </a:pPr>
            <a:r>
              <a:rPr lang="en-US">
                <a:solidFill>
                  <a:srgbClr val="000000"/>
                </a:solidFill>
                <a:latin typeface="Segoe Sans Display Semibold"/>
              </a:rPr>
              <a:t>End state:</a:t>
            </a: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panose="020B0502040204020203" pitchFamily="34" charset="0"/>
              </a:rPr>
              <a:t> </a:t>
            </a:r>
            <a:r>
              <a:rPr kumimoji="0" lang="en-US" sz="16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t>Will support Agent 365 telemetry and continue to be a premium feature. Timing for General Availability to be announced.</a:t>
            </a:r>
          </a:p>
        </p:txBody>
      </p:sp>
      <p:pic>
        <p:nvPicPr>
          <p:cNvPr id="4" name="Picture 3" descr="Screencapture of a dashboard showing agent adoption. It highlights 230 active agents, 800 active users, and 12,800 agent responses, with a line chart showing steady growth over recent months">
            <a:extLst>
              <a:ext uri="{FF2B5EF4-FFF2-40B4-BE49-F238E27FC236}">
                <a16:creationId xmlns:a16="http://schemas.microsoft.com/office/drawing/2014/main" id="{530AD27D-4417-429D-A6FE-A7EF52A0AE35}"/>
              </a:ext>
            </a:extLst>
          </p:cNvPr>
          <p:cNvPicPr>
            <a:picLocks noChangeAspect="1"/>
          </p:cNvPicPr>
          <p:nvPr/>
        </p:nvPicPr>
        <p:blipFill>
          <a:blip r:embed="rId3"/>
          <a:stretch>
            <a:fillRect/>
          </a:stretch>
        </p:blipFill>
        <p:spPr>
          <a:xfrm>
            <a:off x="4259284" y="1373338"/>
            <a:ext cx="5478847" cy="3946387"/>
          </a:xfrm>
          <a:prstGeom prst="rect">
            <a:avLst/>
          </a:prstGeom>
          <a:ln>
            <a:noFill/>
          </a:ln>
          <a:effectLst/>
        </p:spPr>
      </p:pic>
      <p:pic>
        <p:nvPicPr>
          <p:cNvPr id="5" name="Picture 4" descr="Screencapture of an Agent highlights dashboard showing the most popular, most versatile, and most shared agents. Below, a table lists top agents in the organization with active users, recent growth, agent responses, and Copilot credits">
            <a:extLst>
              <a:ext uri="{FF2B5EF4-FFF2-40B4-BE49-F238E27FC236}">
                <a16:creationId xmlns:a16="http://schemas.microsoft.com/office/drawing/2014/main" id="{FF1B0970-B499-454B-0A78-EA4258DBDDE5}"/>
              </a:ext>
            </a:extLst>
          </p:cNvPr>
          <p:cNvPicPr>
            <a:picLocks noChangeAspect="1"/>
          </p:cNvPicPr>
          <p:nvPr/>
        </p:nvPicPr>
        <p:blipFill>
          <a:blip r:embed="rId4"/>
          <a:srcRect l="16617" t="52618" r="1484" b="20709"/>
          <a:stretch>
            <a:fillRect/>
          </a:stretch>
        </p:blipFill>
        <p:spPr>
          <a:xfrm>
            <a:off x="6265188" y="3169633"/>
            <a:ext cx="5164181" cy="3278793"/>
          </a:xfrm>
          <a:prstGeom prst="rect">
            <a:avLst/>
          </a:prstGeom>
          <a:ln>
            <a:noFill/>
          </a:ln>
          <a:effectLst/>
        </p:spPr>
      </p:pic>
    </p:spTree>
    <p:extLst>
      <p:ext uri="{BB962C8B-B14F-4D97-AF65-F5344CB8AC3E}">
        <p14:creationId xmlns:p14="http://schemas.microsoft.com/office/powerpoint/2010/main" val="155781882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031B0-1542-8944-D9A5-9C01D2318F51}"/>
            </a:ext>
          </a:extLst>
        </p:cNvPr>
        <p:cNvGrpSpPr/>
        <p:nvPr/>
      </p:nvGrpSpPr>
      <p:grpSpPr>
        <a:xfrm>
          <a:off x="0" y="0"/>
          <a:ext cx="0" cy="0"/>
          <a:chOff x="0" y="0"/>
          <a:chExt cx="0" cy="0"/>
        </a:xfrm>
      </p:grpSpPr>
      <p:sp>
        <p:nvSpPr>
          <p:cNvPr id="56" name="Rectangle 55">
            <a:extLst>
              <a:ext uri="{FF2B5EF4-FFF2-40B4-BE49-F238E27FC236}">
                <a16:creationId xmlns:a16="http://schemas.microsoft.com/office/drawing/2014/main" id="{DA6AAB4B-48AD-D141-5BE0-881FE9F122B9}"/>
              </a:ext>
              <a:ext uri="{C183D7F6-B498-43B3-948B-1728B52AA6E4}">
                <adec:decorative xmlns:adec="http://schemas.microsoft.com/office/drawing/2017/decorative" val="1"/>
              </a:ext>
            </a:extLst>
          </p:cNvPr>
          <p:cNvSpPr/>
          <p:nvPr/>
        </p:nvSpPr>
        <p:spPr bwMode="auto">
          <a:xfrm>
            <a:off x="0" y="1853708"/>
            <a:ext cx="11676528" cy="1784770"/>
          </a:xfrm>
          <a:prstGeom prst="rect">
            <a:avLst/>
          </a:prstGeom>
          <a:gradFill flip="none" rotWithShape="1">
            <a:gsLst>
              <a:gs pos="0">
                <a:schemeClr val="bg1">
                  <a:lumMod val="95000"/>
                </a:schemeClr>
              </a:gs>
              <a:gs pos="100000">
                <a:schemeClr val="bg1">
                  <a:lumMod val="95000"/>
                  <a:alpha val="30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57" name="TextBox 56">
            <a:extLst>
              <a:ext uri="{FF2B5EF4-FFF2-40B4-BE49-F238E27FC236}">
                <a16:creationId xmlns:a16="http://schemas.microsoft.com/office/drawing/2014/main" id="{91D01353-8CC9-78D4-19B3-DDAE3865F71F}"/>
              </a:ext>
              <a:ext uri="{C183D7F6-B498-43B3-948B-1728B52AA6E4}">
                <adec:decorative xmlns:adec="http://schemas.microsoft.com/office/drawing/2017/decorative" val="1"/>
              </a:ext>
            </a:extLst>
          </p:cNvPr>
          <p:cNvSpPr txBox="1">
            <a:spLocks/>
          </p:cNvSpPr>
          <p:nvPr/>
        </p:nvSpPr>
        <p:spPr bwMode="auto">
          <a:xfrm>
            <a:off x="571501" y="1790208"/>
            <a:ext cx="903586" cy="63500"/>
          </a:xfrm>
          <a:custGeom>
            <a:avLst/>
            <a:gdLst>
              <a:gd name="csX0" fmla="*/ 115215 w 903586"/>
              <a:gd name="csY0" fmla="*/ 0 h 63500"/>
              <a:gd name="csX1" fmla="*/ 788371 w 903586"/>
              <a:gd name="csY1" fmla="*/ 0 h 63500"/>
              <a:gd name="csX2" fmla="*/ 888827 w 903586"/>
              <a:gd name="csY2" fmla="*/ 41611 h 63500"/>
              <a:gd name="csX3" fmla="*/ 903586 w 903586"/>
              <a:gd name="csY3" fmla="*/ 63500 h 63500"/>
              <a:gd name="csX4" fmla="*/ 0 w 903586"/>
              <a:gd name="csY4" fmla="*/ 63500 h 63500"/>
              <a:gd name="csX5" fmla="*/ 14759 w 903586"/>
              <a:gd name="csY5" fmla="*/ 41611 h 63500"/>
              <a:gd name="csX6" fmla="*/ 115215 w 903586"/>
              <a:gd name="csY6" fmla="*/ 0 h 635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03586" h="63500">
                <a:moveTo>
                  <a:pt x="115215" y="0"/>
                </a:moveTo>
                <a:lnTo>
                  <a:pt x="788371" y="0"/>
                </a:lnTo>
                <a:cubicBezTo>
                  <a:pt x="827602" y="0"/>
                  <a:pt x="863118" y="15902"/>
                  <a:pt x="888827" y="41611"/>
                </a:cubicBezTo>
                <a:lnTo>
                  <a:pt x="903586" y="63500"/>
                </a:lnTo>
                <a:lnTo>
                  <a:pt x="0" y="63500"/>
                </a:lnTo>
                <a:lnTo>
                  <a:pt x="14759" y="41611"/>
                </a:lnTo>
                <a:cubicBezTo>
                  <a:pt x="40468" y="15902"/>
                  <a:pt x="75985" y="0"/>
                  <a:pt x="115215" y="0"/>
                </a:cubicBezTo>
                <a:close/>
              </a:path>
            </a:pathLst>
          </a:custGeom>
          <a:gradFill>
            <a:gsLst>
              <a:gs pos="99000">
                <a:schemeClr val="tx2">
                  <a:alpha val="77965"/>
                </a:schemeClr>
              </a:gs>
              <a:gs pos="0">
                <a:srgbClr val="BABAFF">
                  <a:alpha val="87125"/>
                </a:srgbClr>
              </a:gs>
              <a:gs pos="74000">
                <a:schemeClr val="accent4">
                  <a:lumMod val="25000"/>
                  <a:alpha val="82191"/>
                </a:schemeClr>
              </a:gs>
              <a:gs pos="22000">
                <a:srgbClr val="2764E7">
                  <a:alpha val="89191"/>
                </a:srgbClr>
              </a:gs>
            </a:gsLst>
            <a:lin ang="13800000" scaled="0"/>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361890" rtl="0" eaLnBrk="1" latinLnBrk="0" hangingPunct="1">
              <a:lnSpc>
                <a:spcPct val="100000"/>
              </a:lnSpc>
              <a:spcBef>
                <a:spcPct val="0"/>
              </a:spcBef>
              <a:buNone/>
              <a:defRPr lang="en-US" sz="1425" b="0" kern="1200" cap="none" spc="-50" baseline="0">
                <a:ln w="3175">
                  <a:noFill/>
                </a:ln>
                <a:solidFill>
                  <a:schemeClr val="tx1"/>
                </a:solidFill>
                <a:effectLst/>
                <a:latin typeface="+mn-lt"/>
                <a:ea typeface="+mn-ea"/>
                <a:cs typeface="+mn-cs"/>
              </a:defRPr>
            </a:lvl1pPr>
            <a:lvl2pPr marL="361890" algn="l" defTabSz="361890" rtl="0" eaLnBrk="1" latinLnBrk="0" hangingPunct="1">
              <a:defRPr sz="1425" kern="1200">
                <a:solidFill>
                  <a:schemeClr val="tx1"/>
                </a:solidFill>
                <a:latin typeface="+mn-lt"/>
                <a:ea typeface="+mn-ea"/>
                <a:cs typeface="+mn-cs"/>
              </a:defRPr>
            </a:lvl2pPr>
            <a:lvl3pPr marL="723780" algn="l" defTabSz="361890" rtl="0" eaLnBrk="1" latinLnBrk="0" hangingPunct="1">
              <a:defRPr sz="1425" kern="1200">
                <a:solidFill>
                  <a:schemeClr val="tx1"/>
                </a:solidFill>
                <a:latin typeface="+mn-lt"/>
                <a:ea typeface="+mn-ea"/>
                <a:cs typeface="+mn-cs"/>
              </a:defRPr>
            </a:lvl3pPr>
            <a:lvl4pPr marL="1085669" algn="l" defTabSz="361890" rtl="0" eaLnBrk="1" latinLnBrk="0" hangingPunct="1">
              <a:defRPr sz="1425" kern="1200">
                <a:solidFill>
                  <a:schemeClr val="tx1"/>
                </a:solidFill>
                <a:latin typeface="+mn-lt"/>
                <a:ea typeface="+mn-ea"/>
                <a:cs typeface="+mn-cs"/>
              </a:defRPr>
            </a:lvl4pPr>
            <a:lvl5pPr marL="1447558" algn="l" defTabSz="361890" rtl="0" eaLnBrk="1" latinLnBrk="0" hangingPunct="1">
              <a:defRPr sz="1425" kern="1200">
                <a:solidFill>
                  <a:schemeClr val="tx1"/>
                </a:solidFill>
                <a:latin typeface="+mn-lt"/>
                <a:ea typeface="+mn-ea"/>
                <a:cs typeface="+mn-cs"/>
              </a:defRPr>
            </a:lvl5pPr>
            <a:lvl6pPr marL="1809448" algn="l" defTabSz="361890" rtl="0" eaLnBrk="1" latinLnBrk="0" hangingPunct="1">
              <a:defRPr sz="1425" kern="1200">
                <a:solidFill>
                  <a:schemeClr val="tx1"/>
                </a:solidFill>
                <a:latin typeface="+mn-lt"/>
                <a:ea typeface="+mn-ea"/>
                <a:cs typeface="+mn-cs"/>
              </a:defRPr>
            </a:lvl6pPr>
            <a:lvl7pPr marL="2171338" algn="l" defTabSz="361890" rtl="0" eaLnBrk="1" latinLnBrk="0" hangingPunct="1">
              <a:defRPr sz="1425" kern="1200">
                <a:solidFill>
                  <a:schemeClr val="tx1"/>
                </a:solidFill>
                <a:latin typeface="+mn-lt"/>
                <a:ea typeface="+mn-ea"/>
                <a:cs typeface="+mn-cs"/>
              </a:defRPr>
            </a:lvl7pPr>
            <a:lvl8pPr marL="2533226" algn="l" defTabSz="361890" rtl="0" eaLnBrk="1" latinLnBrk="0" hangingPunct="1">
              <a:defRPr sz="1425" kern="1200">
                <a:solidFill>
                  <a:schemeClr val="tx1"/>
                </a:solidFill>
                <a:latin typeface="+mn-lt"/>
                <a:ea typeface="+mn-ea"/>
                <a:cs typeface="+mn-cs"/>
              </a:defRPr>
            </a:lvl8pPr>
            <a:lvl9pPr marL="2895117" algn="l" defTabSz="361890" rtl="0" eaLnBrk="1" latinLnBrk="0" hangingPunct="1">
              <a:defRPr sz="1425" kern="1200">
                <a:solidFill>
                  <a:schemeClr val="tx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2" name="Title 1">
            <a:extLst>
              <a:ext uri="{FF2B5EF4-FFF2-40B4-BE49-F238E27FC236}">
                <a16:creationId xmlns:a16="http://schemas.microsoft.com/office/drawing/2014/main" id="{C81F7B45-66AB-0A7E-CB06-E867AC69D78B}"/>
              </a:ext>
            </a:extLst>
          </p:cNvPr>
          <p:cNvSpPr>
            <a:spLocks noGrp="1"/>
          </p:cNvSpPr>
          <p:nvPr>
            <p:ph type="title"/>
          </p:nvPr>
        </p:nvSpPr>
        <p:spPr>
          <a:xfrm>
            <a:off x="571501" y="457200"/>
            <a:ext cx="8837333" cy="984885"/>
          </a:xfrm>
        </p:spPr>
        <p:txBody>
          <a:bodyPr wrap="square">
            <a:spAutoFit/>
          </a:bodyPr>
          <a:lstStyle/>
          <a:p>
            <a:r>
              <a:rPr lang="en-US">
                <a:cs typeface="Segoe Sans Display"/>
              </a:rPr>
              <a:t>Defender for agents will be delivered via PUPM licenses through A365</a:t>
            </a:r>
            <a:endParaRPr lang="en-US"/>
          </a:p>
        </p:txBody>
      </p:sp>
      <p:sp>
        <p:nvSpPr>
          <p:cNvPr id="7" name="TextBox 6">
            <a:extLst>
              <a:ext uri="{FF2B5EF4-FFF2-40B4-BE49-F238E27FC236}">
                <a16:creationId xmlns:a16="http://schemas.microsoft.com/office/drawing/2014/main" id="{3CC62E5F-6BDF-9D3A-F94B-0B1E71451EEE}"/>
              </a:ext>
            </a:extLst>
          </p:cNvPr>
          <p:cNvSpPr txBox="1"/>
          <p:nvPr/>
        </p:nvSpPr>
        <p:spPr>
          <a:xfrm>
            <a:off x="515472" y="1910012"/>
            <a:ext cx="5330469" cy="1407052"/>
          </a:xfrm>
          <a:prstGeom prst="rect">
            <a:avLst/>
          </a:prstGeom>
          <a:noFill/>
        </p:spPr>
        <p:txBody>
          <a:bodyPr wrap="square">
            <a:spAutoFit/>
          </a:bodyPr>
          <a:lstStyle/>
          <a:p>
            <a:pPr marL="0" marR="0">
              <a:lnSpc>
                <a:spcPct val="115000"/>
              </a:lnSpc>
              <a:spcAft>
                <a:spcPts val="800"/>
              </a:spcAft>
              <a:buNone/>
            </a:pPr>
            <a:r>
              <a:rPr lang="en-US" sz="1400" kern="100">
                <a:solidFill>
                  <a:srgbClr val="000000"/>
                </a:solidFill>
                <a:effectLst/>
                <a:latin typeface="Aptos" panose="020B0004020202020204" pitchFamily="34" charset="0"/>
                <a:ea typeface="Aptos" panose="020B0004020202020204" pitchFamily="34" charset="0"/>
                <a:cs typeface="Arial" panose="020B0604020202020204" pitchFamily="34" charset="0"/>
              </a:rPr>
              <a:t>Before the new A365 PUPM license, </a:t>
            </a:r>
          </a:p>
          <a:p>
            <a:pPr marL="342900" marR="0" indent="-342900">
              <a:spcAft>
                <a:spcPts val="800"/>
              </a:spcAft>
              <a:buAutoNum type="arabicParenR"/>
            </a:pPr>
            <a:r>
              <a:rPr lang="en-US" sz="1400" kern="100">
                <a:solidFill>
                  <a:srgbClr val="000000"/>
                </a:solidFill>
                <a:effectLst/>
                <a:latin typeface="Aptos" panose="020B0004020202020204" pitchFamily="34" charset="0"/>
                <a:ea typeface="Aptos" panose="020B0004020202020204" pitchFamily="34" charset="0"/>
                <a:cs typeface="Arial" panose="020B0604020202020204" pitchFamily="34" charset="0"/>
              </a:rPr>
              <a:t>Foundry agents were protected with Defender for AI PAYG and DCSPM meters (free in public preview for customers). </a:t>
            </a:r>
          </a:p>
          <a:p>
            <a:pPr marL="342900" marR="0" indent="-342900">
              <a:spcAft>
                <a:spcPts val="800"/>
              </a:spcAft>
              <a:buAutoNum type="arabicParenR"/>
            </a:pPr>
            <a:r>
              <a:rPr lang="en-US" sz="1400" kern="100">
                <a:solidFill>
                  <a:srgbClr val="000000"/>
                </a:solidFill>
                <a:effectLst/>
                <a:latin typeface="Aptos" panose="020B0004020202020204" pitchFamily="34" charset="0"/>
                <a:ea typeface="Aptos" panose="020B0004020202020204" pitchFamily="34" charset="0"/>
                <a:cs typeface="Arial" panose="020B0604020202020204" pitchFamily="34" charset="0"/>
              </a:rPr>
              <a:t>Copilot Studio agents were protected with MDA PUPM license (in public preview, licensing is subject to changes). </a:t>
            </a:r>
          </a:p>
        </p:txBody>
      </p:sp>
      <p:sp>
        <p:nvSpPr>
          <p:cNvPr id="18" name="TextBox 17">
            <a:extLst>
              <a:ext uri="{FF2B5EF4-FFF2-40B4-BE49-F238E27FC236}">
                <a16:creationId xmlns:a16="http://schemas.microsoft.com/office/drawing/2014/main" id="{858C9134-A867-740D-30CD-6341BBE35864}"/>
              </a:ext>
            </a:extLst>
          </p:cNvPr>
          <p:cNvSpPr txBox="1"/>
          <p:nvPr/>
        </p:nvSpPr>
        <p:spPr>
          <a:xfrm>
            <a:off x="5845941" y="1910011"/>
            <a:ext cx="6237907" cy="1407052"/>
          </a:xfrm>
          <a:prstGeom prst="rect">
            <a:avLst/>
          </a:prstGeom>
          <a:noFill/>
        </p:spPr>
        <p:txBody>
          <a:bodyPr wrap="square">
            <a:spAutoFit/>
          </a:bodyPr>
          <a:lstStyle/>
          <a:p>
            <a:pPr marR="0">
              <a:lnSpc>
                <a:spcPct val="115000"/>
              </a:lnSpc>
              <a:spcAft>
                <a:spcPts val="800"/>
              </a:spcAft>
            </a:pPr>
            <a:r>
              <a:rPr lang="en-US" sz="1400" kern="100">
                <a:solidFill>
                  <a:srgbClr val="000000"/>
                </a:solidFill>
                <a:latin typeface="Aptos" panose="020B0004020202020204" pitchFamily="34" charset="0"/>
                <a:ea typeface="Aptos" panose="020B0004020202020204" pitchFamily="34" charset="0"/>
                <a:cs typeface="Arial" panose="020B0604020202020204" pitchFamily="34" charset="0"/>
              </a:rPr>
              <a:t>With A365, Defender licensing will be updated by workloads as below:</a:t>
            </a:r>
          </a:p>
          <a:p>
            <a:pPr marL="342900" marR="0" indent="-342900">
              <a:spcAft>
                <a:spcPts val="800"/>
              </a:spcAft>
              <a:buAutoNum type="arabicParenR"/>
            </a:pPr>
            <a:r>
              <a:rPr lang="en-US" sz="1400" b="1" kern="100">
                <a:solidFill>
                  <a:srgbClr val="000000"/>
                </a:solidFill>
                <a:latin typeface="Aptos" panose="020B0004020202020204" pitchFamily="34" charset="0"/>
                <a:ea typeface="Aptos" panose="020B0004020202020204" pitchFamily="34" charset="0"/>
                <a:cs typeface="Arial" panose="020B0604020202020204" pitchFamily="34" charset="0"/>
              </a:rPr>
              <a:t>AI agents</a:t>
            </a:r>
            <a:r>
              <a:rPr lang="en-US" sz="1400" kern="100">
                <a:solidFill>
                  <a:srgbClr val="000000"/>
                </a:solidFill>
                <a:latin typeface="Aptos" panose="020B0004020202020204" pitchFamily="34" charset="0"/>
                <a:ea typeface="Aptos" panose="020B0004020202020204" pitchFamily="34" charset="0"/>
                <a:cs typeface="Arial" panose="020B0604020202020204" pitchFamily="34" charset="0"/>
              </a:rPr>
              <a:t>: delivered via PUPM licenses through A365, regardless of the AI platforms</a:t>
            </a:r>
          </a:p>
          <a:p>
            <a:pPr marL="342900" marR="0" indent="-342900">
              <a:spcAft>
                <a:spcPts val="800"/>
              </a:spcAft>
              <a:buAutoNum type="arabicParenR"/>
            </a:pPr>
            <a:r>
              <a:rPr lang="en-US" sz="1400" b="1" kern="100">
                <a:solidFill>
                  <a:srgbClr val="000000"/>
                </a:solidFill>
                <a:latin typeface="Aptos" panose="020B0004020202020204" pitchFamily="34" charset="0"/>
                <a:ea typeface="Aptos" panose="020B0004020202020204" pitchFamily="34" charset="0"/>
                <a:cs typeface="Arial" panose="020B0604020202020204" pitchFamily="34" charset="0"/>
              </a:rPr>
              <a:t>Non‑agent workloads &amp; AI infra:</a:t>
            </a:r>
            <a:r>
              <a:rPr lang="en-US" sz="1400" kern="100">
                <a:solidFill>
                  <a:srgbClr val="000000"/>
                </a:solidFill>
                <a:latin typeface="Aptos" panose="020B0004020202020204" pitchFamily="34" charset="0"/>
                <a:ea typeface="Aptos" panose="020B0004020202020204" pitchFamily="34" charset="0"/>
                <a:cs typeface="Arial" panose="020B0604020202020204" pitchFamily="34" charset="0"/>
              </a:rPr>
              <a:t> Continues via DCSPM &amp; Defender for AI Services (PAYG)</a:t>
            </a:r>
          </a:p>
        </p:txBody>
      </p:sp>
      <p:pic>
        <p:nvPicPr>
          <p:cNvPr id="3" name="Picture 2">
            <a:extLst>
              <a:ext uri="{FF2B5EF4-FFF2-40B4-BE49-F238E27FC236}">
                <a16:creationId xmlns:a16="http://schemas.microsoft.com/office/drawing/2014/main" id="{B48A9340-BD80-CB77-5098-68C03D25803C}"/>
              </a:ext>
              <a:ext uri="{C183D7F6-B498-43B3-948B-1728B52AA6E4}">
                <adec:decorative xmlns:adec="http://schemas.microsoft.com/office/drawing/2017/decorative" val="1"/>
              </a:ext>
            </a:extLst>
          </p:cNvPr>
          <p:cNvPicPr>
            <a:picLocks noChangeAspect="1"/>
          </p:cNvPicPr>
          <p:nvPr/>
        </p:nvPicPr>
        <p:blipFill>
          <a:blip r:embed="rId3">
            <a:alphaModFix amt="62000"/>
          </a:blip>
          <a:srcRect l="-1742" t="23504" r="40455" b="20000"/>
          <a:stretch>
            <a:fillRect/>
          </a:stretch>
        </p:blipFill>
        <p:spPr>
          <a:xfrm>
            <a:off x="10114087" y="0"/>
            <a:ext cx="2077913" cy="1911770"/>
          </a:xfrm>
          <a:prstGeom prst="rect">
            <a:avLst/>
          </a:prstGeom>
        </p:spPr>
      </p:pic>
    </p:spTree>
    <p:extLst>
      <p:ext uri="{BB962C8B-B14F-4D97-AF65-F5344CB8AC3E}">
        <p14:creationId xmlns:p14="http://schemas.microsoft.com/office/powerpoint/2010/main" val="189501549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136E0-44B6-57A4-7658-4B5C77C4FBE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4468E6-09AE-710F-DE62-3FADD96A17C4}"/>
              </a:ext>
            </a:extLst>
          </p:cNvPr>
          <p:cNvSpPr>
            <a:spLocks noGrp="1"/>
          </p:cNvSpPr>
          <p:nvPr>
            <p:ph type="title"/>
          </p:nvPr>
        </p:nvSpPr>
        <p:spPr>
          <a:xfrm>
            <a:off x="585216" y="3559683"/>
            <a:ext cx="4178808" cy="498598"/>
          </a:xfrm>
        </p:spPr>
        <p:txBody>
          <a:bodyPr/>
          <a:lstStyle/>
          <a:p>
            <a:r>
              <a:rPr lang="en-US"/>
              <a:t>A365 Placemat</a:t>
            </a:r>
          </a:p>
        </p:txBody>
      </p:sp>
    </p:spTree>
    <p:extLst>
      <p:ext uri="{BB962C8B-B14F-4D97-AF65-F5344CB8AC3E}">
        <p14:creationId xmlns:p14="http://schemas.microsoft.com/office/powerpoint/2010/main" val="37397130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C26A-8083-8A59-965E-99336FA38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C7A0A-1789-DD79-96B3-A8D10707071E}"/>
              </a:ext>
            </a:extLst>
          </p:cNvPr>
          <p:cNvSpPr>
            <a:spLocks noGrp="1"/>
          </p:cNvSpPr>
          <p:nvPr>
            <p:ph type="title"/>
          </p:nvPr>
        </p:nvSpPr>
        <p:spPr>
          <a:xfrm>
            <a:off x="414367" y="0"/>
            <a:ext cx="8193024" cy="800219"/>
          </a:xfrm>
        </p:spPr>
        <p:txBody>
          <a:bodyPr/>
          <a:lstStyle/>
          <a:p>
            <a:r>
              <a:rPr lang="en-US">
                <a:cs typeface="Segoe UI Semibold"/>
              </a:rPr>
              <a:t>Agent 365 Placemat (1 of 2)</a:t>
            </a:r>
            <a:br>
              <a:rPr lang="en-US">
                <a:cs typeface="Segoe UI Semibold"/>
              </a:rPr>
            </a:br>
            <a:r>
              <a:rPr lang="en-US" sz="1100" i="1"/>
              <a:t>A365 provides enterprises observability, security, and governance for AI agents</a:t>
            </a:r>
            <a:br>
              <a:rPr lang="en-US"/>
            </a:br>
            <a:endParaRPr lang="en-US"/>
          </a:p>
        </p:txBody>
      </p:sp>
      <p:graphicFrame>
        <p:nvGraphicFramePr>
          <p:cNvPr id="4" name="Table 3">
            <a:extLst>
              <a:ext uri="{FF2B5EF4-FFF2-40B4-BE49-F238E27FC236}">
                <a16:creationId xmlns:a16="http://schemas.microsoft.com/office/drawing/2014/main" id="{7ACCB3C9-9EB8-EB38-68EC-2D6439E28C12}"/>
              </a:ext>
            </a:extLst>
          </p:cNvPr>
          <p:cNvGraphicFramePr>
            <a:graphicFrameLocks noGrp="1"/>
          </p:cNvGraphicFramePr>
          <p:nvPr>
            <p:extLst>
              <p:ext uri="{D42A27DB-BD31-4B8C-83A1-F6EECF244321}">
                <p14:modId xmlns:p14="http://schemas.microsoft.com/office/powerpoint/2010/main" val="1486107025"/>
              </p:ext>
            </p:extLst>
          </p:nvPr>
        </p:nvGraphicFramePr>
        <p:xfrm>
          <a:off x="152400" y="516117"/>
          <a:ext cx="11887200" cy="4494615"/>
        </p:xfrm>
        <a:graphic>
          <a:graphicData uri="http://schemas.openxmlformats.org/drawingml/2006/table">
            <a:tbl>
              <a:tblPr firstRow="1" bandRow="1">
                <a:tableStyleId>{7E9639D4-E3E2-4D34-9284-5A2195B3D0D7}</a:tableStyleId>
              </a:tblPr>
              <a:tblGrid>
                <a:gridCol w="822960">
                  <a:extLst>
                    <a:ext uri="{9D8B030D-6E8A-4147-A177-3AD203B41FA5}">
                      <a16:colId xmlns:a16="http://schemas.microsoft.com/office/drawing/2014/main" val="881311557"/>
                    </a:ext>
                  </a:extLst>
                </a:gridCol>
                <a:gridCol w="731520">
                  <a:extLst>
                    <a:ext uri="{9D8B030D-6E8A-4147-A177-3AD203B41FA5}">
                      <a16:colId xmlns:a16="http://schemas.microsoft.com/office/drawing/2014/main" val="3702320855"/>
                    </a:ext>
                  </a:extLst>
                </a:gridCol>
                <a:gridCol w="2468880">
                  <a:extLst>
                    <a:ext uri="{9D8B030D-6E8A-4147-A177-3AD203B41FA5}">
                      <a16:colId xmlns:a16="http://schemas.microsoft.com/office/drawing/2014/main" val="519677691"/>
                    </a:ext>
                  </a:extLst>
                </a:gridCol>
                <a:gridCol w="6035040">
                  <a:extLst>
                    <a:ext uri="{9D8B030D-6E8A-4147-A177-3AD203B41FA5}">
                      <a16:colId xmlns:a16="http://schemas.microsoft.com/office/drawing/2014/main" val="895846617"/>
                    </a:ext>
                  </a:extLst>
                </a:gridCol>
                <a:gridCol w="1005840">
                  <a:extLst>
                    <a:ext uri="{9D8B030D-6E8A-4147-A177-3AD203B41FA5}">
                      <a16:colId xmlns:a16="http://schemas.microsoft.com/office/drawing/2014/main" val="3073258299"/>
                    </a:ext>
                  </a:extLst>
                </a:gridCol>
                <a:gridCol w="822960">
                  <a:extLst>
                    <a:ext uri="{9D8B030D-6E8A-4147-A177-3AD203B41FA5}">
                      <a16:colId xmlns:a16="http://schemas.microsoft.com/office/drawing/2014/main" val="3394410759"/>
                    </a:ext>
                  </a:extLst>
                </a:gridCol>
              </a:tblGrid>
              <a:tr h="390026">
                <a:tc>
                  <a:txBody>
                    <a:bodyPr/>
                    <a:lstStyle/>
                    <a:p>
                      <a:r>
                        <a:rPr lang="en-US" sz="900"/>
                        <a:t>Value pillar</a:t>
                      </a:r>
                    </a:p>
                  </a:txBody>
                  <a:tcPr anchor="ctr">
                    <a:solidFill>
                      <a:srgbClr val="000000"/>
                    </a:solidFill>
                  </a:tcPr>
                </a:tc>
                <a:tc>
                  <a:txBody>
                    <a:bodyPr/>
                    <a:lstStyle/>
                    <a:p>
                      <a:r>
                        <a:rPr lang="en-US" sz="900"/>
                        <a:t>Product Surface</a:t>
                      </a:r>
                    </a:p>
                  </a:txBody>
                  <a:tcPr anchor="ctr">
                    <a:solidFill>
                      <a:srgbClr val="000000"/>
                    </a:solidFill>
                  </a:tcPr>
                </a:tc>
                <a:tc>
                  <a:txBody>
                    <a:bodyPr/>
                    <a:lstStyle/>
                    <a:p>
                      <a:r>
                        <a:rPr lang="en-US" sz="900">
                          <a:solidFill>
                            <a:schemeClr val="bg1"/>
                          </a:solidFill>
                        </a:rPr>
                        <a:t>Feature Name</a:t>
                      </a:r>
                    </a:p>
                  </a:txBody>
                  <a:tcPr anchor="ctr">
                    <a:solidFill>
                      <a:srgbClr val="000000"/>
                    </a:solidFill>
                  </a:tcPr>
                </a:tc>
                <a:tc>
                  <a:txBody>
                    <a:bodyPr/>
                    <a:lstStyle/>
                    <a:p>
                      <a:r>
                        <a:rPr lang="en-US" sz="900">
                          <a:solidFill>
                            <a:schemeClr val="bg1"/>
                          </a:solidFill>
                        </a:rPr>
                        <a:t>Feature Description</a:t>
                      </a:r>
                    </a:p>
                  </a:txBody>
                  <a:tcPr anchor="ctr">
                    <a:solidFill>
                      <a:srgbClr val="000000"/>
                    </a:solidFill>
                  </a:tcPr>
                </a:tc>
                <a:tc>
                  <a:txBody>
                    <a:bodyPr/>
                    <a:lstStyle/>
                    <a:p>
                      <a:pPr algn="ctr"/>
                      <a:r>
                        <a:rPr lang="en-US" sz="900">
                          <a:solidFill>
                            <a:srgbClr val="000000"/>
                          </a:solidFill>
                        </a:rPr>
                        <a:t>Included with Microsoft cloud subscription</a:t>
                      </a:r>
                      <a:r>
                        <a:rPr lang="en-US" sz="900" baseline="30000">
                          <a:solidFill>
                            <a:srgbClr val="000000"/>
                          </a:solidFill>
                        </a:rPr>
                        <a:t>1</a:t>
                      </a:r>
                    </a:p>
                  </a:txBody>
                  <a:tcPr anchor="ctr">
                    <a:solidFill>
                      <a:schemeClr val="bg1">
                        <a:lumMod val="85000"/>
                      </a:schemeClr>
                    </a:solidFill>
                  </a:tcPr>
                </a:tc>
                <a:tc>
                  <a:txBody>
                    <a:bodyPr/>
                    <a:lstStyle/>
                    <a:p>
                      <a:pPr algn="ctr"/>
                      <a:r>
                        <a:rPr lang="en-US" sz="900"/>
                        <a:t>Agent 365</a:t>
                      </a:r>
                    </a:p>
                    <a:p>
                      <a:pPr algn="ctr"/>
                      <a:r>
                        <a:rPr lang="en-US" sz="900"/>
                        <a:t>$15 </a:t>
                      </a:r>
                      <a:r>
                        <a:rPr lang="en-US" sz="900" err="1"/>
                        <a:t>pupm</a:t>
                      </a:r>
                      <a:endParaRPr lang="en-US" sz="900"/>
                    </a:p>
                  </a:txBody>
                  <a:tcPr anchor="ctr">
                    <a:solidFill>
                      <a:srgbClr val="0078D4"/>
                    </a:solidFill>
                  </a:tcPr>
                </a:tc>
                <a:extLst>
                  <a:ext uri="{0D108BD9-81ED-4DB2-BD59-A6C34878D82A}">
                    <a16:rowId xmlns:a16="http://schemas.microsoft.com/office/drawing/2014/main" val="2125507432"/>
                  </a:ext>
                </a:extLst>
              </a:tr>
              <a:tr h="0">
                <a:tc rowSpan="7">
                  <a:txBody>
                    <a:bodyPr/>
                    <a:lstStyle/>
                    <a:p>
                      <a:r>
                        <a:rPr lang="en-US" sz="770">
                          <a:solidFill>
                            <a:srgbClr val="000000"/>
                          </a:solidFill>
                          <a:latin typeface="+mn-lt"/>
                        </a:rPr>
                        <a:t>Observability</a:t>
                      </a:r>
                    </a:p>
                  </a:txBody>
                  <a:tcPr marT="9144" marB="9144" anchor="ctr">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r>
                        <a:rPr lang="en-US" sz="770">
                          <a:solidFill>
                            <a:srgbClr val="000000"/>
                          </a:solidFill>
                          <a:latin typeface="+mn-lt"/>
                        </a:rPr>
                        <a:t>Entra</a:t>
                      </a:r>
                    </a:p>
                  </a:txBody>
                  <a:tcPr marT="9144" marB="9144" anchor="ct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a:solidFill>
                            <a:srgbClr val="000000"/>
                          </a:solidFill>
                          <a:latin typeface="+mn-lt"/>
                        </a:rPr>
                        <a:t>Agent Identity</a:t>
                      </a:r>
                      <a:endParaRPr lang="en-US" sz="770" i="1">
                        <a:solidFill>
                          <a:srgbClr val="000000"/>
                        </a:solidFill>
                        <a:latin typeface="+mn-lt"/>
                      </a:endParaRPr>
                    </a:p>
                  </a:txBody>
                  <a:tcPr anchor="ctr"/>
                </a:tc>
                <a:tc>
                  <a:txBody>
                    <a:bodyPr/>
                    <a:lstStyle/>
                    <a:p>
                      <a:r>
                        <a:rPr lang="en-US" sz="770">
                          <a:solidFill>
                            <a:srgbClr val="000000"/>
                          </a:solidFill>
                          <a:latin typeface="+mn-lt"/>
                        </a:rPr>
                        <a:t>Agent Identity</a:t>
                      </a:r>
                      <a:r>
                        <a:rPr lang="en-US" sz="770" baseline="30000">
                          <a:solidFill>
                            <a:srgbClr val="000000"/>
                          </a:solidFill>
                          <a:latin typeface="+mn-lt"/>
                        </a:rPr>
                        <a:t>2</a:t>
                      </a:r>
                      <a:endParaRPr lang="en-US" sz="770" i="1">
                        <a:solidFill>
                          <a:srgbClr val="000000"/>
                        </a:solidFill>
                        <a:latin typeface="+mn-lt"/>
                      </a:endParaRPr>
                    </a:p>
                  </a:txBody>
                  <a:tcPr anchor="ct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chemeClr val="bg1">
                        <a:lumMod val="95000"/>
                      </a:schemeClr>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454378065"/>
                  </a:ext>
                </a:extLst>
              </a:tr>
              <a:tr h="0">
                <a:tc vMerge="1">
                  <a:txBody>
                    <a:bodyPr/>
                    <a:lstStyle/>
                    <a:p>
                      <a:endParaRPr/>
                    </a:p>
                  </a:txBody>
                  <a:tcPr anchor="ctr"/>
                </a:tc>
                <a:tc rowSpan="6">
                  <a:txBody>
                    <a:bodyPr/>
                    <a:lstStyle/>
                    <a:p>
                      <a:r>
                        <a:rPr lang="en-US" sz="770">
                          <a:solidFill>
                            <a:srgbClr val="000000"/>
                          </a:solidFill>
                          <a:latin typeface="+mn-lt"/>
                        </a:rPr>
                        <a:t>Microsoft 365 admin center</a:t>
                      </a:r>
                      <a:r>
                        <a:rPr kumimoji="0" lang="en-US" sz="770" b="0" i="0" u="none" strike="noStrike" kern="1200" cap="none" spc="0" normalizeH="0" baseline="30000" noProof="0">
                          <a:ln>
                            <a:noFill/>
                          </a:ln>
                          <a:solidFill>
                            <a:srgbClr val="000000"/>
                          </a:solidFill>
                          <a:effectLst/>
                          <a:uLnTx/>
                          <a:uFillTx/>
                          <a:latin typeface="+mn-lt"/>
                          <a:ea typeface="+mn-ea"/>
                          <a:cs typeface="+mn-cs"/>
                        </a:rPr>
                        <a:t>3</a:t>
                      </a:r>
                      <a:endParaRPr lang="en-US" sz="770" baseline="30000">
                        <a:solidFill>
                          <a:srgbClr val="000000"/>
                        </a:solidFill>
                        <a:latin typeface="+mn-lt"/>
                      </a:endParaRPr>
                    </a:p>
                  </a:txBody>
                  <a:tcPr marT="9144" marB="9144" anchor="ctr">
                    <a:lnB w="9525" cap="flat" cmpd="sng" algn="ctr">
                      <a:solidFill>
                        <a:schemeClr val="tx1"/>
                      </a:solidFill>
                      <a:prstDash val="solid"/>
                      <a:round/>
                      <a:headEnd type="none" w="med" len="med"/>
                      <a:tailEnd type="none" w="med" len="med"/>
                    </a:lnB>
                    <a:solidFill>
                      <a:schemeClr val="bg1"/>
                    </a:solidFill>
                  </a:tcPr>
                </a:tc>
                <a:tc>
                  <a:txBody>
                    <a:bodyPr/>
                    <a:lstStyle/>
                    <a:p>
                      <a:r>
                        <a:rPr lang="en-US" sz="770">
                          <a:solidFill>
                            <a:srgbClr val="000000"/>
                          </a:solidFill>
                          <a:latin typeface="+mn-lt"/>
                        </a:rPr>
                        <a:t>Agent Registry</a:t>
                      </a:r>
                    </a:p>
                  </a:txBody>
                  <a:tcPr anchor="ctr">
                    <a:solidFill>
                      <a:schemeClr val="bg1"/>
                    </a:solidFill>
                  </a:tcPr>
                </a:tc>
                <a:tc>
                  <a:txBody>
                    <a:bodyPr/>
                    <a:lstStyle/>
                    <a:p>
                      <a:r>
                        <a:rPr lang="en-US" sz="770">
                          <a:solidFill>
                            <a:srgbClr val="000000"/>
                          </a:solidFill>
                          <a:latin typeface="+mn-lt"/>
                        </a:rPr>
                        <a:t>Visibility into rich agent metadata, permissions and access, security and compliance</a:t>
                      </a:r>
                      <a:r>
                        <a:rPr lang="en-US" sz="770" baseline="30000">
                          <a:solidFill>
                            <a:srgbClr val="000000"/>
                          </a:solidFill>
                          <a:latin typeface="+mn-lt"/>
                        </a:rPr>
                        <a:t>4</a:t>
                      </a:r>
                      <a:endParaRPr lang="en-US" sz="770">
                        <a:solidFill>
                          <a:srgbClr val="000000"/>
                        </a:solidFill>
                        <a:latin typeface="+mn-lt"/>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chemeClr val="bg1">
                        <a:lumMod val="95000"/>
                      </a:schemeClr>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463457339"/>
                  </a:ext>
                </a:extLst>
              </a:tr>
              <a:tr h="0">
                <a:tc vMerge="1">
                  <a:txBody>
                    <a:bodyPr/>
                    <a:lstStyle/>
                    <a:p>
                      <a:endParaRPr lang="en-US"/>
                    </a:p>
                  </a:txBody>
                  <a:tcPr/>
                </a:tc>
                <a:tc vMerge="1">
                  <a:txBody>
                    <a:bodyPr/>
                    <a:lstStyle/>
                    <a:p>
                      <a:endParaRPr/>
                    </a:p>
                  </a:txBody>
                  <a:tcPr anchor="ctr">
                    <a:solidFill>
                      <a:schemeClr val="bg1"/>
                    </a:solidFill>
                  </a:tcPr>
                </a:tc>
                <a:tc>
                  <a:txBody>
                    <a:bodyPr/>
                    <a:lstStyle/>
                    <a:p>
                      <a:r>
                        <a:rPr lang="en-US" sz="770">
                          <a:solidFill>
                            <a:srgbClr val="000000"/>
                          </a:solidFill>
                          <a:latin typeface="+mn-lt"/>
                        </a:rPr>
                        <a:t>Basic agent usage insights </a:t>
                      </a:r>
                    </a:p>
                  </a:txBody>
                  <a:tcPr anchor="ctr">
                    <a:solidFill>
                      <a:schemeClr val="bg1"/>
                    </a:solidFill>
                  </a:tcPr>
                </a:tc>
                <a:tc>
                  <a:txBody>
                    <a:bodyPr/>
                    <a:lstStyle/>
                    <a:p>
                      <a:r>
                        <a:rPr lang="en-US" sz="770">
                          <a:solidFill>
                            <a:srgbClr val="000000"/>
                          </a:solidFill>
                          <a:latin typeface="+mn-lt"/>
                        </a:rPr>
                        <a:t>Basic usage insights for agents used in M365 Copilot (active users and response count) in MAC agent usage report</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chemeClr val="bg1">
                        <a:lumMod val="95000"/>
                      </a:schemeClr>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160326529"/>
                  </a:ext>
                </a:extLst>
              </a:tr>
              <a:tr h="0">
                <a:tc vMerge="1">
                  <a:txBody>
                    <a:bodyPr/>
                    <a:lstStyle/>
                    <a:p>
                      <a:endParaRPr/>
                    </a:p>
                  </a:txBody>
                  <a:tcPr anchor="ctr">
                    <a:lnT w="9525" cap="flat" cmpd="sng" algn="ctr">
                      <a:solidFill>
                        <a:schemeClr val="tx1">
                          <a:lumMod val="85000"/>
                          <a:lumOff val="15000"/>
                        </a:schemeClr>
                      </a:solidFill>
                      <a:prstDash val="solid"/>
                      <a:round/>
                      <a:headEnd type="none" w="med" len="med"/>
                      <a:tailEnd type="none" w="med" len="med"/>
                    </a:lnT>
                  </a:tcPr>
                </a:tc>
                <a:tc vMerge="1">
                  <a:txBody>
                    <a:bodyPr/>
                    <a:lstStyle/>
                    <a:p>
                      <a:endParaRPr lang="en-US" sz="800">
                        <a:latin typeface="+mn-lt"/>
                      </a:endParaRPr>
                    </a:p>
                  </a:txBody>
                  <a:tcPr anchor="ctr">
                    <a:lnT w="9525"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a:solidFill>
                            <a:srgbClr val="000000"/>
                          </a:solidFill>
                          <a:latin typeface="+mn-lt"/>
                        </a:rPr>
                        <a:t>Advanced agent usage insights </a:t>
                      </a:r>
                    </a:p>
                  </a:txBody>
                  <a:tcPr anchor="ctr">
                    <a:solidFill>
                      <a:schemeClr val="bg1"/>
                    </a:solidFill>
                  </a:tcPr>
                </a:tc>
                <a:tc>
                  <a:txBody>
                    <a:bodyPr/>
                    <a:lstStyle/>
                    <a:p>
                      <a:pPr marL="0" algn="l" rtl="0" eaLnBrk="1" latinLnBrk="0" hangingPunct="1"/>
                      <a:r>
                        <a:rPr lang="en-US" sz="770" kern="1200">
                          <a:solidFill>
                            <a:srgbClr val="000000"/>
                          </a:solidFill>
                          <a:latin typeface="+mn-lt"/>
                          <a:ea typeface="+mn-ea"/>
                          <a:cs typeface="+mn-cs"/>
                        </a:rPr>
                        <a:t>Advanced agent usage insights for all agents across Agent Registry, Agent Overview page, and Agent card</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691481632"/>
                  </a:ext>
                </a:extLst>
              </a:tr>
              <a:tr h="0">
                <a:tc vMerge="1">
                  <a:txBody>
                    <a:bodyPr/>
                    <a:lstStyle/>
                    <a:p>
                      <a:endParaRPr lang="en-US"/>
                    </a:p>
                  </a:txBody>
                  <a:tcPr/>
                </a:tc>
                <a:tc vMerge="1">
                  <a:txBody>
                    <a:bodyPr/>
                    <a:lstStyle/>
                    <a:p>
                      <a:endParaRPr lang="en-US"/>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kern="1200">
                          <a:solidFill>
                            <a:srgbClr val="000000"/>
                          </a:solidFill>
                          <a:latin typeface="+mn-lt"/>
                          <a:ea typeface="+mn-ea"/>
                          <a:cs typeface="+mn-cs"/>
                        </a:rPr>
                        <a:t>Agent Map</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kern="1200">
                          <a:solidFill>
                            <a:srgbClr val="000000"/>
                          </a:solidFill>
                          <a:latin typeface="+mn-lt"/>
                          <a:ea typeface="+mn-ea"/>
                          <a:cs typeface="+mn-cs"/>
                        </a:rPr>
                        <a:t>Visual representation of agent connections, usage, behavior, </a:t>
                      </a:r>
                      <a:r>
                        <a:rPr lang="en-US" sz="770" b="0" i="0" u="none" strike="noStrike" kern="1200" noProof="0">
                          <a:solidFill>
                            <a:srgbClr val="000000"/>
                          </a:solidFill>
                          <a:latin typeface="+mn-lt"/>
                          <a:ea typeface="+mn-ea"/>
                          <a:cs typeface="Segoe UI"/>
                        </a:rPr>
                        <a:t>and relationships across the tenant</a:t>
                      </a:r>
                      <a:endParaRPr lang="en-US" sz="770" kern="1200">
                        <a:solidFill>
                          <a:srgbClr val="000000"/>
                        </a:solidFill>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176110214"/>
                  </a:ext>
                </a:extLst>
              </a:tr>
              <a:tr h="0">
                <a:tc vMerge="1">
                  <a:txBody>
                    <a:bodyPr/>
                    <a:lstStyle/>
                    <a:p>
                      <a:endParaRPr lang="en-US"/>
                    </a:p>
                  </a:txBody>
                  <a:tcPr>
                    <a:lnT w="9525" cap="flat" cmpd="sng" algn="ctr">
                      <a:solidFill>
                        <a:schemeClr val="tx1">
                          <a:lumMod val="85000"/>
                          <a:lumOff val="15000"/>
                        </a:schemeClr>
                      </a:solidFill>
                      <a:prstDash val="solid"/>
                      <a:round/>
                      <a:headEnd type="none" w="med" len="med"/>
                      <a:tailEnd type="none" w="med" len="med"/>
                    </a:lnT>
                  </a:tcPr>
                </a:tc>
                <a:tc vMerge="1">
                  <a:txBody>
                    <a:bodyPr/>
                    <a:lstStyle/>
                    <a:p>
                      <a:endParaRPr lang="en-US" sz="800">
                        <a:latin typeface="+mn-lt"/>
                      </a:endParaRP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kern="1200">
                          <a:solidFill>
                            <a:srgbClr val="000000"/>
                          </a:solidFill>
                          <a:latin typeface="+mn-lt"/>
                          <a:ea typeface="+mn-ea"/>
                          <a:cs typeface="+mn-cs"/>
                        </a:rPr>
                        <a:t>Registry sync</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50" kern="1200">
                          <a:solidFill>
                            <a:srgbClr val="000000"/>
                          </a:solidFill>
                          <a:latin typeface="+mn-lt"/>
                          <a:ea typeface="+mn-ea"/>
                          <a:cs typeface="+mn-cs"/>
                        </a:rPr>
                        <a:t>Synchronize agents and agent metadata from external platforms that aren’t managed by Agent 365 into the Agent 365 registry</a:t>
                      </a:r>
                      <a:r>
                        <a:rPr lang="en-US" sz="750" kern="1200" baseline="30000">
                          <a:solidFill>
                            <a:srgbClr val="000000"/>
                          </a:solidFill>
                          <a:latin typeface="+mn-lt"/>
                          <a:ea typeface="+mn-ea"/>
                          <a:cs typeface="+mn-cs"/>
                        </a:rPr>
                        <a:t>5</a:t>
                      </a:r>
                      <a:endParaRPr lang="en-US" sz="750" b="0" i="0" u="none" strike="noStrike" kern="1200" cap="none" spc="0" normalizeH="0" baseline="3000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948225142"/>
                  </a:ext>
                </a:extLst>
              </a:tr>
              <a:tr h="0">
                <a:tc vMerge="1">
                  <a:txBody>
                    <a:bodyPr/>
                    <a:lstStyle/>
                    <a:p>
                      <a:endParaRPr lang="en-US" sz="800">
                        <a:latin typeface="+mn-lt"/>
                      </a:endParaRP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vMerge="1">
                  <a:txBody>
                    <a:bodyPr/>
                    <a:lstStyle/>
                    <a:p>
                      <a:endParaRPr lang="en-US" sz="800">
                        <a:latin typeface="+mn-lt"/>
                      </a:endParaRPr>
                    </a:p>
                  </a:txBody>
                  <a:tcPr marT="9144" marB="9144"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kern="1200">
                          <a:solidFill>
                            <a:srgbClr val="000000"/>
                          </a:solidFill>
                          <a:latin typeface="+mn-lt"/>
                          <a:ea typeface="+mn-ea"/>
                          <a:cs typeface="+mn-cs"/>
                        </a:rPr>
                        <a:t>Graph API</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50" kern="1200">
                          <a:solidFill>
                            <a:srgbClr val="000000"/>
                          </a:solidFill>
                          <a:latin typeface="+mn-lt"/>
                          <a:ea typeface="+mn-ea"/>
                          <a:cs typeface="+mn-cs"/>
                        </a:rPr>
                        <a:t>Graph API provides access to agent registry, basic metadata and governance actions.</a:t>
                      </a:r>
                      <a:endParaRPr lang="en-US" sz="750" strike="sngStrike" kern="1200" baseline="30000">
                        <a:solidFill>
                          <a:srgbClr val="000000"/>
                        </a:solidFill>
                        <a:highlight>
                          <a:srgbClr val="FFFF00"/>
                        </a:highlight>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717658369"/>
                  </a:ext>
                </a:extLst>
              </a:tr>
              <a:tr h="0">
                <a:tc rowSpan="9">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a:solidFill>
                            <a:srgbClr val="000000"/>
                          </a:solidFill>
                          <a:latin typeface="+mn-lt"/>
                        </a:rPr>
                        <a:t>Governance</a:t>
                      </a:r>
                    </a:p>
                  </a:txBody>
                  <a:tcPr marT="9144" marB="9144" anchor="ctr">
                    <a:lnR>
                      <a:noFill/>
                    </a:ln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rowSpan="2">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Entra</a:t>
                      </a:r>
                    </a:p>
                  </a:txBody>
                  <a:tcPr marT="9144" marB="9144"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Agent Identity </a:t>
                      </a:r>
                      <a:r>
                        <a:rPr lang="en-US" sz="770" b="0" i="0" u="none" strike="noStrike" kern="1200" cap="none" spc="0" normalizeH="0" baseline="0" noProof="0">
                          <a:ln>
                            <a:noFill/>
                          </a:ln>
                          <a:solidFill>
                            <a:srgbClr val="000000"/>
                          </a:solidFill>
                          <a:effectLst/>
                          <a:uLnTx/>
                          <a:uFillTx/>
                          <a:latin typeface="+mn-lt"/>
                          <a:ea typeface="+mn-ea"/>
                          <a:cs typeface="+mn-cs"/>
                        </a:rPr>
                        <a:t>Governance</a:t>
                      </a:r>
                      <a:endParaRPr kumimoji="0" lang="en-US" sz="770" b="0" i="0" u="none" strike="noStrike" kern="1200" cap="none" spc="0" normalizeH="0" baseline="30000" noProof="0">
                        <a:ln>
                          <a:noFill/>
                        </a:ln>
                        <a:solidFill>
                          <a:srgbClr val="000000"/>
                        </a:solidFill>
                        <a:effectLst/>
                        <a:uLnTx/>
                        <a:uFillTx/>
                        <a:latin typeface="+mn-lt"/>
                        <a:ea typeface="+mn-ea"/>
                        <a:cs typeface="+mn-cs"/>
                      </a:endParaRPr>
                    </a:p>
                  </a:txBody>
                  <a:tcPr anchor="ctr">
                    <a:lnL>
                      <a:noFill/>
                    </a:lnL>
                    <a:lnR>
                      <a:noFill/>
                    </a:ln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mn-lt"/>
                          <a:ea typeface="+mn-ea"/>
                          <a:cs typeface="+mn-cs"/>
                        </a:rPr>
                        <a:t>Access packages for agents to define scope of agent </a:t>
                      </a:r>
                      <a:r>
                        <a:rPr lang="en-US" sz="750" b="0" i="0" u="none" strike="noStrike" kern="1200" cap="none" spc="0" normalizeH="0" baseline="0" noProof="0">
                          <a:ln>
                            <a:noFill/>
                          </a:ln>
                          <a:solidFill>
                            <a:srgbClr val="000000"/>
                          </a:solidFill>
                          <a:effectLst/>
                          <a:uLnTx/>
                          <a:uFillTx/>
                          <a:latin typeface="+mn-lt"/>
                          <a:ea typeface="+mn-ea"/>
                          <a:cs typeface="+mn-cs"/>
                        </a:rPr>
                        <a:t>permissions</a:t>
                      </a:r>
                      <a:endParaRPr kumimoji="0" lang="en-US" sz="750" b="0" i="0" u="none" strike="sngStrike" kern="1200" cap="none" spc="0" normalizeH="0" baseline="30000" noProof="0">
                        <a:ln>
                          <a:noFill/>
                        </a:ln>
                        <a:solidFill>
                          <a:srgbClr val="000000"/>
                        </a:solidFill>
                        <a:effectLst/>
                        <a:highlight>
                          <a:srgbClr val="FFFF00"/>
                        </a:highlight>
                        <a:uLnTx/>
                        <a:uFillTx/>
                        <a:latin typeface="+mn-lt"/>
                        <a:ea typeface="+mn-ea"/>
                        <a:cs typeface="+mn-cs"/>
                      </a:endParaRPr>
                    </a:p>
                  </a:txBody>
                  <a:tcPr anchor="ctr">
                    <a:lnL>
                      <a:noFill/>
                    </a:lnL>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4064105437"/>
                  </a:ext>
                </a:extLst>
              </a:tr>
              <a:tr h="0">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no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Lifecycle management for agents</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mn-lt"/>
                          <a:ea typeface="+mn-ea"/>
                          <a:cs typeface="+mn-cs"/>
                        </a:rPr>
                        <a:t>Built‑in Entra lifecycle policies automate sponsor‑driven workflows to maintain accountability</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lvl="0" algn="ctr">
                        <a:lnSpc>
                          <a:spcPct val="100000"/>
                        </a:lnSpc>
                        <a:spcBef>
                          <a:spcPts val="0"/>
                        </a:spcBef>
                        <a:spcAft>
                          <a:spcPts val="0"/>
                        </a:spcAft>
                        <a:buNone/>
                      </a:pPr>
                      <a:r>
                        <a:rPr lang="en-US" sz="1200" b="0" i="1" u="none" strike="noStrike" kern="1200" cap="none" spc="0" normalizeH="0" baseline="0" noProof="0">
                          <a:ln>
                            <a:noFill/>
                          </a:ln>
                          <a:solidFill>
                            <a:srgbClr val="000000"/>
                          </a:solidFill>
                          <a:effectLst/>
                          <a:uLnTx/>
                          <a:uFillTx/>
                          <a:latin typeface="Segoe UI"/>
                          <a:ea typeface="+mn-ea"/>
                          <a:cs typeface="Segoe UI"/>
                        </a:rPr>
                        <a:t>•</a:t>
                      </a:r>
                      <a:endParaRPr lang="en-US" sz="1200" b="0" i="0" u="none" strike="noStrike" kern="1200" cap="none" spc="0" normalizeH="0" baseline="0" noProof="0">
                        <a:ln>
                          <a:noFill/>
                        </a:ln>
                        <a:solidFill>
                          <a:srgbClr val="000000"/>
                        </a:solidFill>
                        <a:effectLst/>
                        <a:uLnTx/>
                        <a:uFillTx/>
                        <a:latin typeface="Segoe UI"/>
                        <a:ea typeface="+mn-ea"/>
                        <a:cs typeface="Segoe UI"/>
                      </a:endParaRPr>
                    </a:p>
                  </a:txBody>
                  <a:tcPr marT="9144" marB="9144" anchor="ctr">
                    <a:solidFill>
                      <a:srgbClr val="CFEAFF"/>
                    </a:solidFill>
                  </a:tcPr>
                </a:tc>
                <a:extLst>
                  <a:ext uri="{0D108BD9-81ED-4DB2-BD59-A6C34878D82A}">
                    <a16:rowId xmlns:a16="http://schemas.microsoft.com/office/drawing/2014/main" val="3995972104"/>
                  </a:ext>
                </a:extLst>
              </a:tr>
              <a:tr h="0">
                <a:tc vMerge="1">
                  <a:txBody>
                    <a:bodyPr/>
                    <a:lstStyle/>
                    <a:p>
                      <a:endParaRPr lang="en-US"/>
                    </a:p>
                  </a:txBody>
                  <a:tcPr/>
                </a:tc>
                <a:tc rowSpan="4">
                  <a:txBody>
                    <a:bodyPr/>
                    <a:lstStyle/>
                    <a:p>
                      <a:r>
                        <a:rPr lang="en-US" sz="770">
                          <a:solidFill>
                            <a:srgbClr val="000000"/>
                          </a:solidFill>
                          <a:latin typeface="+mn-lt"/>
                        </a:rPr>
                        <a:t>Microsoft 365 admin center</a:t>
                      </a:r>
                      <a:r>
                        <a:rPr kumimoji="0" lang="en-US" sz="770" b="0" i="0" u="none" strike="noStrike" kern="1200" cap="none" spc="0" normalizeH="0" baseline="30000" noProof="0">
                          <a:ln>
                            <a:noFill/>
                          </a:ln>
                          <a:solidFill>
                            <a:srgbClr val="000000"/>
                          </a:solidFill>
                          <a:effectLst/>
                          <a:uLnTx/>
                          <a:uFillTx/>
                          <a:latin typeface="+mn-lt"/>
                          <a:ea typeface="+mn-ea"/>
                          <a:cs typeface="+mn-cs"/>
                        </a:rPr>
                        <a:t>3</a:t>
                      </a:r>
                      <a:endParaRPr lang="en-US" sz="770" baseline="30000">
                        <a:solidFill>
                          <a:srgbClr val="000000"/>
                        </a:solidFill>
                        <a:latin typeface="+mn-lt"/>
                      </a:endParaRPr>
                    </a:p>
                  </a:txBody>
                  <a:tcPr marT="9144" marB="9144"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70" b="0" i="0" u="none" strike="noStrike" kern="1200" cap="none" spc="0" normalizeH="0" baseline="0" noProof="0">
                          <a:ln>
                            <a:noFill/>
                          </a:ln>
                          <a:solidFill>
                            <a:srgbClr val="000000"/>
                          </a:solidFill>
                          <a:effectLst/>
                          <a:highlight>
                            <a:srgbClr val="FFFFFF"/>
                          </a:highlight>
                          <a:uLnTx/>
                          <a:uFillTx/>
                          <a:latin typeface="+mn-lt"/>
                        </a:rPr>
                        <a:t>Admin agent governance actions</a:t>
                      </a:r>
                      <a:endParaRPr kumimoji="0" lang="en-US" sz="770" b="0" i="0" u="none" strike="noStrike" kern="1200" cap="none" spc="0" normalizeH="0" baseline="0" noProof="0">
                        <a:ln>
                          <a:noFill/>
                        </a:ln>
                        <a:solidFill>
                          <a:srgbClr val="000000"/>
                        </a:solidFill>
                        <a:effectLst/>
                        <a:highlight>
                          <a:srgbClr val="FFFFFF"/>
                        </a:highlight>
                        <a:uLnTx/>
                        <a:uFillTx/>
                        <a:latin typeface="+mn-lt"/>
                        <a:ea typeface="+mn-ea"/>
                        <a:cs typeface="+mn-cs"/>
                      </a:endParaRP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50" b="0" i="0" u="none" strike="noStrike" kern="1200" cap="none" spc="0" normalizeH="0" baseline="0" noProof="0">
                          <a:ln>
                            <a:noFill/>
                          </a:ln>
                          <a:solidFill>
                            <a:srgbClr val="000000"/>
                          </a:solidFill>
                          <a:effectLst/>
                          <a:uLnTx/>
                          <a:uFillTx/>
                          <a:latin typeface="+mn-lt"/>
                        </a:rPr>
                        <a:t>Admin agent governance actions (publish, deploy, block, delete, approve, assign agents to specific user/groups, reassign agent owner, pin, etc.)</a:t>
                      </a:r>
                      <a:endParaRPr kumimoji="0" lang="en-US" sz="75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ctr" defTabSz="932742">
                        <a:lnSpc>
                          <a:spcPct val="100000"/>
                        </a:lnSpc>
                        <a:spcBef>
                          <a:spcPts val="0"/>
                        </a:spcBef>
                        <a:spcAft>
                          <a:spcPts val="0"/>
                        </a:spcAft>
                        <a:buNone/>
                        <a:tabLst/>
                        <a:defRPr/>
                      </a:pPr>
                      <a:r>
                        <a:rPr lang="en-US" sz="1200" b="0" i="1" u="none" strike="noStrike" kern="1200" cap="none" spc="0" normalizeH="0" baseline="0" noProof="0">
                          <a:ln>
                            <a:noFill/>
                          </a:ln>
                          <a:solidFill>
                            <a:srgbClr val="000000"/>
                          </a:solidFill>
                          <a:effectLst/>
                          <a:uLnTx/>
                          <a:uFillTx/>
                          <a:latin typeface="+mn-lt"/>
                          <a:ea typeface="+mn-ea"/>
                          <a:cs typeface="Segoe UI"/>
                        </a:rPr>
                        <a:t>•</a:t>
                      </a:r>
                      <a:endParaRPr kumimoji="0" lang="en-US" sz="1200" i="1">
                        <a:solidFill>
                          <a:srgbClr val="000000"/>
                        </a:solidFill>
                        <a:latin typeface="+mn-lt"/>
                      </a:endParaRPr>
                    </a:p>
                  </a:txBody>
                  <a:tcPr marT="9144" marB="9144" anchor="ctr">
                    <a:solidFill>
                      <a:schemeClr val="bg1">
                        <a:lumMod val="95000"/>
                      </a:schemeClr>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73997988"/>
                  </a:ext>
                </a:extLst>
              </a:tr>
              <a:tr h="271611">
                <a:tc vMerge="1">
                  <a:txBody>
                    <a:bodyPr/>
                    <a:lstStyle/>
                    <a:p>
                      <a:endParaRPr lang="en-US"/>
                    </a:p>
                  </a:txBody>
                  <a:tcPr/>
                </a:tc>
                <a:tc vMerge="1">
                  <a:txBody>
                    <a:bodyPr/>
                    <a:lstStyle/>
                    <a:p>
                      <a:endParaRPr lang="en-US"/>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70" b="0" i="0" u="none" strike="noStrike" kern="1200" cap="none" spc="0" normalizeH="0" baseline="0" noProof="0">
                          <a:ln>
                            <a:noFill/>
                          </a:ln>
                          <a:solidFill>
                            <a:srgbClr val="000000"/>
                          </a:solidFill>
                          <a:effectLst/>
                          <a:uLnTx/>
                          <a:uFillTx/>
                          <a:latin typeface="+mn-lt"/>
                          <a:ea typeface="+mn-ea"/>
                          <a:cs typeface="+mn-cs"/>
                        </a:rPr>
                        <a:t>Automate agent lifecycle actions </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50" b="0" i="0" u="none" strike="noStrike" kern="1200" cap="none" spc="0" normalizeH="0" baseline="0" noProof="0">
                          <a:ln>
                            <a:noFill/>
                          </a:ln>
                          <a:solidFill>
                            <a:srgbClr val="000000"/>
                          </a:solidFill>
                          <a:effectLst/>
                          <a:uLnTx/>
                          <a:uFillTx/>
                          <a:latin typeface="+mn-lt"/>
                          <a:ea typeface="+mn-ea"/>
                          <a:cs typeface="+mn-cs"/>
                        </a:rPr>
                        <a:t>Automate agent lifecycle actions using conditions-based rules</a:t>
                      </a:r>
                      <a:r>
                        <a:rPr lang="en-US" sz="750" b="0" i="0" u="none" strike="noStrike" kern="1200" cap="none" spc="0" normalizeH="0" baseline="30000" noProof="0">
                          <a:ln>
                            <a:noFill/>
                          </a:ln>
                          <a:solidFill>
                            <a:srgbClr val="000000"/>
                          </a:solidFill>
                          <a:effectLst/>
                          <a:uLnTx/>
                          <a:uFillTx/>
                          <a:latin typeface="+mn-lt"/>
                          <a:ea typeface="+mn-ea"/>
                          <a:cs typeface="+mn-cs"/>
                        </a:rPr>
                        <a:t>6</a:t>
                      </a:r>
                    </a:p>
                  </a:txBody>
                  <a:tcPr anchor="ctr">
                    <a:solidFill>
                      <a:schemeClr val="bg1"/>
                    </a:solidFill>
                  </a:tcPr>
                </a:tc>
                <a:tc>
                  <a:txBody>
                    <a:bodyPr/>
                    <a:lstStyle/>
                    <a:p>
                      <a:pPr marL="0" marR="0" lvl="0" indent="0" algn="ctr" defTabSz="932742">
                        <a:lnSpc>
                          <a:spcPct val="100000"/>
                        </a:lnSpc>
                        <a:spcBef>
                          <a:spcPts val="0"/>
                        </a:spcBef>
                        <a:spcAft>
                          <a:spcPts val="0"/>
                        </a:spcAft>
                        <a:buNone/>
                        <a:tabLst/>
                        <a:defRPr/>
                      </a:pPr>
                      <a:endParaRPr kumimoji="0" lang="en-US" sz="1200">
                        <a:solidFill>
                          <a:srgbClr val="000000"/>
                        </a:solidFill>
                        <a:latin typeface="+mn-lt"/>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2719802381"/>
                  </a:ext>
                </a:extLst>
              </a:tr>
              <a:tr h="0">
                <a:tc vMerge="1">
                  <a:txBody>
                    <a:bodyPr/>
                    <a:lstStyle/>
                    <a:p>
                      <a:endParaRPr lang="en-US"/>
                    </a:p>
                  </a:txBody>
                  <a:tcPr>
                    <a:lnT w="9525" cap="flat" cmpd="sng" algn="ctr">
                      <a:solidFill>
                        <a:schemeClr val="tx1">
                          <a:lumMod val="85000"/>
                          <a:lumOff val="15000"/>
                        </a:schemeClr>
                      </a:solidFill>
                      <a:prstDash val="solid"/>
                      <a:round/>
                      <a:headEnd type="none" w="med" len="med"/>
                      <a:tailEnd type="none" w="med" len="med"/>
                    </a:lnT>
                  </a:tcPr>
                </a:tc>
                <a:tc vMerge="1">
                  <a:txBody>
                    <a:bodyPr/>
                    <a:lstStyle/>
                    <a:p>
                      <a:endParaRPr lang="en-US"/>
                    </a:p>
                  </a:txBody>
                  <a:tcPr>
                    <a:lnT w="9525" cap="flat" cmpd="sng" algn="ctr">
                      <a:solidFill>
                        <a:schemeClr val="tx1"/>
                      </a:solidFill>
                      <a:prstDash val="solid"/>
                      <a:round/>
                      <a:headEnd type="none" w="med" len="med"/>
                      <a:tailEnd type="none" w="med" len="med"/>
                    </a:lnT>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b="0" i="0" u="none" strike="noStrike" kern="1200" cap="none" spc="0" normalizeH="0" baseline="0">
                          <a:ln>
                            <a:noFill/>
                          </a:ln>
                          <a:solidFill>
                            <a:srgbClr val="000000"/>
                          </a:solidFill>
                          <a:effectLst/>
                          <a:uLnTx/>
                          <a:uFillTx/>
                          <a:latin typeface="+mn-lt"/>
                          <a:ea typeface="+mn-ea"/>
                          <a:cs typeface="+mn-cs"/>
                        </a:rPr>
                        <a:t>Tool controls for agents </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70" b="0" i="0" u="none" strike="noStrike" kern="1200" cap="none" spc="0" normalizeH="0" baseline="0">
                          <a:ln>
                            <a:noFill/>
                          </a:ln>
                          <a:solidFill>
                            <a:srgbClr val="000000"/>
                          </a:solidFill>
                          <a:effectLst/>
                          <a:uLnTx/>
                          <a:uFillTx/>
                          <a:latin typeface="+mn-lt"/>
                          <a:ea typeface="+mn-ea"/>
                          <a:cs typeface="+mn-cs"/>
                        </a:rPr>
                        <a:t>Control which tools (including Microsoft MCP servers) agents can access tenant-wide</a:t>
                      </a:r>
                    </a:p>
                  </a:txBody>
                  <a:tcPr anchor="ctr">
                    <a:solidFill>
                      <a:schemeClr val="bg1"/>
                    </a:solidFill>
                  </a:tcPr>
                </a:tc>
                <a:tc>
                  <a:txBody>
                    <a:bodyPr/>
                    <a:lstStyle/>
                    <a:p>
                      <a:pPr marL="0" marR="0" lvl="0" indent="0" algn="ctr" defTabSz="932742">
                        <a:lnSpc>
                          <a:spcPct val="100000"/>
                        </a:lnSpc>
                        <a:spcBef>
                          <a:spcPts val="0"/>
                        </a:spcBef>
                        <a:spcAft>
                          <a:spcPts val="0"/>
                        </a:spcAft>
                        <a:buNone/>
                        <a:tabLst/>
                        <a:defRPr/>
                      </a:pPr>
                      <a:endParaRPr kumimoji="0" lang="en-US" sz="1200">
                        <a:solidFill>
                          <a:srgbClr val="000000"/>
                        </a:solidFill>
                        <a:latin typeface="+mn-lt"/>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146261945"/>
                  </a:ext>
                </a:extLst>
              </a:tr>
              <a:tr h="0">
                <a:tc vMerge="1">
                  <a:txBody>
                    <a:bodyPr/>
                    <a:lstStyle/>
                    <a:p>
                      <a:endParaRPr/>
                    </a:p>
                  </a:txBody>
                  <a:tcPr anchor="ct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Policy templates for agents</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Policy templates to apply consistent security and compliance controls to agents</a:t>
                      </a:r>
                    </a:p>
                  </a:txBody>
                  <a:tcPr anchor="ctr">
                    <a:solidFill>
                      <a:schemeClr val="bg1"/>
                    </a:solidFill>
                  </a:tcPr>
                </a:tc>
                <a:tc>
                  <a:txBody>
                    <a:bodyPr/>
                    <a:lstStyle/>
                    <a:p>
                      <a:pPr marL="0" marR="0" lvl="0" indent="0" algn="ctr" defTabSz="932742">
                        <a:lnSpc>
                          <a:spcPct val="100000"/>
                        </a:lnSpc>
                        <a:spcBef>
                          <a:spcPts val="0"/>
                        </a:spcBef>
                        <a:spcAft>
                          <a:spcPts val="0"/>
                        </a:spcAft>
                        <a:buNone/>
                        <a:tabLst/>
                        <a:defRPr/>
                      </a:pPr>
                      <a:endParaRPr kumimoji="0" lang="en-US" sz="1200">
                        <a:solidFill>
                          <a:srgbClr val="000000"/>
                        </a:solidFill>
                        <a:latin typeface="+mn-lt"/>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807324095"/>
                  </a:ext>
                </a:extLst>
              </a:tr>
              <a:tr h="0">
                <a:tc vMerge="1">
                  <a:txBody>
                    <a:bodyPr/>
                    <a:lstStyle/>
                    <a:p>
                      <a:endParaRPr/>
                    </a:p>
                  </a:txBody>
                  <a:tcPr anchor="ctr">
                    <a:lnT w="9525" cap="flat" cmpd="sng" algn="ctr">
                      <a:solidFill>
                        <a:schemeClr val="tx1">
                          <a:lumMod val="85000"/>
                          <a:lumOff val="15000"/>
                        </a:schemeClr>
                      </a:solidFill>
                      <a:prstDash val="solid"/>
                      <a:round/>
                      <a:headEnd type="none" w="med" len="med"/>
                      <a:tailEnd type="none" w="med" len="med"/>
                    </a:lnT>
                  </a:tcPr>
                </a:tc>
                <a:tc rowSpan="3">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Purview</a:t>
                      </a:r>
                    </a:p>
                  </a:txBody>
                  <a:tcPr marT="9144" marB="9144"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Audit logs and eDiscovery for agent activity</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mn-lt"/>
                          <a:ea typeface="+mn-ea"/>
                          <a:cs typeface="+mn-cs"/>
                        </a:rPr>
                        <a:t>Audit logs of agent activities</a:t>
                      </a:r>
                      <a:r>
                        <a:rPr kumimoji="0" lang="en-US" sz="750" b="0" i="0" u="none" strike="noStrike" kern="1200" cap="none" spc="0" normalizeH="0" baseline="30000" noProof="0">
                          <a:ln>
                            <a:noFill/>
                          </a:ln>
                          <a:solidFill>
                            <a:srgbClr val="000000"/>
                          </a:solidFill>
                          <a:effectLst/>
                          <a:uLnTx/>
                          <a:uFillTx/>
                          <a:latin typeface="+mn-lt"/>
                          <a:ea typeface="+mn-ea"/>
                          <a:cs typeface="+mn-cs"/>
                        </a:rPr>
                        <a:t> </a:t>
                      </a:r>
                      <a:r>
                        <a:rPr kumimoji="0" lang="en-US" sz="750" b="0" i="0" u="none" strike="noStrike" kern="1200" cap="none" spc="0" normalizeH="0" baseline="0" noProof="0">
                          <a:ln>
                            <a:noFill/>
                          </a:ln>
                          <a:solidFill>
                            <a:srgbClr val="000000"/>
                          </a:solidFill>
                          <a:effectLst/>
                          <a:uLnTx/>
                          <a:uFillTx/>
                          <a:latin typeface="+mn-lt"/>
                          <a:ea typeface="+mn-ea"/>
                          <a:cs typeface="+mn-cs"/>
                        </a:rPr>
                        <a:t>and eDiscovery (content search)</a:t>
                      </a:r>
                      <a:r>
                        <a:rPr lang="en-US" sz="750" b="0" i="0" u="none" strike="noStrike" kern="1200" cap="none" spc="0" normalizeH="0" baseline="30000" noProof="0">
                          <a:ln>
                            <a:noFill/>
                          </a:ln>
                          <a:solidFill>
                            <a:srgbClr val="000000"/>
                          </a:solidFill>
                          <a:effectLst/>
                          <a:uLnTx/>
                          <a:uFillTx/>
                          <a:latin typeface="+mn-lt"/>
                          <a:ea typeface="+mn-ea"/>
                          <a:cs typeface="+mn-cs"/>
                        </a:rPr>
                        <a:t>7</a:t>
                      </a:r>
                      <a:r>
                        <a:rPr kumimoji="0" lang="en-US" sz="750" b="0" i="0" u="none" strike="noStrike" kern="1200" cap="none" spc="0" normalizeH="0" baseline="0" noProof="0">
                          <a:ln>
                            <a:noFill/>
                          </a:ln>
                          <a:solidFill>
                            <a:srgbClr val="000000"/>
                          </a:solidFill>
                          <a:effectLst/>
                          <a:uLnTx/>
                          <a:uFillTx/>
                          <a:latin typeface="+mn-lt"/>
                          <a:ea typeface="+mn-ea"/>
                          <a:cs typeface="+mn-cs"/>
                        </a:rPr>
                        <a:t> of agent interaction to export and hold for legal, regulatory and investigative needs</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chemeClr val="bg1">
                        <a:lumMod val="95000"/>
                      </a:schemeClr>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87081861"/>
                  </a:ext>
                </a:extLst>
              </a:tr>
              <a:tr h="326136">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200">
                        <a:latin typeface="+mn-lt"/>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Data Lifecyle Management for agent data and interactions</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Data Lifecyle Management for agent generated data and interactions in line with regulations and org policies</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691765571"/>
                  </a:ext>
                </a:extLst>
              </a:tr>
              <a:tr h="0">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200">
                        <a:latin typeface="+mn-lt"/>
                      </a:endParaRPr>
                    </a:p>
                  </a:txBody>
                  <a:tcPr anchor="ctr">
                    <a:lnT w="9525" cap="flat" cmpd="sng" algn="ctr">
                      <a:solidFill>
                        <a:schemeClr val="tx1">
                          <a:lumMod val="85000"/>
                          <a:lumOff val="15000"/>
                        </a:schemeClr>
                      </a:solidFill>
                      <a:prstDash val="solid"/>
                      <a:round/>
                      <a:headEnd type="none" w="med" len="med"/>
                      <a:tailEnd type="none" w="med" len="med"/>
                    </a:lnT>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solidFill>
                      <a:prstDash val="solid"/>
                      <a:round/>
                      <a:headEnd type="none" w="med" len="med"/>
                      <a:tailEnd type="none" w="med" len="med"/>
                    </a:lnT>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Communication Compliance for agents</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mn-lt"/>
                          <a:ea typeface="+mn-ea"/>
                          <a:cs typeface="+mn-cs"/>
                        </a:rPr>
                        <a:t>Detect and review non-compliant agent interactions, extend compliance manager to agents to assess, manage, and demonstrate AI compliance</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2108713457"/>
                  </a:ext>
                </a:extLst>
              </a:tr>
            </a:tbl>
          </a:graphicData>
        </a:graphic>
      </p:graphicFrame>
      <p:sp>
        <p:nvSpPr>
          <p:cNvPr id="15" name="TextBox 14">
            <a:extLst>
              <a:ext uri="{FF2B5EF4-FFF2-40B4-BE49-F238E27FC236}">
                <a16:creationId xmlns:a16="http://schemas.microsoft.com/office/drawing/2014/main" id="{9A3AD1FD-FA30-D19E-DDB0-A94D3A081016}"/>
              </a:ext>
            </a:extLst>
          </p:cNvPr>
          <p:cNvSpPr txBox="1"/>
          <p:nvPr/>
        </p:nvSpPr>
        <p:spPr>
          <a:xfrm>
            <a:off x="6151786" y="5621336"/>
            <a:ext cx="5937089" cy="1077218"/>
          </a:xfrm>
          <a:prstGeom prst="rect">
            <a:avLst/>
          </a:prstGeom>
          <a:noFill/>
        </p:spPr>
        <p:txBody>
          <a:bodyPr wrap="square" lIns="0" tIns="0" rIns="0" bIns="0" rtlCol="0" anchor="t">
            <a:spAutoFit/>
          </a:bodyPr>
          <a:lstStyle/>
          <a:p>
            <a:pPr marL="228600" indent="-228600" defTabSz="914367">
              <a:buFont typeface="+mj-lt"/>
              <a:buAutoNum type="arabicPeriod" startAt="8"/>
              <a:defRPr/>
            </a:pPr>
            <a:r>
              <a:rPr lang="en-US" sz="700">
                <a:solidFill>
                  <a:srgbClr val="000000"/>
                </a:solidFill>
              </a:rPr>
              <a:t>Using network capabilities inclusive of threat intelligence filtering, Web and URL filtering, prompt injection protection, and network file filtering </a:t>
            </a:r>
            <a:endParaRPr lang="en-US" sz="700">
              <a:solidFill>
                <a:srgbClr val="000000"/>
              </a:solidFill>
              <a:cs typeface="Segoe UI"/>
            </a:endParaRPr>
          </a:p>
          <a:p>
            <a:pPr marL="228600" indent="-228600" defTabSz="914367">
              <a:buFont typeface="+mj-lt"/>
              <a:buAutoNum type="arabicPeriod" startAt="8"/>
              <a:defRPr/>
            </a:pPr>
            <a:r>
              <a:rPr lang="en-US" sz="700">
                <a:solidFill>
                  <a:srgbClr val="000000"/>
                </a:solidFill>
              </a:rPr>
              <a:t>Applicable to agents running on Entra registered devices with a Global Secure Access client installed.</a:t>
            </a:r>
            <a:endParaRPr lang="en-US" sz="800">
              <a:cs typeface="Segoe UI"/>
            </a:endParaRPr>
          </a:p>
          <a:p>
            <a:pPr marL="228600" indent="-228600" defTabSz="914367">
              <a:buFont typeface="+mj-lt"/>
              <a:buAutoNum type="arabicPeriod" startAt="8"/>
              <a:defRPr/>
            </a:pPr>
            <a:r>
              <a:rPr lang="en-US" sz="700">
                <a:solidFill>
                  <a:srgbClr val="000000"/>
                </a:solidFill>
              </a:rPr>
              <a:t>Discovery and blocking of unsanctioned local agents on endpoints are included in Microsoft 365 E5 and E7 subscriptions, and for customers that have deployed Microsoft Defender for Endpoint and Intune, it can be managed through the Agent 365 experience in Microsoft 365 Admin Center or through Defender and Intune portals. </a:t>
            </a:r>
          </a:p>
          <a:p>
            <a:pPr marL="228600" indent="-228600" defTabSz="914367">
              <a:buFont typeface="+mj-lt"/>
              <a:buAutoNum type="arabicPeriod" startAt="8"/>
              <a:defRPr/>
            </a:pPr>
            <a:r>
              <a:rPr lang="en-US" sz="700">
                <a:solidFill>
                  <a:srgbClr val="000000"/>
                </a:solidFill>
              </a:rPr>
              <a:t>Features expected to be in public preview in June.</a:t>
            </a:r>
          </a:p>
          <a:p>
            <a:pPr marL="228600" indent="-228600" defTabSz="914367">
              <a:buFont typeface="+mj-lt"/>
              <a:buAutoNum type="arabicPeriod" startAt="8"/>
              <a:defRPr/>
            </a:pPr>
            <a:r>
              <a:rPr lang="en-US" sz="700">
                <a:solidFill>
                  <a:srgbClr val="000000"/>
                </a:solidFill>
              </a:rPr>
              <a:t>Defender features listed here are currently in public preview and will be included in the existing A365 license. Please refer to the Microsoft 365 public roadmap for the GA timeline.</a:t>
            </a:r>
            <a:endParaRPr lang="en-US" sz="700">
              <a:solidFill>
                <a:srgbClr val="000000"/>
              </a:solidFill>
              <a:cs typeface="Segoe UI"/>
            </a:endParaRPr>
          </a:p>
          <a:p>
            <a:pPr marL="228600" indent="-228600" defTabSz="914367">
              <a:buFont typeface="+mj-lt"/>
              <a:buAutoNum type="arabicPeriod" startAt="8"/>
              <a:defRPr/>
            </a:pPr>
            <a:r>
              <a:rPr lang="en-US" sz="700">
                <a:solidFill>
                  <a:srgbClr val="000000"/>
                </a:solidFill>
                <a:cs typeface="Segoe UI"/>
              </a:rPr>
              <a:t>Defender Threat Investigation and Hunting will require a user to be licensed for Microsoft Defender for Cloud Apps.</a:t>
            </a:r>
          </a:p>
          <a:p>
            <a:pPr marL="228600" indent="-228600" defTabSz="914367">
              <a:buFont typeface="+mj-lt"/>
              <a:buAutoNum type="arabicPeriod" startAt="8"/>
              <a:defRPr/>
            </a:pPr>
            <a:r>
              <a:rPr lang="en-US" sz="700">
                <a:solidFill>
                  <a:srgbClr val="000000"/>
                </a:solidFill>
                <a:cs typeface="Segoe UI"/>
              </a:rPr>
              <a:t>Also requires Windows 365 for Agents.</a:t>
            </a:r>
            <a:endParaRPr lang="en-US" sz="700">
              <a:solidFill>
                <a:srgbClr val="000000"/>
              </a:solidFill>
            </a:endParaRPr>
          </a:p>
        </p:txBody>
      </p:sp>
      <p:sp>
        <p:nvSpPr>
          <p:cNvPr id="17" name="TextBox 16">
            <a:extLst>
              <a:ext uri="{FF2B5EF4-FFF2-40B4-BE49-F238E27FC236}">
                <a16:creationId xmlns:a16="http://schemas.microsoft.com/office/drawing/2014/main" id="{AC06CA5F-6F71-2B26-01B6-ED94E2CA70FA}"/>
              </a:ext>
            </a:extLst>
          </p:cNvPr>
          <p:cNvSpPr txBox="1"/>
          <p:nvPr/>
        </p:nvSpPr>
        <p:spPr>
          <a:xfrm>
            <a:off x="158911" y="5621336"/>
            <a:ext cx="5861571" cy="969496"/>
          </a:xfrm>
          <a:prstGeom prst="rect">
            <a:avLst/>
          </a:prstGeom>
          <a:noFill/>
        </p:spPr>
        <p:txBody>
          <a:bodyPr wrap="square" lIns="0" tIns="0" rIns="0" bIns="0" rtlCol="0" anchor="t">
            <a:spAutoFit/>
          </a:bodyPr>
          <a:lstStyle/>
          <a:p>
            <a:pPr marL="228600" lvl="0" indent="-228600" defTabSz="914367">
              <a:buFont typeface="+mj-lt"/>
              <a:buAutoNum type="arabicPeriod"/>
              <a:defRPr/>
            </a:pPr>
            <a:r>
              <a:rPr lang="en-US" sz="700">
                <a:solidFill>
                  <a:srgbClr val="000000"/>
                </a:solidFill>
              </a:rPr>
              <a:t>Included with Microsoft 365 and Azure subscription except for where noted, Microsoft 365 E5 required. </a:t>
            </a:r>
            <a:endParaRPr lang="en-US" sz="700">
              <a:solidFill>
                <a:srgbClr val="000000"/>
              </a:solidFill>
              <a:cs typeface="Segoe UI"/>
            </a:endParaRPr>
          </a:p>
          <a:p>
            <a:pPr marL="228600" lvl="0" indent="-228600" defTabSz="914367">
              <a:buFont typeface="+mj-lt"/>
              <a:buAutoNum type="arabicPeriod"/>
              <a:defRPr/>
            </a:pPr>
            <a:r>
              <a:rPr lang="en-US" sz="700">
                <a:solidFill>
                  <a:srgbClr val="000000"/>
                </a:solidFill>
              </a:rPr>
              <a:t>Agent ID is a feature of the Entra platform and is needed for policies, governance, and security protection including ATG configuration.</a:t>
            </a:r>
          </a:p>
          <a:p>
            <a:pPr marL="228600" lvl="0" indent="-228600" defTabSz="914367">
              <a:buFont typeface="+mj-lt"/>
              <a:buAutoNum type="arabicPeriod"/>
              <a:defRPr/>
            </a:pPr>
            <a:r>
              <a:rPr lang="en-US" sz="700">
                <a:solidFill>
                  <a:srgbClr val="000000"/>
                </a:solidFill>
              </a:rPr>
              <a:t>Available for agents with delegated access and agents with their own access operating behind the scenes. Please refer to the Microsoft 365 public roadmap for GA timeline for agents with their own access and that participate in team workflows.</a:t>
            </a:r>
            <a:endParaRPr lang="en-US" sz="700">
              <a:solidFill>
                <a:srgbClr val="000000"/>
              </a:solidFill>
              <a:cs typeface="Segoe UI"/>
            </a:endParaRPr>
          </a:p>
          <a:p>
            <a:pPr marL="228600" indent="-228600" defTabSz="914367">
              <a:buFont typeface="+mj-lt"/>
              <a:buAutoNum type="arabicPeriod"/>
              <a:defRPr/>
            </a:pPr>
            <a:r>
              <a:rPr lang="en-US" sz="700">
                <a:solidFill>
                  <a:srgbClr val="000000"/>
                </a:solidFill>
              </a:rPr>
              <a:t>Unified Agent Registry powers agent inventories in Defender, Purview</a:t>
            </a:r>
          </a:p>
          <a:p>
            <a:pPr marL="228600" lvl="0" indent="-228600" defTabSz="914367">
              <a:buAutoNum type="arabicPeriod"/>
              <a:defRPr/>
            </a:pPr>
            <a:r>
              <a:rPr lang="en-US" sz="700">
                <a:solidFill>
                  <a:srgbClr val="000000"/>
                </a:solidFill>
              </a:rPr>
              <a:t>Currently in public preview and will be included in the existing A365 license. Refer to the Microsoft 365 public roadmap for the GA timeline</a:t>
            </a:r>
            <a:endParaRPr lang="en-US" sz="700">
              <a:solidFill>
                <a:srgbClr val="000000"/>
              </a:solidFill>
              <a:cs typeface="Segoe UI"/>
            </a:endParaRPr>
          </a:p>
          <a:p>
            <a:pPr marL="228600" indent="-228600" defTabSz="914367">
              <a:buAutoNum type="arabicPeriod"/>
              <a:defRPr/>
            </a:pPr>
            <a:r>
              <a:rPr lang="en-US" sz="700">
                <a:solidFill>
                  <a:srgbClr val="000000"/>
                </a:solidFill>
              </a:rPr>
              <a:t>Bulk reassignment of ownerless agents built in Agent Builder and bulk deployment of Microsoft-built agents available as of May 1. Additional standard rules and customizable rules to follow.</a:t>
            </a:r>
          </a:p>
          <a:p>
            <a:pPr marL="228600" lvl="0" indent="-228600" defTabSz="914367">
              <a:buAutoNum type="arabicPeriod"/>
              <a:defRPr/>
            </a:pPr>
            <a:r>
              <a:rPr lang="en-US" sz="700">
                <a:solidFill>
                  <a:srgbClr val="000000"/>
                </a:solidFill>
              </a:rPr>
              <a:t>Only content search is included with Microsoft Cloud subscription. Post discovery data export and hold is charged to the customer</a:t>
            </a:r>
            <a:endParaRPr lang="en-US" sz="700" strike="sngStrike">
              <a:solidFill>
                <a:srgbClr val="000000"/>
              </a:solidFill>
              <a:highlight>
                <a:srgbClr val="FFFF00"/>
              </a:highlight>
            </a:endParaRPr>
          </a:p>
        </p:txBody>
      </p:sp>
    </p:spTree>
    <p:extLst>
      <p:ext uri="{BB962C8B-B14F-4D97-AF65-F5344CB8AC3E}">
        <p14:creationId xmlns:p14="http://schemas.microsoft.com/office/powerpoint/2010/main" val="66108655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52C62-071D-7E49-7464-EC02AF0E7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6A93A-DBC6-BDA7-596D-8C821BD7A2C2}"/>
              </a:ext>
            </a:extLst>
          </p:cNvPr>
          <p:cNvSpPr>
            <a:spLocks noGrp="1"/>
          </p:cNvSpPr>
          <p:nvPr>
            <p:ph type="title"/>
          </p:nvPr>
        </p:nvSpPr>
        <p:spPr>
          <a:xfrm>
            <a:off x="414367" y="0"/>
            <a:ext cx="8193024" cy="800219"/>
          </a:xfrm>
        </p:spPr>
        <p:txBody>
          <a:bodyPr/>
          <a:lstStyle/>
          <a:p>
            <a:r>
              <a:rPr lang="en-US">
                <a:cs typeface="Segoe UI Semibold"/>
              </a:rPr>
              <a:t>Agent 365 Placemat (2 of 2)</a:t>
            </a:r>
            <a:br>
              <a:rPr lang="en-US">
                <a:cs typeface="Segoe UI Semibold"/>
              </a:rPr>
            </a:br>
            <a:r>
              <a:rPr lang="en-US" sz="1100" i="1"/>
              <a:t>A365 provides enterprises observability, security, and governance for AI agents</a:t>
            </a:r>
            <a:br>
              <a:rPr lang="en-US"/>
            </a:br>
            <a:endParaRPr lang="en-US"/>
          </a:p>
        </p:txBody>
      </p:sp>
      <p:graphicFrame>
        <p:nvGraphicFramePr>
          <p:cNvPr id="4" name="Table 3">
            <a:extLst>
              <a:ext uri="{FF2B5EF4-FFF2-40B4-BE49-F238E27FC236}">
                <a16:creationId xmlns:a16="http://schemas.microsoft.com/office/drawing/2014/main" id="{67EC2528-163B-551D-2E22-844D004F9F32}"/>
              </a:ext>
            </a:extLst>
          </p:cNvPr>
          <p:cNvGraphicFramePr>
            <a:graphicFrameLocks noGrp="1"/>
          </p:cNvGraphicFramePr>
          <p:nvPr>
            <p:extLst>
              <p:ext uri="{D42A27DB-BD31-4B8C-83A1-F6EECF244321}">
                <p14:modId xmlns:p14="http://schemas.microsoft.com/office/powerpoint/2010/main" val="4224035989"/>
              </p:ext>
            </p:extLst>
          </p:nvPr>
        </p:nvGraphicFramePr>
        <p:xfrm>
          <a:off x="152400" y="516117"/>
          <a:ext cx="11887200" cy="3712464"/>
        </p:xfrm>
        <a:graphic>
          <a:graphicData uri="http://schemas.openxmlformats.org/drawingml/2006/table">
            <a:tbl>
              <a:tblPr firstRow="1" bandRow="1">
                <a:tableStyleId>{7E9639D4-E3E2-4D34-9284-5A2195B3D0D7}</a:tableStyleId>
              </a:tblPr>
              <a:tblGrid>
                <a:gridCol w="822960">
                  <a:extLst>
                    <a:ext uri="{9D8B030D-6E8A-4147-A177-3AD203B41FA5}">
                      <a16:colId xmlns:a16="http://schemas.microsoft.com/office/drawing/2014/main" val="881311557"/>
                    </a:ext>
                  </a:extLst>
                </a:gridCol>
                <a:gridCol w="731520">
                  <a:extLst>
                    <a:ext uri="{9D8B030D-6E8A-4147-A177-3AD203B41FA5}">
                      <a16:colId xmlns:a16="http://schemas.microsoft.com/office/drawing/2014/main" val="3702320855"/>
                    </a:ext>
                  </a:extLst>
                </a:gridCol>
                <a:gridCol w="2468880">
                  <a:extLst>
                    <a:ext uri="{9D8B030D-6E8A-4147-A177-3AD203B41FA5}">
                      <a16:colId xmlns:a16="http://schemas.microsoft.com/office/drawing/2014/main" val="519677691"/>
                    </a:ext>
                  </a:extLst>
                </a:gridCol>
                <a:gridCol w="6035040">
                  <a:extLst>
                    <a:ext uri="{9D8B030D-6E8A-4147-A177-3AD203B41FA5}">
                      <a16:colId xmlns:a16="http://schemas.microsoft.com/office/drawing/2014/main" val="895846617"/>
                    </a:ext>
                  </a:extLst>
                </a:gridCol>
                <a:gridCol w="1005840">
                  <a:extLst>
                    <a:ext uri="{9D8B030D-6E8A-4147-A177-3AD203B41FA5}">
                      <a16:colId xmlns:a16="http://schemas.microsoft.com/office/drawing/2014/main" val="3073258299"/>
                    </a:ext>
                  </a:extLst>
                </a:gridCol>
                <a:gridCol w="822960">
                  <a:extLst>
                    <a:ext uri="{9D8B030D-6E8A-4147-A177-3AD203B41FA5}">
                      <a16:colId xmlns:a16="http://schemas.microsoft.com/office/drawing/2014/main" val="3394410759"/>
                    </a:ext>
                  </a:extLst>
                </a:gridCol>
              </a:tblGrid>
              <a:tr h="390026">
                <a:tc>
                  <a:txBody>
                    <a:bodyPr/>
                    <a:lstStyle/>
                    <a:p>
                      <a:r>
                        <a:rPr lang="en-US" sz="900"/>
                        <a:t>Value pillar</a:t>
                      </a:r>
                    </a:p>
                  </a:txBody>
                  <a:tcPr anchor="ctr">
                    <a:solidFill>
                      <a:srgbClr val="000000"/>
                    </a:solidFill>
                  </a:tcPr>
                </a:tc>
                <a:tc>
                  <a:txBody>
                    <a:bodyPr/>
                    <a:lstStyle/>
                    <a:p>
                      <a:r>
                        <a:rPr lang="en-US" sz="900"/>
                        <a:t>Product Surface</a:t>
                      </a:r>
                    </a:p>
                  </a:txBody>
                  <a:tcPr anchor="ctr">
                    <a:solidFill>
                      <a:srgbClr val="000000"/>
                    </a:solidFill>
                  </a:tcPr>
                </a:tc>
                <a:tc>
                  <a:txBody>
                    <a:bodyPr/>
                    <a:lstStyle/>
                    <a:p>
                      <a:r>
                        <a:rPr lang="en-US" sz="900">
                          <a:solidFill>
                            <a:schemeClr val="bg1"/>
                          </a:solidFill>
                        </a:rPr>
                        <a:t>Feature Name</a:t>
                      </a:r>
                    </a:p>
                  </a:txBody>
                  <a:tcPr anchor="ctr">
                    <a:solidFill>
                      <a:srgbClr val="000000"/>
                    </a:solidFill>
                  </a:tcPr>
                </a:tc>
                <a:tc>
                  <a:txBody>
                    <a:bodyPr/>
                    <a:lstStyle/>
                    <a:p>
                      <a:r>
                        <a:rPr lang="en-US" sz="900">
                          <a:solidFill>
                            <a:schemeClr val="bg1"/>
                          </a:solidFill>
                        </a:rPr>
                        <a:t>Feature Description</a:t>
                      </a:r>
                    </a:p>
                  </a:txBody>
                  <a:tcPr anchor="ctr">
                    <a:solidFill>
                      <a:srgbClr val="000000"/>
                    </a:solidFill>
                  </a:tcPr>
                </a:tc>
                <a:tc>
                  <a:txBody>
                    <a:bodyPr/>
                    <a:lstStyle/>
                    <a:p>
                      <a:pPr algn="ctr"/>
                      <a:r>
                        <a:rPr lang="en-US" sz="900">
                          <a:solidFill>
                            <a:srgbClr val="000000"/>
                          </a:solidFill>
                        </a:rPr>
                        <a:t>Included with Microsoft cloud subscription</a:t>
                      </a:r>
                      <a:r>
                        <a:rPr lang="en-US" sz="900" baseline="30000">
                          <a:solidFill>
                            <a:srgbClr val="000000"/>
                          </a:solidFill>
                        </a:rPr>
                        <a:t>1</a:t>
                      </a:r>
                    </a:p>
                  </a:txBody>
                  <a:tcPr anchor="ctr">
                    <a:solidFill>
                      <a:schemeClr val="bg1">
                        <a:lumMod val="85000"/>
                      </a:schemeClr>
                    </a:solidFill>
                  </a:tcPr>
                </a:tc>
                <a:tc>
                  <a:txBody>
                    <a:bodyPr/>
                    <a:lstStyle/>
                    <a:p>
                      <a:pPr algn="ctr"/>
                      <a:r>
                        <a:rPr lang="en-US" sz="900"/>
                        <a:t>Agent 365</a:t>
                      </a:r>
                    </a:p>
                    <a:p>
                      <a:pPr algn="ctr"/>
                      <a:r>
                        <a:rPr lang="en-US" sz="900"/>
                        <a:t>$15 </a:t>
                      </a:r>
                      <a:r>
                        <a:rPr lang="en-US" sz="900" err="1"/>
                        <a:t>pupm</a:t>
                      </a:r>
                      <a:endParaRPr lang="en-US" sz="900"/>
                    </a:p>
                  </a:txBody>
                  <a:tcPr anchor="ctr">
                    <a:solidFill>
                      <a:srgbClr val="0078D4"/>
                    </a:solidFill>
                  </a:tcPr>
                </a:tc>
                <a:extLst>
                  <a:ext uri="{0D108BD9-81ED-4DB2-BD59-A6C34878D82A}">
                    <a16:rowId xmlns:a16="http://schemas.microsoft.com/office/drawing/2014/main" val="2125507432"/>
                  </a:ext>
                </a:extLst>
              </a:tr>
              <a:tr h="210312">
                <a:tc rowSpan="14">
                  <a:txBody>
                    <a:bodyPr/>
                    <a:lstStyle/>
                    <a:p>
                      <a:pPr marL="0" algn="l" defTabSz="932742" rtl="0" eaLnBrk="1" latinLnBrk="0" hangingPunct="1"/>
                      <a:r>
                        <a:rPr lang="en-US" sz="770" kern="1200">
                          <a:solidFill>
                            <a:srgbClr val="000000"/>
                          </a:solidFill>
                          <a:latin typeface="+mn-lt"/>
                          <a:ea typeface="+mn-ea"/>
                          <a:cs typeface="+mn-cs"/>
                        </a:rPr>
                        <a:t>Security</a:t>
                      </a:r>
                    </a:p>
                  </a:txBody>
                  <a:tcPr marT="9144" marB="9144" anchor="ctr"/>
                </a:tc>
                <a:tc rowSpan="4">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Purview</a:t>
                      </a:r>
                    </a:p>
                  </a:txBody>
                  <a:tcPr marT="9144" marB="9144" anchor="ctr">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Data Security Posture Management for agents</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Data Security Posture Management with AI Observability provides deep interaction visibility for Agents </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592615968"/>
                  </a:ext>
                </a:extLst>
              </a:tr>
              <a:tr h="210312">
                <a:tc vMerge="1">
                  <a:txBody>
                    <a:bodyPr/>
                    <a:lstStyle/>
                    <a:p>
                      <a:endParaRPr/>
                    </a:p>
                  </a:txBody>
                  <a:tcPr anchor="ctr">
                    <a:lnT w="9525" cap="flat" cmpd="sng" algn="ctr">
                      <a:solidFill>
                        <a:schemeClr val="tx1">
                          <a:lumMod val="85000"/>
                          <a:lumOff val="15000"/>
                        </a:schemeClr>
                      </a:solidFill>
                      <a:prstDash val="solid"/>
                      <a:round/>
                      <a:headEnd type="none" w="med" len="med"/>
                      <a:tailEnd type="none" w="med" len="med"/>
                    </a:lnT>
                  </a:tcPr>
                </a:tc>
                <a:tc vMerge="1">
                  <a:txBody>
                    <a:bodyPr/>
                    <a:lstStyle/>
                    <a:p>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Insider Risk Management for agents </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Extend Insider Risk Management to agents – detect anomalous and risky agent activities  </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423032885"/>
                  </a:ext>
                </a:extLst>
              </a:tr>
              <a:tr h="210312">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Agents inherit and honor data sensitivity </a:t>
                      </a:r>
                      <a:r>
                        <a:rPr lang="en-US" sz="770" b="0" i="0" u="none" strike="noStrike" kern="1200" cap="none" spc="0" normalizeH="0" baseline="0" noProof="0">
                          <a:ln>
                            <a:noFill/>
                          </a:ln>
                          <a:solidFill>
                            <a:srgbClr val="000000"/>
                          </a:solidFill>
                          <a:effectLst/>
                          <a:uLnTx/>
                          <a:uFillTx/>
                          <a:latin typeface="+mn-lt"/>
                          <a:ea typeface="+mn-ea"/>
                          <a:cs typeface="+mn-cs"/>
                        </a:rPr>
                        <a:t>labels</a:t>
                      </a: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Agents inherit and honor data sensitivity </a:t>
                      </a:r>
                      <a:r>
                        <a:rPr lang="en-US" sz="770" b="0" i="0" u="none" strike="noStrike" kern="1200" cap="none" spc="0" normalizeH="0" baseline="0" noProof="0">
                          <a:ln>
                            <a:noFill/>
                          </a:ln>
                          <a:solidFill>
                            <a:srgbClr val="000000"/>
                          </a:solidFill>
                          <a:effectLst/>
                          <a:uLnTx/>
                          <a:uFillTx/>
                          <a:latin typeface="+mn-lt"/>
                          <a:ea typeface="+mn-ea"/>
                          <a:cs typeface="+mn-cs"/>
                        </a:rPr>
                        <a:t>labels</a:t>
                      </a:r>
                      <a:endParaRPr kumimoji="0" lang="en-US" sz="770" b="0" i="0" u="none" strike="sngStrike" kern="1200" cap="none" spc="0" normalizeH="0" baseline="0" noProof="0">
                        <a:ln>
                          <a:noFill/>
                        </a:ln>
                        <a:solidFill>
                          <a:srgbClr val="000000"/>
                        </a:solidFill>
                        <a:effectLst/>
                        <a:highlight>
                          <a:srgbClr val="FFFF00"/>
                        </a:highligh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a:lnSpc>
                          <a:spcPct val="100000"/>
                        </a:lnSpc>
                        <a:spcBef>
                          <a:spcPts val="0"/>
                        </a:spcBef>
                        <a:spcAft>
                          <a:spcPts val="0"/>
                        </a:spcAft>
                        <a:buNone/>
                        <a:tabLst/>
                        <a:defRPr/>
                      </a:pPr>
                      <a:r>
                        <a:rPr lang="en-US" sz="1200" b="0" i="0" u="none" strike="noStrike" kern="1200" cap="none" spc="0" normalizeH="0" baseline="0" noProof="0">
                          <a:ln>
                            <a:noFill/>
                          </a:ln>
                          <a:solidFill>
                            <a:srgbClr val="000000"/>
                          </a:solidFill>
                          <a:effectLst/>
                          <a:uLnTx/>
                          <a:uFillTx/>
                          <a:latin typeface="+mn-lt"/>
                          <a:ea typeface="+mn-ea"/>
                          <a:cs typeface="Segoe UI"/>
                        </a:rPr>
                        <a:t>•</a:t>
                      </a:r>
                      <a:endParaRPr kumimoji="0" lang="en-US" sz="1200">
                        <a:solidFill>
                          <a:srgbClr val="000000"/>
                        </a:solidFill>
                        <a:latin typeface="+mn-lt"/>
                      </a:endParaRPr>
                    </a:p>
                  </a:txBody>
                  <a:tcPr marT="9144" marB="9144" anchor="ctr">
                    <a:solidFill>
                      <a:srgbClr val="CFEAFF"/>
                    </a:solidFill>
                  </a:tcPr>
                </a:tc>
                <a:extLst>
                  <a:ext uri="{0D108BD9-81ED-4DB2-BD59-A6C34878D82A}">
                    <a16:rowId xmlns:a16="http://schemas.microsoft.com/office/drawing/2014/main" val="3881954924"/>
                  </a:ext>
                </a:extLst>
              </a:tr>
              <a:tr h="210312">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Data loss prevention for agents</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Data loss prevention: </a:t>
                      </a:r>
                      <a:r>
                        <a:rPr lang="en-US" sz="770" b="0" i="0" u="none" strike="noStrike" kern="1200" cap="none" spc="0" normalizeH="0" baseline="0" noProof="0">
                          <a:ln>
                            <a:noFill/>
                          </a:ln>
                          <a:solidFill>
                            <a:srgbClr val="000000"/>
                          </a:solidFill>
                          <a:effectLst/>
                          <a:uLnTx/>
                          <a:uFillTx/>
                          <a:latin typeface="+mn-lt"/>
                          <a:ea typeface="+mn-ea"/>
                          <a:cs typeface="+mn-cs"/>
                        </a:rPr>
                        <a:t>block</a:t>
                      </a:r>
                      <a:r>
                        <a:rPr kumimoji="0" lang="en-US" sz="770" b="0" i="0" u="none" strike="noStrike" kern="1200" cap="none" spc="0" normalizeH="0" baseline="0" noProof="0">
                          <a:ln>
                            <a:noFill/>
                          </a:ln>
                          <a:solidFill>
                            <a:srgbClr val="000000"/>
                          </a:solidFill>
                          <a:effectLst/>
                          <a:uLnTx/>
                          <a:uFillTx/>
                          <a:latin typeface="+mn-lt"/>
                          <a:ea typeface="+mn-ea"/>
                          <a:cs typeface="+mn-cs"/>
                        </a:rPr>
                        <a:t> agents from accessing and sharing sensitive content</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a:lnSpc>
                          <a:spcPct val="100000"/>
                        </a:lnSpc>
                        <a:spcBef>
                          <a:spcPts val="0"/>
                        </a:spcBef>
                        <a:spcAft>
                          <a:spcPts val="0"/>
                        </a:spcAft>
                        <a:buNone/>
                        <a:tabLst/>
                        <a:defRPr/>
                      </a:pPr>
                      <a:r>
                        <a:rPr lang="en-US" sz="1200" b="0" i="0" u="none" strike="noStrike" kern="1200" cap="none" spc="0" normalizeH="0" baseline="0" noProof="0">
                          <a:ln>
                            <a:noFill/>
                          </a:ln>
                          <a:solidFill>
                            <a:srgbClr val="000000"/>
                          </a:solidFill>
                          <a:effectLst/>
                          <a:uLnTx/>
                          <a:uFillTx/>
                          <a:latin typeface="+mn-lt"/>
                          <a:ea typeface="+mn-ea"/>
                          <a:cs typeface="Segoe UI"/>
                        </a:rPr>
                        <a:t>•</a:t>
                      </a:r>
                      <a:endParaRPr kumimoji="0" lang="en-US" sz="1200">
                        <a:solidFill>
                          <a:srgbClr val="000000"/>
                        </a:solidFill>
                        <a:latin typeface="+mn-lt"/>
                      </a:endParaRPr>
                    </a:p>
                  </a:txBody>
                  <a:tcPr marT="9144" marB="9144" anchor="ctr">
                    <a:solidFill>
                      <a:srgbClr val="CFEAFF"/>
                    </a:solidFill>
                  </a:tcPr>
                </a:tc>
                <a:extLst>
                  <a:ext uri="{0D108BD9-81ED-4DB2-BD59-A6C34878D82A}">
                    <a16:rowId xmlns:a16="http://schemas.microsoft.com/office/drawing/2014/main" val="3628522583"/>
                  </a:ext>
                </a:extLst>
              </a:tr>
              <a:tr h="210312">
                <a:tc vMerge="1">
                  <a:txBody>
                    <a:bodyPr/>
                    <a:lstStyle/>
                    <a:p>
                      <a:endParaRPr lang="en-US"/>
                    </a:p>
                  </a:txBody>
                  <a:tcPr/>
                </a:tc>
                <a:tc rowSpan="2">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Entra</a:t>
                      </a: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Conditional access and identity protection for agents</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Conditional access and identity protection for agents (for agents with delegated access  - extend user policies to agents)</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a:t>
                      </a:r>
                    </a:p>
                  </a:txBody>
                  <a:tcPr marT="9144" marB="9144" anchor="ctr">
                    <a:solidFill>
                      <a:srgbClr val="CFEAFF"/>
                    </a:solidFill>
                  </a:tcPr>
                </a:tc>
                <a:extLst>
                  <a:ext uri="{0D108BD9-81ED-4DB2-BD59-A6C34878D82A}">
                    <a16:rowId xmlns:a16="http://schemas.microsoft.com/office/drawing/2014/main" val="3099845397"/>
                  </a:ext>
                </a:extLst>
              </a:tr>
              <a:tr h="210312">
                <a:tc vMerge="1">
                  <a:txBody>
                    <a:bodyPr/>
                    <a:lstStyle/>
                    <a:p>
                      <a:endParaRPr lang="en-US"/>
                    </a:p>
                  </a:txBody>
                  <a:tcPr>
                    <a:lnT w="9525" cap="flat" cmpd="sng" algn="ctr">
                      <a:solidFill>
                        <a:schemeClr val="tx1">
                          <a:lumMod val="85000"/>
                          <a:lumOff val="15000"/>
                        </a:schemeClr>
                      </a:solidFill>
                      <a:prstDash val="solid"/>
                      <a:round/>
                      <a:headEnd type="none" w="med" len="med"/>
                      <a:tailEnd type="none" w="med" len="med"/>
                    </a:lnT>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mn-lt"/>
                        <a:ea typeface="+mn-ea"/>
                        <a:cs typeface="+mn-cs"/>
                      </a:endParaRP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Secure Access Service Edge (SASE) for agents</a:t>
                      </a:r>
                      <a:endParaRPr kumimoji="0" lang="en-US" sz="770" b="0" i="0" u="none" strike="noStrike" kern="1200" cap="none" spc="0" normalizeH="0" baseline="0" noProof="0">
                        <a:ln>
                          <a:noFill/>
                        </a:ln>
                        <a:solidFill>
                          <a:srgbClr val="000000"/>
                        </a:solidFill>
                        <a:effectLst/>
                        <a:highlight>
                          <a:srgbClr val="FFFF00"/>
                        </a:highlight>
                        <a:uLnTx/>
                        <a:uFillTx/>
                        <a:latin typeface="+mn-lt"/>
                        <a:ea typeface="+mn-ea"/>
                        <a:cs typeface="+mn-cs"/>
                      </a:endParaRP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Monitor and block malicious and non-compliant network traffic</a:t>
                      </a:r>
                      <a:r>
                        <a:rPr kumimoji="0" lang="en-US" sz="770" b="0" i="0" u="none" strike="noStrike" kern="1200" cap="none" spc="0" normalizeH="0" baseline="30000" noProof="0">
                          <a:ln>
                            <a:noFill/>
                          </a:ln>
                          <a:solidFill>
                            <a:srgbClr val="000000"/>
                          </a:solidFill>
                          <a:effectLst/>
                          <a:uLnTx/>
                          <a:uFillTx/>
                          <a:latin typeface="+mn-lt"/>
                          <a:ea typeface="+mn-ea"/>
                          <a:cs typeface="+mn-cs"/>
                        </a:rPr>
                        <a:t>8</a:t>
                      </a:r>
                      <a:r>
                        <a:rPr kumimoji="0" lang="en-US" sz="770" b="0" i="0" u="none" strike="noStrike" kern="1200" cap="none" spc="0" normalizeH="0" baseline="0" noProof="0">
                          <a:ln>
                            <a:noFill/>
                          </a:ln>
                          <a:solidFill>
                            <a:srgbClr val="000000"/>
                          </a:solidFill>
                          <a:effectLst/>
                          <a:uLnTx/>
                          <a:uFillTx/>
                          <a:latin typeface="+mn-lt"/>
                          <a:ea typeface="+mn-ea"/>
                          <a:cs typeface="+mn-cs"/>
                        </a:rPr>
                        <a:t> for agents, operating on user devices</a:t>
                      </a:r>
                      <a:r>
                        <a:rPr kumimoji="0" lang="en-US" sz="770" b="0" i="0" u="none" strike="noStrike" kern="1200" cap="none" spc="0" normalizeH="0" baseline="30000" noProof="0">
                          <a:ln>
                            <a:noFill/>
                          </a:ln>
                          <a:solidFill>
                            <a:srgbClr val="000000"/>
                          </a:solidFill>
                          <a:effectLst/>
                          <a:uLnTx/>
                          <a:uFillTx/>
                          <a:latin typeface="+mn-lt"/>
                          <a:ea typeface="+mn-ea"/>
                          <a:cs typeface="+mn-cs"/>
                        </a:rPr>
                        <a:t>9</a:t>
                      </a:r>
                      <a:r>
                        <a:rPr kumimoji="0" lang="en-US" sz="770" b="0" i="0" u="none" strike="noStrike" kern="1200" cap="none" spc="0" normalizeH="0" baseline="0" noProof="0">
                          <a:ln>
                            <a:noFill/>
                          </a:ln>
                          <a:solidFill>
                            <a:srgbClr val="000000"/>
                          </a:solidFill>
                          <a:effectLst/>
                          <a:uLnTx/>
                          <a:uFillTx/>
                          <a:latin typeface="+mn-lt"/>
                          <a:ea typeface="+mn-ea"/>
                          <a:cs typeface="+mn-cs"/>
                        </a:rPr>
                        <a:t> and Copilot Studio agents</a:t>
                      </a:r>
                      <a:endParaRPr kumimoji="0" lang="en-US" sz="770" b="0" i="0" u="none" strike="noStrike" kern="1200" cap="none" spc="0" normalizeH="0" baseline="0" noProof="0">
                        <a:ln>
                          <a:noFill/>
                        </a:ln>
                        <a:solidFill>
                          <a:srgbClr val="000000"/>
                        </a:solidFill>
                        <a:effectLst/>
                        <a:highlight>
                          <a:srgbClr val="FFFF00"/>
                        </a:highligh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a:t>
                      </a:r>
                    </a:p>
                  </a:txBody>
                  <a:tcPr marT="9144" marB="9144" anchor="ctr">
                    <a:solidFill>
                      <a:srgbClr val="CFEAFF"/>
                    </a:solidFill>
                  </a:tcPr>
                </a:tc>
                <a:extLst>
                  <a:ext uri="{0D108BD9-81ED-4DB2-BD59-A6C34878D82A}">
                    <a16:rowId xmlns:a16="http://schemas.microsoft.com/office/drawing/2014/main" val="973698885"/>
                  </a:ext>
                </a:extLst>
              </a:tr>
              <a:tr h="210312">
                <a:tc vMerge="1">
                  <a:txBody>
                    <a:bodyPr/>
                    <a:lstStyle/>
                    <a:p>
                      <a:endParaRPr lang="en-US"/>
                    </a:p>
                  </a:txBody>
                  <a:tcPr/>
                </a:tc>
                <a:tc rowSpan="4">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Intune</a:t>
                      </a: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Device compliance for agent conditional access</a:t>
                      </a:r>
                    </a:p>
                  </a:txBody>
                  <a:tcPr anchor="ctr">
                    <a:solidFill>
                      <a:schemeClr val="bg1"/>
                    </a:solidFill>
                  </a:tcPr>
                </a:tc>
                <a:tc>
                  <a:txBody>
                    <a:bodyPr/>
                    <a:lstStyle/>
                    <a:p>
                      <a:pPr marL="0" marR="0" lvl="0" indent="0" algn="l" defTabSz="932704"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Policy to require device compliance for agents’ Entra Conditional Access protection</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a:t>
                      </a:r>
                    </a:p>
                  </a:txBody>
                  <a:tcPr anchor="ctr">
                    <a:solidFill>
                      <a:srgbClr val="CFEAFF"/>
                    </a:solidFill>
                  </a:tcPr>
                </a:tc>
                <a:extLst>
                  <a:ext uri="{0D108BD9-81ED-4DB2-BD59-A6C34878D82A}">
                    <a16:rowId xmlns:a16="http://schemas.microsoft.com/office/drawing/2014/main" val="1542646803"/>
                  </a:ext>
                </a:extLst>
              </a:tr>
              <a:tr h="210312">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Policy controlled environment for agents runtime</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Automatic Intune enrollment for Windows 365 for Agent endpoints for continuous policy configuration and enforcement</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anchor="ctr">
                    <a:solidFill>
                      <a:srgbClr val="CFEAFF"/>
                    </a:solidFill>
                  </a:tcPr>
                </a:tc>
                <a:extLst>
                  <a:ext uri="{0D108BD9-81ED-4DB2-BD59-A6C34878D82A}">
                    <a16:rowId xmlns:a16="http://schemas.microsoft.com/office/drawing/2014/main" val="3440695834"/>
                  </a:ext>
                </a:extLst>
              </a:tr>
              <a:tr h="210312">
                <a:tc vMerge="1">
                  <a:txBody>
                    <a:bodyPr/>
                    <a:lstStyle/>
                    <a:p>
                      <a:endParaRPr lang="en-US"/>
                    </a:p>
                  </a:txBody>
                  <a:tcPr/>
                </a:tc>
                <a:tc vMerge="1">
                  <a:txBody>
                    <a:bodyPr/>
                    <a:lstStyle/>
                    <a:p>
                      <a:endParaRPr lang="en-US"/>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a:ln>
                            <a:noFill/>
                          </a:ln>
                          <a:solidFill>
                            <a:srgbClr val="000000"/>
                          </a:solidFill>
                          <a:effectLst/>
                          <a:uLnTx/>
                          <a:uFillTx/>
                          <a:latin typeface="+mn-lt"/>
                          <a:ea typeface="+mn-ea"/>
                          <a:cs typeface="+mn-cs"/>
                        </a:rPr>
                        <a:t>Configure policies to contain managed local agents</a:t>
                      </a: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a:ln>
                            <a:noFill/>
                          </a:ln>
                          <a:solidFill>
                            <a:srgbClr val="000000"/>
                          </a:solidFill>
                          <a:effectLst/>
                          <a:uLnTx/>
                          <a:uFillTx/>
                          <a:latin typeface="+mn-lt"/>
                          <a:ea typeface="+mn-ea"/>
                          <a:cs typeface="+mn-cs"/>
                        </a:rPr>
                        <a:t>Consent and execution controls enforced by the OS at an agent level, such as which files and networks each agent can access</a:t>
                      </a:r>
                      <a:r>
                        <a:rPr kumimoji="0" lang="en-US" sz="770" b="0" i="0" u="none" strike="noStrike" kern="1200" cap="none" spc="0" normalizeH="0" baseline="30000" noProof="0">
                          <a:ln>
                            <a:noFill/>
                          </a:ln>
                          <a:solidFill>
                            <a:srgbClr val="000000"/>
                          </a:solidFill>
                          <a:effectLst/>
                          <a:uLnTx/>
                          <a:uFillTx/>
                          <a:latin typeface="+mn-lt"/>
                          <a:ea typeface="+mn-ea"/>
                          <a:cs typeface="+mn-cs"/>
                        </a:rPr>
                        <a:t>11</a:t>
                      </a: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215969509"/>
                  </a:ext>
                </a:extLst>
              </a:tr>
              <a:tr h="210312">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70" b="0" i="0" u="none" strike="noStrike" kern="1200" cap="none" spc="0" normalizeH="0" baseline="0">
                          <a:ln>
                            <a:noFill/>
                          </a:ln>
                          <a:solidFill>
                            <a:srgbClr val="000000"/>
                          </a:solidFill>
                          <a:effectLst/>
                          <a:uLnTx/>
                          <a:uFillTx/>
                          <a:latin typeface="+mn-lt"/>
                          <a:ea typeface="+mn-ea"/>
                          <a:cs typeface="+mn-cs"/>
                        </a:rPr>
                        <a:t>Block unsanctioned local endpoint agents</a:t>
                      </a:r>
                    </a:p>
                  </a:txBody>
                  <a:tcPr anchor="ctr">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Block the most common ways </a:t>
                      </a:r>
                      <a:r>
                        <a:rPr kumimoji="0" lang="en-US" sz="770" b="0" i="0" u="none" strike="noStrike" kern="1200" cap="none" spc="0" normalizeH="0" baseline="0" noProof="0" err="1">
                          <a:ln>
                            <a:noFill/>
                          </a:ln>
                          <a:solidFill>
                            <a:srgbClr val="000000"/>
                          </a:solidFill>
                          <a:effectLst/>
                          <a:uLnTx/>
                          <a:uFillTx/>
                          <a:latin typeface="+mn-lt"/>
                          <a:ea typeface="+mn-ea"/>
                          <a:cs typeface="+mn-cs"/>
                        </a:rPr>
                        <a:t>OpenClaw</a:t>
                      </a:r>
                      <a:r>
                        <a:rPr kumimoji="0" lang="en-US" sz="770" b="0" i="0" u="none" strike="noStrike" kern="1200" cap="none" spc="0" normalizeH="0" baseline="0" noProof="0">
                          <a:ln>
                            <a:noFill/>
                          </a:ln>
                          <a:solidFill>
                            <a:srgbClr val="000000"/>
                          </a:solidFill>
                          <a:effectLst/>
                          <a:uLnTx/>
                          <a:uFillTx/>
                          <a:latin typeface="+mn-lt"/>
                          <a:ea typeface="+mn-ea"/>
                          <a:cs typeface="+mn-cs"/>
                        </a:rPr>
                        <a:t> runs on Windows managed devices with Intune policies</a:t>
                      </a:r>
                      <a:r>
                        <a:rPr kumimoji="0" lang="en-US" sz="770" b="0" i="0" u="none" strike="noStrike" kern="1200" cap="none" spc="0" normalizeH="0" baseline="30000" noProof="0">
                          <a:ln>
                            <a:noFill/>
                          </a:ln>
                          <a:solidFill>
                            <a:srgbClr val="000000"/>
                          </a:solidFill>
                          <a:effectLst/>
                          <a:uLnTx/>
                          <a:uFillTx/>
                          <a:latin typeface="+mn-lt"/>
                          <a:ea typeface="+mn-ea"/>
                          <a:cs typeface="+mn-cs"/>
                        </a:rPr>
                        <a:t>10, 11</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ME5 &amp; ME7</a:t>
                      </a:r>
                    </a:p>
                  </a:txBody>
                  <a:tcPr marT="9144" marB="9144"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ME5 &amp; ME7</a:t>
                      </a:r>
                    </a:p>
                  </a:txBody>
                  <a:tcPr marT="9144" marB="9144" anchor="ctr">
                    <a:solidFill>
                      <a:srgbClr val="CFEAFF"/>
                    </a:solidFill>
                  </a:tcPr>
                </a:tc>
                <a:extLst>
                  <a:ext uri="{0D108BD9-81ED-4DB2-BD59-A6C34878D82A}">
                    <a16:rowId xmlns:a16="http://schemas.microsoft.com/office/drawing/2014/main" val="864430690"/>
                  </a:ext>
                </a:extLst>
              </a:tr>
              <a:tr h="210312">
                <a:tc vMerge="1">
                  <a:txBody>
                    <a:bodyPr/>
                    <a:lstStyle/>
                    <a:p>
                      <a:endParaRPr lang="en-US"/>
                    </a:p>
                  </a:txBody>
                  <a:tcPr/>
                </a:tc>
                <a:tc rowSpan="4">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770" b="0" i="0" u="none" strike="noStrike" kern="1200" cap="none" spc="0" normalizeH="0" baseline="0" noProof="0">
                          <a:ln>
                            <a:noFill/>
                          </a:ln>
                          <a:solidFill>
                            <a:srgbClr val="000000"/>
                          </a:solidFill>
                          <a:effectLst/>
                          <a:uLnTx/>
                          <a:uFillTx/>
                          <a:latin typeface="+mn-lt"/>
                          <a:ea typeface="+mn-ea"/>
                          <a:cs typeface="+mn-cs"/>
                        </a:rPr>
                        <a:t>Defender</a:t>
                      </a:r>
                      <a:endParaRPr kumimoji="0" lang="en-US" sz="770" b="0" i="0" u="none" strike="noStrike" kern="1200" cap="none" spc="0" normalizeH="0" baseline="30000" noProof="0">
                        <a:ln>
                          <a:noFill/>
                        </a:ln>
                        <a:solidFill>
                          <a:srgbClr val="000000"/>
                        </a:solidFill>
                        <a:effectLst/>
                        <a:uLnTx/>
                        <a:uFillTx/>
                        <a:latin typeface="+mn-lt"/>
                        <a:ea typeface="+mn-ea"/>
                        <a:cs typeface="+mn-cs"/>
                      </a:endParaRP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rPr>
                        <a:t>Discovery of AI on endpoints</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50" b="0" i="0" u="none" strike="noStrike" kern="1200" cap="none" spc="0" normalizeH="0" baseline="0" noProof="0">
                          <a:ln>
                            <a:noFill/>
                          </a:ln>
                          <a:solidFill>
                            <a:srgbClr val="000000"/>
                          </a:solidFill>
                          <a:effectLst/>
                          <a:uLnTx/>
                          <a:uFillTx/>
                        </a:rPr>
                        <a:t>Sync shadow AI endpoint agents, discovered by Microsoft Defender (available with MDE P2, ME5, or ME7 </a:t>
                      </a:r>
                      <a:r>
                        <a:rPr lang="en-US" sz="750" b="0" i="0" u="none" strike="noStrike" kern="1200" cap="none" spc="0" normalizeH="0" baseline="0" noProof="0">
                          <a:ln>
                            <a:noFill/>
                          </a:ln>
                          <a:solidFill>
                            <a:srgbClr val="000000"/>
                          </a:solidFill>
                          <a:effectLst/>
                          <a:uLnTx/>
                          <a:uFillTx/>
                        </a:rPr>
                        <a:t>only)</a:t>
                      </a:r>
                      <a:r>
                        <a:rPr lang="en-US" sz="750" b="0" i="0" u="none" strike="noStrike" kern="1200" cap="none" spc="0" normalizeH="0" baseline="30000" noProof="0">
                          <a:ln>
                            <a:noFill/>
                          </a:ln>
                          <a:solidFill>
                            <a:srgbClr val="000000"/>
                          </a:solidFill>
                          <a:effectLst/>
                          <a:uLnTx/>
                          <a:uFillTx/>
                          <a:latin typeface="+mn-lt"/>
                          <a:ea typeface="+mn-ea"/>
                          <a:cs typeface="+mn-cs"/>
                        </a:rPr>
                        <a:t>11</a:t>
                      </a:r>
                      <a:endParaRPr kumimoji="0" lang="en-US" sz="770" b="0" i="0" u="none" strike="noStrike" kern="1200" cap="none" spc="0" normalizeH="0" baseline="0" noProof="0">
                        <a:ln>
                          <a:noFill/>
                        </a:ln>
                        <a:solidFill>
                          <a:srgbClr val="000000"/>
                        </a:solidFill>
                        <a:effectLst/>
                        <a:uLnTx/>
                        <a:uFillTx/>
                      </a:endParaRP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ME5 &amp; ME7</a:t>
                      </a: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solidFill>
                          <a:effectLst/>
                          <a:uLnTx/>
                          <a:uFillTx/>
                          <a:latin typeface="+mn-lt"/>
                          <a:ea typeface="+mn-ea"/>
                          <a:cs typeface="+mn-cs"/>
                        </a:rPr>
                        <a:t>ME5 &amp; ME7</a:t>
                      </a:r>
                    </a:p>
                  </a:txBody>
                  <a:tcPr marT="9144" marB="9144" anchor="ctr">
                    <a:solidFill>
                      <a:srgbClr val="CFEAFF"/>
                    </a:solidFill>
                  </a:tcPr>
                </a:tc>
                <a:extLst>
                  <a:ext uri="{0D108BD9-81ED-4DB2-BD59-A6C34878D82A}">
                    <a16:rowId xmlns:a16="http://schemas.microsoft.com/office/drawing/2014/main" val="266321164"/>
                  </a:ext>
                </a:extLst>
              </a:tr>
              <a:tr h="210312">
                <a:tc vMerge="1">
                  <a:txBody>
                    <a:bodyPr/>
                    <a:lstStyle/>
                    <a:p>
                      <a:pPr marL="0" algn="l" defTabSz="932742" rtl="0" eaLnBrk="1" latinLnBrk="0" hangingPunct="1"/>
                      <a:endParaRPr lang="en-US" sz="800" kern="1200">
                        <a:solidFill>
                          <a:schemeClr val="tx1"/>
                        </a:solidFill>
                        <a:latin typeface="+mn-lt"/>
                        <a:ea typeface="+mn-ea"/>
                        <a:cs typeface="+mn-cs"/>
                      </a:endParaRPr>
                    </a:p>
                  </a:txBody>
                  <a:tcPr anchor="ctr">
                    <a:lnB w="9525" cap="flat" cmpd="sng" algn="ctr">
                      <a:solidFill>
                        <a:schemeClr val="tx1">
                          <a:lumMod val="85000"/>
                          <a:lumOff val="15000"/>
                        </a:schemeClr>
                      </a:solidFill>
                      <a:prstDash val="solid"/>
                      <a:round/>
                      <a:headEnd type="none" w="med" len="med"/>
                      <a:tailEnd type="none" w="med" len="med"/>
                    </a:lnB>
                  </a:tcPr>
                </a:tc>
                <a:tc vMerge="1">
                  <a:txBody>
                    <a:bodyPr/>
                    <a:lstStyle/>
                    <a:p>
                      <a:endParaRPr/>
                    </a:p>
                  </a:txBody>
                  <a:tcPr marT="9144" marB="9144"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Agent Security Posture Management</a:t>
                      </a:r>
                      <a:endParaRPr kumimoji="0" lang="en-US" sz="770" b="0" i="0" u="none" strike="noStrike" kern="1200" cap="none" spc="0" normalizeH="0" baseline="0" noProof="0">
                        <a:ln>
                          <a:noFill/>
                        </a:ln>
                        <a:solidFill>
                          <a:srgbClr val="000000"/>
                        </a:solidFill>
                        <a:effectLst/>
                        <a:uLnTx/>
                        <a:uFillTx/>
                      </a:endParaRP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70" b="0" i="0" u="none" strike="noStrike" kern="1200" cap="none" spc="0" normalizeH="0" baseline="0" noProof="0">
                          <a:ln>
                            <a:noFill/>
                          </a:ln>
                          <a:solidFill>
                            <a:srgbClr val="000000"/>
                          </a:solidFill>
                          <a:effectLst/>
                          <a:uLnTx/>
                          <a:uFillTx/>
                        </a:rPr>
                        <a:t>Identify and remediate </a:t>
                      </a:r>
                      <a:r>
                        <a:rPr kumimoji="0" lang="en-US" sz="770" b="0" i="0" u="none" strike="noStrike" kern="1200" cap="none" spc="0" normalizeH="0" baseline="0" noProof="0">
                          <a:ln>
                            <a:noFill/>
                          </a:ln>
                          <a:solidFill>
                            <a:srgbClr val="000000"/>
                          </a:solidFill>
                          <a:effectLst/>
                          <a:uLnTx/>
                          <a:uFillTx/>
                        </a:rPr>
                        <a:t>agent </a:t>
                      </a:r>
                      <a:r>
                        <a:rPr lang="en-US" sz="770" b="0" i="0" u="none" strike="noStrike" kern="1200" cap="none" spc="0" normalizeH="0" baseline="0" noProof="0">
                          <a:ln>
                            <a:noFill/>
                          </a:ln>
                          <a:solidFill>
                            <a:srgbClr val="000000"/>
                          </a:solidFill>
                          <a:effectLst/>
                          <a:uLnTx/>
                          <a:uFillTx/>
                        </a:rPr>
                        <a:t>misconfigurations and exposure risks</a:t>
                      </a:r>
                      <a:r>
                        <a:rPr kumimoji="0" lang="en-US" sz="770" b="0" i="0" u="none" strike="noStrike" kern="1200" cap="none" spc="0" normalizeH="0" baseline="0" noProof="0">
                          <a:ln>
                            <a:noFill/>
                          </a:ln>
                          <a:solidFill>
                            <a:srgbClr val="000000"/>
                          </a:solidFill>
                          <a:effectLst/>
                          <a:uLnTx/>
                          <a:uFillTx/>
                          <a:latin typeface="+mn-lt"/>
                          <a:ea typeface="+mn-ea"/>
                          <a:cs typeface="+mn-cs"/>
                        </a:rPr>
                        <a:t>, relationship mapping for local agents (agent to devices, MCPs, etc.)</a:t>
                      </a:r>
                      <a:r>
                        <a:rPr kumimoji="0" lang="en-US" sz="770" b="0" i="0" u="none" strike="noStrike" kern="1200" cap="none" spc="0" normalizeH="0" baseline="30000" noProof="0">
                          <a:ln>
                            <a:noFill/>
                          </a:ln>
                          <a:solidFill>
                            <a:srgbClr val="000000"/>
                          </a:solidFill>
                          <a:effectLst/>
                          <a:uLnTx/>
                          <a:uFillTx/>
                          <a:latin typeface="+mn-lt"/>
                          <a:ea typeface="+mn-ea"/>
                          <a:cs typeface="+mn-cs"/>
                        </a:rPr>
                        <a:t>12</a:t>
                      </a:r>
                      <a:endParaRPr kumimoji="0" lang="en-US" sz="770" b="0" i="0" u="none" strike="noStrike" kern="1200" cap="none" spc="0" normalizeH="0" baseline="0" noProof="0">
                        <a:ln>
                          <a:noFill/>
                        </a:ln>
                        <a:solidFill>
                          <a:srgbClr val="000000"/>
                        </a:solidFill>
                        <a:effectLst/>
                        <a:uLnTx/>
                        <a:uFillTx/>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  </a:t>
                      </a: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2466004945"/>
                  </a:ext>
                </a:extLst>
              </a:tr>
              <a:tr h="210312">
                <a:tc vMerge="1">
                  <a:txBody>
                    <a:bodyPr/>
                    <a:lstStyle/>
                    <a:p>
                      <a:pPr marL="0" algn="l" defTabSz="932742" rtl="0" eaLnBrk="1" latinLnBrk="0" hangingPunct="1"/>
                      <a:endParaRPr lang="en-US" sz="800" kern="1200">
                        <a:solidFill>
                          <a:schemeClr val="tx1"/>
                        </a:solidFill>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Threat Detection and Blocking for agents</a:t>
                      </a: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70" b="0" i="0" u="none" strike="noStrike" kern="1200" cap="none" spc="0" normalizeH="0" baseline="0" noProof="0">
                          <a:ln>
                            <a:noFill/>
                          </a:ln>
                          <a:solidFill>
                            <a:srgbClr val="000000"/>
                          </a:solidFill>
                          <a:effectLst/>
                          <a:uLnTx/>
                          <a:uFillTx/>
                        </a:rPr>
                        <a:t>Detect </a:t>
                      </a:r>
                      <a:r>
                        <a:rPr lang="en-US" sz="770" b="0" i="0" u="none" strike="noStrike" kern="1200" cap="none" spc="0" normalizeH="0" baseline="0" noProof="0">
                          <a:ln>
                            <a:noFill/>
                          </a:ln>
                          <a:solidFill>
                            <a:srgbClr val="000000"/>
                          </a:solidFill>
                          <a:effectLst/>
                          <a:uLnTx/>
                          <a:uFillTx/>
                          <a:latin typeface="Segoe UI"/>
                          <a:cs typeface="Segoe UI"/>
                        </a:rPr>
                        <a:t>suspicious agent </a:t>
                      </a:r>
                      <a:r>
                        <a:rPr lang="en-US" sz="770" b="0" i="0" u="none" strike="noStrike" kern="1200" cap="none" spc="0" normalizeH="0" baseline="0" noProof="0">
                          <a:ln>
                            <a:noFill/>
                          </a:ln>
                          <a:solidFill>
                            <a:srgbClr val="000000"/>
                          </a:solidFill>
                          <a:effectLst/>
                          <a:uLnTx/>
                          <a:uFillTx/>
                        </a:rPr>
                        <a:t>activity, </a:t>
                      </a:r>
                      <a:r>
                        <a:rPr lang="en-US" sz="770" b="0" i="0" u="none" strike="noStrike" kern="1200" cap="none" spc="0" normalizeH="0" baseline="0" noProof="0">
                          <a:ln>
                            <a:noFill/>
                          </a:ln>
                          <a:solidFill>
                            <a:srgbClr val="000000"/>
                          </a:solidFill>
                          <a:effectLst/>
                          <a:uLnTx/>
                          <a:uFillTx/>
                          <a:latin typeface="+mn-lt"/>
                          <a:ea typeface="+mn-ea"/>
                          <a:cs typeface="+mn-cs"/>
                        </a:rPr>
                        <a:t>receive</a:t>
                      </a:r>
                      <a:r>
                        <a:rPr kumimoji="0" lang="en-US" sz="770" b="0" i="0" u="none" strike="noStrike" kern="1200" cap="none" spc="0" normalizeH="0" baseline="0" noProof="0">
                          <a:ln>
                            <a:noFill/>
                          </a:ln>
                          <a:solidFill>
                            <a:srgbClr val="000000"/>
                          </a:solidFill>
                          <a:effectLst/>
                          <a:uLnTx/>
                          <a:uFillTx/>
                          <a:latin typeface="+mn-lt"/>
                          <a:ea typeface="+mn-ea"/>
                          <a:cs typeface="+mn-cs"/>
                        </a:rPr>
                        <a:t> </a:t>
                      </a:r>
                      <a:r>
                        <a:rPr lang="en-US" sz="770" b="0" i="0" u="none" strike="noStrike" kern="1200" cap="none" spc="0" normalizeH="0" baseline="0" noProof="0">
                          <a:ln>
                            <a:noFill/>
                          </a:ln>
                          <a:solidFill>
                            <a:srgbClr val="000000"/>
                          </a:solidFill>
                          <a:effectLst/>
                          <a:uLnTx/>
                          <a:uFillTx/>
                          <a:latin typeface="+mn-lt"/>
                          <a:ea typeface="+mn-ea"/>
                          <a:cs typeface="+mn-cs"/>
                        </a:rPr>
                        <a:t>alerts and allow </a:t>
                      </a:r>
                      <a:r>
                        <a:rPr lang="en-US" sz="770" b="0" i="0" u="none" strike="noStrike" kern="1200" cap="none" spc="0" normalizeH="0" baseline="0" noProof="0">
                          <a:ln>
                            <a:noFill/>
                          </a:ln>
                          <a:solidFill>
                            <a:srgbClr val="000000"/>
                          </a:solidFill>
                          <a:effectLst/>
                          <a:uLnTx/>
                          <a:uFillTx/>
                          <a:latin typeface="Segoe UI"/>
                          <a:ea typeface="+mn-ea"/>
                          <a:cs typeface="Segoe UI"/>
                        </a:rPr>
                        <a:t>blocking for </a:t>
                      </a:r>
                      <a:r>
                        <a:rPr kumimoji="0" lang="en-US" sz="770" b="0" i="0" u="none" strike="noStrike" kern="1200" cap="none" spc="0" normalizeH="0" baseline="0" noProof="0">
                          <a:ln>
                            <a:noFill/>
                          </a:ln>
                          <a:solidFill>
                            <a:srgbClr val="000000"/>
                          </a:solidFill>
                          <a:effectLst/>
                          <a:uLnTx/>
                          <a:uFillTx/>
                          <a:latin typeface="+mn-lt"/>
                          <a:ea typeface="+mn-ea"/>
                          <a:cs typeface="+mn-cs"/>
                        </a:rPr>
                        <a:t>tool invocations for agents</a:t>
                      </a:r>
                      <a:r>
                        <a:rPr kumimoji="0" lang="en-US" sz="770" b="0" i="0" u="none" strike="noStrike" kern="1200" cap="none" spc="0" normalizeH="0" baseline="30000" noProof="0">
                          <a:ln>
                            <a:noFill/>
                          </a:ln>
                          <a:solidFill>
                            <a:srgbClr val="000000"/>
                          </a:solidFill>
                          <a:effectLst/>
                          <a:uLnTx/>
                          <a:uFillTx/>
                          <a:latin typeface="+mn-lt"/>
                          <a:ea typeface="+mn-ea"/>
                          <a:cs typeface="+mn-cs"/>
                        </a:rPr>
                        <a:t>12</a:t>
                      </a: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1291686066"/>
                  </a:ext>
                </a:extLst>
              </a:tr>
              <a:tr h="210312">
                <a:tc vMerge="1">
                  <a:txBody>
                    <a:bodyPr/>
                    <a:lstStyle/>
                    <a:p>
                      <a:pPr marL="0" algn="l" defTabSz="932742" rtl="0" eaLnBrk="1" latinLnBrk="0" hangingPunct="1"/>
                      <a:endParaRPr lang="en-US" sz="800" kern="1200">
                        <a:solidFill>
                          <a:schemeClr val="tx1"/>
                        </a:solidFill>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mn-lt"/>
                        <a:ea typeface="+mn-ea"/>
                        <a:cs typeface="+mn-cs"/>
                      </a:endParaRPr>
                    </a:p>
                  </a:txBody>
                  <a:tcPr anchor="ctr">
                    <a:lnT w="9525" cap="flat" cmpd="sng" algn="ctr">
                      <a:solidFill>
                        <a:schemeClr val="tx1">
                          <a:lumMod val="85000"/>
                          <a:lumOff val="15000"/>
                        </a:schemeClr>
                      </a:solidFill>
                      <a:prstDash val="solid"/>
                      <a:round/>
                      <a:headEnd type="none" w="med" len="med"/>
                      <a:tailEnd type="none" w="med" len="med"/>
                    </a:lnT>
                    <a:lnB w="9525" cap="flat" cmpd="sng" algn="ctr">
                      <a:solidFill>
                        <a:schemeClr val="tx1">
                          <a:lumMod val="85000"/>
                          <a:lumOff val="15000"/>
                        </a:schemeClr>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US" sz="770" b="0" i="0" u="none" strike="noStrike" kern="1200" cap="none" spc="0" normalizeH="0" baseline="0" noProof="0">
                          <a:ln>
                            <a:noFill/>
                          </a:ln>
                          <a:solidFill>
                            <a:srgbClr val="000000"/>
                          </a:solidFill>
                          <a:effectLst/>
                          <a:uLnTx/>
                          <a:uFillTx/>
                          <a:latin typeface="+mn-lt"/>
                          <a:ea typeface="+mn-ea"/>
                          <a:cs typeface="+mn-cs"/>
                        </a:rPr>
                        <a:t>Threat </a:t>
                      </a:r>
                      <a:r>
                        <a:rPr lang="en-US" sz="770" b="0" i="0" u="none" strike="noStrike" kern="1200" cap="none" spc="0" normalizeH="0" baseline="0" noProof="0">
                          <a:ln>
                            <a:noFill/>
                          </a:ln>
                          <a:solidFill>
                            <a:srgbClr val="000000"/>
                          </a:solidFill>
                          <a:effectLst/>
                          <a:uLnTx/>
                          <a:uFillTx/>
                          <a:latin typeface="+mn-lt"/>
                          <a:ea typeface="+mn-ea"/>
                          <a:cs typeface="+mn-cs"/>
                        </a:rPr>
                        <a:t>Hunting and </a:t>
                      </a:r>
                      <a:r>
                        <a:rPr lang="en-US" sz="770" b="0" i="0" u="none" strike="noStrike" kern="1200" cap="none" spc="0" normalizeH="0" baseline="0" noProof="0">
                          <a:ln>
                            <a:noFill/>
                          </a:ln>
                          <a:solidFill>
                            <a:srgbClr val="000000"/>
                          </a:solidFill>
                          <a:effectLst/>
                          <a:uLnTx/>
                          <a:uFillTx/>
                          <a:latin typeface="+mn-lt"/>
                          <a:ea typeface="+mn-ea"/>
                          <a:cs typeface="Segoe UI"/>
                        </a:rPr>
                        <a:t>Investigation for agents</a:t>
                      </a: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770" b="0" i="0" u="none" strike="noStrike" kern="1200" cap="none" spc="0" normalizeH="0" baseline="0" noProof="0">
                          <a:ln>
                            <a:noFill/>
                          </a:ln>
                          <a:solidFill>
                            <a:srgbClr val="000000"/>
                          </a:solidFill>
                          <a:effectLst/>
                          <a:uLnTx/>
                          <a:uFillTx/>
                          <a:latin typeface="+mn-lt"/>
                          <a:ea typeface="+mn-ea"/>
                          <a:cs typeface="+mn-cs"/>
                        </a:rPr>
                        <a:t>Collect</a:t>
                      </a:r>
                      <a:r>
                        <a:rPr kumimoji="0" lang="en-US" sz="770" b="0" i="0" u="none" strike="noStrike" kern="1200" cap="none" spc="0" normalizeH="0" baseline="0" noProof="0">
                          <a:ln>
                            <a:noFill/>
                          </a:ln>
                          <a:solidFill>
                            <a:srgbClr val="000000"/>
                          </a:solidFill>
                          <a:effectLst/>
                          <a:uLnTx/>
                          <a:uFillTx/>
                          <a:latin typeface="+mn-lt"/>
                          <a:ea typeface="+mn-ea"/>
                          <a:cs typeface="+mn-cs"/>
                        </a:rPr>
                        <a:t> </a:t>
                      </a:r>
                      <a:r>
                        <a:rPr lang="en-US" sz="770" b="0" i="0" u="none" strike="noStrike" kern="1200" cap="none" spc="0" normalizeH="0" baseline="0" noProof="0">
                          <a:ln>
                            <a:noFill/>
                          </a:ln>
                          <a:solidFill>
                            <a:srgbClr val="000000"/>
                          </a:solidFill>
                          <a:effectLst/>
                          <a:uLnTx/>
                          <a:uFillTx/>
                          <a:latin typeface="Segoe UI"/>
                          <a:ea typeface="+mn-ea"/>
                          <a:cs typeface="Segoe UI"/>
                        </a:rPr>
                        <a:t>A365 unified agent observability logs and allows Investigation and hunting</a:t>
                      </a:r>
                      <a:r>
                        <a:rPr lang="en-US" sz="770" b="0" i="0" u="none" strike="noStrike" kern="1200" cap="none" spc="0" normalizeH="0" baseline="0" noProof="0">
                          <a:ln>
                            <a:noFill/>
                          </a:ln>
                          <a:solidFill>
                            <a:srgbClr val="000000"/>
                          </a:solidFill>
                          <a:effectLst/>
                          <a:uLnTx/>
                          <a:uFillTx/>
                          <a:latin typeface="+mn-lt"/>
                          <a:ea typeface="+mn-ea"/>
                          <a:cs typeface="+mn-cs"/>
                        </a:rPr>
                        <a:t> </a:t>
                      </a:r>
                      <a:r>
                        <a:rPr kumimoji="0" lang="en-US" sz="770" b="0" i="0" u="none" strike="noStrike" kern="1200" cap="none" spc="0" normalizeH="0" baseline="0" noProof="0">
                          <a:ln>
                            <a:noFill/>
                          </a:ln>
                          <a:solidFill>
                            <a:srgbClr val="000000"/>
                          </a:solidFill>
                          <a:effectLst/>
                          <a:uLnTx/>
                          <a:uFillTx/>
                          <a:latin typeface="+mn-lt"/>
                          <a:ea typeface="+mn-ea"/>
                          <a:cs typeface="+mn-cs"/>
                        </a:rPr>
                        <a:t>for threats </a:t>
                      </a:r>
                      <a:r>
                        <a:rPr lang="en-US" sz="770" b="0" i="0" u="none" strike="noStrike" kern="1200" cap="none" spc="0" normalizeH="0" baseline="0" noProof="0">
                          <a:ln>
                            <a:noFill/>
                          </a:ln>
                          <a:solidFill>
                            <a:srgbClr val="000000"/>
                          </a:solidFill>
                          <a:effectLst/>
                          <a:uLnTx/>
                          <a:uFillTx/>
                          <a:latin typeface="+mn-lt"/>
                          <a:ea typeface="+mn-ea"/>
                          <a:cs typeface="+mn-cs"/>
                        </a:rPr>
                        <a:t>in</a:t>
                      </a:r>
                      <a:r>
                        <a:rPr kumimoji="0" lang="en-US" sz="770" b="0" i="0" u="none" strike="noStrike" kern="1200" cap="none" spc="0" normalizeH="0" baseline="0" noProof="0">
                          <a:ln>
                            <a:noFill/>
                          </a:ln>
                          <a:solidFill>
                            <a:srgbClr val="000000"/>
                          </a:solidFill>
                          <a:effectLst/>
                          <a:uLnTx/>
                          <a:uFillTx/>
                          <a:latin typeface="+mn-lt"/>
                          <a:ea typeface="+mn-ea"/>
                          <a:cs typeface="+mn-cs"/>
                        </a:rPr>
                        <a:t> for agents</a:t>
                      </a:r>
                      <a:r>
                        <a:rPr kumimoji="0" lang="en-US" sz="770" b="0" i="0" u="none" strike="noStrike" kern="1200" cap="none" spc="0" normalizeH="0" baseline="30000" noProof="0">
                          <a:ln>
                            <a:noFill/>
                          </a:ln>
                          <a:solidFill>
                            <a:srgbClr val="000000"/>
                          </a:solidFill>
                          <a:effectLst/>
                          <a:uLnTx/>
                          <a:uFillTx/>
                          <a:latin typeface="+mn-lt"/>
                          <a:ea typeface="+mn-ea"/>
                          <a:cs typeface="+mn-cs"/>
                        </a:rPr>
                        <a:t>12, </a:t>
                      </a:r>
                      <a:r>
                        <a:rPr lang="en-US" sz="770" b="0" i="0" u="none" strike="noStrike" kern="1200" cap="none" spc="0" normalizeH="0" baseline="30000" noProof="0">
                          <a:ln>
                            <a:noFill/>
                          </a:ln>
                          <a:solidFill>
                            <a:srgbClr val="000000"/>
                          </a:solidFill>
                          <a:effectLst/>
                          <a:uLnTx/>
                          <a:uFillTx/>
                          <a:latin typeface="+mn-lt"/>
                          <a:ea typeface="+mn-ea"/>
                          <a:cs typeface="+mn-cs"/>
                        </a:rPr>
                        <a:t>13</a:t>
                      </a:r>
                      <a:endParaRPr kumimoji="0" lang="en-US" sz="77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n-lt"/>
                        <a:ea typeface="+mn-ea"/>
                        <a:cs typeface="+mn-cs"/>
                      </a:endParaRPr>
                    </a:p>
                  </a:txBody>
                  <a:tcPr marT="9144" marB="9144" anchor="ctr">
                    <a:solidFill>
                      <a:schemeClr val="bg1"/>
                    </a:solidFill>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T="9144" marB="9144" anchor="ctr">
                    <a:solidFill>
                      <a:srgbClr val="CFEAFF"/>
                    </a:solidFill>
                  </a:tcPr>
                </a:tc>
                <a:extLst>
                  <a:ext uri="{0D108BD9-81ED-4DB2-BD59-A6C34878D82A}">
                    <a16:rowId xmlns:a16="http://schemas.microsoft.com/office/drawing/2014/main" val="3516773856"/>
                  </a:ext>
                </a:extLst>
              </a:tr>
            </a:tbl>
          </a:graphicData>
        </a:graphic>
      </p:graphicFrame>
      <p:sp>
        <p:nvSpPr>
          <p:cNvPr id="6" name="TextBox 5">
            <a:extLst>
              <a:ext uri="{FF2B5EF4-FFF2-40B4-BE49-F238E27FC236}">
                <a16:creationId xmlns:a16="http://schemas.microsoft.com/office/drawing/2014/main" id="{AB0D3A0C-D497-250B-D12E-8C73E59B5E69}"/>
              </a:ext>
            </a:extLst>
          </p:cNvPr>
          <p:cNvSpPr txBox="1"/>
          <p:nvPr/>
        </p:nvSpPr>
        <p:spPr>
          <a:xfrm>
            <a:off x="6151786" y="5621336"/>
            <a:ext cx="5937089" cy="1077218"/>
          </a:xfrm>
          <a:prstGeom prst="rect">
            <a:avLst/>
          </a:prstGeom>
          <a:noFill/>
        </p:spPr>
        <p:txBody>
          <a:bodyPr wrap="square" lIns="0" tIns="0" rIns="0" bIns="0" rtlCol="0" anchor="t">
            <a:spAutoFit/>
          </a:bodyPr>
          <a:lstStyle/>
          <a:p>
            <a:pPr marL="228600" indent="-228600" defTabSz="914367">
              <a:buFont typeface="+mj-lt"/>
              <a:buAutoNum type="arabicPeriod" startAt="8"/>
              <a:defRPr/>
            </a:pPr>
            <a:r>
              <a:rPr lang="en-US" sz="700">
                <a:solidFill>
                  <a:srgbClr val="000000"/>
                </a:solidFill>
              </a:rPr>
              <a:t>Using network capabilities inclusive of threat intelligence filtering, Web and URL filtering, prompt injection protection, and network file filtering </a:t>
            </a:r>
            <a:endParaRPr lang="en-US" sz="700">
              <a:solidFill>
                <a:srgbClr val="000000"/>
              </a:solidFill>
              <a:cs typeface="Segoe UI"/>
            </a:endParaRPr>
          </a:p>
          <a:p>
            <a:pPr marL="228600" indent="-228600" defTabSz="914367">
              <a:buFont typeface="+mj-lt"/>
              <a:buAutoNum type="arabicPeriod" startAt="8"/>
              <a:defRPr/>
            </a:pPr>
            <a:r>
              <a:rPr lang="en-US" sz="700">
                <a:solidFill>
                  <a:srgbClr val="000000"/>
                </a:solidFill>
              </a:rPr>
              <a:t>Applicable to agents running on Entra registered devices with a Global Secure Access client installed.</a:t>
            </a:r>
            <a:endParaRPr lang="en-US" sz="800">
              <a:cs typeface="Segoe UI"/>
            </a:endParaRPr>
          </a:p>
          <a:p>
            <a:pPr marL="228600" indent="-228600" defTabSz="914367">
              <a:buFont typeface="+mj-lt"/>
              <a:buAutoNum type="arabicPeriod" startAt="8"/>
              <a:defRPr/>
            </a:pPr>
            <a:r>
              <a:rPr lang="en-US" sz="700">
                <a:solidFill>
                  <a:srgbClr val="000000"/>
                </a:solidFill>
              </a:rPr>
              <a:t>Discovery and blocking of unsanctioned local agents on endpoints are included in Microsoft 365 E5 and E7 subscriptions, and for customers that have deployed Microsoft Defender for Endpoint and Intune, it can be managed through the Agent 365 experience in Microsoft 365 Admin Center or through Defender and Intune portals. </a:t>
            </a:r>
          </a:p>
          <a:p>
            <a:pPr marL="228600" indent="-228600" defTabSz="914367">
              <a:buFont typeface="+mj-lt"/>
              <a:buAutoNum type="arabicPeriod" startAt="8"/>
              <a:defRPr/>
            </a:pPr>
            <a:r>
              <a:rPr lang="en-US" sz="700">
                <a:solidFill>
                  <a:srgbClr val="000000"/>
                </a:solidFill>
              </a:rPr>
              <a:t>Features expected to be in public preview in June.</a:t>
            </a:r>
          </a:p>
          <a:p>
            <a:pPr marL="228600" indent="-228600" defTabSz="914367">
              <a:buFont typeface="+mj-lt"/>
              <a:buAutoNum type="arabicPeriod" startAt="8"/>
              <a:defRPr/>
            </a:pPr>
            <a:r>
              <a:rPr lang="en-US" sz="700">
                <a:solidFill>
                  <a:srgbClr val="000000"/>
                </a:solidFill>
              </a:rPr>
              <a:t>Defender features listed here are currently in public preview and will be included in the existing A365 license. Please refer to the Microsoft 365 public roadmap for the GA timeline.</a:t>
            </a:r>
            <a:endParaRPr lang="en-US" sz="700">
              <a:solidFill>
                <a:srgbClr val="000000"/>
              </a:solidFill>
              <a:cs typeface="Segoe UI"/>
            </a:endParaRPr>
          </a:p>
          <a:p>
            <a:pPr marL="228600" indent="-228600" defTabSz="914367">
              <a:buFont typeface="+mj-lt"/>
              <a:buAutoNum type="arabicPeriod" startAt="8"/>
              <a:defRPr/>
            </a:pPr>
            <a:r>
              <a:rPr lang="en-US" sz="700">
                <a:solidFill>
                  <a:srgbClr val="000000"/>
                </a:solidFill>
                <a:cs typeface="Segoe UI"/>
              </a:rPr>
              <a:t>Defender Threat Investigation and Hunting will require a user to be licensed for Microsoft Defender for Cloud Apps.</a:t>
            </a:r>
          </a:p>
          <a:p>
            <a:pPr marL="228600" indent="-228600" defTabSz="914367">
              <a:buFont typeface="+mj-lt"/>
              <a:buAutoNum type="arabicPeriod" startAt="8"/>
              <a:defRPr/>
            </a:pPr>
            <a:r>
              <a:rPr lang="en-US" sz="700">
                <a:solidFill>
                  <a:srgbClr val="000000"/>
                </a:solidFill>
                <a:cs typeface="Segoe UI"/>
              </a:rPr>
              <a:t>Also requires Windows 365 for Agents.</a:t>
            </a:r>
            <a:endParaRPr lang="en-US" sz="700">
              <a:solidFill>
                <a:srgbClr val="000000"/>
              </a:solidFill>
            </a:endParaRPr>
          </a:p>
        </p:txBody>
      </p:sp>
      <p:sp>
        <p:nvSpPr>
          <p:cNvPr id="10" name="TextBox 9">
            <a:extLst>
              <a:ext uri="{FF2B5EF4-FFF2-40B4-BE49-F238E27FC236}">
                <a16:creationId xmlns:a16="http://schemas.microsoft.com/office/drawing/2014/main" id="{1AB989D3-232F-9C3B-AA84-DF38A3BDC474}"/>
              </a:ext>
            </a:extLst>
          </p:cNvPr>
          <p:cNvSpPr txBox="1"/>
          <p:nvPr/>
        </p:nvSpPr>
        <p:spPr>
          <a:xfrm>
            <a:off x="158911" y="5621336"/>
            <a:ext cx="5861571" cy="969496"/>
          </a:xfrm>
          <a:prstGeom prst="rect">
            <a:avLst/>
          </a:prstGeom>
          <a:noFill/>
        </p:spPr>
        <p:txBody>
          <a:bodyPr wrap="square" lIns="0" tIns="0" rIns="0" bIns="0" rtlCol="0" anchor="t">
            <a:spAutoFit/>
          </a:bodyPr>
          <a:lstStyle/>
          <a:p>
            <a:pPr marL="228600" lvl="0" indent="-228600" defTabSz="914367">
              <a:buFont typeface="+mj-lt"/>
              <a:buAutoNum type="arabicPeriod"/>
              <a:defRPr/>
            </a:pPr>
            <a:r>
              <a:rPr lang="en-US" sz="700">
                <a:solidFill>
                  <a:srgbClr val="000000"/>
                </a:solidFill>
              </a:rPr>
              <a:t>Included with Microsoft 365 and Azure subscription except for where noted, Microsoft 365 E5 required. </a:t>
            </a:r>
            <a:endParaRPr lang="en-US" sz="700">
              <a:solidFill>
                <a:srgbClr val="000000"/>
              </a:solidFill>
              <a:cs typeface="Segoe UI"/>
            </a:endParaRPr>
          </a:p>
          <a:p>
            <a:pPr marL="228600" lvl="0" indent="-228600" defTabSz="914367">
              <a:buFont typeface="+mj-lt"/>
              <a:buAutoNum type="arabicPeriod"/>
              <a:defRPr/>
            </a:pPr>
            <a:r>
              <a:rPr kumimoji="0" lang="en-US" sz="700" b="0" i="0" u="none" strike="noStrike" kern="1200" cap="none" spc="0" normalizeH="0" baseline="0" noProof="0">
                <a:ln>
                  <a:noFill/>
                </a:ln>
                <a:solidFill>
                  <a:srgbClr val="000000"/>
                </a:solidFill>
                <a:effectLst/>
                <a:uLnTx/>
                <a:uFillTx/>
                <a:latin typeface="Segoe UI"/>
                <a:ea typeface="+mn-ea"/>
                <a:cs typeface="+mn-cs"/>
              </a:rPr>
              <a:t>Agent ID is a feature of the Entra platform and is needed for policies, governance, and security protection including ATG configuration.</a:t>
            </a:r>
          </a:p>
          <a:p>
            <a:pPr marL="228600" marR="0" lvl="0" indent="-228600" algn="l" defTabSz="914367"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200" cap="none" spc="0" normalizeH="0" baseline="0" noProof="0">
                <a:ln>
                  <a:noFill/>
                </a:ln>
                <a:solidFill>
                  <a:srgbClr val="000000"/>
                </a:solidFill>
                <a:effectLst/>
                <a:uLnTx/>
                <a:uFillTx/>
                <a:latin typeface="Segoe UI"/>
                <a:ea typeface="+mn-ea"/>
                <a:cs typeface="+mn-cs"/>
              </a:rPr>
              <a:t>Available for agents with delegated access and agents with their own access operating behind the scenes. Please refer to the Microsoft 365 public roadmap for GA timeline for agents with their own access and that participate in team workflows.</a:t>
            </a:r>
            <a:endParaRPr lang="en-US" sz="700" b="0" i="0" u="none" strike="noStrike" kern="1200" cap="none" spc="0" normalizeH="0" baseline="0" noProof="0">
              <a:ln>
                <a:noFill/>
              </a:ln>
              <a:solidFill>
                <a:srgbClr val="000000"/>
              </a:solidFill>
              <a:effectLst/>
              <a:uLnTx/>
              <a:uFillTx/>
              <a:latin typeface="Segoe UI"/>
              <a:cs typeface="Segoe UI"/>
            </a:endParaRPr>
          </a:p>
          <a:p>
            <a:pPr marL="228600" indent="-228600" defTabSz="914367">
              <a:buFont typeface="+mj-lt"/>
              <a:buAutoNum type="arabicPeriod"/>
              <a:defRPr/>
            </a:pPr>
            <a:r>
              <a:rPr kumimoji="0" lang="en-US" sz="700" b="0" i="0" u="none" strike="noStrike" kern="1200" cap="none" spc="0" normalizeH="0" baseline="0" noProof="0">
                <a:ln>
                  <a:noFill/>
                </a:ln>
                <a:solidFill>
                  <a:srgbClr val="000000"/>
                </a:solidFill>
                <a:effectLst/>
                <a:uLnTx/>
                <a:uFillTx/>
                <a:latin typeface="Segoe UI"/>
                <a:ea typeface="+mn-ea"/>
                <a:cs typeface="+mn-cs"/>
              </a:rPr>
              <a:t>Unified Agent Registry powers agent inventories in Defender, </a:t>
            </a:r>
            <a:r>
              <a:rPr lang="en-US" sz="700">
                <a:solidFill>
                  <a:srgbClr val="000000"/>
                </a:solidFill>
                <a:latin typeface="Segoe UI"/>
              </a:rPr>
              <a:t>Purview</a:t>
            </a:r>
          </a:p>
          <a:p>
            <a:pPr marL="228600" marR="0" lvl="0" indent="-228600" algn="l" defTabSz="914367">
              <a:lnSpc>
                <a:spcPct val="100000"/>
              </a:lnSpc>
              <a:spcBef>
                <a:spcPts val="0"/>
              </a:spcBef>
              <a:spcAft>
                <a:spcPts val="0"/>
              </a:spcAft>
              <a:buClrTx/>
              <a:buSzTx/>
              <a:buAutoNum type="arabicPeriod"/>
              <a:tabLst/>
              <a:defRPr/>
            </a:pPr>
            <a:r>
              <a:rPr lang="en-US" sz="700">
                <a:solidFill>
                  <a:srgbClr val="000000"/>
                </a:solidFill>
                <a:latin typeface="Segoe UI"/>
              </a:rPr>
              <a:t>Currently in public preview and will be </a:t>
            </a:r>
            <a:r>
              <a:rPr lang="en-US" sz="700" err="1">
                <a:solidFill>
                  <a:srgbClr val="000000"/>
                </a:solidFill>
                <a:latin typeface="Segoe UI"/>
              </a:rPr>
              <a:t>i</a:t>
            </a:r>
            <a:r>
              <a:rPr kumimoji="0" lang="en-US" sz="700" b="0" i="0" u="none" strike="noStrike" kern="1200" cap="none" spc="0" normalizeH="0" baseline="0" noProof="0" err="1">
                <a:ln>
                  <a:noFill/>
                </a:ln>
                <a:solidFill>
                  <a:srgbClr val="000000"/>
                </a:solidFill>
                <a:effectLst/>
                <a:uLnTx/>
                <a:uFillTx/>
                <a:latin typeface="Segoe UI"/>
                <a:ea typeface="+mn-ea"/>
                <a:cs typeface="+mn-cs"/>
              </a:rPr>
              <a:t>ncluded</a:t>
            </a:r>
            <a:r>
              <a:rPr lang="en-US" sz="700">
                <a:solidFill>
                  <a:srgbClr val="000000"/>
                </a:solidFill>
                <a:latin typeface="Segoe UI"/>
              </a:rPr>
              <a:t> </a:t>
            </a:r>
            <a:r>
              <a:rPr kumimoji="0" lang="en-US" sz="700" b="0" i="0" u="none" strike="noStrike" kern="1200" cap="none" spc="0" normalizeH="0" baseline="0" noProof="0">
                <a:ln>
                  <a:noFill/>
                </a:ln>
                <a:solidFill>
                  <a:srgbClr val="000000"/>
                </a:solidFill>
                <a:effectLst/>
                <a:uLnTx/>
                <a:uFillTx/>
                <a:latin typeface="Segoe UI"/>
                <a:ea typeface="+mn-ea"/>
                <a:cs typeface="+mn-cs"/>
              </a:rPr>
              <a:t>in the existing A365 license. Refer to the Microsoft 365 public roadmap for the GA timeline</a:t>
            </a:r>
            <a:endParaRPr lang="en-US" sz="700" b="0" i="0" u="none" strike="noStrike" kern="1200" cap="none" spc="0" normalizeH="0" baseline="0" noProof="0">
              <a:ln>
                <a:noFill/>
              </a:ln>
              <a:solidFill>
                <a:srgbClr val="000000"/>
              </a:solidFill>
              <a:effectLst/>
              <a:uLnTx/>
              <a:uFillTx/>
              <a:latin typeface="Segoe UI"/>
              <a:cs typeface="Segoe UI"/>
            </a:endParaRPr>
          </a:p>
          <a:p>
            <a:pPr marL="228600" indent="-228600" defTabSz="914367">
              <a:buAutoNum type="arabicPeriod"/>
              <a:defRPr/>
            </a:pPr>
            <a:r>
              <a:rPr lang="en-US" sz="700">
                <a:solidFill>
                  <a:srgbClr val="000000"/>
                </a:solidFill>
              </a:rPr>
              <a:t>Bulk reassignment of ownerless agents built in Agent Builder and bulk deployment of Microsoft-built agents available as of May 1. Additional standard rules and customizable rules to follow.</a:t>
            </a:r>
          </a:p>
          <a:p>
            <a:pPr marL="228600" lvl="0" indent="-228600" defTabSz="914367">
              <a:buAutoNum type="arabicPeriod"/>
              <a:defRPr/>
            </a:pPr>
            <a:r>
              <a:rPr lang="en-US" sz="700">
                <a:solidFill>
                  <a:srgbClr val="000000"/>
                </a:solidFill>
              </a:rPr>
              <a:t>Only content search is included with Microsoft Cloud subscription. Post discovery data export and hold is charged to the customer</a:t>
            </a:r>
            <a:endParaRPr lang="en-US" sz="700" strike="sngStrike">
              <a:solidFill>
                <a:srgbClr val="000000"/>
              </a:solidFill>
              <a:highlight>
                <a:srgbClr val="FFFF00"/>
              </a:highlight>
            </a:endParaRPr>
          </a:p>
        </p:txBody>
      </p:sp>
    </p:spTree>
    <p:extLst>
      <p:ext uri="{BB962C8B-B14F-4D97-AF65-F5344CB8AC3E}">
        <p14:creationId xmlns:p14="http://schemas.microsoft.com/office/powerpoint/2010/main" val="236348296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BA6ED-C717-90A5-E6FB-0C968200C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08B2C-FBB5-EDC1-E884-C5818BA4F44D}"/>
              </a:ext>
            </a:extLst>
          </p:cNvPr>
          <p:cNvSpPr>
            <a:spLocks noGrp="1"/>
          </p:cNvSpPr>
          <p:nvPr>
            <p:ph type="title"/>
          </p:nvPr>
        </p:nvSpPr>
        <p:spPr/>
        <p:txBody>
          <a:bodyPr/>
          <a:lstStyle/>
          <a:p>
            <a:r>
              <a:rPr lang="en-US">
                <a:solidFill>
                  <a:schemeClr val="bg1"/>
                </a:solidFill>
              </a:rPr>
              <a:t>Appendix</a:t>
            </a:r>
          </a:p>
        </p:txBody>
      </p:sp>
    </p:spTree>
    <p:extLst>
      <p:ext uri="{BB962C8B-B14F-4D97-AF65-F5344CB8AC3E}">
        <p14:creationId xmlns:p14="http://schemas.microsoft.com/office/powerpoint/2010/main" val="26386843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73436-304F-BC65-45F5-529D3B2B94F5}"/>
              </a:ext>
            </a:extLst>
          </p:cNvPr>
          <p:cNvSpPr>
            <a:spLocks noGrp="1"/>
          </p:cNvSpPr>
          <p:nvPr>
            <p:ph type="title"/>
          </p:nvPr>
        </p:nvSpPr>
        <p:spPr/>
        <p:txBody>
          <a:bodyPr/>
          <a:lstStyle/>
          <a:p>
            <a:r>
              <a:rPr lang="en-US"/>
              <a:t>Additional Resources</a:t>
            </a:r>
          </a:p>
        </p:txBody>
      </p:sp>
      <p:sp>
        <p:nvSpPr>
          <p:cNvPr id="3" name="TextBox 2">
            <a:extLst>
              <a:ext uri="{FF2B5EF4-FFF2-40B4-BE49-F238E27FC236}">
                <a16:creationId xmlns:a16="http://schemas.microsoft.com/office/drawing/2014/main" id="{7F975AB2-E082-7DB0-CFDC-2458B1E75472}"/>
              </a:ext>
            </a:extLst>
          </p:cNvPr>
          <p:cNvSpPr txBox="1"/>
          <p:nvPr/>
        </p:nvSpPr>
        <p:spPr>
          <a:xfrm>
            <a:off x="571500" y="1035265"/>
            <a:ext cx="11052046" cy="276999"/>
          </a:xfrm>
          <a:prstGeom prst="rect">
            <a:avLst/>
          </a:prstGeom>
          <a:noFill/>
        </p:spPr>
        <p:txBody>
          <a:bodyPr wrap="square">
            <a:spAutoFit/>
          </a:bodyPr>
          <a:lstStyle/>
          <a:p>
            <a:pPr marL="171450" indent="-171450">
              <a:buFont typeface="Wingdings" panose="05000000000000000000" pitchFamily="2" charset="2"/>
              <a:buChar char="§"/>
            </a:pPr>
            <a:r>
              <a:rPr lang="en-US" sz="1200">
                <a:hlinkClick r:id="rId2"/>
              </a:rPr>
              <a:t>Agent 365 Licensing FAQs</a:t>
            </a:r>
            <a:endParaRPr lang="en-US" sz="1200"/>
          </a:p>
        </p:txBody>
      </p:sp>
    </p:spTree>
    <p:extLst>
      <p:ext uri="{BB962C8B-B14F-4D97-AF65-F5344CB8AC3E}">
        <p14:creationId xmlns:p14="http://schemas.microsoft.com/office/powerpoint/2010/main" val="192685131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7487D-58D6-B511-B542-AAE1B39A411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FA7461C-33AA-E57E-45B4-807FB811B79B}"/>
              </a:ext>
            </a:extLst>
          </p:cNvPr>
          <p:cNvGraphicFramePr>
            <a:graphicFrameLocks noGrp="1"/>
          </p:cNvGraphicFramePr>
          <p:nvPr>
            <p:extLst>
              <p:ext uri="{D42A27DB-BD31-4B8C-83A1-F6EECF244321}">
                <p14:modId xmlns:p14="http://schemas.microsoft.com/office/powerpoint/2010/main" val="2540918007"/>
              </p:ext>
            </p:extLst>
          </p:nvPr>
        </p:nvGraphicFramePr>
        <p:xfrm>
          <a:off x="122989" y="510128"/>
          <a:ext cx="11995119" cy="5607790"/>
        </p:xfrm>
        <a:graphic>
          <a:graphicData uri="http://schemas.openxmlformats.org/drawingml/2006/table">
            <a:tbl>
              <a:tblPr bandRow="1">
                <a:tableStyleId>{5C22544A-7EE6-4342-B048-85BDC9FD1C3A}</a:tableStyleId>
              </a:tblPr>
              <a:tblGrid>
                <a:gridCol w="788703">
                  <a:extLst>
                    <a:ext uri="{9D8B030D-6E8A-4147-A177-3AD203B41FA5}">
                      <a16:colId xmlns:a16="http://schemas.microsoft.com/office/drawing/2014/main" val="1181008983"/>
                    </a:ext>
                  </a:extLst>
                </a:gridCol>
                <a:gridCol w="1022911">
                  <a:extLst>
                    <a:ext uri="{9D8B030D-6E8A-4147-A177-3AD203B41FA5}">
                      <a16:colId xmlns:a16="http://schemas.microsoft.com/office/drawing/2014/main" val="2335321513"/>
                    </a:ext>
                  </a:extLst>
                </a:gridCol>
                <a:gridCol w="1799910">
                  <a:extLst>
                    <a:ext uri="{9D8B030D-6E8A-4147-A177-3AD203B41FA5}">
                      <a16:colId xmlns:a16="http://schemas.microsoft.com/office/drawing/2014/main" val="340088917"/>
                    </a:ext>
                  </a:extLst>
                </a:gridCol>
                <a:gridCol w="1787991">
                  <a:extLst>
                    <a:ext uri="{9D8B030D-6E8A-4147-A177-3AD203B41FA5}">
                      <a16:colId xmlns:a16="http://schemas.microsoft.com/office/drawing/2014/main" val="249421053"/>
                    </a:ext>
                  </a:extLst>
                </a:gridCol>
                <a:gridCol w="1509809">
                  <a:extLst>
                    <a:ext uri="{9D8B030D-6E8A-4147-A177-3AD203B41FA5}">
                      <a16:colId xmlns:a16="http://schemas.microsoft.com/office/drawing/2014/main" val="435952466"/>
                    </a:ext>
                  </a:extLst>
                </a:gridCol>
                <a:gridCol w="1509809">
                  <a:extLst>
                    <a:ext uri="{9D8B030D-6E8A-4147-A177-3AD203B41FA5}">
                      <a16:colId xmlns:a16="http://schemas.microsoft.com/office/drawing/2014/main" val="2814603883"/>
                    </a:ext>
                  </a:extLst>
                </a:gridCol>
                <a:gridCol w="1787993">
                  <a:extLst>
                    <a:ext uri="{9D8B030D-6E8A-4147-A177-3AD203B41FA5}">
                      <a16:colId xmlns:a16="http://schemas.microsoft.com/office/drawing/2014/main" val="1907627736"/>
                    </a:ext>
                  </a:extLst>
                </a:gridCol>
                <a:gridCol w="1787993">
                  <a:extLst>
                    <a:ext uri="{9D8B030D-6E8A-4147-A177-3AD203B41FA5}">
                      <a16:colId xmlns:a16="http://schemas.microsoft.com/office/drawing/2014/main" val="55480295"/>
                    </a:ext>
                  </a:extLst>
                </a:gridCol>
              </a:tblGrid>
              <a:tr h="207561">
                <a:tc rowSpan="2">
                  <a:txBody>
                    <a:bodyPr/>
                    <a:lstStyle/>
                    <a:p>
                      <a:r>
                        <a:rPr lang="en-US" sz="1050" b="1">
                          <a:solidFill>
                            <a:schemeClr val="bg1"/>
                          </a:solidFill>
                          <a:latin typeface="Calibri" panose="020F0502020204030204" pitchFamily="34" charset="0"/>
                          <a:ea typeface="Calibri" panose="020F0502020204030204" pitchFamily="34" charset="0"/>
                          <a:cs typeface="Calibri" panose="020F0502020204030204" pitchFamily="34" charset="0"/>
                        </a:rPr>
                        <a:t>Product</a:t>
                      </a:r>
                      <a:endParaRPr lang="en-CA" sz="1050" b="1">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rowSpan="2">
                  <a:txBody>
                    <a:bodyPr/>
                    <a:lstStyle/>
                    <a:p>
                      <a:pPr algn="ctr"/>
                      <a:r>
                        <a:rPr lang="en-US" sz="1050" b="1">
                          <a:solidFill>
                            <a:schemeClr val="bg1"/>
                          </a:solidFill>
                          <a:latin typeface="Calibri" panose="020F0502020204030204" pitchFamily="34" charset="0"/>
                          <a:ea typeface="Calibri" panose="020F0502020204030204" pitchFamily="34" charset="0"/>
                          <a:cs typeface="Calibri" panose="020F0502020204030204" pitchFamily="34" charset="0"/>
                        </a:rPr>
                        <a:t>Category</a:t>
                      </a:r>
                      <a:endParaRPr lang="en-CA" sz="1050" b="1">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rowSpan="2">
                  <a:txBody>
                    <a:bodyPr/>
                    <a:lstStyle/>
                    <a:p>
                      <a:pPr algn="ctr"/>
                      <a:r>
                        <a:rPr lang="en-US" sz="1050" b="1">
                          <a:solidFill>
                            <a:schemeClr val="bg1"/>
                          </a:solidFill>
                          <a:latin typeface="Calibri" panose="020F0502020204030204" pitchFamily="34" charset="0"/>
                          <a:ea typeface="Calibri" panose="020F0502020204030204" pitchFamily="34" charset="0"/>
                          <a:cs typeface="Calibri" panose="020F0502020204030204" pitchFamily="34" charset="0"/>
                        </a:rPr>
                        <a:t>Core Capabilities</a:t>
                      </a:r>
                      <a:endParaRPr lang="en-CA" sz="1050" b="1">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gridSpan="2">
                  <a:txBody>
                    <a:bodyPr/>
                    <a:lstStyle/>
                    <a:p>
                      <a:pPr marL="0" algn="ctr" defTabSz="932742" rtl="0" eaLnBrk="1" latinLnBrk="0" hangingPunct="1"/>
                      <a:r>
                        <a:rPr lang="en-US" sz="1000" b="1" kern="1200">
                          <a:solidFill>
                            <a:schemeClr val="bg1"/>
                          </a:solidFill>
                          <a:latin typeface="Calibri" panose="020F0502020204030204" pitchFamily="34" charset="0"/>
                          <a:ea typeface="Calibri" panose="020F0502020204030204" pitchFamily="34" charset="0"/>
                          <a:cs typeface="Calibri" panose="020F0502020204030204" pitchFamily="34" charset="0"/>
                        </a:rPr>
                        <a:t>For Users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hMerge="1">
                  <a:txBody>
                    <a:bodyPr/>
                    <a:lstStyle/>
                    <a:p>
                      <a:endParaRPr lang="en-CA" sz="1200" b="1" kern="1200">
                        <a:solidFill>
                          <a:schemeClr val="bg1"/>
                        </a:solidFill>
                        <a:latin typeface="+mn-lt"/>
                        <a:ea typeface="+mn-ea"/>
                        <a:cs typeface="+mn-cs"/>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2"/>
                    </a:solidFill>
                  </a:tcPr>
                </a:tc>
                <a:tc rowSpan="2">
                  <a:txBody>
                    <a:bodyPr/>
                    <a:lstStyle/>
                    <a:p>
                      <a:pPr algn="ctr"/>
                      <a:r>
                        <a:rPr lang="en-US" sz="1050" b="1">
                          <a:solidFill>
                            <a:schemeClr val="bg1"/>
                          </a:solidFill>
                          <a:latin typeface="Calibri" panose="020F0502020204030204" pitchFamily="34" charset="0"/>
                          <a:ea typeface="Calibri" panose="020F0502020204030204" pitchFamily="34" charset="0"/>
                          <a:cs typeface="Calibri" panose="020F0502020204030204" pitchFamily="34" charset="0"/>
                        </a:rPr>
                        <a:t>For Agents</a:t>
                      </a:r>
                    </a:p>
                    <a:p>
                      <a:pPr algn="ctr"/>
                      <a:r>
                        <a:rPr lang="en-US" sz="1050" b="0">
                          <a:solidFill>
                            <a:schemeClr val="bg1"/>
                          </a:solidFill>
                          <a:latin typeface="Calibri"/>
                          <a:ea typeface="Calibri"/>
                          <a:cs typeface="Calibri"/>
                        </a:rPr>
                        <a:t>A365</a:t>
                      </a:r>
                      <a:r>
                        <a:rPr lang="en-CA" sz="1050" baseline="30000">
                          <a:solidFill>
                            <a:schemeClr val="tx1"/>
                          </a:solidFill>
                          <a:latin typeface="Calibri"/>
                          <a:ea typeface="Calibri"/>
                          <a:cs typeface="Calibri"/>
                        </a:rPr>
                        <a:t> </a:t>
                      </a:r>
                      <a:endParaRPr lang="en-CA" sz="1050" baseline="30000">
                        <a:solidFill>
                          <a:schemeClr val="bg1"/>
                        </a:solidFill>
                        <a:latin typeface="Calibri"/>
                        <a:ea typeface="Calibri"/>
                        <a:cs typeface="Calibri"/>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rowSpan="2">
                  <a:txBody>
                    <a:bodyPr/>
                    <a:lstStyle/>
                    <a:p>
                      <a:pPr algn="ctr"/>
                      <a:r>
                        <a:rPr lang="en-US" sz="1050" b="1">
                          <a:solidFill>
                            <a:schemeClr val="bg1"/>
                          </a:solidFill>
                          <a:latin typeface="Calibri"/>
                          <a:ea typeface="Calibri"/>
                          <a:cs typeface="Calibri"/>
                        </a:rPr>
                        <a:t>For Users + Agents </a:t>
                      </a:r>
                    </a:p>
                    <a:p>
                      <a:pPr lvl="0" algn="ctr">
                        <a:buNone/>
                      </a:pPr>
                      <a:r>
                        <a:rPr lang="en-US" sz="1050" b="0">
                          <a:solidFill>
                            <a:schemeClr val="bg1"/>
                          </a:solidFill>
                          <a:latin typeface="Calibri" panose="020F0502020204030204" pitchFamily="34" charset="0"/>
                          <a:ea typeface="Calibri" panose="020F0502020204030204" pitchFamily="34" charset="0"/>
                          <a:cs typeface="Calibri" panose="020F0502020204030204" pitchFamily="34" charset="0"/>
                        </a:rPr>
                        <a:t>ME7</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rowSpan="2">
                  <a:txBody>
                    <a:bodyPr/>
                    <a:lstStyle/>
                    <a:p>
                      <a:pPr lvl="0" algn="ctr">
                        <a:buNone/>
                      </a:pPr>
                      <a:r>
                        <a:rPr lang="en-US" sz="1050" b="1">
                          <a:solidFill>
                            <a:schemeClr val="bg1"/>
                          </a:solidFill>
                          <a:latin typeface="Calibri" panose="020F0502020204030204" pitchFamily="34" charset="0"/>
                          <a:ea typeface="Calibri" panose="020F0502020204030204" pitchFamily="34" charset="0"/>
                          <a:cs typeface="Calibri" panose="020F0502020204030204" pitchFamily="34" charset="0"/>
                        </a:rPr>
                        <a:t>For others</a:t>
                      </a:r>
                    </a:p>
                    <a:p>
                      <a:pPr lvl="0" algn="ctr">
                        <a:buNone/>
                      </a:pPr>
                      <a:r>
                        <a:rPr lang="en-US" sz="1050" b="0">
                          <a:solidFill>
                            <a:schemeClr val="bg1"/>
                          </a:solidFill>
                          <a:latin typeface="Calibri" panose="020F0502020204030204" pitchFamily="34" charset="0"/>
                          <a:ea typeface="Calibri" panose="020F0502020204030204" pitchFamily="34" charset="0"/>
                          <a:cs typeface="Calibri" panose="020F0502020204030204" pitchFamily="34" charset="0"/>
                        </a:rPr>
                        <a:t>PAYG</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2689616476"/>
                  </a:ext>
                </a:extLst>
              </a:tr>
              <a:tr h="210718">
                <a:tc vMerge="1">
                  <a:txBody>
                    <a:bodyPr/>
                    <a:lstStyle/>
                    <a:p>
                      <a:endParaRPr lang="en-US"/>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2"/>
                    </a:solidFill>
                  </a:tcPr>
                </a:tc>
                <a:tc vMerge="1">
                  <a:txBody>
                    <a:bodyPr/>
                    <a:lstStyle/>
                    <a:p>
                      <a:endParaRPr lang="en-US"/>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2"/>
                    </a:solidFill>
                  </a:tcPr>
                </a:tc>
                <a:tc vMerge="1">
                  <a:txBody>
                    <a:bodyPr/>
                    <a:lstStyle/>
                    <a:p>
                      <a:endParaRPr lang="en-US"/>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2"/>
                    </a:solidFill>
                  </a:tcPr>
                </a:tc>
                <a:tc>
                  <a:txBody>
                    <a:bodyPr/>
                    <a:lstStyle/>
                    <a:p>
                      <a:pPr marL="0" lvl="0" algn="ctr" defTabSz="932742">
                        <a:buNone/>
                      </a:pPr>
                      <a:r>
                        <a:rPr lang="en-US" sz="1050" b="0" kern="1200">
                          <a:solidFill>
                            <a:schemeClr val="bg1"/>
                          </a:solidFill>
                          <a:latin typeface="Calibri" panose="020F0502020204030204" pitchFamily="34" charset="0"/>
                          <a:ea typeface="Calibri" panose="020F0502020204030204" pitchFamily="34" charset="0"/>
                          <a:cs typeface="Calibri" panose="020F0502020204030204" pitchFamily="34" charset="0"/>
                        </a:rPr>
                        <a:t>ME5</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a:txBody>
                    <a:bodyPr/>
                    <a:lstStyle/>
                    <a:p>
                      <a:pPr marL="0" lvl="0" algn="ctr">
                        <a:buNone/>
                      </a:pPr>
                      <a:r>
                        <a:rPr lang="en-CA" sz="1050" b="0" kern="1200">
                          <a:solidFill>
                            <a:schemeClr val="bg1"/>
                          </a:solidFill>
                          <a:latin typeface="Calibri" panose="020F0502020204030204" pitchFamily="34" charset="0"/>
                          <a:ea typeface="Calibri" panose="020F0502020204030204" pitchFamily="34" charset="0"/>
                          <a:cs typeface="Calibri" panose="020F0502020204030204" pitchFamily="34" charset="0"/>
                        </a:rPr>
                        <a:t>Entra Suite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solidFill>
                  </a:tcPr>
                </a:tc>
                <a:tc vMerge="1">
                  <a:txBody>
                    <a:bodyPr/>
                    <a:lstStyle/>
                    <a:p>
                      <a:endParaRPr lang="en-US"/>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2"/>
                    </a:solidFill>
                  </a:tcPr>
                </a:tc>
                <a:tc vMerge="1">
                  <a:txBody>
                    <a:bodyPr/>
                    <a:lstStyle/>
                    <a:p>
                      <a:endParaRPr lang="en-US"/>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2"/>
                    </a:solidFill>
                  </a:tcPr>
                </a:tc>
                <a:tc vMerge="1">
                  <a:txBody>
                    <a:bodyPr/>
                    <a:lstStyle/>
                    <a:p>
                      <a:endParaRPr lang="en-US"/>
                    </a:p>
                  </a:txBody>
                  <a:tcPr/>
                </a:tc>
                <a:extLst>
                  <a:ext uri="{0D108BD9-81ED-4DB2-BD59-A6C34878D82A}">
                    <a16:rowId xmlns:a16="http://schemas.microsoft.com/office/drawing/2014/main" val="2528893341"/>
                  </a:ext>
                </a:extLst>
              </a:tr>
              <a:tr h="210718">
                <a:tc rowSpan="7">
                  <a:txBody>
                    <a:bodyPr/>
                    <a:lstStyle/>
                    <a:p>
                      <a:r>
                        <a:rPr lang="en-US" sz="1050" b="1">
                          <a:latin typeface="Calibri" panose="020F0502020204030204" pitchFamily="34" charset="0"/>
                          <a:ea typeface="Calibri" panose="020F0502020204030204" pitchFamily="34" charset="0"/>
                          <a:cs typeface="Calibri" panose="020F0502020204030204" pitchFamily="34" charset="0"/>
                        </a:rPr>
                        <a:t>Entra</a:t>
                      </a:r>
                      <a:endParaRPr lang="en-CA" sz="1050" b="1">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5">
                  <a:txBody>
                    <a:bodyPr/>
                    <a:lstStyle/>
                    <a:p>
                      <a:r>
                        <a:rPr lang="en-US" sz="1050">
                          <a:latin typeface="Calibri"/>
                          <a:ea typeface="Calibri"/>
                          <a:cs typeface="Calibri"/>
                        </a:rPr>
                        <a:t>Identity + </a:t>
                      </a:r>
                      <a:br>
                        <a:rPr lang="en-US" sz="1050">
                          <a:latin typeface="Calibri"/>
                          <a:ea typeface="Calibri"/>
                          <a:cs typeface="Calibri"/>
                        </a:rPr>
                      </a:br>
                      <a:r>
                        <a:rPr lang="en-US" sz="1050">
                          <a:latin typeface="Calibri"/>
                          <a:ea typeface="Calibri"/>
                          <a:cs typeface="Calibri"/>
                        </a:rPr>
                        <a:t>Access Management</a:t>
                      </a:r>
                      <a:endParaRPr lang="en-CA" sz="1050">
                        <a:latin typeface="Calibri"/>
                        <a:ea typeface="Calibri"/>
                        <a:cs typeface="Calibri"/>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a:latin typeface="Calibri" panose="020F0502020204030204" pitchFamily="34" charset="0"/>
                          <a:ea typeface="Calibri" panose="020F0502020204030204" pitchFamily="34" charset="0"/>
                          <a:cs typeface="Calibri" panose="020F0502020204030204" pitchFamily="34" charset="0"/>
                        </a:rPr>
                        <a:t>Identity platform</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a:latin typeface="Calibri" panose="020F0502020204030204" pitchFamily="34" charset="0"/>
                          <a:ea typeface="Calibri" panose="020F0502020204030204" pitchFamily="34" charset="0"/>
                          <a:cs typeface="Calibri" panose="020F0502020204030204" pitchFamily="34" charset="0"/>
                        </a:rPr>
                        <a:t>for Users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algn="ctr"/>
                      <a:r>
                        <a:rPr lang="en-US" sz="1050" kern="1200" noProof="0">
                          <a:solidFill>
                            <a:schemeClr val="dk1"/>
                          </a:solidFill>
                          <a:latin typeface="Calibri" panose="020F0502020204030204" pitchFamily="34" charset="0"/>
                          <a:ea typeface="Calibri" panose="020F0502020204030204" pitchFamily="34" charset="0"/>
                          <a:cs typeface="Calibri" panose="020F0502020204030204" pitchFamily="34" charset="0"/>
                        </a:rPr>
                        <a:t>for Users</a:t>
                      </a:r>
                      <a:endParaRPr lang="en-US"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solidFill>
                  </a:tcPr>
                </a:tc>
                <a:tc rowSpan="7">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a:latin typeface="Calibri" panose="020F0502020204030204" pitchFamily="34" charset="0"/>
                          <a:ea typeface="Calibri" panose="020F0502020204030204" pitchFamily="34" charset="0"/>
                          <a:cs typeface="Calibri" panose="020F0502020204030204" pitchFamily="34" charset="0"/>
                        </a:rPr>
                        <a:t>for Agents</a:t>
                      </a:r>
                      <a:r>
                        <a:rPr lang="en-US" sz="1050" baseline="30000">
                          <a:latin typeface="Calibri" panose="020F0502020204030204" pitchFamily="34" charset="0"/>
                          <a:ea typeface="Calibri" panose="020F0502020204030204" pitchFamily="34" charset="0"/>
                          <a:cs typeface="Calibri" panose="020F0502020204030204" pitchFamily="34" charset="0"/>
                        </a:rPr>
                        <a:t>[1]</a:t>
                      </a:r>
                      <a:endParaRPr lang="en-US"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lvl="0" algn="ctr">
                        <a:buNone/>
                      </a:pPr>
                      <a:r>
                        <a:rPr lang="en-US" sz="1050">
                          <a:latin typeface="Calibri" panose="020F0502020204030204" pitchFamily="34" charset="0"/>
                          <a:ea typeface="Calibri" panose="020F0502020204030204" pitchFamily="34" charset="0"/>
                          <a:cs typeface="Calibri" panose="020F0502020204030204" pitchFamily="34" charset="0"/>
                        </a:rPr>
                        <a:t>For Users + Agents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lvl="0" algn="ctr">
                        <a:buNone/>
                      </a:pPr>
                      <a:r>
                        <a:rPr lang="en-US" sz="1050">
                          <a:latin typeface="Calibri" panose="020F0502020204030204" pitchFamily="34" charset="0"/>
                          <a:ea typeface="Calibri" panose="020F0502020204030204" pitchFamily="34" charset="0"/>
                          <a:cs typeface="Calibri" panose="020F0502020204030204" pitchFamily="34" charset="0"/>
                        </a:rPr>
                        <a:t>N/A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76194141"/>
                  </a:ext>
                </a:extLst>
              </a:tr>
              <a:tr h="210718">
                <a:tc vMerge="1">
                  <a:txBody>
                    <a:bodyPr/>
                    <a:lstStyle/>
                    <a:p>
                      <a:endParaRPr lang="en-CA"/>
                    </a:p>
                  </a:txBody>
                  <a:tcPr/>
                </a:tc>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Conditional Access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265121768"/>
                  </a:ext>
                </a:extLst>
              </a:tr>
              <a:tr h="344812">
                <a:tc vMerge="1">
                  <a:txBody>
                    <a:bodyPr/>
                    <a:lstStyle/>
                    <a:p>
                      <a:endParaRPr lang="en-CA"/>
                    </a:p>
                  </a:txBody>
                  <a:tcPr/>
                </a:tc>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Privileged Identity Management</a:t>
                      </a:r>
                      <a:endParaRPr lang="en-US" sz="1050">
                        <a:latin typeface="Calibri"/>
                        <a:ea typeface="Calibri"/>
                        <a:cs typeface="Calibri"/>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97155786"/>
                  </a:ext>
                </a:extLst>
              </a:tr>
              <a:tr h="210718">
                <a:tc vMerge="1">
                  <a:txBody>
                    <a:bodyPr/>
                    <a:lstStyle/>
                    <a:p>
                      <a:endParaRPr lang="en-CA"/>
                    </a:p>
                  </a:txBody>
                  <a:tcPr>
                    <a:lnT w="12700" cap="flat" cmpd="sng" algn="ctr">
                      <a:solidFill>
                        <a:schemeClr val="bg1">
                          <a:lumMod val="75000"/>
                        </a:schemeClr>
                      </a:solidFill>
                      <a:prstDash val="solid"/>
                      <a:round/>
                      <a:headEnd type="none" w="med" len="med"/>
                      <a:tailEnd type="none" w="med" len="med"/>
                    </a:lnT>
                  </a:tcPr>
                </a:tc>
                <a:tc vMerge="1">
                  <a:txBody>
                    <a:bodyPr/>
                    <a:lstStyle/>
                    <a:p>
                      <a:endParaRPr lang="en-CA" sz="120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ID Protection</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500680316"/>
                  </a:ext>
                </a:extLst>
              </a:tr>
              <a:tr h="210718">
                <a:tc vMerge="1">
                  <a:txBody>
                    <a:bodyPr/>
                    <a:lstStyle/>
                    <a:p>
                      <a:endParaRPr lang="en-CA"/>
                    </a:p>
                  </a:txBody>
                  <a:tcPr>
                    <a:lnT w="12700" cap="flat" cmpd="sng" algn="ctr">
                      <a:solidFill>
                        <a:schemeClr val="bg1">
                          <a:lumMod val="75000"/>
                        </a:schemeClr>
                      </a:solidFill>
                      <a:prstDash val="solid"/>
                      <a:round/>
                      <a:headEnd type="none" w="med" len="med"/>
                      <a:tailEnd type="none" w="med" len="med"/>
                    </a:lnT>
                  </a:tcPr>
                </a:tc>
                <a:tc vMerge="1">
                  <a:txBody>
                    <a:bodyPr/>
                    <a:lstStyle/>
                    <a:p>
                      <a:endParaRPr lang="en-CA" sz="1200"/>
                    </a:p>
                  </a:txBody>
                  <a:tcP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ID Governance</a:t>
                      </a:r>
                      <a:endParaRPr lang="en-US" sz="1050">
                        <a:latin typeface="Calibri"/>
                        <a:ea typeface="Calibri"/>
                        <a:cs typeface="Calibri"/>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endParaRPr lang="en-US"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65000"/>
                      </a:schemeClr>
                    </a:solidFill>
                  </a:tcPr>
                </a:tc>
                <a:tc vMerge="1">
                  <a:txBody>
                    <a:bodyPr/>
                    <a:lstStyle/>
                    <a:p>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bg1"/>
                    </a:solidFill>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107441481"/>
                  </a:ext>
                </a:extLst>
              </a:tr>
              <a:tr h="253574">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kern="1200">
                          <a:solidFill>
                            <a:schemeClr val="dk1"/>
                          </a:solidFill>
                          <a:latin typeface="Calibri" panose="020F0502020204030204" pitchFamily="34" charset="0"/>
                          <a:ea typeface="Calibri" panose="020F0502020204030204" pitchFamily="34" charset="0"/>
                          <a:cs typeface="Calibri" panose="020F0502020204030204" pitchFamily="34" charset="0"/>
                        </a:rPr>
                        <a:t>Secure Service Edge (Network)</a:t>
                      </a:r>
                      <a:endParaRPr lang="en-CA" sz="105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a:latin typeface="Calibri" panose="020F0502020204030204" pitchFamily="34" charset="0"/>
                          <a:ea typeface="Calibri" panose="020F0502020204030204" pitchFamily="34" charset="0"/>
                          <a:cs typeface="Calibri" panose="020F0502020204030204" pitchFamily="34" charset="0"/>
                        </a:rPr>
                        <a:t>Private Access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100" baseline="30000">
                        <a:solidFill>
                          <a:schemeClr val="tx1"/>
                        </a:solidFill>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solidFill>
                  </a:tcPr>
                </a:tc>
                <a:tc vMerge="1">
                  <a:txBody>
                    <a:bodyPr/>
                    <a:lstStyle/>
                    <a:p>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tx1"/>
                    </a:solidFill>
                  </a:tcPr>
                </a:tc>
                <a:tc vMerge="1">
                  <a:txBody>
                    <a:bodyPr/>
                    <a:lstStyle/>
                    <a:p>
                      <a:endParaRPr 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noFill/>
                  </a:tcPr>
                </a:tc>
                <a:tc vMerge="1">
                  <a:txBody>
                    <a:bodyPr/>
                    <a:lstStyle/>
                    <a:p>
                      <a:endParaRPr lang="en-US"/>
                    </a:p>
                  </a:txBody>
                  <a:tcPr/>
                </a:tc>
                <a:extLst>
                  <a:ext uri="{0D108BD9-81ED-4DB2-BD59-A6C34878D82A}">
                    <a16:rowId xmlns:a16="http://schemas.microsoft.com/office/drawing/2014/main" val="2888727357"/>
                  </a:ext>
                </a:extLst>
              </a:tr>
              <a:tr h="344812">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a:latin typeface="Calibri" panose="020F0502020204030204" pitchFamily="34" charset="0"/>
                          <a:ea typeface="Calibri" panose="020F0502020204030204" pitchFamily="34" charset="0"/>
                          <a:cs typeface="Calibri" panose="020F0502020204030204" pitchFamily="34" charset="0"/>
                        </a:rPr>
                        <a:t>Internet Access (Web + AI Gateway)</a:t>
                      </a:r>
                      <a:endParaRPr lang="en-CA" sz="105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CA"/>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b-NO"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CA"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408363327"/>
                  </a:ext>
                </a:extLst>
              </a:tr>
              <a:tr h="445024">
                <a:tc rowSpan="2">
                  <a:txBody>
                    <a:bodyPr/>
                    <a:lstStyle/>
                    <a:p>
                      <a:r>
                        <a:rPr lang="en-US" sz="1050" b="1">
                          <a:latin typeface="Calibri" panose="020F0502020204030204" pitchFamily="34" charset="0"/>
                          <a:ea typeface="Calibri" panose="020F0502020204030204" pitchFamily="34" charset="0"/>
                          <a:cs typeface="Calibri" panose="020F0502020204030204" pitchFamily="34" charset="0"/>
                        </a:rPr>
                        <a:t>Defender</a:t>
                      </a:r>
                      <a:endParaRPr lang="en-CA" sz="1050" b="1">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r>
                        <a:rPr lang="en-US" sz="1050">
                          <a:latin typeface="Calibri" panose="020F0502020204030204" pitchFamily="34" charset="0"/>
                          <a:ea typeface="Calibri" panose="020F0502020204030204" pitchFamily="34" charset="0"/>
                          <a:cs typeface="Calibri" panose="020F0502020204030204" pitchFamily="34" charset="0"/>
                        </a:rPr>
                        <a:t>Security Posture Mgmt.</a:t>
                      </a:r>
                      <a:endParaRPr lang="en-CA" sz="105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algn="l" defTabSz="914400" rtl="0" eaLnBrk="1" latinLnBrk="0" hangingPunct="1"/>
                      <a:r>
                        <a:rPr lang="en-US" sz="1050" kern="1200">
                          <a:solidFill>
                            <a:schemeClr val="dk1"/>
                          </a:solidFill>
                          <a:latin typeface="Calibri" panose="020F0502020204030204" pitchFamily="34" charset="0"/>
                          <a:ea typeface="Calibri" panose="020F0502020204030204" pitchFamily="34" charset="0"/>
                          <a:cs typeface="Calibri" panose="020F0502020204030204" pitchFamily="34" charset="0"/>
                        </a:rPr>
                        <a:t>Security Posture Management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2">
                  <a:txBody>
                    <a:bodyPr/>
                    <a:lstStyle/>
                    <a:p>
                      <a:pPr marL="0" marR="0" lvl="0" indent="0" algn="ctr" rtl="0" eaLnBrk="1" fontAlgn="auto" latinLnBrk="0" hangingPunct="1">
                        <a:lnSpc>
                          <a:spcPct val="100000"/>
                        </a:lnSpc>
                        <a:spcBef>
                          <a:spcPts val="0"/>
                        </a:spcBef>
                        <a:spcAft>
                          <a:spcPts val="0"/>
                        </a:spcAft>
                        <a:buClrTx/>
                        <a:buSzTx/>
                        <a:buFontTx/>
                        <a:buNone/>
                      </a:pPr>
                      <a:r>
                        <a:rPr lang="en-US" sz="1050">
                          <a:latin typeface="Calibri" panose="020F0502020204030204" pitchFamily="34" charset="0"/>
                          <a:ea typeface="Calibri" panose="020F0502020204030204" pitchFamily="34" charset="0"/>
                          <a:cs typeface="Calibri" panose="020F0502020204030204" pitchFamily="34" charset="0"/>
                        </a:rPr>
                        <a:t>For devices, identities, SaaS apps, and email</a:t>
                      </a:r>
                      <a:r>
                        <a:rPr lang="en-US" sz="1050" baseline="30000">
                          <a:latin typeface="Calibri" panose="020F0502020204030204" pitchFamily="34" charset="0"/>
                          <a:ea typeface="Calibri" panose="020F0502020204030204" pitchFamily="34" charset="0"/>
                          <a:cs typeface="Calibri" panose="020F0502020204030204" pitchFamily="34" charset="0"/>
                        </a:rPr>
                        <a:t>[2]</a:t>
                      </a:r>
                      <a:endParaRPr lang="en-CA" sz="1050" baseline="300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2">
                  <a:txBody>
                    <a:bodyPr/>
                    <a:lstStyle/>
                    <a:p>
                      <a:pPr marL="0" lvl="0" indent="0" algn="ctr" defTabSz="914400">
                        <a:lnSpc>
                          <a:spcPct val="100000"/>
                        </a:lnSpc>
                        <a:spcBef>
                          <a:spcPts val="0"/>
                        </a:spcBef>
                        <a:spcAft>
                          <a:spcPts val="0"/>
                        </a:spcAft>
                        <a:buNone/>
                        <a:tabLst/>
                        <a:defRPr/>
                      </a:pPr>
                      <a:endParaRPr lang="en-US"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65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latin typeface="Calibri" panose="020F0502020204030204" pitchFamily="34" charset="0"/>
                          <a:ea typeface="Calibri" panose="020F0502020204030204" pitchFamily="34" charset="0"/>
                          <a:cs typeface="Calibri" panose="020F0502020204030204" pitchFamily="34" charset="0"/>
                        </a:rPr>
                        <a:t>for Agents</a:t>
                      </a:r>
                      <a:endParaRPr lang="en-CA" sz="1050" baseline="300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2">
                  <a:txBody>
                    <a:bodyPr/>
                    <a:lstStyle/>
                    <a:p>
                      <a:pPr lvl="0" algn="ctr">
                        <a:lnSpc>
                          <a:spcPct val="100000"/>
                        </a:lnSpc>
                        <a:spcBef>
                          <a:spcPts val="0"/>
                        </a:spcBef>
                        <a:spcAft>
                          <a:spcPts val="0"/>
                        </a:spcAft>
                        <a:buNone/>
                      </a:pPr>
                      <a:r>
                        <a:rPr lang="en-US" sz="1050" b="0" i="0" u="none" strike="noStrike" noProof="0">
                          <a:solidFill>
                            <a:srgbClr val="000000"/>
                          </a:solidFill>
                          <a:latin typeface="Calibri"/>
                          <a:ea typeface="Calibri"/>
                          <a:cs typeface="Calibri"/>
                        </a:rPr>
                        <a:t>For </a:t>
                      </a:r>
                      <a:r>
                        <a:rPr lang="en-US" sz="1050">
                          <a:latin typeface="Calibri" panose="020F0502020204030204" pitchFamily="34" charset="0"/>
                          <a:ea typeface="Calibri" panose="020F0502020204030204" pitchFamily="34" charset="0"/>
                          <a:cs typeface="Calibri" panose="020F0502020204030204" pitchFamily="34" charset="0"/>
                        </a:rPr>
                        <a:t>devices, identities, SaaS apps, email, and agents</a:t>
                      </a:r>
                      <a:endParaRPr lang="en-US" sz="1050" b="0" i="0" u="none" strike="noStrike" noProof="0">
                        <a:solidFill>
                          <a:srgbClr val="000000"/>
                        </a:solidFill>
                        <a:latin typeface="Calibri"/>
                        <a:ea typeface="Calibri"/>
                        <a:cs typeface="Calibri"/>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2">
                  <a:txBody>
                    <a:bodyPr/>
                    <a:lstStyle/>
                    <a:p>
                      <a:pPr lvl="0" algn="ctr">
                        <a:lnSpc>
                          <a:spcPct val="100000"/>
                        </a:lnSpc>
                        <a:spcBef>
                          <a:spcPts val="0"/>
                        </a:spcBef>
                        <a:spcAft>
                          <a:spcPts val="0"/>
                        </a:spcAft>
                        <a:buNone/>
                      </a:pPr>
                      <a:r>
                        <a:rPr lang="en-US" sz="1050" b="0" i="0" u="none" strike="noStrike" noProof="0">
                          <a:solidFill>
                            <a:srgbClr val="000000"/>
                          </a:solidFill>
                          <a:latin typeface="Calibri"/>
                          <a:ea typeface="Calibri"/>
                          <a:cs typeface="Calibri"/>
                        </a:rPr>
                        <a:t>For cloud infrastructure and non-agent AI workloads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2154715"/>
                  </a:ext>
                </a:extLst>
              </a:tr>
              <a:tr h="478906">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050">
                          <a:latin typeface="Calibri" panose="020F0502020204030204" pitchFamily="34" charset="0"/>
                          <a:ea typeface="Calibri" panose="020F0502020204030204" pitchFamily="34" charset="0"/>
                          <a:cs typeface="Calibri" panose="020F0502020204030204" pitchFamily="34" charset="0"/>
                        </a:rPr>
                        <a:t>Threat Protection</a:t>
                      </a:r>
                      <a:endParaRPr lang="en-CA" sz="105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50">
                          <a:latin typeface="Calibri"/>
                          <a:ea typeface="Calibri"/>
                          <a:cs typeface="Calibri"/>
                        </a:rPr>
                        <a:t>Threat Protection</a:t>
                      </a:r>
                    </a:p>
                    <a:p>
                      <a:pPr marL="0" marR="0" lvl="0" indent="0" algn="l">
                        <a:lnSpc>
                          <a:spcPct val="100000"/>
                        </a:lnSpc>
                        <a:spcBef>
                          <a:spcPts val="0"/>
                        </a:spcBef>
                        <a:spcAft>
                          <a:spcPts val="0"/>
                        </a:spcAft>
                        <a:buClrTx/>
                        <a:buSzTx/>
                        <a:buFont typeface="Arial" panose="020B0604020202020204" pitchFamily="34" charset="0"/>
                        <a:buNone/>
                      </a:pPr>
                      <a:r>
                        <a:rPr lang="en-US" sz="1050">
                          <a:latin typeface="Calibri"/>
                          <a:ea typeface="Calibri"/>
                          <a:cs typeface="Calibri"/>
                        </a:rPr>
                        <a:t>(Detection + Blocking + Hunting/Investigation)</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tc vMerge="1">
                  <a:txBody>
                    <a:bodyPr/>
                    <a:lstStyle/>
                    <a:p>
                      <a:endParaRPr lang="en-US"/>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tc vMerge="1">
                  <a:txBody>
                    <a:bodyPr/>
                    <a:lstStyle/>
                    <a:p>
                      <a:pPr defTabSz="914400">
                        <a:tabLst/>
                        <a:defRPr/>
                      </a:pPr>
                      <a:endParaRPr lang="en-US"/>
                    </a:p>
                  </a:txBody>
                  <a:tcPr anchor="ctr">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511614940"/>
                  </a:ext>
                </a:extLst>
              </a:tr>
              <a:tr h="344812">
                <a:tc rowSpan="7">
                  <a:txBody>
                    <a:bodyPr/>
                    <a:lstStyle/>
                    <a:p>
                      <a:pPr lvl="0" algn="ctr">
                        <a:buNone/>
                      </a:pPr>
                      <a:endParaRPr lang="en-US" sz="1050" b="1" kern="1200">
                        <a:solidFill>
                          <a:schemeClr val="dk1"/>
                        </a:solidFill>
                        <a:latin typeface="Calibri" panose="020F0502020204030204" pitchFamily="34" charset="0"/>
                        <a:ea typeface="Calibri" panose="020F0502020204030204" pitchFamily="34" charset="0"/>
                        <a:cs typeface="Calibri" panose="020F0502020204030204" pitchFamily="34" charset="0"/>
                      </a:endParaRPr>
                    </a:p>
                    <a:p>
                      <a:pPr lvl="0" algn="ctr">
                        <a:buNone/>
                      </a:pPr>
                      <a:r>
                        <a:rPr lang="en-US" sz="1050" b="1" kern="1200">
                          <a:solidFill>
                            <a:schemeClr val="dk1"/>
                          </a:solidFill>
                          <a:latin typeface="Calibri" panose="020F0502020204030204" pitchFamily="34" charset="0"/>
                          <a:ea typeface="Calibri" panose="020F0502020204030204" pitchFamily="34" charset="0"/>
                          <a:cs typeface="Calibri" panose="020F0502020204030204" pitchFamily="34" charset="0"/>
                        </a:rPr>
                        <a:t>Purview</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4">
                  <a:txBody>
                    <a:bodyPr/>
                    <a:lstStyle/>
                    <a:p>
                      <a:pPr lvl="0">
                        <a:buNone/>
                      </a:pPr>
                      <a:endParaRPr lang="en-US" sz="105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p>
                      <a:pPr lvl="0">
                        <a:buNone/>
                      </a:pPr>
                      <a:r>
                        <a:rPr lang="en-US" sz="1050" kern="1200">
                          <a:solidFill>
                            <a:schemeClr val="dk1"/>
                          </a:solidFill>
                          <a:latin typeface="Calibri" panose="020F0502020204030204" pitchFamily="34" charset="0"/>
                          <a:ea typeface="Calibri" panose="020F0502020204030204" pitchFamily="34" charset="0"/>
                          <a:cs typeface="Calibri" panose="020F0502020204030204" pitchFamily="34" charset="0"/>
                        </a:rPr>
                        <a:t>  Data Security</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050">
                          <a:latin typeface="Calibri" panose="020F0502020204030204" pitchFamily="34" charset="0"/>
                          <a:ea typeface="Calibri" panose="020F0502020204030204" pitchFamily="34" charset="0"/>
                          <a:cs typeface="Calibri" panose="020F0502020204030204" pitchFamily="34" charset="0"/>
                        </a:rPr>
                        <a:t>Data Security Posture Management</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lvl="0" algn="ctr">
                        <a:buNone/>
                      </a:pPr>
                      <a:r>
                        <a:rPr lang="en-CA" sz="1050">
                          <a:solidFill>
                            <a:schemeClr val="tx1"/>
                          </a:solidFill>
                          <a:latin typeface="Calibri" panose="020F0502020204030204" pitchFamily="34" charset="0"/>
                          <a:ea typeface="Calibri" panose="020F0502020204030204" pitchFamily="34" charset="0"/>
                          <a:cs typeface="Calibri" panose="020F0502020204030204" pitchFamily="34" charset="0"/>
                        </a:rPr>
                        <a:t>for M365 data + </a:t>
                      </a:r>
                    </a:p>
                    <a:p>
                      <a:pPr lvl="0" algn="ctr">
                        <a:buNone/>
                      </a:pPr>
                      <a:r>
                        <a:rPr lang="en-CA" sz="1050">
                          <a:solidFill>
                            <a:schemeClr val="tx1"/>
                          </a:solidFill>
                          <a:latin typeface="Calibri" panose="020F0502020204030204" pitchFamily="34" charset="0"/>
                          <a:ea typeface="Calibri" panose="020F0502020204030204" pitchFamily="34" charset="0"/>
                          <a:cs typeface="Calibri" panose="020F0502020204030204" pitchFamily="34" charset="0"/>
                        </a:rPr>
                        <a:t>M365 Copilot interactions + agent-to-human interactions of M365 agents</a:t>
                      </a:r>
                      <a:r>
                        <a:rPr lang="en-CA" sz="1050" baseline="30000">
                          <a:solidFill>
                            <a:schemeClr val="tx1"/>
                          </a:solidFill>
                          <a:latin typeface="Calibri" panose="020F0502020204030204" pitchFamily="34" charset="0"/>
                          <a:ea typeface="Calibri" panose="020F0502020204030204" pitchFamily="34" charset="0"/>
                          <a:cs typeface="Calibri" panose="020F0502020204030204" pitchFamily="34" charset="0"/>
                        </a:rPr>
                        <a:t>[4]</a:t>
                      </a:r>
                      <a:endParaRPr lang="en-US"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lvl="0" algn="ctr">
                        <a:buNone/>
                      </a:pPr>
                      <a:endParaRPr lang="en-CA" sz="1050" baseline="300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solidFill>
                      <a:schemeClr val="bg1">
                        <a:lumMod val="65000"/>
                      </a:schemeClr>
                    </a:solidFill>
                  </a:tcPr>
                </a:tc>
                <a:tc rowSpan="7">
                  <a:txBody>
                    <a:bodyPr/>
                    <a:lstStyle/>
                    <a:p>
                      <a:pPr algn="ctr"/>
                      <a:r>
                        <a:rPr lang="en-CA" sz="1050">
                          <a:solidFill>
                            <a:schemeClr val="tx1"/>
                          </a:solidFill>
                          <a:latin typeface="Calibri" panose="020F0502020204030204" pitchFamily="34" charset="0"/>
                          <a:ea typeface="Calibri" panose="020F0502020204030204" pitchFamily="34" charset="0"/>
                          <a:cs typeface="Calibri" panose="020F0502020204030204" pitchFamily="34" charset="0"/>
                        </a:rPr>
                        <a:t>for all agent interactions of all agents</a:t>
                      </a:r>
                      <a:r>
                        <a:rPr lang="en-CA" sz="1050" baseline="30000">
                          <a:solidFill>
                            <a:schemeClr val="tx1"/>
                          </a:solidFill>
                          <a:latin typeface="Calibri" panose="020F0502020204030204" pitchFamily="34" charset="0"/>
                          <a:ea typeface="Calibri" panose="020F0502020204030204" pitchFamily="34" charset="0"/>
                          <a:cs typeface="Calibri" panose="020F0502020204030204" pitchFamily="34" charset="0"/>
                        </a:rPr>
                        <a:t>[3]</a:t>
                      </a:r>
                      <a:endParaRPr lang="en-CA" sz="105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lvl="0" algn="ctr">
                        <a:buNone/>
                      </a:pPr>
                      <a:r>
                        <a:rPr lang="en-US" sz="1050" b="0" i="0" u="none" strike="noStrike" noProof="0">
                          <a:solidFill>
                            <a:srgbClr val="000000"/>
                          </a:solidFill>
                          <a:latin typeface="Calibri" panose="020F0502020204030204" pitchFamily="34" charset="0"/>
                          <a:ea typeface="Calibri" panose="020F0502020204030204" pitchFamily="34" charset="0"/>
                          <a:cs typeface="Calibri" panose="020F0502020204030204" pitchFamily="34" charset="0"/>
                        </a:rPr>
                        <a:t>For M365 data + M365 Copilot + Agent interactions</a:t>
                      </a:r>
                      <a:endParaRPr lang="en-US"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7">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50" b="0" i="0" u="none" strike="noStrike" noProof="0">
                          <a:solidFill>
                            <a:srgbClr val="000000"/>
                          </a:solidFill>
                          <a:latin typeface="Calibri"/>
                          <a:ea typeface="Calibri"/>
                          <a:cs typeface="Calibri"/>
                        </a:rPr>
                        <a:t>For non-M365 data + non-agent AI interactions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6820255"/>
                  </a:ext>
                </a:extLst>
              </a:tr>
              <a:tr h="210718">
                <a:tc vMerge="1">
                  <a:txBody>
                    <a:bodyPr/>
                    <a:lstStyle/>
                    <a:p>
                      <a:endParaRPr lang="en-US"/>
                    </a:p>
                  </a:txBody>
                  <a:tcPr marL="0" marR="0" marT="0" marB="0" horzOverflow="overflow">
                    <a:lnT w="12700" cap="flat" cmpd="sng" algn="ctr">
                      <a:solidFill>
                        <a:schemeClr val="bg1">
                          <a:lumMod val="75000"/>
                        </a:schemeClr>
                      </a:solidFill>
                      <a:prstDash val="solid"/>
                      <a:round/>
                      <a:headEnd type="none" w="med" len="med"/>
                      <a:tailEnd type="none" w="med" len="med"/>
                    </a:lnT>
                  </a:tcPr>
                </a:tc>
                <a:tc vMerge="1">
                  <a:txBody>
                    <a:bodyPr/>
                    <a:lstStyle/>
                    <a:p>
                      <a:endParaRPr lang="en-US"/>
                    </a:p>
                  </a:txBody>
                  <a:tcPr marL="0" marR="0" marT="0" marB="0" horzOverflow="overflow">
                    <a:lnT w="12700" cap="flat" cmpd="sng" algn="ctr">
                      <a:solidFill>
                        <a:schemeClr val="bg1">
                          <a:lumMod val="75000"/>
                        </a:schemeClr>
                      </a:solidFill>
                      <a:prstDash val="solid"/>
                      <a:round/>
                      <a:headEnd type="none" w="med" len="med"/>
                      <a:tailEnd type="none" w="med" len="med"/>
                    </a:lnT>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Information Protection</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CA" sz="1100" baseline="30000">
                        <a:solidFill>
                          <a:schemeClr val="tx1"/>
                        </a:solidFill>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lvl="0" algn="ctr">
                        <a:buNone/>
                      </a:pPr>
                      <a:endParaRPr lang="en-CA" sz="1050" baseline="300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65000"/>
                      </a:schemeClr>
                    </a:solidFill>
                  </a:tcPr>
                </a:tc>
                <a:tc vMerge="1">
                  <a:txBody>
                    <a:bodyPr/>
                    <a:lstStyle/>
                    <a:p>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874593437"/>
                  </a:ext>
                </a:extLst>
              </a:tr>
              <a:tr h="210718">
                <a:tc vMerge="1">
                  <a:txBody>
                    <a:bodyPr/>
                    <a:lstStyle/>
                    <a:p>
                      <a:endParaRPr lang="en-CA"/>
                    </a:p>
                  </a:txBody>
                  <a:tcPr/>
                </a:tc>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Data Loss Prevention</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424074901"/>
                  </a:ext>
                </a:extLst>
              </a:tr>
              <a:tr h="210718">
                <a:tc vMerge="1">
                  <a:txBody>
                    <a:bodyPr/>
                    <a:lstStyle/>
                    <a:p>
                      <a:endParaRPr lang="en-CA"/>
                    </a:p>
                  </a:txBody>
                  <a:tcPr/>
                </a:tc>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Calibri" panose="020F0502020204030204" pitchFamily="34" charset="0"/>
                          <a:ea typeface="Calibri" panose="020F0502020204030204" pitchFamily="34" charset="0"/>
                          <a:cs typeface="Calibri" panose="020F0502020204030204" pitchFamily="34" charset="0"/>
                        </a:rPr>
                        <a:t>Insider Risk Management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885918085"/>
                  </a:ext>
                </a:extLst>
              </a:tr>
              <a:tr h="344812">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r>
                        <a:rPr lang="en-US" sz="1050">
                          <a:latin typeface="Calibri" panose="020F0502020204030204" pitchFamily="34" charset="0"/>
                          <a:ea typeface="Calibri" panose="020F0502020204030204" pitchFamily="34" charset="0"/>
                          <a:cs typeface="Calibri" panose="020F0502020204030204" pitchFamily="34" charset="0"/>
                        </a:rPr>
                        <a:t>Data Compliance</a:t>
                      </a:r>
                      <a:endParaRPr lang="en-CA" sz="105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a:latin typeface="Calibri" panose="020F0502020204030204" pitchFamily="34" charset="0"/>
                          <a:ea typeface="Calibri" panose="020F0502020204030204" pitchFamily="34" charset="0"/>
                          <a:cs typeface="Calibri" panose="020F0502020204030204" pitchFamily="34" charset="0"/>
                        </a:rPr>
                        <a:t>Audit &amp; eDiscovery</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lnL w="12700" cap="flat" cmpd="sng" algn="ctr">
                      <a:solidFill>
                        <a:schemeClr val="bg1">
                          <a:lumMod val="75000"/>
                        </a:schemeClr>
                      </a:solidFill>
                      <a:prstDash val="solid"/>
                      <a:round/>
                      <a:headEnd type="none" w="med" len="med"/>
                      <a:tailEnd type="none" w="med" len="med"/>
                    </a:ln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59987183"/>
                  </a:ext>
                </a:extLst>
              </a:tr>
              <a:tr h="210718">
                <a:tc vMerge="1">
                  <a:txBody>
                    <a:bodyPr/>
                    <a:lstStyle/>
                    <a:p>
                      <a:endParaRPr lang="en-CA" sz="12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CA"/>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US" sz="1050">
                          <a:latin typeface="Calibri" panose="020F0502020204030204" pitchFamily="34" charset="0"/>
                          <a:ea typeface="Calibri" panose="020F0502020204030204" pitchFamily="34" charset="0"/>
                          <a:cs typeface="Calibri" panose="020F0502020204030204" pitchFamily="34" charset="0"/>
                        </a:rPr>
                        <a:t>Data Lifecycle Management</a:t>
                      </a:r>
                      <a:endParaRPr lang="en-CA" sz="105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lnL w="12700" cap="flat" cmpd="sng" algn="ctr">
                      <a:solidFill>
                        <a:schemeClr val="bg1">
                          <a:lumMod val="75000"/>
                        </a:schemeClr>
                      </a:solidFill>
                      <a:prstDash val="solid"/>
                      <a:round/>
                      <a:headEnd type="none" w="med" len="med"/>
                      <a:tailEnd type="none" w="med" len="med"/>
                    </a:lnL>
                    <a:lnT w="12700" cap="flat" cmpd="sng" algn="ctr">
                      <a:solidFill>
                        <a:schemeClr val="bg1">
                          <a:lumMod val="75000"/>
                        </a:schemeClr>
                      </a:solidFill>
                      <a:prstDash val="solid"/>
                      <a:round/>
                      <a:headEnd type="none" w="med" len="med"/>
                      <a:tailEnd type="none" w="med" len="med"/>
                    </a:lnT>
                  </a:tcPr>
                </a:tc>
                <a:tc vMerge="1">
                  <a:txBody>
                    <a:bodyPr/>
                    <a:lstStyle/>
                    <a:p>
                      <a:endParaRPr 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lang="en-US"/>
                    </a:p>
                  </a:txBody>
                  <a:tcPr>
                    <a:lnT w="12700" cap="flat" cmpd="sng" algn="ctr">
                      <a:solidFill>
                        <a:schemeClr val="bg1">
                          <a:lumMod val="75000"/>
                        </a:schemeClr>
                      </a:solidFill>
                      <a:prstDash val="solid"/>
                      <a:round/>
                      <a:headEnd type="none" w="med" len="med"/>
                      <a:tailEnd type="none" w="med" len="med"/>
                    </a:lnT>
                  </a:tcPr>
                </a:tc>
                <a:tc vMerge="1">
                  <a:txBody>
                    <a:bodyPr/>
                    <a:lstStyle/>
                    <a:p>
                      <a:endParaRPr lang="en-US"/>
                    </a:p>
                  </a:txBody>
                  <a:tcPr/>
                </a:tc>
                <a:extLst>
                  <a:ext uri="{0D108BD9-81ED-4DB2-BD59-A6C34878D82A}">
                    <a16:rowId xmlns:a16="http://schemas.microsoft.com/office/drawing/2014/main" val="2371575595"/>
                  </a:ext>
                </a:extLst>
              </a:tr>
              <a:tr h="210718">
                <a:tc vMerge="1">
                  <a:txBody>
                    <a:bodyPr/>
                    <a:lstStyle/>
                    <a:p>
                      <a:endParaRPr lang="en-CA"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CA" sz="110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r>
                        <a:rPr lang="en-CA" sz="1050">
                          <a:latin typeface="Calibri" panose="020F0502020204030204" pitchFamily="34" charset="0"/>
                          <a:ea typeface="Calibri" panose="020F0502020204030204" pitchFamily="34" charset="0"/>
                          <a:cs typeface="Calibri" panose="020F0502020204030204" pitchFamily="34" charset="0"/>
                        </a:rPr>
                        <a:t>Communication Compliance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508641881"/>
                  </a:ext>
                </a:extLst>
              </a:tr>
            </a:tbl>
          </a:graphicData>
        </a:graphic>
      </p:graphicFrame>
      <p:sp>
        <p:nvSpPr>
          <p:cNvPr id="2" name="TextBox 1">
            <a:extLst>
              <a:ext uri="{FF2B5EF4-FFF2-40B4-BE49-F238E27FC236}">
                <a16:creationId xmlns:a16="http://schemas.microsoft.com/office/drawing/2014/main" id="{7F8723A7-ED4A-E049-D27F-947AD54850B0}"/>
              </a:ext>
            </a:extLst>
          </p:cNvPr>
          <p:cNvSpPr txBox="1"/>
          <p:nvPr/>
        </p:nvSpPr>
        <p:spPr>
          <a:xfrm>
            <a:off x="2066272" y="6225886"/>
            <a:ext cx="11755339" cy="523220"/>
          </a:xfrm>
          <a:prstGeom prst="rect">
            <a:avLst/>
          </a:prstGeom>
          <a:noFill/>
        </p:spPr>
        <p:txBody>
          <a:bodyPr wrap="square" lIns="91440" tIns="45720" rIns="91440" bIns="45720" anchor="t">
            <a:spAutoFit/>
          </a:bodyPr>
          <a:lstStyle/>
          <a:p>
            <a:pPr lvl="0">
              <a:defRPr/>
            </a:pPr>
            <a:r>
              <a:rPr kumimoji="0" lang="en-US" sz="700" b="0" i="0" u="none" strike="noStrike" kern="1200" cap="none" spc="0" normalizeH="0" baseline="30000" noProof="0">
                <a:ln>
                  <a:noFill/>
                </a:ln>
                <a:solidFill>
                  <a:srgbClr val="000000"/>
                </a:solidFill>
                <a:effectLst/>
                <a:uLnTx/>
                <a:uFillTx/>
                <a:latin typeface="Segoe UI"/>
                <a:ea typeface="+mn-ea"/>
                <a:cs typeface="Segoe UI"/>
              </a:rPr>
              <a:t>[1] </a:t>
            </a:r>
            <a:r>
              <a:rPr kumimoji="0" lang="en-US" sz="700" b="0" i="0" u="none" strike="noStrike" kern="1200" cap="none" spc="0" normalizeH="0" baseline="0" noProof="0">
                <a:ln>
                  <a:noFill/>
                </a:ln>
                <a:solidFill>
                  <a:srgbClr val="000000"/>
                </a:solidFill>
                <a:effectLst/>
                <a:uLnTx/>
                <a:uFillTx/>
                <a:latin typeface="Segoe UI"/>
                <a:ea typeface="+mn-ea"/>
                <a:cs typeface="Segoe UI"/>
              </a:rPr>
              <a:t>CA and ID protection for delegated access agents is evaluated against a user’s identity token, hence a user must be licensed with ME3 for CA and ME5 for IDP for these features to work for their </a:t>
            </a:r>
            <a:r>
              <a:rPr lang="en-US" sz="700">
                <a:solidFill>
                  <a:srgbClr val="000000"/>
                </a:solidFill>
                <a:latin typeface="Segoe UI"/>
                <a:cs typeface="Segoe UI"/>
              </a:rPr>
              <a:t>delegated access</a:t>
            </a:r>
            <a:r>
              <a:rPr kumimoji="0" lang="en-US" sz="700" b="0" i="0" u="none" strike="noStrike" kern="1200" cap="none" spc="0" normalizeH="0" baseline="0" noProof="0">
                <a:ln>
                  <a:noFill/>
                </a:ln>
                <a:solidFill>
                  <a:srgbClr val="000000"/>
                </a:solidFill>
                <a:effectLst/>
                <a:uLnTx/>
                <a:uFillTx/>
                <a:latin typeface="Segoe UI"/>
                <a:ea typeface="+mn-ea"/>
                <a:cs typeface="Segoe UI"/>
              </a:rPr>
              <a:t> agents</a:t>
            </a:r>
            <a:endParaRPr kumimoji="0" lang="en-US" sz="700" b="0" i="0" u="none" strike="noStrike" kern="1200" cap="none" spc="0" normalizeH="0" baseline="0" noProof="0">
              <a:ln>
                <a:noFill/>
              </a:ln>
              <a:solidFill>
                <a:srgbClr val="000000"/>
              </a:solidFill>
              <a:effectLst/>
              <a:uLnTx/>
              <a:uFillTx/>
              <a:latin typeface="Segoe UI"/>
              <a:ea typeface="+mn-ea"/>
              <a:cs typeface="Segoe UI"/>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30000" noProof="0">
                <a:ln>
                  <a:noFill/>
                </a:ln>
                <a:solidFill>
                  <a:srgbClr val="000000"/>
                </a:solidFill>
                <a:effectLst/>
                <a:uLnTx/>
                <a:uFillTx/>
                <a:latin typeface="Segoe UI" panose="020B0502040204020203" pitchFamily="34" charset="0"/>
                <a:ea typeface="+mn-ea"/>
                <a:cs typeface="+mn-cs"/>
                <a:sym typeface="Wingdings" panose="05000000000000000000" pitchFamily="2" charset="2"/>
              </a:rPr>
              <a:t>[2] </a:t>
            </a:r>
            <a:r>
              <a:rPr kumimoji="0" lang="en-US" sz="700" b="0" i="0" u="none" strike="noStrike" kern="1200" cap="none" spc="0" normalizeH="0" baseline="0" noProof="0">
                <a:ln>
                  <a:noFill/>
                </a:ln>
                <a:solidFill>
                  <a:srgbClr val="000000"/>
                </a:solidFill>
                <a:effectLst/>
                <a:uLnTx/>
                <a:uFillTx/>
                <a:latin typeface="Segoe UI" panose="020B0502040204020203" pitchFamily="34" charset="0"/>
                <a:ea typeface="+mn-ea"/>
                <a:cs typeface="+mn-cs"/>
                <a:sym typeface="Wingdings" panose="05000000000000000000" pitchFamily="2" charset="2"/>
              </a:rPr>
              <a:t>Security posture management and Workload protection for cloud infra / resources is not in ME5, but in the MDC PAYG SKUs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30000" noProof="0">
                <a:ln>
                  <a:noFill/>
                </a:ln>
                <a:solidFill>
                  <a:srgbClr val="000000"/>
                </a:solidFill>
                <a:effectLst/>
                <a:uLnTx/>
                <a:uFillTx/>
                <a:latin typeface="Segoe UI"/>
                <a:ea typeface="+mn-ea"/>
                <a:cs typeface="Segoe UI"/>
                <a:sym typeface="Wingdings" panose="05000000000000000000" pitchFamily="2" charset="2"/>
              </a:rPr>
              <a:t>[3] </a:t>
            </a:r>
            <a:r>
              <a:rPr kumimoji="0" lang="en-US" sz="700" b="0" i="0" u="none" strike="noStrike" kern="1200" cap="none" spc="0" normalizeH="0" baseline="0" noProof="0">
                <a:ln>
                  <a:noFill/>
                </a:ln>
                <a:solidFill>
                  <a:srgbClr val="000000"/>
                </a:solidFill>
                <a:effectLst/>
                <a:uLnTx/>
                <a:uFillTx/>
                <a:latin typeface="Segoe UI"/>
                <a:ea typeface="+mn-ea"/>
                <a:cs typeface="Segoe UI"/>
                <a:sym typeface="Wingdings" panose="05000000000000000000" pitchFamily="2" charset="2"/>
              </a:rPr>
              <a:t>Label honoring, label inheritance, and label-based DLP require grounding data to be labelled. Manual labelling of M365 data OE3+, auto-labelling of M365 data ME5, auto-labelling of non-M365 data Purview PAYG</a:t>
            </a:r>
            <a:endParaRPr lang="en-US" sz="700">
              <a:solidFill>
                <a:srgbClr val="000000"/>
              </a:solidFill>
              <a:latin typeface="Segoe UI"/>
              <a:cs typeface="Segoe UI"/>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30000" noProof="0">
                <a:ln>
                  <a:noFill/>
                </a:ln>
                <a:solidFill>
                  <a:srgbClr val="000000"/>
                </a:solidFill>
                <a:effectLst/>
                <a:uLnTx/>
                <a:uFillTx/>
                <a:latin typeface="Segoe UI"/>
                <a:ea typeface="+mn-ea"/>
                <a:cs typeface="Segoe UI"/>
                <a:sym typeface="Wingdings" panose="05000000000000000000" pitchFamily="2" charset="2"/>
              </a:rPr>
              <a:t>[4] </a:t>
            </a:r>
            <a:r>
              <a:rPr kumimoji="0" lang="en-US" sz="700" b="0" i="0" u="none" strike="noStrike" kern="1200" cap="none" spc="0" normalizeH="0" noProof="0">
                <a:ln>
                  <a:noFill/>
                </a:ln>
                <a:solidFill>
                  <a:srgbClr val="000000"/>
                </a:solidFill>
                <a:effectLst/>
                <a:uLnTx/>
                <a:uFillTx/>
                <a:latin typeface="Segoe UI"/>
                <a:ea typeface="+mn-ea"/>
                <a:cs typeface="Segoe UI"/>
                <a:sym typeface="Wingdings" panose="05000000000000000000" pitchFamily="2" charset="2"/>
              </a:rPr>
              <a:t>Agents built with Agent Builder, SharePoint Agent, and Copilot Studio agents published in M365</a:t>
            </a:r>
            <a:endParaRPr kumimoji="0" lang="en-US" sz="700" b="0" i="0" u="none" strike="noStrike" kern="1200" cap="none" spc="0" normalizeH="0" noProof="0">
              <a:ln>
                <a:noFill/>
              </a:ln>
              <a:solidFill>
                <a:srgbClr val="000000"/>
              </a:solidFill>
              <a:effectLst/>
              <a:uLnTx/>
              <a:uFillTx/>
              <a:latin typeface="Segoe UI" panose="020B0502040204020203" pitchFamily="34" charset="0"/>
              <a:ea typeface="+mn-ea"/>
              <a:cs typeface="+mn-cs"/>
            </a:endParaRPr>
          </a:p>
        </p:txBody>
      </p:sp>
      <p:sp>
        <p:nvSpPr>
          <p:cNvPr id="3" name="Title 1">
            <a:extLst>
              <a:ext uri="{FF2B5EF4-FFF2-40B4-BE49-F238E27FC236}">
                <a16:creationId xmlns:a16="http://schemas.microsoft.com/office/drawing/2014/main" id="{9532DFFE-BDF5-1EF2-77F6-065B5E2AC218}"/>
              </a:ext>
            </a:extLst>
          </p:cNvPr>
          <p:cNvSpPr>
            <a:spLocks noGrp="1"/>
          </p:cNvSpPr>
          <p:nvPr>
            <p:ph type="title"/>
          </p:nvPr>
        </p:nvSpPr>
        <p:spPr>
          <a:xfrm>
            <a:off x="122989" y="99496"/>
            <a:ext cx="11018520" cy="369332"/>
          </a:xfrm>
        </p:spPr>
        <p:txBody>
          <a:bodyPr/>
          <a:lstStyle/>
          <a:p>
            <a:pPr marL="0" marR="0" lvl="0" indent="0" defTabSz="914400" rtl="0" eaLnBrk="1" fontAlgn="auto" latinLnBrk="0" hangingPunct="1">
              <a:lnSpc>
                <a:spcPct val="100000"/>
              </a:lnSpc>
              <a:spcBef>
                <a:spcPts val="0"/>
              </a:spcBef>
              <a:spcAft>
                <a:spcPts val="0"/>
              </a:spcAft>
              <a:tabLst/>
              <a:defRPr/>
            </a:pPr>
            <a:r>
              <a:rPr kumimoji="0" lang="en-US" sz="2400" b="0" i="0" u="none" strike="noStrike" kern="1200" cap="none" spc="0" normalizeH="0" baseline="0" noProof="0">
                <a:ln>
                  <a:noFill/>
                </a:ln>
                <a:solidFill>
                  <a:srgbClr val="000000"/>
                </a:solidFill>
                <a:effectLst/>
                <a:uLnTx/>
                <a:uFillTx/>
                <a:latin typeface="Segoe Sans Display Semibold (Headings)"/>
                <a:ea typeface="Calibri" panose="020F0502020204030204" pitchFamily="34" charset="0"/>
                <a:cs typeface="Calibri" panose="020F0502020204030204" pitchFamily="34" charset="0"/>
              </a:rPr>
              <a:t>Capabilities overview for ME5, Entra Suite, A365, and ME7</a:t>
            </a:r>
            <a:endParaRPr lang="en-US">
              <a:latin typeface="Segoe Sans Display Semibold (Headings)"/>
            </a:endParaRPr>
          </a:p>
        </p:txBody>
      </p:sp>
    </p:spTree>
    <p:extLst>
      <p:ext uri="{BB962C8B-B14F-4D97-AF65-F5344CB8AC3E}">
        <p14:creationId xmlns:p14="http://schemas.microsoft.com/office/powerpoint/2010/main" val="1845781421"/>
      </p:ext>
    </p:extLst>
  </p:cSld>
  <p:clrMapOvr>
    <a:masterClrMapping/>
  </p:clrMapOvr>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Microsoft_Brand_Template_May2023  -  Read-Only" id="{354821AE-6191-4F47-84CC-51318889153F}" vid="{EBB4C349-3EE2-41B8-A048-F0998BF1AC84}"/>
    </a:ext>
  </a:extLst>
</a:theme>
</file>

<file path=ppt/theme/theme2.xml><?xml version="1.0" encoding="utf-8"?>
<a:theme xmlns:a="http://schemas.openxmlformats.org/drawingml/2006/main" name="3_Microsoft Security Light">
  <a:themeElements>
    <a:clrScheme name="Microsoft Security Light">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Custom 2">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Security-PowerPoint-Template-Light-ZUMFinal.potx" id="{FF8D482B-CE5A-47E5-AB94-DE302AB9E0F0}" vid="{819E6DBF-6959-410D-BF54-D69678397792}"/>
    </a:ext>
  </a:extLst>
</a:theme>
</file>

<file path=ppt/theme/theme3.xml><?xml version="1.0" encoding="utf-8"?>
<a:theme xmlns:a="http://schemas.openxmlformats.org/drawingml/2006/main" name="2_Microsoft 365 Copilot Template">
  <a:themeElements>
    <a:clrScheme name="Custom 1">
      <a:dk1>
        <a:srgbClr val="1B44B1"/>
      </a:dk1>
      <a:lt1>
        <a:srgbClr val="FFFFFF"/>
      </a:lt1>
      <a:dk2>
        <a:srgbClr val="002060"/>
      </a:dk2>
      <a:lt2>
        <a:srgbClr val="BABAFF"/>
      </a:lt2>
      <a:accent1>
        <a:srgbClr val="2764E7"/>
      </a:accent1>
      <a:accent2>
        <a:srgbClr val="4894FE"/>
      </a:accent2>
      <a:accent3>
        <a:srgbClr val="58AAFE"/>
      </a:accent3>
      <a:accent4>
        <a:srgbClr val="BABAFF"/>
      </a:accent4>
      <a:accent5>
        <a:srgbClr val="FECBE6"/>
      </a:accent5>
      <a:accent6>
        <a:srgbClr val="EEAD4F"/>
      </a:accent6>
      <a:hlink>
        <a:srgbClr val="C7899E"/>
      </a:hlink>
      <a:folHlink>
        <a:srgbClr val="5B5DCA"/>
      </a:folHlink>
    </a:clrScheme>
    <a:fontScheme name="Custom 1">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2510" id="{3922BC85-CB2F-864B-9D9B-AAD4CDB07101}" vid="{1550D336-59B9-064F-AD86-29A8E818E803}"/>
    </a:ext>
  </a:extLst>
</a:theme>
</file>

<file path=ppt/theme/theme4.xml><?xml version="1.0" encoding="utf-8"?>
<a:theme xmlns:a="http://schemas.openxmlformats.org/drawingml/2006/main" name="Microsoft 365 Copilot Template">
  <a:themeElements>
    <a:clrScheme name="Custom 1">
      <a:dk1>
        <a:srgbClr val="1B44B1"/>
      </a:dk1>
      <a:lt1>
        <a:srgbClr val="FFFFFF"/>
      </a:lt1>
      <a:dk2>
        <a:srgbClr val="002060"/>
      </a:dk2>
      <a:lt2>
        <a:srgbClr val="BABAFF"/>
      </a:lt2>
      <a:accent1>
        <a:srgbClr val="2764E7"/>
      </a:accent1>
      <a:accent2>
        <a:srgbClr val="4894FE"/>
      </a:accent2>
      <a:accent3>
        <a:srgbClr val="58AAFE"/>
      </a:accent3>
      <a:accent4>
        <a:srgbClr val="BABAFF"/>
      </a:accent4>
      <a:accent5>
        <a:srgbClr val="FECBE6"/>
      </a:accent5>
      <a:accent6>
        <a:srgbClr val="EEAD4F"/>
      </a:accent6>
      <a:hlink>
        <a:srgbClr val="C7899E"/>
      </a:hlink>
      <a:folHlink>
        <a:srgbClr val="5B5DCA"/>
      </a:folHlink>
    </a:clrScheme>
    <a:fontScheme name="Custom 1">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2510" id="{3922BC85-CB2F-864B-9D9B-AAD4CDB07101}" vid="{1550D336-59B9-064F-AD86-29A8E818E80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82c9b6bc-f466-41b0-a79d-3cd02aa4996e" xsi:nil="true"/>
    <lcf76f155ced4ddcb4097134ff3c332f xmlns="cbf19d9c-79bf-4a0e-8372-1ddc3105659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0399B4BB10B024F9E4CD006D3A2CF1C" ma:contentTypeVersion="17" ma:contentTypeDescription="Create a new document." ma:contentTypeScope="" ma:versionID="39a607acae145bbd07f76374e737882f">
  <xsd:schema xmlns:xsd="http://www.w3.org/2001/XMLSchema" xmlns:xs="http://www.w3.org/2001/XMLSchema" xmlns:p="http://schemas.microsoft.com/office/2006/metadata/properties" xmlns:ns1="http://schemas.microsoft.com/sharepoint/v3" xmlns:ns2="cbf19d9c-79bf-4a0e-8372-1ddc31056594" xmlns:ns3="82c9b6bc-f466-41b0-a79d-3cd02aa4996e" targetNamespace="http://schemas.microsoft.com/office/2006/metadata/properties" ma:root="true" ma:fieldsID="19f903a70fc873d1cef6e0a458ac7b76" ns1:_="" ns2:_="" ns3:_="">
    <xsd:import namespace="http://schemas.microsoft.com/sharepoint/v3"/>
    <xsd:import namespace="cbf19d9c-79bf-4a0e-8372-1ddc31056594"/>
    <xsd:import namespace="82c9b6bc-f466-41b0-a79d-3cd02aa4996e"/>
    <xsd:element name="properties">
      <xsd:complexType>
        <xsd:sequence>
          <xsd:element name="documentManagement">
            <xsd:complexType>
              <xsd:all>
                <xsd:element ref="ns2:MediaService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f19d9c-79bf-4a0e-8372-1ddc310565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SearchProperties" ma:index="9" nillable="true" ma:displayName="MediaServiceSearchProperties" ma:hidden="true" ma:internalName="MediaServiceSearchProperties"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c9b6bc-f466-41b0-a79d-3cd02aa4996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35214d67-09d2-4bcc-8b56-62de3680ecfc}" ma:internalName="TaxCatchAll" ma:showField="CatchAllData" ma:web="82c9b6bc-f466-41b0-a79d-3cd02aa499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C05C46-D81B-4712-9CC3-8BE5EB92DEE4}">
  <ds:schemaRefs>
    <ds:schemaRef ds:uri="3f0a0340-510f-4596-a4b5-2d13e00f34ca"/>
    <ds:schemaRef ds:uri="b16a31cb-693f-4fd0-a9db-574706a9667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C35C89A-9F7D-40A2-A988-DD908065914E}">
  <ds:schemaRefs>
    <ds:schemaRef ds:uri="http://schemas.microsoft.com/sharepoint/v3/contenttype/forms"/>
  </ds:schemaRefs>
</ds:datastoreItem>
</file>

<file path=customXml/itemProps3.xml><?xml version="1.0" encoding="utf-8"?>
<ds:datastoreItem xmlns:ds="http://schemas.openxmlformats.org/officeDocument/2006/customXml" ds:itemID="{02A17372-23A7-441E-8B04-8A66E5DE28FA}"/>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9</Notes>
  <HiddenSlides>1</HiddenSlides>
  <ScaleCrop>false</ScaleCrop>
  <HeadingPairs>
    <vt:vector size="4" baseType="variant">
      <vt:variant>
        <vt:lpstr>Theme</vt:lpstr>
      </vt:variant>
      <vt:variant>
        <vt:i4>4</vt:i4>
      </vt:variant>
      <vt:variant>
        <vt:lpstr>Slide Titles</vt:lpstr>
      </vt:variant>
      <vt:variant>
        <vt:i4>23</vt:i4>
      </vt:variant>
    </vt:vector>
  </HeadingPairs>
  <TitlesOfParts>
    <vt:vector size="27" baseType="lpstr">
      <vt:lpstr>LIGHT MODE</vt:lpstr>
      <vt:lpstr>3_Microsoft Security Light</vt:lpstr>
      <vt:lpstr>2_Microsoft 365 Copilot Template</vt:lpstr>
      <vt:lpstr>Microsoft 365 Copilot Template</vt:lpstr>
      <vt:lpstr>PowerPoint Presentation</vt:lpstr>
      <vt:lpstr>Microsoft External Public</vt:lpstr>
      <vt:lpstr>Contents</vt:lpstr>
      <vt:lpstr>Core licensing concepts for A365</vt:lpstr>
      <vt:lpstr>Agent 365 is intended for every agent</vt:lpstr>
      <vt:lpstr>Agent 365 is licensed per-user for all agents</vt:lpstr>
      <vt:lpstr>An Agent 365 license is recommended for all users of A365 managed agents</vt:lpstr>
      <vt:lpstr>A365 licensing is contractually enforced – same as today for ME5</vt:lpstr>
      <vt:lpstr>ME5 enables discovery and basic action to manage local agents;  A365 enables risk-based controls to manage local agents at scale</vt:lpstr>
      <vt:lpstr>Agent 365 in the context of different service plans</vt:lpstr>
      <vt:lpstr>Agent 365 extends ME5 security and governance capabilities to agents at scale</vt:lpstr>
      <vt:lpstr>A365 unlocks the full value to secure &amp; govern agents at scale; ME5 only provides partial value for M365 agents</vt:lpstr>
      <vt:lpstr>A365 availability by agent type</vt:lpstr>
      <vt:lpstr>Agent 365 covers both 1P and 3P agents</vt:lpstr>
      <vt:lpstr>Product-specific licensing clarifications</vt:lpstr>
      <vt:lpstr>Agent Dashboard is a premium feature</vt:lpstr>
      <vt:lpstr>Defender for agents will be delivered via PUPM licenses through A365</vt:lpstr>
      <vt:lpstr>A365 Placemat</vt:lpstr>
      <vt:lpstr>Agent 365 Placemat (1 of 2) A365 provides enterprises observability, security, and governance for AI agents </vt:lpstr>
      <vt:lpstr>Agent 365 Placemat (2 of 2) A365 provides enterprises observability, security, and governance for AI agents </vt:lpstr>
      <vt:lpstr>Appendix</vt:lpstr>
      <vt:lpstr>Additional Resources</vt:lpstr>
      <vt:lpstr>Capabilities overview for ME5, Entra Suite, A365, and ME7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365 Placemat A365 provides enterprises observability, security, and governance for AI agents </dc:title>
  <dc:creator>ryanmarkmann@microsoft.com;aman.bhandari@microsoft.com</dc:creator>
  <cp:revision>1</cp:revision>
  <dcterms:created xsi:type="dcterms:W3CDTF">2026-03-03T19:34:08Z</dcterms:created>
  <dcterms:modified xsi:type="dcterms:W3CDTF">2026-06-01T23:34:11Z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0x01010020399B4BB10B024F9E4CD006D3A2CF1C</vt:lpwstr>
  </property>
  <property fmtid="{D5CDD505-2E9C-101B-9397-08002B2CF9AE}" pid="3" name="MediaServiceImageTags">
    <vt:lpwstr/>
  </property>
</Properties>
</file>