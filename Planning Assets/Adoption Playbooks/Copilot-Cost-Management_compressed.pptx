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47" r:id="rId4"/>
  </p:sldMasterIdLst>
  <p:notesMasterIdLst>
    <p:notesMasterId r:id="rId34"/>
  </p:notesMasterIdLst>
  <p:handoutMasterIdLst>
    <p:handoutMasterId r:id="rId35"/>
  </p:handoutMasterIdLst>
  <p:sldIdLst>
    <p:sldId id="2147482928" r:id="rId5"/>
    <p:sldId id="258" r:id="rId6"/>
    <p:sldId id="2147483633" r:id="rId7"/>
    <p:sldId id="2147482930" r:id="rId8"/>
    <p:sldId id="2147482931" r:id="rId9"/>
    <p:sldId id="2147483640" r:id="rId10"/>
    <p:sldId id="290" r:id="rId11"/>
    <p:sldId id="2147482927" r:id="rId12"/>
    <p:sldId id="2147483641" r:id="rId13"/>
    <p:sldId id="2147483642" r:id="rId14"/>
    <p:sldId id="2147483643" r:id="rId15"/>
    <p:sldId id="2147482997" r:id="rId16"/>
    <p:sldId id="2147482996" r:id="rId17"/>
    <p:sldId id="2147482940" r:id="rId18"/>
    <p:sldId id="2147482970" r:id="rId19"/>
    <p:sldId id="2147482969" r:id="rId20"/>
    <p:sldId id="2147482971" r:id="rId21"/>
    <p:sldId id="2147482942" r:id="rId22"/>
    <p:sldId id="2147482945" r:id="rId23"/>
    <p:sldId id="2147482941" r:id="rId24"/>
    <p:sldId id="2147482943" r:id="rId25"/>
    <p:sldId id="2147482946" r:id="rId26"/>
    <p:sldId id="2147482950" r:id="rId27"/>
    <p:sldId id="2147482951" r:id="rId28"/>
    <p:sldId id="2147482952" r:id="rId29"/>
    <p:sldId id="2147482953" r:id="rId30"/>
    <p:sldId id="2147482956" r:id="rId31"/>
    <p:sldId id="2147482957" r:id="rId32"/>
    <p:sldId id="2147482995" r:id="rId33"/>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344151A-C7EF-4EBE-8089-4FAF1877C7C3}">
          <p14:sldIdLst>
            <p14:sldId id="2147482928"/>
            <p14:sldId id="258"/>
            <p14:sldId id="2147483633"/>
            <p14:sldId id="2147482930"/>
            <p14:sldId id="2147482931"/>
            <p14:sldId id="2147483640"/>
            <p14:sldId id="290"/>
          </p14:sldIdLst>
        </p14:section>
        <p14:section name="Scenarios" id="{0A962F94-8925-46E4-B9B5-223255BA59E8}">
          <p14:sldIdLst>
            <p14:sldId id="2147482927"/>
            <p14:sldId id="2147483641"/>
            <p14:sldId id="2147483642"/>
            <p14:sldId id="2147483643"/>
          </p14:sldIdLst>
        </p14:section>
        <p14:section name="Features/Walkthrough" id="{0AA6BEF1-215A-4C1F-A624-FAF177B204DA}">
          <p14:sldIdLst>
            <p14:sldId id="2147482997"/>
            <p14:sldId id="2147482996"/>
            <p14:sldId id="2147482940"/>
            <p14:sldId id="2147482970"/>
            <p14:sldId id="2147482969"/>
            <p14:sldId id="2147482971"/>
            <p14:sldId id="2147482942"/>
            <p14:sldId id="2147482945"/>
            <p14:sldId id="2147482941"/>
            <p14:sldId id="2147482943"/>
            <p14:sldId id="2147482946"/>
            <p14:sldId id="2147482950"/>
            <p14:sldId id="2147482951"/>
            <p14:sldId id="2147482952"/>
            <p14:sldId id="2147482953"/>
            <p14:sldId id="2147482956"/>
            <p14:sldId id="2147482957"/>
            <p14:sldId id="2147482995"/>
          </p14:sldIdLst>
        </p14:section>
        <p14:section name="Appendix" id="{ADBB2FA8-9821-4B68-A669-8F5B32C84A15}">
          <p14:sldIdLst/>
        </p14:section>
      </p14:section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F7C61612-CE98-77A5-5817-8F92EAA42DEE}" name="Sandra Titarelli" initials="ST" userId="S::satitare@microsoft.com::fac53f29-c59e-463a-a6f6-4add9c102f9a" providerId="AD"/>
  <p188:author id="{B24A5C25-5ED9-A11B-3F16-02B6155B6C99}" name="Jiho Lee" initials="" userId="S::jihol@microsoft.com::3737b54e-d6c1-4cba-92a8-3d899aa87a9c" providerId="AD"/>
  <p188:author id="{7E63572F-D1E1-D7BA-20E3-8F88BDC1D2A0}" name="Rainie Murray" initials="RM" userId="S::rainiem@silverfoxprod.com::b784eaa1-5232-41ad-b6d9-fe8da3042eb9" providerId="AD"/>
  <p188:author id="{27ABD63E-623A-9426-1AA2-E93150B6E12F}" name="Joe Unwin" initials="JU" userId="S::unwinjoe@microsoft.com::b6081db6-9f8f-4a55-8af6-258c07072c96" providerId="AD"/>
  <p188:author id="{6D9EEA54-BD08-CC7B-EF7F-F4F8A67BD339}" name="Thomas Zou" initials="" userId="S::thomaszou@microsoft.com::a548303b-815e-4c05-9468-8b54004ad9a0" providerId="AD"/>
  <p188:author id="{D6F26963-7D31-7E94-BDCA-0053EED9EF82}" name="Leslie Overland" initials="LO" userId="S::leoverla@microsoft.com::f3978a41-ce7f-4ee8-a07a-b9255d9fc7c0" providerId="AD"/>
  <p188:author id="{313E0066-267E-403D-FEAF-4D3667531674}" name="Renuka D'Souza (SHE/HER)" initials="RD" userId="S::renukad@microsoft.com::8aff62eb-87d0-48ad-9bea-1190e4425689" providerId="AD"/>
  <p188:author id="{E45D227C-DD9A-9FCD-CD34-CD50625CD106}" name="Tavo Adame (SIMPLICITY CONSULTING INC)" initials="TA" userId="S::v-tadame@microsoft.com::bfcf9539-9748-450c-a5e5-cd9a8efcfa1a" providerId="AD"/>
  <p188:author id="{45ACEC81-A054-ED28-ABEC-DAB67EA7BE6C}" name="Arun Subramanian" initials="AS" userId="S::asubram@microsoft.com::0efe7bef-b764-4cbd-b0c8-2b6283ffa879" providerId="AD"/>
  <p188:author id="{528D708B-8EF7-1D93-6B6B-BF32599B7672}" name="Geeta Ramakrishnan" initials="GR" userId="S::rageeta@microsoft.com::31ac0ae0-faea-4d43-bd02-b10123ef963d" providerId="AD"/>
  <p188:author id="{C8C88393-91C5-1CA6-7D39-9DA82AF43C97}" name="Stacy Mutnick (RedCloud Consulting Inc)" initials="SM" userId="S::v-stmutnick@microsoft.com::62ae043c-bf3f-40ae-b063-90ca08e1f418" providerId="AD"/>
  <p188:author id="{EBA9DF9D-87EA-6B39-A87B-CB1B65BF9312}" name="Lori Mahoney (SIMPLICITY CONSULTING INC)" initials="LI" userId="S::v-lmahoney@microsoft.com::90d51f6a-163f-4992-b484-af052976e220" providerId="AD"/>
  <p188:author id="{2330619E-9582-2BB0-AFAA-8E4A59BF773E}" name="Sultan AlSharfi" initials="SA" userId="S::sualsha@microsoft.com::f28f515a-bfc9-4664-a751-6f198a4c7331" providerId="AD"/>
  <p188:author id="{4ACC95A1-35E7-199E-C8D8-A60F70482912}" name="Tierney Cunningham" initials="TC" userId="S::ticunnin@microsoft.com::62f4f650-5c68-4535-8517-3a3a0205aaef" providerId="AD"/>
  <p188:author id="{4D744BA7-0B26-C3EA-E49B-D876B09B6E86}" name="Bryony (Bry-ah-nee) Wolf" initials="BW" userId="S::brwolf@microsoft.com::78cfe9c3-700f-40fc-b779-d4321f1c8c6c" providerId="AD"/>
  <p188:author id="{D9C4CEB5-D67E-F79C-F7FC-D7D40A356494}" name="Jenn Giese" initials="JG" userId="S::jgiese@microsoft.com::b83e44a2-4e96-4fdc-b999-d68f672e2826" providerId="AD"/>
  <p188:author id="{463165B8-69B1-2FFF-46D1-BC8249524303}" name="Angela Coburn" initials="AC" userId="S::angelacoburn@microsoft.com::5cc008f5-6e21-44e0-a690-b11bd4c4ef20" providerId="AD"/>
  <p188:author id="{F2A15AC3-3AF3-D5E1-2D33-80068BFBD0FE}" name="Reshma Kapoor" initials="" userId="S::reshmak@microsoft.com::fe15ef66-7526-442f-a132-598f999d9fef" providerId="AD"/>
  <p188:author id="{036A32CC-B169-AD24-8D6C-13468C089A32}" name="Courtney Walsh" initials="CW" userId="S::courtneyg@silverfoxprod.com::daf9133a-e195-4e64-9b96-c39fb023d4f2" providerId="AD"/>
  <p188:author id="{4A7A3BD1-DD43-8DBB-6DEC-2ECC8760C411}" name="David Griffith" initials="DG" userId="S::davidg@silverfoxprod.com::d098c8ac-700f-46f0-bf84-2134bdb9d901" providerId="AD"/>
  <p188:author id="{3D0FA6D3-0C14-8982-5080-58E1E3145BF3}" name="Juliet Park" initials="JP" userId="S::julietpark@microsoft.com::c507f458-fc28-4870-8321-a05a9fcad92c" providerId="AD"/>
  <p188:author id="{6AFA61D8-796F-555E-A395-B33F90AAF99E}" name="Monica Lueder" initials="ML" userId="S::monical@microsoft.com::75969e72-ba9c-4e32-a4ac-c8f3aeff9ba2" providerId="AD"/>
  <p188:author id="{53EA0BDC-B52F-A3D6-6B68-A7D3F578968E}" name="Eric McChesney" initials="EM" userId="S::ermcches@microsoft.com::c636dba5-5adb-4bce-b05d-5a84b5e5940a" providerId="AD"/>
  <p188:author id="{B77A95DF-C1DE-3AD6-81DD-8B8561C902A9}" name="Mariana Prudencio" initials="MP" userId="S::paprud@microsoft.com::715a8a23-4085-434c-b09a-5126f5b59931" providerId="AD"/>
  <p188:author id="{B193D1ED-6FB4-9DF4-07BC-8AC89E28754F}" name="Mike Walsh" initials="MW" userId="S::mikewalsh@microsoft.com::bc8f4e96-7e26-46ac-9dfd-886fde7a4f97" providerId="AD"/>
  <p188:author id="{E606DAFD-3A37-B014-E197-0EBE5F95E762}" name="Veronica Moody (BLOOM CONSULTING GROUP INC)" initials="VM" userId="S::v-veromoody@microsoft.com::ad47be47-56d9-495a-bae3-f3a2dcbc907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7F7D8F"/>
    <a:srgbClr val="F8F8F8"/>
    <a:srgbClr val="58575D"/>
    <a:srgbClr val="0097F4"/>
    <a:srgbClr val="00B291"/>
    <a:srgbClr val="9BC72A"/>
    <a:srgbClr val="FFCE20"/>
    <a:srgbClr val="FFA200"/>
    <a:srgbClr val="FF32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08D409-E32D-470E-83D4-17472C7CF49E}" v="95" dt="2026-06-15T21:58:08.013"/>
    <p1510:client id="{E6E8B057-EF23-49F0-80E4-3398B0228EB5}" v="2" dt="2026-06-15T13:56:33.195"/>
    <p1510:client id="{E95DB95A-43E7-9A2E-2399-F6D7F6D5A2E9}" v="22" dt="2026-06-15T13:47:38.2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432" y="6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ronica Moody (BLOOM CONSULTING GROUP INC)" userId="S::v-veromoody@microsoft.com::ad47be47-56d9-495a-bae3-f3a2dcbc907b" providerId="AD" clId="Web-{E95DB95A-43E7-9A2E-2399-F6D7F6D5A2E9}"/>
    <pc:docChg chg="delSld modSld modSection">
      <pc:chgData name="Veronica Moody (BLOOM CONSULTING GROUP INC)" userId="S::v-veromoody@microsoft.com::ad47be47-56d9-495a-bae3-f3a2dcbc907b" providerId="AD" clId="Web-{E95DB95A-43E7-9A2E-2399-F6D7F6D5A2E9}" dt="2026-06-15T13:48:23.199" v="20"/>
      <pc:docMkLst>
        <pc:docMk/>
      </pc:docMkLst>
      <pc:sldChg chg="modSp">
        <pc:chgData name="Veronica Moody (BLOOM CONSULTING GROUP INC)" userId="S::v-veromoody@microsoft.com::ad47be47-56d9-495a-bae3-f3a2dcbc907b" providerId="AD" clId="Web-{E95DB95A-43E7-9A2E-2399-F6D7F6D5A2E9}" dt="2026-06-15T13:47:17.355" v="16" actId="20577"/>
        <pc:sldMkLst>
          <pc:docMk/>
          <pc:sldMk cId="106137383" sldId="258"/>
        </pc:sldMkLst>
        <pc:spChg chg="mod">
          <ac:chgData name="Veronica Moody (BLOOM CONSULTING GROUP INC)" userId="S::v-veromoody@microsoft.com::ad47be47-56d9-495a-bae3-f3a2dcbc907b" providerId="AD" clId="Web-{E95DB95A-43E7-9A2E-2399-F6D7F6D5A2E9}" dt="2026-06-15T13:47:17.355" v="16" actId="20577"/>
          <ac:spMkLst>
            <pc:docMk/>
            <pc:sldMk cId="106137383" sldId="258"/>
            <ac:spMk id="18" creationId="{7A6B517B-56F9-0852-D36E-6D5682F76403}"/>
          </ac:spMkLst>
        </pc:spChg>
      </pc:sldChg>
      <pc:sldChg chg="modSp">
        <pc:chgData name="Veronica Moody (BLOOM CONSULTING GROUP INC)" userId="S::v-veromoody@microsoft.com::ad47be47-56d9-495a-bae3-f3a2dcbc907b" providerId="AD" clId="Web-{E95DB95A-43E7-9A2E-2399-F6D7F6D5A2E9}" dt="2026-06-15T13:41:58.740" v="2" actId="1076"/>
        <pc:sldMkLst>
          <pc:docMk/>
          <pc:sldMk cId="3239326354" sldId="289"/>
        </pc:sldMkLst>
        <pc:spChg chg="mod">
          <ac:chgData name="Veronica Moody (BLOOM CONSULTING GROUP INC)" userId="S::v-veromoody@microsoft.com::ad47be47-56d9-495a-bae3-f3a2dcbc907b" providerId="AD" clId="Web-{E95DB95A-43E7-9A2E-2399-F6D7F6D5A2E9}" dt="2026-06-15T13:41:58.381" v="1" actId="14100"/>
          <ac:spMkLst>
            <pc:docMk/>
            <pc:sldMk cId="3239326354" sldId="289"/>
            <ac:spMk id="12" creationId="{D4C55AE4-85A5-F9D5-35C0-7A78B191AFFC}"/>
          </ac:spMkLst>
        </pc:spChg>
        <pc:spChg chg="mod">
          <ac:chgData name="Veronica Moody (BLOOM CONSULTING GROUP INC)" userId="S::v-veromoody@microsoft.com::ad47be47-56d9-495a-bae3-f3a2dcbc907b" providerId="AD" clId="Web-{E95DB95A-43E7-9A2E-2399-F6D7F6D5A2E9}" dt="2026-06-15T13:41:58.162" v="0" actId="14100"/>
          <ac:spMkLst>
            <pc:docMk/>
            <pc:sldMk cId="3239326354" sldId="289"/>
            <ac:spMk id="13" creationId="{CEB45024-49B6-5AEF-168A-E3F764C2954E}"/>
          </ac:spMkLst>
        </pc:spChg>
        <pc:spChg chg="mod">
          <ac:chgData name="Veronica Moody (BLOOM CONSULTING GROUP INC)" userId="S::v-veromoody@microsoft.com::ad47be47-56d9-495a-bae3-f3a2dcbc907b" providerId="AD" clId="Web-{E95DB95A-43E7-9A2E-2399-F6D7F6D5A2E9}" dt="2026-06-15T13:41:58.740" v="2" actId="1076"/>
          <ac:spMkLst>
            <pc:docMk/>
            <pc:sldMk cId="3239326354" sldId="289"/>
            <ac:spMk id="19" creationId="{8A7A4F51-9E03-A2E7-D08F-4103EFE43C9B}"/>
          </ac:spMkLst>
        </pc:spChg>
      </pc:sldChg>
      <pc:sldChg chg="modSp">
        <pc:chgData name="Veronica Moody (BLOOM CONSULTING GROUP INC)" userId="S::v-veromoody@microsoft.com::ad47be47-56d9-495a-bae3-f3a2dcbc907b" providerId="AD" clId="Web-{E95DB95A-43E7-9A2E-2399-F6D7F6D5A2E9}" dt="2026-06-15T13:44:12.211" v="8" actId="20577"/>
        <pc:sldMkLst>
          <pc:docMk/>
          <pc:sldMk cId="500902003" sldId="2147482927"/>
        </pc:sldMkLst>
        <pc:spChg chg="mod">
          <ac:chgData name="Veronica Moody (BLOOM CONSULTING GROUP INC)" userId="S::v-veromoody@microsoft.com::ad47be47-56d9-495a-bae3-f3a2dcbc907b" providerId="AD" clId="Web-{E95DB95A-43E7-9A2E-2399-F6D7F6D5A2E9}" dt="2026-06-15T13:44:12.211" v="8" actId="20577"/>
          <ac:spMkLst>
            <pc:docMk/>
            <pc:sldMk cId="500902003" sldId="2147482927"/>
            <ac:spMk id="2" creationId="{13E5DE40-59FD-A9B3-BADE-8E77660865D8}"/>
          </ac:spMkLst>
        </pc:spChg>
      </pc:sldChg>
      <pc:sldChg chg="del">
        <pc:chgData name="Veronica Moody (BLOOM CONSULTING GROUP INC)" userId="S::v-veromoody@microsoft.com::ad47be47-56d9-495a-bae3-f3a2dcbc907b" providerId="AD" clId="Web-{E95DB95A-43E7-9A2E-2399-F6D7F6D5A2E9}" dt="2026-06-15T13:47:17.105" v="15"/>
        <pc:sldMkLst>
          <pc:docMk/>
          <pc:sldMk cId="174404580" sldId="2147482929"/>
        </pc:sldMkLst>
      </pc:sldChg>
      <pc:sldChg chg="del">
        <pc:chgData name="Veronica Moody (BLOOM CONSULTING GROUP INC)" userId="S::v-veromoody@microsoft.com::ad47be47-56d9-495a-bae3-f3a2dcbc907b" providerId="AD" clId="Web-{E95DB95A-43E7-9A2E-2399-F6D7F6D5A2E9}" dt="2026-06-15T13:43:38.023" v="4"/>
        <pc:sldMkLst>
          <pc:docMk/>
          <pc:sldMk cId="4108958310" sldId="2147482934"/>
        </pc:sldMkLst>
      </pc:sldChg>
      <pc:sldChg chg="del">
        <pc:chgData name="Veronica Moody (BLOOM CONSULTING GROUP INC)" userId="S::v-veromoody@microsoft.com::ad47be47-56d9-495a-bae3-f3a2dcbc907b" providerId="AD" clId="Web-{E95DB95A-43E7-9A2E-2399-F6D7F6D5A2E9}" dt="2026-06-15T13:43:53.773" v="5"/>
        <pc:sldMkLst>
          <pc:docMk/>
          <pc:sldMk cId="3116435572" sldId="2147482935"/>
        </pc:sldMkLst>
      </pc:sldChg>
      <pc:sldChg chg="del">
        <pc:chgData name="Veronica Moody (BLOOM CONSULTING GROUP INC)" userId="S::v-veromoody@microsoft.com::ad47be47-56d9-495a-bae3-f3a2dcbc907b" providerId="AD" clId="Web-{E95DB95A-43E7-9A2E-2399-F6D7F6D5A2E9}" dt="2026-06-15T13:44:06.164" v="6"/>
        <pc:sldMkLst>
          <pc:docMk/>
          <pc:sldMk cId="2718322545" sldId="2147482936"/>
        </pc:sldMkLst>
      </pc:sldChg>
      <pc:sldChg chg="del">
        <pc:chgData name="Veronica Moody (BLOOM CONSULTING GROUP INC)" userId="S::v-veromoody@microsoft.com::ad47be47-56d9-495a-bae3-f3a2dcbc907b" providerId="AD" clId="Web-{E95DB95A-43E7-9A2E-2399-F6D7F6D5A2E9}" dt="2026-06-15T13:46:54.432" v="14"/>
        <pc:sldMkLst>
          <pc:docMk/>
          <pc:sldMk cId="2056398658" sldId="2147482963"/>
        </pc:sldMkLst>
      </pc:sldChg>
      <pc:sldChg chg="del">
        <pc:chgData name="Veronica Moody (BLOOM CONSULTING GROUP INC)" userId="S::v-veromoody@microsoft.com::ad47be47-56d9-495a-bae3-f3a2dcbc907b" providerId="AD" clId="Web-{E95DB95A-43E7-9A2E-2399-F6D7F6D5A2E9}" dt="2026-06-15T13:42:37.866" v="3"/>
        <pc:sldMkLst>
          <pc:docMk/>
          <pc:sldMk cId="1141430178" sldId="2147482965"/>
        </pc:sldMkLst>
      </pc:sldChg>
      <pc:sldChg chg="modNotes">
        <pc:chgData name="Veronica Moody (BLOOM CONSULTING GROUP INC)" userId="S::v-veromoody@microsoft.com::ad47be47-56d9-495a-bae3-f3a2dcbc907b" providerId="AD" clId="Web-{E95DB95A-43E7-9A2E-2399-F6D7F6D5A2E9}" dt="2026-06-15T13:46:48.104" v="13"/>
        <pc:sldMkLst>
          <pc:docMk/>
          <pc:sldMk cId="2812409668" sldId="2147482995"/>
        </pc:sldMkLst>
      </pc:sldChg>
      <pc:sldChg chg="modNotes">
        <pc:chgData name="Veronica Moody (BLOOM CONSULTING GROUP INC)" userId="S::v-veromoody@microsoft.com::ad47be47-56d9-495a-bae3-f3a2dcbc907b" providerId="AD" clId="Web-{E95DB95A-43E7-9A2E-2399-F6D7F6D5A2E9}" dt="2026-06-15T13:48:23.199" v="20"/>
        <pc:sldMkLst>
          <pc:docMk/>
          <pc:sldMk cId="2290213917" sldId="2147482996"/>
        </pc:sldMkLst>
      </pc:sldChg>
      <pc:sldChg chg="modNotes">
        <pc:chgData name="Veronica Moody (BLOOM CONSULTING GROUP INC)" userId="S::v-veromoody@microsoft.com::ad47be47-56d9-495a-bae3-f3a2dcbc907b" providerId="AD" clId="Web-{E95DB95A-43E7-9A2E-2399-F6D7F6D5A2E9}" dt="2026-06-15T13:47:54.558" v="19"/>
        <pc:sldMkLst>
          <pc:docMk/>
          <pc:sldMk cId="3694761857" sldId="2147483615"/>
        </pc:sldMkLst>
      </pc:sldChg>
    </pc:docChg>
  </pc:docChgLst>
  <pc:docChgLst>
    <pc:chgData name="Veronica Moody (BLOOM CONSULTING GROUP INC)" userId="ad47be47-56d9-495a-bae3-f3a2dcbc907b" providerId="ADAL" clId="{855CDCEE-74AF-4001-9F2F-C9C8BA96F6FC}"/>
    <pc:docChg chg="undo custSel addSld delSld modSld delMainMaster modMainMaster modSection">
      <pc:chgData name="Veronica Moody (BLOOM CONSULTING GROUP INC)" userId="ad47be47-56d9-495a-bae3-f3a2dcbc907b" providerId="ADAL" clId="{855CDCEE-74AF-4001-9F2F-C9C8BA96F6FC}" dt="2026-06-15T21:57:59.861" v="95" actId="47"/>
      <pc:docMkLst>
        <pc:docMk/>
      </pc:docMkLst>
      <pc:sldChg chg="add del">
        <pc:chgData name="Veronica Moody (BLOOM CONSULTING GROUP INC)" userId="ad47be47-56d9-495a-bae3-f3a2dcbc907b" providerId="ADAL" clId="{855CDCEE-74AF-4001-9F2F-C9C8BA96F6FC}" dt="2026-06-15T16:37:16.984" v="40" actId="47"/>
        <pc:sldMkLst>
          <pc:docMk/>
          <pc:sldMk cId="3239326354" sldId="289"/>
        </pc:sldMkLst>
      </pc:sldChg>
      <pc:sldChg chg="del">
        <pc:chgData name="Veronica Moody (BLOOM CONSULTING GROUP INC)" userId="ad47be47-56d9-495a-bae3-f3a2dcbc907b" providerId="ADAL" clId="{855CDCEE-74AF-4001-9F2F-C9C8BA96F6FC}" dt="2026-06-15T16:38:28.663" v="41" actId="47"/>
        <pc:sldMkLst>
          <pc:docMk/>
          <pc:sldMk cId="940777802" sldId="290"/>
        </pc:sldMkLst>
      </pc:sldChg>
      <pc:sldChg chg="del">
        <pc:chgData name="Veronica Moody (BLOOM CONSULTING GROUP INC)" userId="ad47be47-56d9-495a-bae3-f3a2dcbc907b" providerId="ADAL" clId="{855CDCEE-74AF-4001-9F2F-C9C8BA96F6FC}" dt="2026-06-15T13:28:20.921" v="1" actId="47"/>
        <pc:sldMkLst>
          <pc:docMk/>
          <pc:sldMk cId="3883277826" sldId="2147482875"/>
        </pc:sldMkLst>
      </pc:sldChg>
      <pc:sldChg chg="modNotesTx">
        <pc:chgData name="Veronica Moody (BLOOM CONSULTING GROUP INC)" userId="ad47be47-56d9-495a-bae3-f3a2dcbc907b" providerId="ADAL" clId="{855CDCEE-74AF-4001-9F2F-C9C8BA96F6FC}" dt="2026-06-15T16:45:51.549" v="58" actId="6549"/>
        <pc:sldMkLst>
          <pc:docMk/>
          <pc:sldMk cId="954479196" sldId="2147482930"/>
        </pc:sldMkLst>
      </pc:sldChg>
      <pc:sldChg chg="modSp mod modCm modNotesTx">
        <pc:chgData name="Veronica Moody (BLOOM CONSULTING GROUP INC)" userId="ad47be47-56d9-495a-bae3-f3a2dcbc907b" providerId="ADAL" clId="{855CDCEE-74AF-4001-9F2F-C9C8BA96F6FC}" dt="2026-06-15T13:29:33.687" v="13" actId="403"/>
        <pc:sldMkLst>
          <pc:docMk/>
          <pc:sldMk cId="3836427913" sldId="2147482931"/>
        </pc:sldMkLst>
        <pc:spChg chg="mod">
          <ac:chgData name="Veronica Moody (BLOOM CONSULTING GROUP INC)" userId="ad47be47-56d9-495a-bae3-f3a2dcbc907b" providerId="ADAL" clId="{855CDCEE-74AF-4001-9F2F-C9C8BA96F6FC}" dt="2026-06-15T13:29:33.687" v="13" actId="403"/>
          <ac:spMkLst>
            <pc:docMk/>
            <pc:sldMk cId="3836427913" sldId="2147482931"/>
            <ac:spMk id="43" creationId="{10476D6F-7D87-789D-510F-F14DFC3424E9}"/>
          </ac:spMkLst>
        </pc:spChg>
        <pc:spChg chg="mod">
          <ac:chgData name="Veronica Moody (BLOOM CONSULTING GROUP INC)" userId="ad47be47-56d9-495a-bae3-f3a2dcbc907b" providerId="ADAL" clId="{855CDCEE-74AF-4001-9F2F-C9C8BA96F6FC}" dt="2026-06-15T13:29:24.879" v="10" actId="12788"/>
          <ac:spMkLst>
            <pc:docMk/>
            <pc:sldMk cId="3836427913" sldId="2147482931"/>
            <ac:spMk id="45" creationId="{73089714-DA68-4BCC-0742-3F368A301EE9}"/>
          </ac:spMkLst>
        </pc:spChg>
        <pc:extLst>
          <p:ext xmlns:p="http://schemas.openxmlformats.org/presentationml/2006/main" uri="{D6D511B9-2390-475A-947B-AFAB55BFBCF1}">
            <pc226:cmChg xmlns:pc226="http://schemas.microsoft.com/office/powerpoint/2022/06/main/command" chg="mod">
              <pc226:chgData name="Veronica Moody (BLOOM CONSULTING GROUP INC)" userId="ad47be47-56d9-495a-bae3-f3a2dcbc907b" providerId="ADAL" clId="{855CDCEE-74AF-4001-9F2F-C9C8BA96F6FC}" dt="2026-06-15T13:28:58.928" v="5" actId="6549"/>
              <pc2:cmMkLst xmlns:pc2="http://schemas.microsoft.com/office/powerpoint/2019/9/main/command">
                <pc:docMk/>
                <pc:sldMk cId="3836427913" sldId="2147482931"/>
                <pc2:cmMk id="{26739DE3-C2DD-4356-A9A6-C9CA3512947B}"/>
              </pc2:cmMkLst>
            </pc226:cmChg>
          </p:ext>
        </pc:extLst>
      </pc:sldChg>
      <pc:sldChg chg="modSp del mod modCm">
        <pc:chgData name="Veronica Moody (BLOOM CONSULTING GROUP INC)" userId="ad47be47-56d9-495a-bae3-f3a2dcbc907b" providerId="ADAL" clId="{855CDCEE-74AF-4001-9F2F-C9C8BA96F6FC}" dt="2026-06-15T21:55:56.744" v="84" actId="47"/>
        <pc:sldMkLst>
          <pc:docMk/>
          <pc:sldMk cId="2779326512" sldId="2147482933"/>
        </pc:sldMkLst>
        <pc:spChg chg="mod">
          <ac:chgData name="Veronica Moody (BLOOM CONSULTING GROUP INC)" userId="ad47be47-56d9-495a-bae3-f3a2dcbc907b" providerId="ADAL" clId="{855CDCEE-74AF-4001-9F2F-C9C8BA96F6FC}" dt="2026-06-15T21:10:06.494" v="71"/>
          <ac:spMkLst>
            <pc:docMk/>
            <pc:sldMk cId="2779326512" sldId="2147482933"/>
            <ac:spMk id="6" creationId="{5F290B8F-D3F6-A36F-46B5-091DE2224D1D}"/>
          </ac:spMkLst>
        </pc:spChg>
        <pc:extLst>
          <p:ext xmlns:p="http://schemas.openxmlformats.org/presentationml/2006/main" uri="{D6D511B9-2390-475A-947B-AFAB55BFBCF1}">
            <pc226:cmChg xmlns:pc226="http://schemas.microsoft.com/office/powerpoint/2022/06/main/command" chg="mod">
              <pc226:chgData name="Veronica Moody (BLOOM CONSULTING GROUP INC)" userId="ad47be47-56d9-495a-bae3-f3a2dcbc907b" providerId="ADAL" clId="{855CDCEE-74AF-4001-9F2F-C9C8BA96F6FC}" dt="2026-06-15T13:58:22.215" v="38" actId="20577"/>
              <pc2:cmMkLst xmlns:pc2="http://schemas.microsoft.com/office/powerpoint/2019/9/main/command">
                <pc:docMk/>
                <pc:sldMk cId="2779326512" sldId="2147482933"/>
                <pc2:cmMk id="{C4787F64-51DC-4DFF-9F7F-9609F9FFCE1A}"/>
              </pc2:cmMkLst>
            </pc226:cmChg>
          </p:ext>
        </pc:extLst>
      </pc:sldChg>
      <pc:sldChg chg="modSp del mod">
        <pc:chgData name="Veronica Moody (BLOOM CONSULTING GROUP INC)" userId="ad47be47-56d9-495a-bae3-f3a2dcbc907b" providerId="ADAL" clId="{855CDCEE-74AF-4001-9F2F-C9C8BA96F6FC}" dt="2026-06-15T21:56:05.206" v="90" actId="47"/>
        <pc:sldMkLst>
          <pc:docMk/>
          <pc:sldMk cId="4281703530" sldId="2147482938"/>
        </pc:sldMkLst>
        <pc:spChg chg="mod">
          <ac:chgData name="Veronica Moody (BLOOM CONSULTING GROUP INC)" userId="ad47be47-56d9-495a-bae3-f3a2dcbc907b" providerId="ADAL" clId="{855CDCEE-74AF-4001-9F2F-C9C8BA96F6FC}" dt="2026-06-15T21:10:21.629" v="77" actId="20577"/>
          <ac:spMkLst>
            <pc:docMk/>
            <pc:sldMk cId="4281703530" sldId="2147482938"/>
            <ac:spMk id="6" creationId="{E50E4B14-865A-E855-5130-B6E40067E0A1}"/>
          </ac:spMkLst>
        </pc:spChg>
      </pc:sldChg>
      <pc:sldChg chg="del">
        <pc:chgData name="Veronica Moody (BLOOM CONSULTING GROUP INC)" userId="ad47be47-56d9-495a-bae3-f3a2dcbc907b" providerId="ADAL" clId="{855CDCEE-74AF-4001-9F2F-C9C8BA96F6FC}" dt="2026-06-15T21:56:06.809" v="91" actId="47"/>
        <pc:sldMkLst>
          <pc:docMk/>
          <pc:sldMk cId="1919274647" sldId="2147482939"/>
        </pc:sldMkLst>
      </pc:sldChg>
      <pc:sldChg chg="add del">
        <pc:chgData name="Veronica Moody (BLOOM CONSULTING GROUP INC)" userId="ad47be47-56d9-495a-bae3-f3a2dcbc907b" providerId="ADAL" clId="{855CDCEE-74AF-4001-9F2F-C9C8BA96F6FC}" dt="2026-06-15T21:57:15.587" v="94" actId="47"/>
        <pc:sldMkLst>
          <pc:docMk/>
          <pc:sldMk cId="2858281514" sldId="2147482941"/>
        </pc:sldMkLst>
      </pc:sldChg>
      <pc:sldChg chg="add del">
        <pc:chgData name="Veronica Moody (BLOOM CONSULTING GROUP INC)" userId="ad47be47-56d9-495a-bae3-f3a2dcbc907b" providerId="ADAL" clId="{855CDCEE-74AF-4001-9F2F-C9C8BA96F6FC}" dt="2026-06-15T21:57:15.587" v="94" actId="47"/>
        <pc:sldMkLst>
          <pc:docMk/>
          <pc:sldMk cId="3779356572" sldId="2147482942"/>
        </pc:sldMkLst>
      </pc:sldChg>
      <pc:sldChg chg="add del">
        <pc:chgData name="Veronica Moody (BLOOM CONSULTING GROUP INC)" userId="ad47be47-56d9-495a-bae3-f3a2dcbc907b" providerId="ADAL" clId="{855CDCEE-74AF-4001-9F2F-C9C8BA96F6FC}" dt="2026-06-15T21:57:15.587" v="94" actId="47"/>
        <pc:sldMkLst>
          <pc:docMk/>
          <pc:sldMk cId="2950049704" sldId="2147482943"/>
        </pc:sldMkLst>
      </pc:sldChg>
      <pc:sldChg chg="add del">
        <pc:chgData name="Veronica Moody (BLOOM CONSULTING GROUP INC)" userId="ad47be47-56d9-495a-bae3-f3a2dcbc907b" providerId="ADAL" clId="{855CDCEE-74AF-4001-9F2F-C9C8BA96F6FC}" dt="2026-06-15T21:57:15.587" v="94" actId="47"/>
        <pc:sldMkLst>
          <pc:docMk/>
          <pc:sldMk cId="3110766063" sldId="2147482945"/>
        </pc:sldMkLst>
      </pc:sldChg>
      <pc:sldChg chg="add del">
        <pc:chgData name="Veronica Moody (BLOOM CONSULTING GROUP INC)" userId="ad47be47-56d9-495a-bae3-f3a2dcbc907b" providerId="ADAL" clId="{855CDCEE-74AF-4001-9F2F-C9C8BA96F6FC}" dt="2026-06-15T21:57:15.587" v="94" actId="47"/>
        <pc:sldMkLst>
          <pc:docMk/>
          <pc:sldMk cId="4123578905" sldId="2147482946"/>
        </pc:sldMkLst>
      </pc:sldChg>
      <pc:sldChg chg="add del">
        <pc:chgData name="Veronica Moody (BLOOM CONSULTING GROUP INC)" userId="ad47be47-56d9-495a-bae3-f3a2dcbc907b" providerId="ADAL" clId="{855CDCEE-74AF-4001-9F2F-C9C8BA96F6FC}" dt="2026-06-15T16:43:39.864" v="55" actId="47"/>
        <pc:sldMkLst>
          <pc:docMk/>
          <pc:sldMk cId="3179510512" sldId="2147482950"/>
        </pc:sldMkLst>
      </pc:sldChg>
      <pc:sldChg chg="add del">
        <pc:chgData name="Veronica Moody (BLOOM CONSULTING GROUP INC)" userId="ad47be47-56d9-495a-bae3-f3a2dcbc907b" providerId="ADAL" clId="{855CDCEE-74AF-4001-9F2F-C9C8BA96F6FC}" dt="2026-06-15T21:57:59.861" v="95" actId="47"/>
        <pc:sldMkLst>
          <pc:docMk/>
          <pc:sldMk cId="1306443875" sldId="2147482951"/>
        </pc:sldMkLst>
      </pc:sldChg>
      <pc:sldChg chg="add del">
        <pc:chgData name="Veronica Moody (BLOOM CONSULTING GROUP INC)" userId="ad47be47-56d9-495a-bae3-f3a2dcbc907b" providerId="ADAL" clId="{855CDCEE-74AF-4001-9F2F-C9C8BA96F6FC}" dt="2026-06-15T21:57:59.861" v="95" actId="47"/>
        <pc:sldMkLst>
          <pc:docMk/>
          <pc:sldMk cId="518465586" sldId="2147482952"/>
        </pc:sldMkLst>
      </pc:sldChg>
      <pc:sldChg chg="add del">
        <pc:chgData name="Veronica Moody (BLOOM CONSULTING GROUP INC)" userId="ad47be47-56d9-495a-bae3-f3a2dcbc907b" providerId="ADAL" clId="{855CDCEE-74AF-4001-9F2F-C9C8BA96F6FC}" dt="2026-06-15T21:57:59.861" v="95" actId="47"/>
        <pc:sldMkLst>
          <pc:docMk/>
          <pc:sldMk cId="909060108" sldId="2147482953"/>
        </pc:sldMkLst>
      </pc:sldChg>
      <pc:sldChg chg="add del">
        <pc:chgData name="Veronica Moody (BLOOM CONSULTING GROUP INC)" userId="ad47be47-56d9-495a-bae3-f3a2dcbc907b" providerId="ADAL" clId="{855CDCEE-74AF-4001-9F2F-C9C8BA96F6FC}" dt="2026-06-15T21:57:59.861" v="95" actId="47"/>
        <pc:sldMkLst>
          <pc:docMk/>
          <pc:sldMk cId="1449866160" sldId="2147482956"/>
        </pc:sldMkLst>
      </pc:sldChg>
      <pc:sldChg chg="add del">
        <pc:chgData name="Veronica Moody (BLOOM CONSULTING GROUP INC)" userId="ad47be47-56d9-495a-bae3-f3a2dcbc907b" providerId="ADAL" clId="{855CDCEE-74AF-4001-9F2F-C9C8BA96F6FC}" dt="2026-06-15T21:57:59.861" v="95" actId="47"/>
        <pc:sldMkLst>
          <pc:docMk/>
          <pc:sldMk cId="3815713308" sldId="2147482957"/>
        </pc:sldMkLst>
      </pc:sldChg>
      <pc:sldChg chg="modNotesTx">
        <pc:chgData name="Veronica Moody (BLOOM CONSULTING GROUP INC)" userId="ad47be47-56d9-495a-bae3-f3a2dcbc907b" providerId="ADAL" clId="{855CDCEE-74AF-4001-9F2F-C9C8BA96F6FC}" dt="2026-06-15T13:29:45.856" v="14" actId="6549"/>
        <pc:sldMkLst>
          <pc:docMk/>
          <pc:sldMk cId="1141430178" sldId="2147482965"/>
        </pc:sldMkLst>
      </pc:sldChg>
      <pc:sldChg chg="del">
        <pc:chgData name="Veronica Moody (BLOOM CONSULTING GROUP INC)" userId="ad47be47-56d9-495a-bae3-f3a2dcbc907b" providerId="ADAL" clId="{855CDCEE-74AF-4001-9F2F-C9C8BA96F6FC}" dt="2026-06-15T21:56:48.648" v="93" actId="47"/>
        <pc:sldMkLst>
          <pc:docMk/>
          <pc:sldMk cId="1320560613" sldId="2147482970"/>
        </pc:sldMkLst>
      </pc:sldChg>
      <pc:sldChg chg="add del">
        <pc:chgData name="Veronica Moody (BLOOM CONSULTING GROUP INC)" userId="ad47be47-56d9-495a-bae3-f3a2dcbc907b" providerId="ADAL" clId="{855CDCEE-74AF-4001-9F2F-C9C8BA96F6FC}" dt="2026-06-15T21:57:15.587" v="94" actId="47"/>
        <pc:sldMkLst>
          <pc:docMk/>
          <pc:sldMk cId="2817508885" sldId="2147482971"/>
        </pc:sldMkLst>
      </pc:sldChg>
      <pc:sldChg chg="del">
        <pc:chgData name="Veronica Moody (BLOOM CONSULTING GROUP INC)" userId="ad47be47-56d9-495a-bae3-f3a2dcbc907b" providerId="ADAL" clId="{855CDCEE-74AF-4001-9F2F-C9C8BA96F6FC}" dt="2026-06-15T16:41:30.258" v="51" actId="47"/>
        <pc:sldMkLst>
          <pc:docMk/>
          <pc:sldMk cId="2290213917" sldId="2147482996"/>
        </pc:sldMkLst>
      </pc:sldChg>
      <pc:sldChg chg="add del modNotesTx">
        <pc:chgData name="Veronica Moody (BLOOM CONSULTING GROUP INC)" userId="ad47be47-56d9-495a-bae3-f3a2dcbc907b" providerId="ADAL" clId="{855CDCEE-74AF-4001-9F2F-C9C8BA96F6FC}" dt="2026-06-15T16:46:35.423" v="63" actId="47"/>
        <pc:sldMkLst>
          <pc:docMk/>
          <pc:sldMk cId="3694761857" sldId="2147483615"/>
        </pc:sldMkLst>
      </pc:sldChg>
      <pc:sldChg chg="add">
        <pc:chgData name="Veronica Moody (BLOOM CONSULTING GROUP INC)" userId="ad47be47-56d9-495a-bae3-f3a2dcbc907b" providerId="ADAL" clId="{855CDCEE-74AF-4001-9F2F-C9C8BA96F6FC}" dt="2026-06-15T16:37:14.596" v="39"/>
        <pc:sldMkLst>
          <pc:docMk/>
          <pc:sldMk cId="3621140824" sldId="2147483633"/>
        </pc:sldMkLst>
      </pc:sldChg>
      <pc:sldChg chg="del modNotesTx">
        <pc:chgData name="Veronica Moody (BLOOM CONSULTING GROUP INC)" userId="ad47be47-56d9-495a-bae3-f3a2dcbc907b" providerId="ADAL" clId="{855CDCEE-74AF-4001-9F2F-C9C8BA96F6FC}" dt="2026-06-15T16:46:53.627" v="67" actId="47"/>
        <pc:sldMkLst>
          <pc:docMk/>
          <pc:sldMk cId="2482301523" sldId="2147483634"/>
        </pc:sldMkLst>
      </pc:sldChg>
      <pc:sldChg chg="modSp del">
        <pc:chgData name="Veronica Moody (BLOOM CONSULTING GROUP INC)" userId="ad47be47-56d9-495a-bae3-f3a2dcbc907b" providerId="ADAL" clId="{855CDCEE-74AF-4001-9F2F-C9C8BA96F6FC}" dt="2026-06-15T21:10:08.432" v="72" actId="47"/>
        <pc:sldMkLst>
          <pc:docMk/>
          <pc:sldMk cId="3352592865" sldId="2147483635"/>
        </pc:sldMkLst>
        <pc:spChg chg="mod">
          <ac:chgData name="Veronica Moody (BLOOM CONSULTING GROUP INC)" userId="ad47be47-56d9-495a-bae3-f3a2dcbc907b" providerId="ADAL" clId="{855CDCEE-74AF-4001-9F2F-C9C8BA96F6FC}" dt="2026-06-15T16:39:30.829" v="42"/>
          <ac:spMkLst>
            <pc:docMk/>
            <pc:sldMk cId="3352592865" sldId="2147483635"/>
            <ac:spMk id="6" creationId="{5F290B8F-D3F6-A36F-46B5-091DE2224D1D}"/>
          </ac:spMkLst>
        </pc:spChg>
      </pc:sldChg>
      <pc:sldChg chg="modSp del mod">
        <pc:chgData name="Veronica Moody (BLOOM CONSULTING GROUP INC)" userId="ad47be47-56d9-495a-bae3-f3a2dcbc907b" providerId="ADAL" clId="{855CDCEE-74AF-4001-9F2F-C9C8BA96F6FC}" dt="2026-06-15T21:10:24.245" v="78" actId="47"/>
        <pc:sldMkLst>
          <pc:docMk/>
          <pc:sldMk cId="2666435226" sldId="2147483636"/>
        </pc:sldMkLst>
        <pc:spChg chg="mod">
          <ac:chgData name="Veronica Moody (BLOOM CONSULTING GROUP INC)" userId="ad47be47-56d9-495a-bae3-f3a2dcbc907b" providerId="ADAL" clId="{855CDCEE-74AF-4001-9F2F-C9C8BA96F6FC}" dt="2026-06-15T16:40:13.667" v="49" actId="20577"/>
          <ac:spMkLst>
            <pc:docMk/>
            <pc:sldMk cId="2666435226" sldId="2147483636"/>
            <ac:spMk id="6" creationId="{E50E4B14-865A-E855-5130-B6E40067E0A1}"/>
          </ac:spMkLst>
        </pc:spChg>
      </pc:sldChg>
      <pc:sldChg chg="del">
        <pc:chgData name="Veronica Moody (BLOOM CONSULTING GROUP INC)" userId="ad47be47-56d9-495a-bae3-f3a2dcbc907b" providerId="ADAL" clId="{855CDCEE-74AF-4001-9F2F-C9C8BA96F6FC}" dt="2026-06-15T21:10:28.369" v="79" actId="47"/>
        <pc:sldMkLst>
          <pc:docMk/>
          <pc:sldMk cId="1652124352" sldId="2147483637"/>
        </pc:sldMkLst>
      </pc:sldChg>
      <pc:sldChg chg="del">
        <pc:chgData name="Veronica Moody (BLOOM CONSULTING GROUP INC)" userId="ad47be47-56d9-495a-bae3-f3a2dcbc907b" providerId="ADAL" clId="{855CDCEE-74AF-4001-9F2F-C9C8BA96F6FC}" dt="2026-06-15T21:56:41.734" v="92" actId="47"/>
        <pc:sldMkLst>
          <pc:docMk/>
          <pc:sldMk cId="437994143" sldId="2147483638"/>
        </pc:sldMkLst>
      </pc:sldChg>
      <pc:sldChg chg="del">
        <pc:chgData name="Veronica Moody (BLOOM CONSULTING GROUP INC)" userId="ad47be47-56d9-495a-bae3-f3a2dcbc907b" providerId="ADAL" clId="{855CDCEE-74AF-4001-9F2F-C9C8BA96F6FC}" dt="2026-06-15T21:08:16.174" v="68" actId="47"/>
        <pc:sldMkLst>
          <pc:docMk/>
          <pc:sldMk cId="2146962082" sldId="2147483639"/>
        </pc:sldMkLst>
      </pc:sldChg>
      <pc:sldChg chg="addSp delSp modSp new mod">
        <pc:chgData name="Veronica Moody (BLOOM CONSULTING GROUP INC)" userId="ad47be47-56d9-495a-bae3-f3a2dcbc907b" providerId="ADAL" clId="{855CDCEE-74AF-4001-9F2F-C9C8BA96F6FC}" dt="2026-06-15T16:46:33.004" v="62"/>
        <pc:sldMkLst>
          <pc:docMk/>
          <pc:sldMk cId="4259418610" sldId="2147483640"/>
        </pc:sldMkLst>
        <pc:spChg chg="del">
          <ac:chgData name="Veronica Moody (BLOOM CONSULTING GROUP INC)" userId="ad47be47-56d9-495a-bae3-f3a2dcbc907b" providerId="ADAL" clId="{855CDCEE-74AF-4001-9F2F-C9C8BA96F6FC}" dt="2026-06-15T16:46:27.359" v="61" actId="478"/>
          <ac:spMkLst>
            <pc:docMk/>
            <pc:sldMk cId="4259418610" sldId="2147483640"/>
            <ac:spMk id="2" creationId="{9350ED01-C4AA-BF43-FFF2-0D2C62D5AC46}"/>
          </ac:spMkLst>
        </pc:spChg>
        <pc:spChg chg="del">
          <ac:chgData name="Veronica Moody (BLOOM CONSULTING GROUP INC)" userId="ad47be47-56d9-495a-bae3-f3a2dcbc907b" providerId="ADAL" clId="{855CDCEE-74AF-4001-9F2F-C9C8BA96F6FC}" dt="2026-06-15T16:46:27.359" v="61" actId="478"/>
          <ac:spMkLst>
            <pc:docMk/>
            <pc:sldMk cId="4259418610" sldId="2147483640"/>
            <ac:spMk id="3" creationId="{CCF70AF9-B920-0B86-4A27-506D35EA05AF}"/>
          </ac:spMkLst>
        </pc:spChg>
        <pc:spChg chg="del">
          <ac:chgData name="Veronica Moody (BLOOM CONSULTING GROUP INC)" userId="ad47be47-56d9-495a-bae3-f3a2dcbc907b" providerId="ADAL" clId="{855CDCEE-74AF-4001-9F2F-C9C8BA96F6FC}" dt="2026-06-15T16:46:27.359" v="61" actId="478"/>
          <ac:spMkLst>
            <pc:docMk/>
            <pc:sldMk cId="4259418610" sldId="2147483640"/>
            <ac:spMk id="4" creationId="{73949275-3FC9-8F2C-B041-45180E8E9CA3}"/>
          </ac:spMkLst>
        </pc:spChg>
        <pc:spChg chg="add mod">
          <ac:chgData name="Veronica Moody (BLOOM CONSULTING GROUP INC)" userId="ad47be47-56d9-495a-bae3-f3a2dcbc907b" providerId="ADAL" clId="{855CDCEE-74AF-4001-9F2F-C9C8BA96F6FC}" dt="2026-06-15T16:46:33.004" v="62"/>
          <ac:spMkLst>
            <pc:docMk/>
            <pc:sldMk cId="4259418610" sldId="2147483640"/>
            <ac:spMk id="6" creationId="{CD2DE62C-8832-9B5A-2B52-58E4520EEC13}"/>
          </ac:spMkLst>
        </pc:spChg>
        <pc:spChg chg="add mod">
          <ac:chgData name="Veronica Moody (BLOOM CONSULTING GROUP INC)" userId="ad47be47-56d9-495a-bae3-f3a2dcbc907b" providerId="ADAL" clId="{855CDCEE-74AF-4001-9F2F-C9C8BA96F6FC}" dt="2026-06-15T16:46:33.004" v="62"/>
          <ac:spMkLst>
            <pc:docMk/>
            <pc:sldMk cId="4259418610" sldId="2147483640"/>
            <ac:spMk id="7" creationId="{324DDE55-1889-1F8B-2BE5-2EAAE7AD1697}"/>
          </ac:spMkLst>
        </pc:spChg>
        <pc:spChg chg="add mod">
          <ac:chgData name="Veronica Moody (BLOOM CONSULTING GROUP INC)" userId="ad47be47-56d9-495a-bae3-f3a2dcbc907b" providerId="ADAL" clId="{855CDCEE-74AF-4001-9F2F-C9C8BA96F6FC}" dt="2026-06-15T16:46:33.004" v="62"/>
          <ac:spMkLst>
            <pc:docMk/>
            <pc:sldMk cId="4259418610" sldId="2147483640"/>
            <ac:spMk id="11" creationId="{A75BF022-B6B9-B0B1-FDF9-D84CE2BBB4C1}"/>
          </ac:spMkLst>
        </pc:spChg>
        <pc:spChg chg="add mod">
          <ac:chgData name="Veronica Moody (BLOOM CONSULTING GROUP INC)" userId="ad47be47-56d9-495a-bae3-f3a2dcbc907b" providerId="ADAL" clId="{855CDCEE-74AF-4001-9F2F-C9C8BA96F6FC}" dt="2026-06-15T16:46:33.004" v="62"/>
          <ac:spMkLst>
            <pc:docMk/>
            <pc:sldMk cId="4259418610" sldId="2147483640"/>
            <ac:spMk id="13" creationId="{4EA7F1A8-376C-63F1-6201-B2B450F95300}"/>
          </ac:spMkLst>
        </pc:spChg>
        <pc:spChg chg="add mod">
          <ac:chgData name="Veronica Moody (BLOOM CONSULTING GROUP INC)" userId="ad47be47-56d9-495a-bae3-f3a2dcbc907b" providerId="ADAL" clId="{855CDCEE-74AF-4001-9F2F-C9C8BA96F6FC}" dt="2026-06-15T16:46:33.004" v="62"/>
          <ac:spMkLst>
            <pc:docMk/>
            <pc:sldMk cId="4259418610" sldId="2147483640"/>
            <ac:spMk id="15" creationId="{86622B68-AF84-B2D0-9528-AA4689249D9C}"/>
          </ac:spMkLst>
        </pc:spChg>
        <pc:spChg chg="add mod">
          <ac:chgData name="Veronica Moody (BLOOM CONSULTING GROUP INC)" userId="ad47be47-56d9-495a-bae3-f3a2dcbc907b" providerId="ADAL" clId="{855CDCEE-74AF-4001-9F2F-C9C8BA96F6FC}" dt="2026-06-15T16:46:33.004" v="62"/>
          <ac:spMkLst>
            <pc:docMk/>
            <pc:sldMk cId="4259418610" sldId="2147483640"/>
            <ac:spMk id="16" creationId="{986E0E4B-A205-D693-C5FF-BA8894CC317C}"/>
          </ac:spMkLst>
        </pc:spChg>
        <pc:spChg chg="add mod">
          <ac:chgData name="Veronica Moody (BLOOM CONSULTING GROUP INC)" userId="ad47be47-56d9-495a-bae3-f3a2dcbc907b" providerId="ADAL" clId="{855CDCEE-74AF-4001-9F2F-C9C8BA96F6FC}" dt="2026-06-15T16:46:33.004" v="62"/>
          <ac:spMkLst>
            <pc:docMk/>
            <pc:sldMk cId="4259418610" sldId="2147483640"/>
            <ac:spMk id="17" creationId="{6462A773-F4A7-15BF-C05C-5B7A3A7650B8}"/>
          </ac:spMkLst>
        </pc:spChg>
        <pc:spChg chg="add mod">
          <ac:chgData name="Veronica Moody (BLOOM CONSULTING GROUP INC)" userId="ad47be47-56d9-495a-bae3-f3a2dcbc907b" providerId="ADAL" clId="{855CDCEE-74AF-4001-9F2F-C9C8BA96F6FC}" dt="2026-06-15T16:46:33.004" v="62"/>
          <ac:spMkLst>
            <pc:docMk/>
            <pc:sldMk cId="4259418610" sldId="2147483640"/>
            <ac:spMk id="27" creationId="{3EA89D0A-4366-FD2F-662B-51B4249C61AE}"/>
          </ac:spMkLst>
        </pc:spChg>
        <pc:spChg chg="add mod">
          <ac:chgData name="Veronica Moody (BLOOM CONSULTING GROUP INC)" userId="ad47be47-56d9-495a-bae3-f3a2dcbc907b" providerId="ADAL" clId="{855CDCEE-74AF-4001-9F2F-C9C8BA96F6FC}" dt="2026-06-15T16:46:33.004" v="62"/>
          <ac:spMkLst>
            <pc:docMk/>
            <pc:sldMk cId="4259418610" sldId="2147483640"/>
            <ac:spMk id="31" creationId="{80F81A22-5864-0BE2-1555-E142473E442F}"/>
          </ac:spMkLst>
        </pc:spChg>
        <pc:spChg chg="mod">
          <ac:chgData name="Veronica Moody (BLOOM CONSULTING GROUP INC)" userId="ad47be47-56d9-495a-bae3-f3a2dcbc907b" providerId="ADAL" clId="{855CDCEE-74AF-4001-9F2F-C9C8BA96F6FC}" dt="2026-06-15T16:46:33.004" v="62"/>
          <ac:spMkLst>
            <pc:docMk/>
            <pc:sldMk cId="4259418610" sldId="2147483640"/>
            <ac:spMk id="41" creationId="{C21D70AB-2F29-51E6-149C-DB1596386A8C}"/>
          </ac:spMkLst>
        </pc:spChg>
      </pc:sldChg>
      <pc:sldChg chg="addSp delSp new del mod">
        <pc:chgData name="Veronica Moody (BLOOM CONSULTING GROUP INC)" userId="ad47be47-56d9-495a-bae3-f3a2dcbc907b" providerId="ADAL" clId="{855CDCEE-74AF-4001-9F2F-C9C8BA96F6FC}" dt="2026-06-15T21:55:03.467" v="82" actId="47"/>
        <pc:sldMkLst>
          <pc:docMk/>
          <pc:sldMk cId="1069324707" sldId="2147483641"/>
        </pc:sldMkLst>
        <pc:spChg chg="del">
          <ac:chgData name="Veronica Moody (BLOOM CONSULTING GROUP INC)" userId="ad47be47-56d9-495a-bae3-f3a2dcbc907b" providerId="ADAL" clId="{855CDCEE-74AF-4001-9F2F-C9C8BA96F6FC}" dt="2026-06-15T16:46:45.527" v="65" actId="478"/>
          <ac:spMkLst>
            <pc:docMk/>
            <pc:sldMk cId="1069324707" sldId="2147483641"/>
            <ac:spMk id="2" creationId="{32337B48-3E8A-BC15-51D1-2335CEF0275A}"/>
          </ac:spMkLst>
        </pc:spChg>
        <pc:spChg chg="del">
          <ac:chgData name="Veronica Moody (BLOOM CONSULTING GROUP INC)" userId="ad47be47-56d9-495a-bae3-f3a2dcbc907b" providerId="ADAL" clId="{855CDCEE-74AF-4001-9F2F-C9C8BA96F6FC}" dt="2026-06-15T16:46:45.527" v="65" actId="478"/>
          <ac:spMkLst>
            <pc:docMk/>
            <pc:sldMk cId="1069324707" sldId="2147483641"/>
            <ac:spMk id="3" creationId="{F2A2FBFC-7190-1C3F-04F0-7D041F4A6B8C}"/>
          </ac:spMkLst>
        </pc:spChg>
        <pc:spChg chg="add">
          <ac:chgData name="Veronica Moody (BLOOM CONSULTING GROUP INC)" userId="ad47be47-56d9-495a-bae3-f3a2dcbc907b" providerId="ADAL" clId="{855CDCEE-74AF-4001-9F2F-C9C8BA96F6FC}" dt="2026-06-15T16:46:51.136" v="66" actId="22"/>
          <ac:spMkLst>
            <pc:docMk/>
            <pc:sldMk cId="1069324707" sldId="2147483641"/>
            <ac:spMk id="5" creationId="{3C741809-72E4-1FC8-0450-5943A521B796}"/>
          </ac:spMkLst>
        </pc:spChg>
        <pc:spChg chg="add">
          <ac:chgData name="Veronica Moody (BLOOM CONSULTING GROUP INC)" userId="ad47be47-56d9-495a-bae3-f3a2dcbc907b" providerId="ADAL" clId="{855CDCEE-74AF-4001-9F2F-C9C8BA96F6FC}" dt="2026-06-15T16:46:51.136" v="66" actId="22"/>
          <ac:spMkLst>
            <pc:docMk/>
            <pc:sldMk cId="1069324707" sldId="2147483641"/>
            <ac:spMk id="7" creationId="{FE996258-C2F6-CE89-A089-EA2357DEAE46}"/>
          </ac:spMkLst>
        </pc:spChg>
        <pc:spChg chg="add">
          <ac:chgData name="Veronica Moody (BLOOM CONSULTING GROUP INC)" userId="ad47be47-56d9-495a-bae3-f3a2dcbc907b" providerId="ADAL" clId="{855CDCEE-74AF-4001-9F2F-C9C8BA96F6FC}" dt="2026-06-15T16:46:51.136" v="66" actId="22"/>
          <ac:spMkLst>
            <pc:docMk/>
            <pc:sldMk cId="1069324707" sldId="2147483641"/>
            <ac:spMk id="11" creationId="{0319974D-54B3-0F51-3851-B8E35BD53E79}"/>
          </ac:spMkLst>
        </pc:spChg>
        <pc:spChg chg="add">
          <ac:chgData name="Veronica Moody (BLOOM CONSULTING GROUP INC)" userId="ad47be47-56d9-495a-bae3-f3a2dcbc907b" providerId="ADAL" clId="{855CDCEE-74AF-4001-9F2F-C9C8BA96F6FC}" dt="2026-06-15T16:46:51.136" v="66" actId="22"/>
          <ac:spMkLst>
            <pc:docMk/>
            <pc:sldMk cId="1069324707" sldId="2147483641"/>
            <ac:spMk id="13" creationId="{13C069DF-1ECB-4A88-0540-4343BEE8A48E}"/>
          </ac:spMkLst>
        </pc:spChg>
        <pc:picChg chg="add">
          <ac:chgData name="Veronica Moody (BLOOM CONSULTING GROUP INC)" userId="ad47be47-56d9-495a-bae3-f3a2dcbc907b" providerId="ADAL" clId="{855CDCEE-74AF-4001-9F2F-C9C8BA96F6FC}" dt="2026-06-15T16:46:51.136" v="66" actId="22"/>
          <ac:picMkLst>
            <pc:docMk/>
            <pc:sldMk cId="1069324707" sldId="2147483641"/>
            <ac:picMk id="9" creationId="{356CABC0-4A96-94AC-C39D-3604BD726193}"/>
          </ac:picMkLst>
        </pc:picChg>
        <pc:picChg chg="add">
          <ac:chgData name="Veronica Moody (BLOOM CONSULTING GROUP INC)" userId="ad47be47-56d9-495a-bae3-f3a2dcbc907b" providerId="ADAL" clId="{855CDCEE-74AF-4001-9F2F-C9C8BA96F6FC}" dt="2026-06-15T16:46:51.136" v="66" actId="22"/>
          <ac:picMkLst>
            <pc:docMk/>
            <pc:sldMk cId="1069324707" sldId="2147483641"/>
            <ac:picMk id="15" creationId="{5C7E6C2D-0956-E04B-3168-F38565DD6F05}"/>
          </ac:picMkLst>
        </pc:picChg>
      </pc:sldChg>
      <pc:sldChg chg="modSp">
        <pc:chgData name="Veronica Moody (BLOOM CONSULTING GROUP INC)" userId="ad47be47-56d9-495a-bae3-f3a2dcbc907b" providerId="ADAL" clId="{855CDCEE-74AF-4001-9F2F-C9C8BA96F6FC}" dt="2026-06-15T21:55:54.953" v="83"/>
        <pc:sldMkLst>
          <pc:docMk/>
          <pc:sldMk cId="3312412276" sldId="2147483641"/>
        </pc:sldMkLst>
        <pc:spChg chg="mod">
          <ac:chgData name="Veronica Moody (BLOOM CONSULTING GROUP INC)" userId="ad47be47-56d9-495a-bae3-f3a2dcbc907b" providerId="ADAL" clId="{855CDCEE-74AF-4001-9F2F-C9C8BA96F6FC}" dt="2026-06-15T21:55:54.953" v="83"/>
          <ac:spMkLst>
            <pc:docMk/>
            <pc:sldMk cId="3312412276" sldId="2147483641"/>
            <ac:spMk id="6" creationId="{5F290B8F-D3F6-A36F-46B5-091DE2224D1D}"/>
          </ac:spMkLst>
        </pc:spChg>
      </pc:sldChg>
      <pc:sldChg chg="modSp mod">
        <pc:chgData name="Veronica Moody (BLOOM CONSULTING GROUP INC)" userId="ad47be47-56d9-495a-bae3-f3a2dcbc907b" providerId="ADAL" clId="{855CDCEE-74AF-4001-9F2F-C9C8BA96F6FC}" dt="2026-06-15T21:56:02.935" v="89" actId="20577"/>
        <pc:sldMkLst>
          <pc:docMk/>
          <pc:sldMk cId="1176311423" sldId="2147483642"/>
        </pc:sldMkLst>
        <pc:spChg chg="mod">
          <ac:chgData name="Veronica Moody (BLOOM CONSULTING GROUP INC)" userId="ad47be47-56d9-495a-bae3-f3a2dcbc907b" providerId="ADAL" clId="{855CDCEE-74AF-4001-9F2F-C9C8BA96F6FC}" dt="2026-06-15T21:56:02.935" v="89" actId="20577"/>
          <ac:spMkLst>
            <pc:docMk/>
            <pc:sldMk cId="1176311423" sldId="2147483642"/>
            <ac:spMk id="6" creationId="{E50E4B14-865A-E855-5130-B6E40067E0A1}"/>
          </ac:spMkLst>
        </pc:spChg>
      </pc:sldChg>
      <pc:sldMasterChg chg="delSldLayout modSldLayout sldLayoutOrd">
        <pc:chgData name="Veronica Moody (BLOOM CONSULTING GROUP INC)" userId="ad47be47-56d9-495a-bae3-f3a2dcbc907b" providerId="ADAL" clId="{855CDCEE-74AF-4001-9F2F-C9C8BA96F6FC}" dt="2026-06-15T21:55:01.748" v="81"/>
        <pc:sldMasterMkLst>
          <pc:docMk/>
          <pc:sldMasterMk cId="3418689686" sldId="2147485447"/>
        </pc:sldMasterMkLst>
        <pc:sldLayoutChg chg="del">
          <pc:chgData name="Veronica Moody (BLOOM CONSULTING GROUP INC)" userId="ad47be47-56d9-495a-bae3-f3a2dcbc907b" providerId="ADAL" clId="{855CDCEE-74AF-4001-9F2F-C9C8BA96F6FC}" dt="2026-06-15T16:46:53.627" v="67" actId="47"/>
          <pc:sldLayoutMkLst>
            <pc:docMk/>
            <pc:sldMasterMk cId="3418689686" sldId="2147485447"/>
            <pc:sldLayoutMk cId="1055998474" sldId="2147485612"/>
          </pc:sldLayoutMkLst>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319860824" sldId="2147485614"/>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319860824" sldId="2147485614"/>
              <ac:spMk id="5"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19860824" sldId="2147485614"/>
              <ac:spMk id="9" creationId="{00000000-0000-0000-0000-000000000000}"/>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1792155763" sldId="2147485615"/>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1792155763" sldId="2147485615"/>
              <ac:spMk id="5"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792155763" sldId="2147485615"/>
              <ac:spMk id="9" creationId="{00000000-0000-0000-0000-000000000000}"/>
            </ac:spMkLst>
          </pc:spChg>
        </pc:sldLayoutChg>
        <pc:sldLayoutChg chg="modSp mod ord">
          <pc:chgData name="Veronica Moody (BLOOM CONSULTING GROUP INC)" userId="ad47be47-56d9-495a-bae3-f3a2dcbc907b" providerId="ADAL" clId="{855CDCEE-74AF-4001-9F2F-C9C8BA96F6FC}" dt="2026-06-15T21:55:01.409" v="80"/>
          <pc:sldLayoutMkLst>
            <pc:docMk/>
            <pc:sldMasterMk cId="3418689686" sldId="2147485447"/>
            <pc:sldLayoutMk cId="4157072780" sldId="2147485616"/>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4157072780" sldId="2147485616"/>
              <ac:spMk id="2" creationId="{9BD5030A-DADA-E973-A194-2BD6C3CE6D48}"/>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57072780" sldId="2147485616"/>
              <ac:spMk id="5"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57072780" sldId="2147485616"/>
              <ac:spMk id="9" creationId="{00000000-0000-0000-0000-000000000000}"/>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3543764515" sldId="2147485617"/>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3543764515" sldId="2147485617"/>
              <ac:spMk id="2" creationId="{9BD5030A-DADA-E973-A194-2BD6C3CE6D48}"/>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543764515" sldId="2147485617"/>
              <ac:spMk id="5"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543764515" sldId="2147485617"/>
              <ac:spMk id="9" creationId="{00000000-0000-0000-0000-000000000000}"/>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2159953487" sldId="2147485618"/>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2159953487" sldId="2147485618"/>
              <ac:spMk id="2" creationId="{22FCFEFD-88E5-4869-B5C3-1611B0B50E1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159953487" sldId="2147485618"/>
              <ac:spMk id="4" creationId="{58A212C2-8B30-4835-8711-AA981B6CFBE1}"/>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159953487" sldId="2147485618"/>
              <ac:spMk id="5" creationId="{6E27CBDD-49E9-BBDF-550B-482E4E570E44}"/>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2634060409" sldId="2147485619"/>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2634060409" sldId="2147485619"/>
              <ac:spMk id="2" creationId="{A1363FF4-6EF0-D2BC-8DFE-19CC89CD9276}"/>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634060409" sldId="2147485619"/>
              <ac:spMk id="4"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634060409" sldId="2147485619"/>
              <ac:spMk id="7" creationId="{34B655BA-10A4-4A57-89DB-CFFBE1CA1E33}"/>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700908396" sldId="2147485620"/>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700908396" sldId="2147485620"/>
              <ac:spMk id="2" creationId="{A1BE2550-DA43-453C-A328-33C740E65403}"/>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700908396" sldId="2147485620"/>
              <ac:spMk id="3" creationId="{CDC3595B-25C2-CF43-259D-75A3671E7098}"/>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700908396" sldId="2147485620"/>
              <ac:spMk id="5" creationId="{14B7A288-CDAC-4184-9F73-137C95F5E643}"/>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700908396" sldId="2147485620"/>
              <ac:spMk id="9" creationId="{CEC22105-78D6-4753-94FA-3DA949361A95}"/>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1405142159" sldId="2147485621"/>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1405142159" sldId="2147485621"/>
              <ac:spMk id="2" creationId="{8D876633-3E8D-4CF4-A5D4-D4E9D88A6DE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405142159" sldId="2147485621"/>
              <ac:spMk id="3" creationId="{3A3D27F9-7D19-8ECF-C50E-71D515E54BB8}"/>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405142159" sldId="2147485621"/>
              <ac:spMk id="4"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405142159" sldId="2147485621"/>
              <ac:spMk id="6" creationId="{8E9CDCB4-03E1-4763-B83E-A1334BCDB0C0}"/>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1741371689" sldId="2147485622"/>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1741371689" sldId="2147485622"/>
              <ac:spMk id="2" creationId="{8D876633-3E8D-4CF4-A5D4-D4E9D88A6DE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741371689" sldId="2147485622"/>
              <ac:spMk id="3" creationId="{C112CDB0-015D-94C2-ECEE-970711F59EB7}"/>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741371689" sldId="2147485622"/>
              <ac:spMk id="8" creationId="{98E90344-0294-48E2-AAF0-601BB99500E7}"/>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741371689" sldId="2147485622"/>
              <ac:spMk id="10" creationId="{D1F896FB-325C-4849-B372-8DF0D6C0562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741371689" sldId="2147485622"/>
              <ac:spMk id="12" creationId="{DD525736-DEE8-4391-8135-23DE0640053A}"/>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741371689" sldId="2147485622"/>
              <ac:spMk id="13" creationId="{B4F729D4-B1F1-45F2-A06A-40234B19C883}"/>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1239944719" sldId="2147485623"/>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1239944719" sldId="2147485623"/>
              <ac:spMk id="2" creationId="{8D876633-3E8D-4CF4-A5D4-D4E9D88A6DE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239944719" sldId="2147485623"/>
              <ac:spMk id="4" creationId="{A51E17F0-59B9-3EAE-0FC7-A1EBDE8F7BB3}"/>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239944719" sldId="2147485623"/>
              <ac:spMk id="15" creationId="{BFEF95FA-F121-4653-B60A-0D068C345462}"/>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239944719" sldId="2147485623"/>
              <ac:spMk id="17" creationId="{47F8EAA9-0E64-4589-A234-BC31685BE7D3}"/>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239944719" sldId="2147485623"/>
              <ac:spMk id="18" creationId="{C2759870-0BEA-44DC-A414-1C70D04E35C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239944719" sldId="2147485623"/>
              <ac:spMk id="19" creationId="{C327262A-D327-4189-AD22-BAD67CF4AB79}"/>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2363301120" sldId="2147485624"/>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2363301120" sldId="2147485624"/>
              <ac:spMk id="2" creationId="{496CCFA2-2D28-1617-4A3E-368924E94312}"/>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363301120" sldId="2147485624"/>
              <ac:spMk id="3" creationId="{F260F77E-464D-46F7-A8F8-6F281DAB0C7A}"/>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363301120" sldId="2147485624"/>
              <ac:spMk id="19" creationId="{CB20F198-3776-433D-85A8-C2B6AC6235FF}"/>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363301120" sldId="2147485624"/>
              <ac:spMk id="20" creationId="{97BC59AA-6CF8-4091-8008-21AA9AD8E8B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363301120" sldId="2147485624"/>
              <ac:spMk id="21" creationId="{BECED387-BA3E-49B2-8F1E-0E371E09E0A4}"/>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363301120" sldId="2147485624"/>
              <ac:spMk id="22" creationId="{6B26A1CD-81F9-4C2F-896F-E69757C6658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363301120" sldId="2147485624"/>
              <ac:spMk id="23" creationId="{79263A4B-A9A8-4CE5-96A8-6F6EC365E512}"/>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363301120" sldId="2147485624"/>
              <ac:spMk id="24" creationId="{2205743D-F71A-4647-9BE4-2900BDA2582B}"/>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4166421203" sldId="2147485625"/>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4166421203" sldId="2147485625"/>
              <ac:spMk id="2" creationId="{8AB70484-C812-6F3C-92DD-F6B2E1A813CF}"/>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66421203" sldId="2147485625"/>
              <ac:spMk id="3" creationId="{87A434B7-D4B9-4D45-A31C-F0CC4D22794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66421203" sldId="2147485625"/>
              <ac:spMk id="22" creationId="{92783506-927E-48F7-8EFC-36257F3E2812}"/>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66421203" sldId="2147485625"/>
              <ac:spMk id="23" creationId="{FB6093D3-3EDF-4A80-8450-C5EBB199077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66421203" sldId="2147485625"/>
              <ac:spMk id="24" creationId="{438D2C80-6884-451D-8D7D-B69022CCC5C4}"/>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66421203" sldId="2147485625"/>
              <ac:spMk id="25" creationId="{7614A884-0AD6-4A85-A432-2B13E7464DA9}"/>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66421203" sldId="2147485625"/>
              <ac:spMk id="26" creationId="{7D8FFDED-9FE5-4D94-8EB0-7D645C10FBFF}"/>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66421203" sldId="2147485625"/>
              <ac:spMk id="27" creationId="{D429D954-9297-44FA-B7BD-56586012419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66421203" sldId="2147485625"/>
              <ac:spMk id="28" creationId="{04D43B0D-50F8-4F63-AFA3-34A46F42E816}"/>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66421203" sldId="2147485625"/>
              <ac:spMk id="29" creationId="{804CEFDA-6A6F-42D3-B65C-4BE1054C905E}"/>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2036658463" sldId="2147485626"/>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2036658463" sldId="2147485626"/>
              <ac:spMk id="2" creationId="{AA97F131-E501-E84F-7717-E61457B6D3A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36658463" sldId="2147485626"/>
              <ac:spMk id="3" creationId="{87A434B7-D4B9-4D45-A31C-F0CC4D22794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36658463" sldId="2147485626"/>
              <ac:spMk id="12" creationId="{F90290A2-7689-4DF5-971A-36C2D9173411}"/>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36658463" sldId="2147485626"/>
              <ac:spMk id="22" creationId="{92783506-927E-48F7-8EFC-36257F3E2812}"/>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36658463" sldId="2147485626"/>
              <ac:spMk id="23" creationId="{FB6093D3-3EDF-4A80-8450-C5EBB199077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36658463" sldId="2147485626"/>
              <ac:spMk id="25" creationId="{7614A884-0AD6-4A85-A432-2B13E7464DA9}"/>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36658463" sldId="2147485626"/>
              <ac:spMk id="26" creationId="{7D8FFDED-9FE5-4D94-8EB0-7D645C10FBFF}"/>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36658463" sldId="2147485626"/>
              <ac:spMk id="27" creationId="{D429D954-9297-44FA-B7BD-56586012419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36658463" sldId="2147485626"/>
              <ac:spMk id="28" creationId="{04D43B0D-50F8-4F63-AFA3-34A46F42E816}"/>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36658463" sldId="2147485626"/>
              <ac:spMk id="29" creationId="{804CEFDA-6A6F-42D3-B65C-4BE1054C905E}"/>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3695558761" sldId="2147485627"/>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3695558761" sldId="2147485627"/>
              <ac:spMk id="2" creationId="{D0AAD849-7CFE-4AF7-A7C5-6BBD50C88C1A}"/>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695558761" sldId="2147485627"/>
              <ac:spMk id="3" creationId="{3134AA3C-2F0D-D667-86A9-3A48F0A2264F}"/>
            </ac:spMkLst>
          </pc:spChg>
        </pc:sldLayoutChg>
        <pc:sldLayoutChg chg="modSp mod ord">
          <pc:chgData name="Veronica Moody (BLOOM CONSULTING GROUP INC)" userId="ad47be47-56d9-495a-bae3-f3a2dcbc907b" providerId="ADAL" clId="{855CDCEE-74AF-4001-9F2F-C9C8BA96F6FC}" dt="2026-06-15T21:55:01.409" v="80"/>
          <pc:sldLayoutMkLst>
            <pc:docMk/>
            <pc:sldMasterMk cId="3418689686" sldId="2147485447"/>
            <pc:sldLayoutMk cId="2437855838" sldId="2147485628"/>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2437855838" sldId="2147485628"/>
              <ac:spMk id="2" creationId="{D0AAD849-7CFE-4AF7-A7C5-6BBD50C88C1A}"/>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4141509156" sldId="2147485708"/>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4141509156" sldId="2147485708"/>
              <ac:spMk id="5"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41509156" sldId="2147485708"/>
              <ac:spMk id="9" creationId="{00000000-0000-0000-0000-000000000000}"/>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1896597302" sldId="2147485709"/>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1896597302" sldId="2147485709"/>
              <ac:spMk id="5"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896597302" sldId="2147485709"/>
              <ac:spMk id="9" creationId="{00000000-0000-0000-0000-000000000000}"/>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20519150" sldId="2147485710"/>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20519150" sldId="2147485710"/>
              <ac:spMk id="2" creationId="{9BD5030A-DADA-E973-A194-2BD6C3CE6D48}"/>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519150" sldId="2147485710"/>
              <ac:spMk id="5"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0519150" sldId="2147485710"/>
              <ac:spMk id="9" creationId="{00000000-0000-0000-0000-000000000000}"/>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1972313751" sldId="2147485711"/>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1972313751" sldId="2147485711"/>
              <ac:spMk id="2" creationId="{22FCFEFD-88E5-4869-B5C3-1611B0B50E1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972313751" sldId="2147485711"/>
              <ac:spMk id="4" creationId="{58A212C2-8B30-4835-8711-AA981B6CFBE1}"/>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972313751" sldId="2147485711"/>
              <ac:spMk id="5" creationId="{6E27CBDD-49E9-BBDF-550B-482E4E570E44}"/>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1037962314" sldId="2147485712"/>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1037962314" sldId="2147485712"/>
              <ac:spMk id="2" creationId="{A1363FF4-6EF0-D2BC-8DFE-19CC89CD9276}"/>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037962314" sldId="2147485712"/>
              <ac:spMk id="4"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037962314" sldId="2147485712"/>
              <ac:spMk id="7" creationId="{34B655BA-10A4-4A57-89DB-CFFBE1CA1E33}"/>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418501909" sldId="2147485713"/>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418501909" sldId="2147485713"/>
              <ac:spMk id="2" creationId="{A1BE2550-DA43-453C-A328-33C740E65403}"/>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8501909" sldId="2147485713"/>
              <ac:spMk id="3" creationId="{CDC3595B-25C2-CF43-259D-75A3671E7098}"/>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8501909" sldId="2147485713"/>
              <ac:spMk id="5" creationId="{14B7A288-CDAC-4184-9F73-137C95F5E643}"/>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418501909" sldId="2147485713"/>
              <ac:spMk id="9" creationId="{CEC22105-78D6-4753-94FA-3DA949361A95}"/>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878216230" sldId="2147485714"/>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878216230" sldId="2147485714"/>
              <ac:spMk id="2" creationId="{8D876633-3E8D-4CF4-A5D4-D4E9D88A6DE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878216230" sldId="2147485714"/>
              <ac:spMk id="3" creationId="{3A3D27F9-7D19-8ECF-C50E-71D515E54BB8}"/>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878216230" sldId="2147485714"/>
              <ac:spMk id="4" creationId="{00000000-0000-0000-0000-00000000000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878216230" sldId="2147485714"/>
              <ac:spMk id="6" creationId="{8E9CDCB4-03E1-4763-B83E-A1334BCDB0C0}"/>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1333656596" sldId="2147485715"/>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1333656596" sldId="2147485715"/>
              <ac:spMk id="2" creationId="{8D876633-3E8D-4CF4-A5D4-D4E9D88A6DE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333656596" sldId="2147485715"/>
              <ac:spMk id="3" creationId="{C112CDB0-015D-94C2-ECEE-970711F59EB7}"/>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333656596" sldId="2147485715"/>
              <ac:spMk id="8" creationId="{98E90344-0294-48E2-AAF0-601BB99500E7}"/>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333656596" sldId="2147485715"/>
              <ac:spMk id="10" creationId="{D1F896FB-325C-4849-B372-8DF0D6C0562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333656596" sldId="2147485715"/>
              <ac:spMk id="12" creationId="{DD525736-DEE8-4391-8135-23DE0640053A}"/>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333656596" sldId="2147485715"/>
              <ac:spMk id="13" creationId="{B4F729D4-B1F1-45F2-A06A-40234B19C883}"/>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2838423598" sldId="2147485716"/>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2838423598" sldId="2147485716"/>
              <ac:spMk id="2" creationId="{8D876633-3E8D-4CF4-A5D4-D4E9D88A6DE0}"/>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838423598" sldId="2147485716"/>
              <ac:spMk id="4" creationId="{A51E17F0-59B9-3EAE-0FC7-A1EBDE8F7BB3}"/>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838423598" sldId="2147485716"/>
              <ac:spMk id="15" creationId="{BFEF95FA-F121-4653-B60A-0D068C345462}"/>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838423598" sldId="2147485716"/>
              <ac:spMk id="17" creationId="{47F8EAA9-0E64-4589-A234-BC31685BE7D3}"/>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838423598" sldId="2147485716"/>
              <ac:spMk id="18" creationId="{C2759870-0BEA-44DC-A414-1C70D04E35C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2838423598" sldId="2147485716"/>
              <ac:spMk id="19" creationId="{C327262A-D327-4189-AD22-BAD67CF4AB79}"/>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3269413452" sldId="2147485717"/>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3269413452" sldId="2147485717"/>
              <ac:spMk id="2" creationId="{496CCFA2-2D28-1617-4A3E-368924E94312}"/>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269413452" sldId="2147485717"/>
              <ac:spMk id="3" creationId="{F260F77E-464D-46F7-A8F8-6F281DAB0C7A}"/>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269413452" sldId="2147485717"/>
              <ac:spMk id="19" creationId="{CB20F198-3776-433D-85A8-C2B6AC6235FF}"/>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269413452" sldId="2147485717"/>
              <ac:spMk id="20" creationId="{97BC59AA-6CF8-4091-8008-21AA9AD8E8B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269413452" sldId="2147485717"/>
              <ac:spMk id="21" creationId="{BECED387-BA3E-49B2-8F1E-0E371E09E0A4}"/>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269413452" sldId="2147485717"/>
              <ac:spMk id="22" creationId="{6B26A1CD-81F9-4C2F-896F-E69757C6658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269413452" sldId="2147485717"/>
              <ac:spMk id="23" creationId="{79263A4B-A9A8-4CE5-96A8-6F6EC365E512}"/>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3269413452" sldId="2147485717"/>
              <ac:spMk id="24" creationId="{2205743D-F71A-4647-9BE4-2900BDA2582B}"/>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1124792226" sldId="2147485718"/>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1124792226" sldId="2147485718"/>
              <ac:spMk id="2" creationId="{8AB70484-C812-6F3C-92DD-F6B2E1A813CF}"/>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124792226" sldId="2147485718"/>
              <ac:spMk id="3" creationId="{87A434B7-D4B9-4D45-A31C-F0CC4D22794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124792226" sldId="2147485718"/>
              <ac:spMk id="22" creationId="{92783506-927E-48F7-8EFC-36257F3E2812}"/>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124792226" sldId="2147485718"/>
              <ac:spMk id="23" creationId="{FB6093D3-3EDF-4A80-8450-C5EBB199077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124792226" sldId="2147485718"/>
              <ac:spMk id="24" creationId="{438D2C80-6884-451D-8D7D-B69022CCC5C4}"/>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124792226" sldId="2147485718"/>
              <ac:spMk id="25" creationId="{7614A884-0AD6-4A85-A432-2B13E7464DA9}"/>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124792226" sldId="2147485718"/>
              <ac:spMk id="26" creationId="{7D8FFDED-9FE5-4D94-8EB0-7D645C10FBFF}"/>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124792226" sldId="2147485718"/>
              <ac:spMk id="27" creationId="{D429D954-9297-44FA-B7BD-56586012419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124792226" sldId="2147485718"/>
              <ac:spMk id="28" creationId="{04D43B0D-50F8-4F63-AFA3-34A46F42E816}"/>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1124792226" sldId="2147485718"/>
              <ac:spMk id="29" creationId="{804CEFDA-6A6F-42D3-B65C-4BE1054C905E}"/>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927287093" sldId="2147485719"/>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927287093" sldId="2147485719"/>
              <ac:spMk id="2" creationId="{AA97F131-E501-E84F-7717-E61457B6D3A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927287093" sldId="2147485719"/>
              <ac:spMk id="3" creationId="{87A434B7-D4B9-4D45-A31C-F0CC4D22794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927287093" sldId="2147485719"/>
              <ac:spMk id="11" creationId="{540485AC-5036-400C-92C3-D3E9EC0252B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927287093" sldId="2147485719"/>
              <ac:spMk id="12" creationId="{F90290A2-7689-4DF5-971A-36C2D9173411}"/>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927287093" sldId="2147485719"/>
              <ac:spMk id="22" creationId="{92783506-927E-48F7-8EFC-36257F3E2812}"/>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927287093" sldId="2147485719"/>
              <ac:spMk id="23" creationId="{FB6093D3-3EDF-4A80-8450-C5EBB1990775}"/>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927287093" sldId="2147485719"/>
              <ac:spMk id="25" creationId="{7614A884-0AD6-4A85-A432-2B13E7464DA9}"/>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927287093" sldId="2147485719"/>
              <ac:spMk id="26" creationId="{7D8FFDED-9FE5-4D94-8EB0-7D645C10FBFF}"/>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927287093" sldId="2147485719"/>
              <ac:spMk id="27" creationId="{D429D954-9297-44FA-B7BD-56586012419C}"/>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927287093" sldId="2147485719"/>
              <ac:spMk id="29" creationId="{804CEFDA-6A6F-42D3-B65C-4BE1054C905E}"/>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690084659" sldId="2147485720"/>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690084659" sldId="2147485720"/>
              <ac:spMk id="2" creationId="{D0AAD849-7CFE-4AF7-A7C5-6BBD50C88C1A}"/>
            </ac:spMkLst>
          </pc:spChg>
          <pc:spChg chg="mod">
            <ac:chgData name="Veronica Moody (BLOOM CONSULTING GROUP INC)" userId="ad47be47-56d9-495a-bae3-f3a2dcbc907b" providerId="ADAL" clId="{855CDCEE-74AF-4001-9F2F-C9C8BA96F6FC}" dt="2026-06-15T21:55:01.409" v="80"/>
            <ac:spMkLst>
              <pc:docMk/>
              <pc:sldMasterMk cId="3418689686" sldId="2147485447"/>
              <pc:sldLayoutMk cId="690084659" sldId="2147485720"/>
              <ac:spMk id="3" creationId="{3134AA3C-2F0D-D667-86A9-3A48F0A2264F}"/>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3662997886" sldId="2147485721"/>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3662997886" sldId="2147485721"/>
              <ac:spMk id="2" creationId="{D0AAD849-7CFE-4AF7-A7C5-6BBD50C88C1A}"/>
            </ac:spMkLst>
          </pc:spChg>
        </pc:sldLayoutChg>
        <pc:sldLayoutChg chg="modSp del mod ord">
          <pc:chgData name="Veronica Moody (BLOOM CONSULTING GROUP INC)" userId="ad47be47-56d9-495a-bae3-f3a2dcbc907b" providerId="ADAL" clId="{855CDCEE-74AF-4001-9F2F-C9C8BA96F6FC}" dt="2026-06-15T21:55:01.748" v="81"/>
          <pc:sldLayoutMkLst>
            <pc:docMk/>
            <pc:sldMasterMk cId="3418689686" sldId="2147485447"/>
            <pc:sldLayoutMk cId="2894555777" sldId="2147485722"/>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2894555777" sldId="2147485722"/>
              <ac:spMk id="2" creationId="{4B2500C4-B436-4E3A-8A91-A02448A774DB}"/>
            </ac:spMkLst>
          </pc:spChg>
        </pc:sldLayoutChg>
        <pc:sldLayoutChg chg="modSp mod ord">
          <pc:chgData name="Veronica Moody (BLOOM CONSULTING GROUP INC)" userId="ad47be47-56d9-495a-bae3-f3a2dcbc907b" providerId="ADAL" clId="{855CDCEE-74AF-4001-9F2F-C9C8BA96F6FC}" dt="2026-06-15T21:55:01.409" v="80"/>
          <pc:sldLayoutMkLst>
            <pc:docMk/>
            <pc:sldMasterMk cId="3418689686" sldId="2147485447"/>
            <pc:sldLayoutMk cId="2508164823" sldId="2147485772"/>
          </pc:sldLayoutMkLst>
          <pc:spChg chg="mod">
            <ac:chgData name="Veronica Moody (BLOOM CONSULTING GROUP INC)" userId="ad47be47-56d9-495a-bae3-f3a2dcbc907b" providerId="ADAL" clId="{855CDCEE-74AF-4001-9F2F-C9C8BA96F6FC}" dt="2026-06-15T21:55:01.409" v="80"/>
            <ac:spMkLst>
              <pc:docMk/>
              <pc:sldMasterMk cId="3418689686" sldId="2147485447"/>
              <pc:sldLayoutMk cId="2508164823" sldId="2147485772"/>
              <ac:spMk id="2" creationId="{D0AAD849-7CFE-4AF7-A7C5-6BBD50C88C1A}"/>
            </ac:spMkLst>
          </pc:spChg>
        </pc:sldLayoutChg>
      </pc:sldMasterChg>
      <pc:sldMasterChg chg="del sldLayoutOrd">
        <pc:chgData name="Veronica Moody (BLOOM CONSULTING GROUP INC)" userId="ad47be47-56d9-495a-bae3-f3a2dcbc907b" providerId="ADAL" clId="{855CDCEE-74AF-4001-9F2F-C9C8BA96F6FC}" dt="2026-06-15T21:55:01.748" v="81"/>
        <pc:sldMasterMkLst>
          <pc:docMk/>
          <pc:sldMasterMk cId="4280568349" sldId="2147485613"/>
        </pc:sldMasterMkLst>
      </pc:sldMasterChg>
      <pc:sldMasterChg chg="del delSldLayout">
        <pc:chgData name="Veronica Moody (BLOOM CONSULTING GROUP INC)" userId="ad47be47-56d9-495a-bae3-f3a2dcbc907b" providerId="ADAL" clId="{855CDCEE-74AF-4001-9F2F-C9C8BA96F6FC}" dt="2026-06-15T16:46:35.423" v="63" actId="47"/>
        <pc:sldMasterMkLst>
          <pc:docMk/>
          <pc:sldMasterMk cId="3140630484" sldId="2147485707"/>
        </pc:sldMasterMkLst>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386249375" sldId="2147485708"/>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1939307057" sldId="2147485709"/>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2281217215" sldId="2147485710"/>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606913555" sldId="2147485711"/>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439670630" sldId="2147485712"/>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4116281923" sldId="2147485713"/>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2631810549" sldId="2147485714"/>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1778450114" sldId="2147485715"/>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001434453" sldId="2147485716"/>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4248670725" sldId="2147485717"/>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1445880488" sldId="2147485718"/>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364638168" sldId="2147485719"/>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599784810" sldId="2147485720"/>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4078042665" sldId="2147485721"/>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544092463" sldId="2147485722"/>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4207862868" sldId="2147485723"/>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532648268" sldId="2147485724"/>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1137853931" sldId="2147485725"/>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4101994939" sldId="2147485726"/>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2773863759" sldId="2147485727"/>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4293350797" sldId="2147485728"/>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377530100" sldId="2147485729"/>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2945248160" sldId="2147485730"/>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141915851" sldId="2147485731"/>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213377986" sldId="2147485732"/>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422645416" sldId="2147485733"/>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4083986462" sldId="2147485734"/>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249275799" sldId="2147485735"/>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2606524975" sldId="2147485736"/>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2150237286" sldId="2147485737"/>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4009731816" sldId="2147485738"/>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142053136" sldId="2147485739"/>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325094974" sldId="2147485740"/>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1163212918" sldId="2147485741"/>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584429531" sldId="2147485742"/>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265187818" sldId="2147485743"/>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246597203" sldId="2147485744"/>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023463820" sldId="2147485745"/>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611390152" sldId="2147485746"/>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1475546893" sldId="2147485747"/>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807890440" sldId="2147485748"/>
          </pc:sldLayoutMkLst>
        </pc:sldLayoutChg>
        <pc:sldLayoutChg chg="del">
          <pc:chgData name="Veronica Moody (BLOOM CONSULTING GROUP INC)" userId="ad47be47-56d9-495a-bae3-f3a2dcbc907b" providerId="ADAL" clId="{855CDCEE-74AF-4001-9F2F-C9C8BA96F6FC}" dt="2026-06-15T16:46:35.423" v="63" actId="47"/>
          <pc:sldLayoutMkLst>
            <pc:docMk/>
            <pc:sldMasterMk cId="3140630484" sldId="2147485707"/>
            <pc:sldLayoutMk cId="3750618014" sldId="2147485749"/>
          </pc:sldLayoutMkLst>
        </pc:sldLayoutChg>
      </pc:sldMasterChg>
      <pc:sldMasterChg chg="del sldLayoutOrd">
        <pc:chgData name="Veronica Moody (BLOOM CONSULTING GROUP INC)" userId="ad47be47-56d9-495a-bae3-f3a2dcbc907b" providerId="ADAL" clId="{855CDCEE-74AF-4001-9F2F-C9C8BA96F6FC}" dt="2026-06-15T21:55:01.748" v="81"/>
        <pc:sldMasterMkLst>
          <pc:docMk/>
          <pc:sldMasterMk cId="4113865130" sldId="2147485707"/>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Sans Display" pitchFamily="2"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Sans Display" pitchFamily="2" charset="0"/>
              </a:rPr>
              <a:t>6/16/2026 7:46 AM</a:t>
            </a:fld>
            <a:endParaRPr lang="en-US">
              <a:latin typeface="Segoe Sans Display" pitchFamily="2"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Sans Display" pitchFamily="2" charset="0"/>
              </a:rPr>
              <a:t>‹#›</a:t>
            </a:fld>
            <a:endParaRPr lang="en-US">
              <a:latin typeface="Segoe Sans Display" pitchFamily="2"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Sans Display" pitchFamily="2"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atin typeface="Segoe Sans Display" pitchFamily="2" charset="0"/>
                <a:cs typeface="Segoe Sans Display" pitchFamily="2" charset="0"/>
              </a:defRPr>
            </a:lvl1p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Sans Display" pitchFamily="2" charset="0"/>
              </a:defRPr>
            </a:lvl1pPr>
          </a:lstStyle>
          <a:p>
            <a:fld id="{386CE63F-9E7F-4C04-9D0D-FCA25A8E9E86}" type="datetime8">
              <a:rPr lang="en-US" smtClean="0"/>
              <a:pPr/>
              <a:t>6/16/2026 7:45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Sans Display" pitchFamily="2"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Sans Display" pitchFamily="2"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6/16/2026 7:45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936402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6/16/2026 7:45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3870402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a:solidFill>
                  <a:schemeClr val="tx1"/>
                </a:solidFill>
                <a:effectLst/>
                <a:latin typeface="+mn-lt"/>
                <a:ea typeface="+mn-ea"/>
                <a:cs typeface="+mn-cs"/>
              </a:rPr>
              <a:t>Once usage-based pricing is in place, the priority quickly becomes: how do I manage and stay on top of spend? The </a:t>
            </a:r>
            <a:r>
              <a:rPr lang="en-US" sz="1200" b="1" i="0" kern="1200">
                <a:solidFill>
                  <a:schemeClr val="tx1"/>
                </a:solidFill>
                <a:effectLst/>
                <a:latin typeface="+mn-lt"/>
                <a:ea typeface="+mn-ea"/>
                <a:cs typeface="+mn-cs"/>
              </a:rPr>
              <a:t>cost management dashboard</a:t>
            </a:r>
            <a:r>
              <a:rPr lang="en-US" sz="1200" b="0" i="0" kern="1200">
                <a:solidFill>
                  <a:schemeClr val="tx1"/>
                </a:solidFill>
                <a:effectLst/>
                <a:latin typeface="+mn-lt"/>
                <a:ea typeface="+mn-ea"/>
                <a:cs typeface="+mn-cs"/>
              </a:rPr>
              <a:t> in the Microsoft 365 admin center helps you do that. It gives admins a single place to monitor, control, and manage Copilot Credit usage across the organization.</a:t>
            </a:r>
          </a:p>
          <a:p>
            <a:pPr fontAlgn="t"/>
            <a:endParaRPr lang="en-US" sz="1200" b="0" i="0" kern="1200">
              <a:solidFill>
                <a:schemeClr val="tx1"/>
              </a:solidFill>
              <a:effectLst/>
              <a:latin typeface="+mn-lt"/>
              <a:ea typeface="+mn-ea"/>
              <a:cs typeface="+mn-cs"/>
            </a:endParaRPr>
          </a:p>
          <a:p>
            <a:pPr fontAlgn="t"/>
            <a:r>
              <a:rPr lang="en-US" sz="1200" b="0" i="0" kern="1200">
                <a:solidFill>
                  <a:schemeClr val="tx1"/>
                </a:solidFill>
                <a:effectLst/>
                <a:latin typeface="+mn-lt"/>
                <a:ea typeface="+mn-ea"/>
                <a:cs typeface="+mn-cs"/>
              </a:rPr>
              <a:t>There are three key things happening here.</a:t>
            </a:r>
          </a:p>
          <a:p>
            <a:pPr marL="171450" indent="-171450" fontAlgn="t">
              <a:buFont typeface="Arial" panose="020B0604020202020204" pitchFamily="34" charset="0"/>
              <a:buChar char="•"/>
            </a:pPr>
            <a:r>
              <a:rPr lang="en-US" sz="1200" b="0" i="0" kern="1200">
                <a:solidFill>
                  <a:schemeClr val="tx1"/>
                </a:solidFill>
                <a:effectLst/>
                <a:latin typeface="+mn-lt"/>
                <a:ea typeface="+mn-ea"/>
                <a:cs typeface="+mn-cs"/>
              </a:rPr>
              <a:t>First, </a:t>
            </a:r>
            <a:r>
              <a:rPr lang="en-US" sz="1200" b="1" i="0" kern="1200">
                <a:solidFill>
                  <a:schemeClr val="tx1"/>
                </a:solidFill>
                <a:effectLst/>
                <a:latin typeface="+mn-lt"/>
                <a:ea typeface="+mn-ea"/>
                <a:cs typeface="+mn-cs"/>
              </a:rPr>
              <a:t>monitoring</a:t>
            </a:r>
            <a:r>
              <a:rPr lang="en-US" sz="1200" b="0" i="0" kern="1200">
                <a:solidFill>
                  <a:schemeClr val="tx1"/>
                </a:solidFill>
                <a:effectLst/>
                <a:latin typeface="+mn-lt"/>
                <a:ea typeface="+mn-ea"/>
                <a:cs typeface="+mn-cs"/>
              </a:rPr>
              <a:t>. Admins can track usage, understand how quickly credits are being consumed, and see trends over time. This provides a clear view into adoption and helps identify where usage is accelerating.</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tx1"/>
                </a:solidFill>
                <a:effectLst/>
                <a:latin typeface="+mn-lt"/>
                <a:ea typeface="+mn-ea"/>
                <a:cs typeface="+mn-cs"/>
              </a:rPr>
              <a:t>Second, </a:t>
            </a:r>
            <a:r>
              <a:rPr lang="en-US" sz="1200" b="1" i="0" kern="1200">
                <a:solidFill>
                  <a:schemeClr val="tx1"/>
                </a:solidFill>
                <a:effectLst/>
                <a:latin typeface="+mn-lt"/>
                <a:ea typeface="+mn-ea"/>
                <a:cs typeface="+mn-cs"/>
              </a:rPr>
              <a:t>configuration</a:t>
            </a:r>
            <a:r>
              <a:rPr lang="en-US" sz="1200" b="0" i="0" kern="1200">
                <a:solidFill>
                  <a:schemeClr val="tx1"/>
                </a:solidFill>
                <a:effectLst/>
                <a:latin typeface="+mn-lt"/>
                <a:ea typeface="+mn-ea"/>
                <a:cs typeface="+mn-cs"/>
              </a:rPr>
              <a:t>. You can set limits and policies — at the tenant, group, or user level — to control how much can be spent and prevent overages before they happen.</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tx1"/>
                </a:solidFill>
                <a:effectLst/>
                <a:latin typeface="+mn-lt"/>
                <a:ea typeface="+mn-ea"/>
                <a:cs typeface="+mn-cs"/>
              </a:rPr>
              <a:t>And third, </a:t>
            </a:r>
            <a:r>
              <a:rPr lang="en-US" sz="1200" b="1" i="0" kern="1200">
                <a:solidFill>
                  <a:schemeClr val="tx1"/>
                </a:solidFill>
                <a:effectLst/>
                <a:latin typeface="+mn-lt"/>
                <a:ea typeface="+mn-ea"/>
                <a:cs typeface="+mn-cs"/>
              </a:rPr>
              <a:t>purchasing and allocation</a:t>
            </a:r>
            <a:r>
              <a:rPr lang="en-US" sz="1200" b="0" i="0" kern="1200">
                <a:solidFill>
                  <a:schemeClr val="tx1"/>
                </a:solidFill>
                <a:effectLst/>
                <a:latin typeface="+mn-lt"/>
                <a:ea typeface="+mn-ea"/>
                <a:cs typeface="+mn-cs"/>
              </a:rPr>
              <a:t>. This is where admins can buy additional Copilot Credits and manage how they’re distributed, including approving requests from users or teams.</a:t>
            </a: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endParaRPr lang="en-US" sz="1200" b="0" i="0" kern="120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 typeface="Arial" panose="020B0604020202020204" pitchFamily="34" charset="0"/>
              <a:buNone/>
              <a:tabLst/>
              <a:defRPr/>
            </a:pPr>
            <a:r>
              <a:rPr lang="en-US" sz="1200" b="0" i="0" kern="1200">
                <a:solidFill>
                  <a:schemeClr val="tx1"/>
                </a:solidFill>
                <a:effectLst/>
                <a:latin typeface="+mn-lt"/>
                <a:ea typeface="+mn-ea"/>
                <a:cs typeface="+mn-cs"/>
              </a:rPr>
              <a:t>So the key takeaway is that usage-based AI doesn’t come at the expense of control. Everything is centralized in one place, with the tools IT needs to monitor usage, enforce guardrails, and scale adoption responsibly.</a:t>
            </a:r>
          </a:p>
          <a:p>
            <a:pPr marL="0" marR="0" lvl="0" indent="0" algn="l" defTabSz="914400" rtl="0" eaLnBrk="1" fontAlgn="t" latinLnBrk="0" hangingPunct="1">
              <a:lnSpc>
                <a:spcPct val="100000"/>
              </a:lnSpc>
              <a:spcBef>
                <a:spcPts val="0"/>
              </a:spcBef>
              <a:spcAft>
                <a:spcPts val="0"/>
              </a:spcAft>
              <a:buClrTx/>
              <a:buSzTx/>
              <a:buFont typeface="Arial" panose="020B0604020202020204" pitchFamily="34" charset="0"/>
              <a:buNone/>
              <a:tabLst/>
              <a:defRPr/>
            </a:pPr>
            <a:endParaRPr lang="en-US" sz="1200" b="0" i="0" kern="1200">
              <a:solidFill>
                <a:schemeClr val="tx1"/>
              </a:solidFill>
              <a:effectLst/>
              <a:latin typeface="+mn-lt"/>
              <a:ea typeface="+mn-ea"/>
              <a:cs typeface="+mn-cs"/>
            </a:endParaRP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endParaRPr lang="en-US" sz="1200" b="0" i="0" kern="120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 typeface="Arial" panose="020B0604020202020204" pitchFamily="34" charset="0"/>
              <a:buNone/>
              <a:tabLst/>
              <a:defRPr/>
            </a:pPr>
            <a:endParaRPr lang="en-US" sz="1200" b="0" i="0" kern="1200">
              <a:solidFill>
                <a:schemeClr val="tx1"/>
              </a:solidFill>
              <a:effectLst/>
              <a:latin typeface="+mn-lt"/>
              <a:ea typeface="+mn-ea"/>
              <a:cs typeface="+mn-cs"/>
            </a:endParaRPr>
          </a:p>
          <a:p>
            <a:pPr marL="17145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endParaRPr lang="en-US" sz="1200" b="0" i="0" kern="1200">
              <a:solidFill>
                <a:schemeClr val="tx1"/>
              </a:solidFill>
              <a:effectLst/>
              <a:latin typeface="+mn-lt"/>
              <a:ea typeface="+mn-ea"/>
              <a:cs typeface="+mn-cs"/>
            </a:endParaRPr>
          </a:p>
          <a:p>
            <a:pPr fontAlgn="t"/>
            <a:endParaRPr lang="en-US" sz="1200" b="0" i="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E25DC8-6D2F-4B84-90E5-C011E272DAE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1410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0591A-A780-70C8-80C6-50484566E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76A7B-9474-80F8-0581-A3D190A79A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1966F7-D791-3C61-8D46-C585C647D97F}"/>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There are 4 key steps to cost management. </a:t>
            </a:r>
          </a:p>
          <a:p>
            <a:pPr marL="228600" marR="0" lvl="0" indent="-228600" algn="l" defTabSz="914367" rtl="0" eaLnBrk="1" fontAlgn="auto" latinLnBrk="0" hangingPunct="1">
              <a:lnSpc>
                <a:spcPct val="90000"/>
              </a:lnSpc>
              <a:spcBef>
                <a:spcPts val="0"/>
              </a:spcBef>
              <a:spcAft>
                <a:spcPts val="333"/>
              </a:spcAft>
              <a:buClrTx/>
              <a:buSzTx/>
              <a:buFontTx/>
              <a:buAutoNum type="arabicPeriod"/>
              <a:tabLst/>
              <a:defRPr/>
            </a:pPr>
            <a:r>
              <a:rPr lang="en-US" sz="882" b="0" i="0" kern="1200">
                <a:solidFill>
                  <a:schemeClr val="tx1"/>
                </a:solidFill>
                <a:effectLst/>
                <a:latin typeface="Segoe Sans Display" pitchFamily="2" charset="0"/>
                <a:ea typeface="+mn-ea"/>
                <a:cs typeface="+mn-cs"/>
              </a:rPr>
              <a:t>Activate you default policy to turn on usage-based services and billing for your org.</a:t>
            </a:r>
          </a:p>
          <a:p>
            <a:pPr marL="228600" marR="0" lvl="0" indent="-228600" algn="l" defTabSz="914367" rtl="0" eaLnBrk="1" fontAlgn="auto" latinLnBrk="0" hangingPunct="1">
              <a:lnSpc>
                <a:spcPct val="90000"/>
              </a:lnSpc>
              <a:spcBef>
                <a:spcPts val="0"/>
              </a:spcBef>
              <a:spcAft>
                <a:spcPts val="333"/>
              </a:spcAft>
              <a:buClrTx/>
              <a:buSzTx/>
              <a:buFontTx/>
              <a:buAutoNum type="arabicPeriod"/>
              <a:tabLst/>
              <a:defRPr/>
            </a:pPr>
            <a:r>
              <a:rPr lang="en-US" sz="882" b="0" i="0" kern="1200">
                <a:solidFill>
                  <a:schemeClr val="tx1"/>
                </a:solidFill>
                <a:effectLst/>
                <a:latin typeface="Segoe Sans Display" pitchFamily="2" charset="0"/>
                <a:ea typeface="+mn-ea"/>
                <a:cs typeface="+mn-cs"/>
              </a:rPr>
              <a:t>Configure spending policies to control spend and usage at the group and user level.  </a:t>
            </a:r>
          </a:p>
          <a:p>
            <a:pPr marL="228600" marR="0" lvl="0" indent="-228600" algn="l" defTabSz="914367" rtl="0" eaLnBrk="1" fontAlgn="auto" latinLnBrk="0" hangingPunct="1">
              <a:lnSpc>
                <a:spcPct val="90000"/>
              </a:lnSpc>
              <a:spcBef>
                <a:spcPts val="0"/>
              </a:spcBef>
              <a:spcAft>
                <a:spcPts val="333"/>
              </a:spcAft>
              <a:buClrTx/>
              <a:buSzTx/>
              <a:buFontTx/>
              <a:buAutoNum type="arabicPeriod"/>
              <a:tabLst/>
              <a:defRPr/>
            </a:pPr>
            <a:r>
              <a:rPr lang="en-US" sz="882" b="0" i="0" kern="1200">
                <a:solidFill>
                  <a:schemeClr val="tx1"/>
                </a:solidFill>
                <a:effectLst/>
                <a:latin typeface="Segoe Sans Display" pitchFamily="2" charset="0"/>
                <a:ea typeface="+mn-ea"/>
                <a:cs typeface="+mn-cs"/>
              </a:rPr>
              <a:t>Use existing subscriptions for billing and utilize options for </a:t>
            </a:r>
            <a:r>
              <a:rPr lang="en-US" sz="882" b="0" i="0" kern="1200" err="1">
                <a:solidFill>
                  <a:schemeClr val="tx1"/>
                </a:solidFill>
                <a:effectLst/>
                <a:latin typeface="Segoe Sans Display" pitchFamily="2" charset="0"/>
                <a:ea typeface="+mn-ea"/>
                <a:cs typeface="+mn-cs"/>
              </a:rPr>
              <a:t>paygo</a:t>
            </a:r>
            <a:r>
              <a:rPr lang="en-US" sz="882" b="0" i="0" kern="1200">
                <a:solidFill>
                  <a:schemeClr val="tx1"/>
                </a:solidFill>
                <a:effectLst/>
                <a:latin typeface="Segoe Sans Display" pitchFamily="2" charset="0"/>
                <a:ea typeface="+mn-ea"/>
                <a:cs typeface="+mn-cs"/>
              </a:rPr>
              <a:t> credits or </a:t>
            </a:r>
            <a:r>
              <a:rPr lang="en-US" sz="882" b="0" i="0" kern="1200" err="1">
                <a:solidFill>
                  <a:schemeClr val="tx1"/>
                </a:solidFill>
                <a:effectLst/>
                <a:latin typeface="Segoe Sans Display" pitchFamily="2" charset="0"/>
                <a:ea typeface="+mn-ea"/>
                <a:cs typeface="+mn-cs"/>
              </a:rPr>
              <a:t>Prepurchased</a:t>
            </a:r>
            <a:r>
              <a:rPr lang="en-US" sz="882" b="0" i="0" kern="1200">
                <a:solidFill>
                  <a:schemeClr val="tx1"/>
                </a:solidFill>
                <a:effectLst/>
                <a:latin typeface="Segoe Sans Display" pitchFamily="2" charset="0"/>
                <a:ea typeface="+mn-ea"/>
                <a:cs typeface="+mn-cs"/>
              </a:rPr>
              <a:t> Plans which provide annual credits at a discount.</a:t>
            </a:r>
          </a:p>
          <a:p>
            <a:pPr marL="228600" marR="0" lvl="0" indent="-228600" algn="l" defTabSz="914367" rtl="0" eaLnBrk="1" fontAlgn="auto" latinLnBrk="0" hangingPunct="1">
              <a:lnSpc>
                <a:spcPct val="90000"/>
              </a:lnSpc>
              <a:spcBef>
                <a:spcPts val="0"/>
              </a:spcBef>
              <a:spcAft>
                <a:spcPts val="333"/>
              </a:spcAft>
              <a:buClrTx/>
              <a:buSzTx/>
              <a:buFontTx/>
              <a:buAutoNum type="arabicPeriod"/>
              <a:tabLst/>
              <a:defRPr/>
            </a:pPr>
            <a:r>
              <a:rPr lang="en-US" sz="882" b="0" i="0" kern="1200">
                <a:solidFill>
                  <a:schemeClr val="tx1"/>
                </a:solidFill>
                <a:effectLst/>
                <a:latin typeface="Segoe Sans Display" pitchFamily="2" charset="0"/>
                <a:ea typeface="+mn-ea"/>
                <a:cs typeface="+mn-cs"/>
              </a:rPr>
              <a:t>Analyze usage trends and optimize spend through our reporting across groups, users, polices and services </a:t>
            </a:r>
          </a:p>
          <a:p>
            <a:pPr marL="228600" marR="0" lvl="0" indent="-228600" algn="l" defTabSz="914367" rtl="0" eaLnBrk="1" fontAlgn="auto" latinLnBrk="0" hangingPunct="1">
              <a:lnSpc>
                <a:spcPct val="90000"/>
              </a:lnSpc>
              <a:spcBef>
                <a:spcPts val="0"/>
              </a:spcBef>
              <a:spcAft>
                <a:spcPts val="333"/>
              </a:spcAft>
              <a:buClrTx/>
              <a:buSzTx/>
              <a:buFontTx/>
              <a:buAutoNum type="arabicPeriod"/>
              <a:tabLst/>
              <a:defRPr/>
            </a:pPr>
            <a:endParaRPr lang="en-US" sz="882" b="0" i="0" kern="1200">
              <a:solidFill>
                <a:schemeClr val="tx1"/>
              </a:solidFill>
              <a:effectLst/>
              <a:latin typeface="Segoe Sans Display" pitchFamily="2"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Global and billing admins can work across all 4 steps.  We also know that AI and license admins may be needed to configure specific spending policies so they have access to that as well. </a:t>
            </a:r>
          </a:p>
        </p:txBody>
      </p:sp>
      <p:sp>
        <p:nvSpPr>
          <p:cNvPr id="4" name="Header Placeholder 3">
            <a:extLst>
              <a:ext uri="{FF2B5EF4-FFF2-40B4-BE49-F238E27FC236}">
                <a16:creationId xmlns:a16="http://schemas.microsoft.com/office/drawing/2014/main" id="{53229090-3CBA-9A36-0B90-24293A44E49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D2EF0190-5BE3-3056-84D3-0F77A147EB74}"/>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300D9527-9DC5-2E0D-D93F-BDDEB1E7279A}"/>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F009327D-23A7-EA70-C2C1-6D9D07EFF916}"/>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07522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106FC-5DE1-D457-F5C7-4060A2930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EA972-93D8-F9E4-BD64-4189F9A7F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C3FA4-422B-D30E-2175-BFD867DC6F05}"/>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The first step to activating usage-based AI services is to create a default policy for the organization. This sets up the overall billing method and you can also set spending limits and alerts.</a:t>
            </a:r>
          </a:p>
        </p:txBody>
      </p:sp>
      <p:sp>
        <p:nvSpPr>
          <p:cNvPr id="4" name="Header Placeholder 3">
            <a:extLst>
              <a:ext uri="{FF2B5EF4-FFF2-40B4-BE49-F238E27FC236}">
                <a16:creationId xmlns:a16="http://schemas.microsoft.com/office/drawing/2014/main" id="{AC007405-CCD7-8901-FB0B-D87E3B20F15C}"/>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2B03440B-A3B6-8DF1-B741-F63531FE925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020CC98-64BE-2FE8-47A4-2F530A539E41}"/>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89CA7D62-B17F-DDBC-F2D5-E7B4555448A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142952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EE241-4414-2611-103C-02E8CD44E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70F05-BC81-3166-69AA-586472018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706C5-4098-C5A8-93F5-D9FF74E5668D}"/>
              </a:ext>
            </a:extLst>
          </p:cNvPr>
          <p:cNvSpPr>
            <a:spLocks noGrp="1"/>
          </p:cNvSpPr>
          <p:nvPr>
            <p:ph type="body" idx="1"/>
          </p:nvPr>
        </p:nvSpPr>
        <p:spPr/>
        <p:txBody>
          <a:bodyPr/>
          <a:lstStyle/>
          <a:p>
            <a:r>
              <a:rPr lang="en-US" sz="882" kern="1200">
                <a:solidFill>
                  <a:schemeClr val="tx1"/>
                </a:solidFill>
                <a:effectLst/>
                <a:latin typeface="Segoe Sans Display" pitchFamily="2" charset="0"/>
                <a:ea typeface="+mn-ea"/>
                <a:cs typeface="+mn-cs"/>
              </a:rPr>
              <a:t>With your default policy set, now we can move to more targeted spending policies, the controls that govern which users can use which services. Global admins, billing admins, AI admins and License admins can use these policies to manage usage at a more granular level with added flexibility.</a:t>
            </a:r>
          </a:p>
          <a:p>
            <a:endParaRPr lang="en-US" sz="882" kern="1200">
              <a:solidFill>
                <a:schemeClr val="tx1"/>
              </a:solidFill>
              <a:effectLst/>
              <a:latin typeface="Segoe Sans Display" pitchFamily="2" charset="0"/>
              <a:ea typeface="+mn-ea"/>
              <a:cs typeface="+mn-cs"/>
            </a:endParaRPr>
          </a:p>
          <a:p>
            <a:r>
              <a:rPr lang="en-US" sz="882" kern="1200">
                <a:solidFill>
                  <a:schemeClr val="tx1"/>
                </a:solidFill>
                <a:effectLst/>
                <a:latin typeface="Segoe Sans Display" pitchFamily="2" charset="0"/>
                <a:ea typeface="+mn-ea"/>
                <a:cs typeface="+mn-cs"/>
              </a:rPr>
              <a:t>Add groups and users to the policy. To create a policy for 1 user, create a group of one.  We will add user level policies soon.</a:t>
            </a:r>
          </a:p>
          <a:p>
            <a:endParaRPr lang="en-US" sz="882" kern="1200">
              <a:solidFill>
                <a:schemeClr val="tx1"/>
              </a:solidFill>
              <a:effectLst/>
              <a:latin typeface="Segoe Sans Display" pitchFamily="2" charset="0"/>
              <a:ea typeface="+mn-ea"/>
              <a:cs typeface="+mn-cs"/>
            </a:endParaRPr>
          </a:p>
          <a:p>
            <a:pPr marL="0" marR="0">
              <a:spcAft>
                <a:spcPts val="300"/>
              </a:spcAft>
              <a:buNone/>
            </a:pPr>
            <a:r>
              <a:rPr lang="en-US" sz="900">
                <a:solidFill>
                  <a:srgbClr val="0078D4"/>
                </a:solidFill>
                <a:effectLst/>
                <a:latin typeface="Arial" panose="020B0604020202020204" pitchFamily="34" charset="0"/>
                <a:ea typeface="Arial" panose="020B0604020202020204" pitchFamily="34" charset="0"/>
              </a:rPr>
              <a:t>If a user belongs to multiple spending policies, we apply the most targeted policy to that user. </a:t>
            </a:r>
          </a:p>
          <a:p>
            <a:pPr marL="0" marR="0">
              <a:spcAft>
                <a:spcPts val="300"/>
              </a:spcAft>
              <a:buNone/>
            </a:pPr>
            <a:endParaRPr lang="en-US" sz="900">
              <a:solidFill>
                <a:srgbClr val="0078D4"/>
              </a:solidFill>
              <a:latin typeface="Arial" panose="020B0604020202020204" pitchFamily="34" charset="0"/>
              <a:ea typeface="Arial" panose="020B0604020202020204" pitchFamily="34" charset="0"/>
            </a:endParaRPr>
          </a:p>
          <a:p>
            <a:pPr marL="0" marR="0">
              <a:spcAft>
                <a:spcPts val="300"/>
              </a:spcAft>
              <a:buNone/>
            </a:pPr>
            <a:r>
              <a:rPr lang="en-US" sz="900">
                <a:solidFill>
                  <a:srgbClr val="0078D4"/>
                </a:solidFill>
                <a:effectLst/>
                <a:latin typeface="Arial" panose="020B0604020202020204" pitchFamily="34" charset="0"/>
                <a:ea typeface="Arial" panose="020B0604020202020204" pitchFamily="34" charset="0"/>
              </a:rPr>
              <a:t>For example, let’s say your star engineer may be capped in a larger group policy but is given more budget in a smaller, targeted policy. The bigger budget will apply since that’s a more targeted policy. </a:t>
            </a:r>
          </a:p>
          <a:p>
            <a:r>
              <a:rPr lang="en-US" sz="882" kern="1200">
                <a:solidFill>
                  <a:schemeClr val="tx1"/>
                </a:solidFill>
                <a:effectLst/>
                <a:latin typeface="Segoe Sans Display" pitchFamily="2" charset="0"/>
                <a:ea typeface="+mn-ea"/>
                <a:cs typeface="+mn-cs"/>
              </a:rPr>
              <a:t> </a:t>
            </a:r>
            <a:endParaRPr lang="en-US">
              <a:effectLst/>
            </a:endParaRPr>
          </a:p>
        </p:txBody>
      </p:sp>
      <p:sp>
        <p:nvSpPr>
          <p:cNvPr id="4" name="Header Placeholder 3">
            <a:extLst>
              <a:ext uri="{FF2B5EF4-FFF2-40B4-BE49-F238E27FC236}">
                <a16:creationId xmlns:a16="http://schemas.microsoft.com/office/drawing/2014/main" id="{C056B66C-3BE7-9513-DB97-2D016C2CD2C8}"/>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a:extLst>
              <a:ext uri="{FF2B5EF4-FFF2-40B4-BE49-F238E27FC236}">
                <a16:creationId xmlns:a16="http://schemas.microsoft.com/office/drawing/2014/main" id="{CF9E6F86-21C1-590F-74D1-1B0E3FA9E53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F5560DF5-7322-AC16-3EE2-508B52E49490}"/>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BFA8E8A4-871A-D87D-53D7-E953CC31205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467610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This is where admins set the financial guardrails for Copilot Credit usage. You can configure monthly hard caps at the tenant or group level to prevent overspend, and optionally layer in per-user limits to protect shared capacity from any single heavy user. The alerts piece is just as important, you can notify admins and stakeholders as usage approaches defined thresholds, so you’re never caught off guard by an unexpected bill.</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4162011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This screen is where admins decide exactly which AI services are available under a given policy, so you’re not just controlling how much gets spent, but what it gets spent on. You can limit access to only the agents your organization has approved, and there’s a toggle to automatically include newly released agents and services as they become available. This gives IT a clean way to govern adoption without having to revisit every policy each time a new capability rolls out.</a:t>
            </a:r>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473445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Here admins confirm or change the billing method tied to each policy, whether that’s the tenant default or a custom method scoped to a specific group. The system automatically burns down prepaid credits before falling back to pay-as-you-go, so you always get the best per-credit rate first. This means different teams can have different billing setups without anyone having to manage the drawdown order manually.</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6626744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A consolidated review step summarizes scope, services, billing, limits, and alerts in one place, letting admins validate everything before activating the policy.</a:t>
            </a:r>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635444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The Pre-Purchase Plan lets you buy annual credit packs at a volume discount, you pick the pack size that matches your expected demand and see estimated savings upfront. Those prepaid credits are always consumed first before any pay-as-you-go charges kick in, so you’re maximizing the discount. It’s a straightforward way to lock in lower costs while still keeping the flexibility to burst into pay-as-you-go if usage spikes.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1845665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The consumption view shows total credit usage over time across prepaid and PAYG, with month-to-date totals, trends giving admins the visibility to make informed decisions.</a:t>
            </a:r>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4128285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The Users section goes into per-user credit consumption, monthly limits, usage, intensity, last activity and session counts, so admins can spot adoption patterns and high-intensity users for targeted optimization.</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4212350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Filters surface users who've requested more credits letting admins act on credit limit changes.</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347486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The Groups view shows credit usage, limits, and member consumption by group, including blocked/unblocked status and average daily usage per user, giving admins the visibility to manage spend at the department level.</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359252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a:solidFill>
                  <a:schemeClr val="tx1"/>
                </a:solidFill>
                <a:effectLst/>
                <a:latin typeface="Segoe Sans Display" pitchFamily="2" charset="0"/>
                <a:ea typeface="+mn-ea"/>
                <a:cs typeface="+mn-cs"/>
              </a:rPr>
              <a:t>The Agents/Services view attributes spend to specific agents and services, showing active users, total credits used, so admins can pinpoint which agents and services are driving consumption and act accordingly.</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6/16/2026 7:45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347534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4D49C-15C8-99F6-A947-0B28D7811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40AF8-5607-F143-25ED-29F62FA865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93FE7F-6431-BEEB-6AD4-7E6404FBC2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a:latin typeface="Calibri"/>
              <a:ea typeface="Calibri"/>
              <a:cs typeface="Calibri"/>
            </a:endParaRPr>
          </a:p>
        </p:txBody>
      </p:sp>
      <p:sp>
        <p:nvSpPr>
          <p:cNvPr id="4" name="Slide Number Placeholder 3">
            <a:extLst>
              <a:ext uri="{FF2B5EF4-FFF2-40B4-BE49-F238E27FC236}">
                <a16:creationId xmlns:a16="http://schemas.microsoft.com/office/drawing/2014/main" id="{30A8D394-C478-461C-379E-F192F90BAE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2C5D2A-46CF-4513-AF07-16EB5166CB3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939456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19.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19.jpe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19.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22.jpe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1871783"/>
            <a:ext cx="9144000" cy="1661993"/>
          </a:xfrm>
          <a:noFill/>
        </p:spPr>
        <p:txBody>
          <a:bodyPr wrap="square" lIns="0" tIns="0" rIns="0" bIns="0" anchor="b" anchorCtr="0">
            <a:spAutoFit/>
          </a:bodyPr>
          <a:lstStyle>
            <a:lvl1pPr>
              <a:lnSpc>
                <a:spcPct val="90000"/>
              </a:lnSpc>
              <a:defRPr sz="6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2" name="Picture 1" descr="Microsoft 365 Copliot logo">
            <a:extLst>
              <a:ext uri="{FF2B5EF4-FFF2-40B4-BE49-F238E27FC236}">
                <a16:creationId xmlns:a16="http://schemas.microsoft.com/office/drawing/2014/main" id="{B4DCADE7-0790-2487-937E-7D277CFB6577}"/>
              </a:ext>
            </a:extLst>
          </p:cNvPr>
          <p:cNvPicPr>
            <a:picLocks noChangeAspect="1"/>
          </p:cNvPicPr>
          <p:nvPr userDrawn="1"/>
        </p:nvPicPr>
        <p:blipFill>
          <a:blip r:embed="rId3"/>
          <a:stretch>
            <a:fillRect/>
          </a:stretch>
        </p:blipFill>
        <p:spPr>
          <a:xfrm>
            <a:off x="233712" y="282492"/>
            <a:ext cx="2137349" cy="904884"/>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1871784"/>
            <a:ext cx="9144000" cy="1661993"/>
          </a:xfrm>
          <a:noFill/>
        </p:spPr>
        <p:txBody>
          <a:bodyPr wrap="square" lIns="0" tIns="0" rIns="0" bIns="0" anchor="b" anchorCtr="0">
            <a:spAutoFit/>
          </a:bodyPr>
          <a:lstStyle>
            <a:lvl1pPr>
              <a:lnSpc>
                <a:spcPct val="90000"/>
              </a:lnSpc>
              <a:defRPr sz="6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a:extLst>
              <a:ext uri="{FF2B5EF4-FFF2-40B4-BE49-F238E27FC236}">
                <a16:creationId xmlns:a16="http://schemas.microsoft.com/office/drawing/2014/main" id="{CA63402F-4347-87B8-3138-7514EE38EDA5}"/>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b="54898"/>
          <a:stretch>
            <a:fillRect/>
          </a:stretch>
        </p:blipFill>
        <p:spPr>
          <a:xfrm>
            <a:off x="4052712" y="6302757"/>
            <a:ext cx="6046442" cy="555244"/>
          </a:xfrm>
          <a:prstGeom prst="rect">
            <a:avLst/>
          </a:prstGeom>
        </p:spPr>
      </p:pic>
      <p:pic>
        <p:nvPicPr>
          <p:cNvPr id="3" name="Picture 2">
            <a:extLst>
              <a:ext uri="{FF2B5EF4-FFF2-40B4-BE49-F238E27FC236}">
                <a16:creationId xmlns:a16="http://schemas.microsoft.com/office/drawing/2014/main" id="{604D7A63-E9F0-5EBC-B7BB-E070AABDA45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6805914" y="0"/>
            <a:ext cx="5386086" cy="895109"/>
          </a:xfrm>
          <a:prstGeom prst="rect">
            <a:avLst/>
          </a:prstGeom>
        </p:spPr>
      </p:pic>
      <p:pic>
        <p:nvPicPr>
          <p:cNvPr id="4" name="Picture 3" descr="Microsoft 365 Copliot logo">
            <a:extLst>
              <a:ext uri="{FF2B5EF4-FFF2-40B4-BE49-F238E27FC236}">
                <a16:creationId xmlns:a16="http://schemas.microsoft.com/office/drawing/2014/main" id="{AAFC5E3F-100B-1C88-51E6-030201636BED}"/>
              </a:ext>
            </a:extLst>
          </p:cNvPr>
          <p:cNvPicPr>
            <a:picLocks noChangeAspect="1"/>
          </p:cNvPicPr>
          <p:nvPr userDrawn="1"/>
        </p:nvPicPr>
        <p:blipFill>
          <a:blip r:embed="rId5"/>
          <a:stretch>
            <a:fillRect/>
          </a:stretch>
        </p:blipFill>
        <p:spPr>
          <a:xfrm>
            <a:off x="233712" y="282492"/>
            <a:ext cx="2137349" cy="904884"/>
          </a:xfrm>
          <a:prstGeom prst="rect">
            <a:avLst/>
          </a:prstGeom>
        </p:spPr>
      </p:pic>
    </p:spTree>
    <p:extLst>
      <p:ext uri="{BB962C8B-B14F-4D97-AF65-F5344CB8AC3E}">
        <p14:creationId xmlns:p14="http://schemas.microsoft.com/office/powerpoint/2010/main" val="29469636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C2FDF7EE-7A92-04F3-3512-1E0B5613E34B}"/>
              </a:ext>
            </a:extLst>
          </p:cNvPr>
          <p:cNvSpPr/>
          <p:nvPr userDrawn="1"/>
        </p:nvSpPr>
        <p:spPr>
          <a:xfrm>
            <a:off x="5328449" y="0"/>
            <a:ext cx="6350" cy="6858000"/>
          </a:xfrm>
          <a:custGeom>
            <a:avLst/>
            <a:gdLst>
              <a:gd name="csX0" fmla="*/ 0 w 6350"/>
              <a:gd name="csY0" fmla="*/ 0 h 7239000"/>
              <a:gd name="csX1" fmla="*/ 0 w 6350"/>
              <a:gd name="csY1" fmla="*/ 7239000 h 7239000"/>
            </a:gdLst>
            <a:ahLst/>
            <a:cxnLst>
              <a:cxn ang="0">
                <a:pos x="csX0" y="csY0"/>
              </a:cxn>
              <a:cxn ang="0">
                <a:pos x="csX1" y="csY1"/>
              </a:cxn>
            </a:cxnLst>
            <a:rect l="l" t="t" r="r" b="b"/>
            <a:pathLst>
              <a:path w="6350" h="7239000">
                <a:moveTo>
                  <a:pt x="0" y="0"/>
                </a:moveTo>
                <a:lnTo>
                  <a:pt x="0" y="7239000"/>
                </a:lnTo>
              </a:path>
            </a:pathLst>
          </a:custGeom>
          <a:noFill/>
          <a:ln w="12700" cap="flat">
            <a:gradFill flip="none" rotWithShape="1">
              <a:gsLst>
                <a:gs pos="0">
                  <a:srgbClr val="AA5AF9"/>
                </a:gs>
                <a:gs pos="12000">
                  <a:srgbClr val="EC489F"/>
                </a:gs>
                <a:gs pos="24000">
                  <a:srgbClr val="FF6B6D"/>
                </a:gs>
                <a:gs pos="36000">
                  <a:srgbClr val="FFA73B"/>
                </a:gs>
                <a:gs pos="50000">
                  <a:srgbClr val="FFC229"/>
                </a:gs>
                <a:gs pos="64000">
                  <a:srgbClr val="BFC43B"/>
                </a:gs>
                <a:gs pos="76000">
                  <a:srgbClr val="71BC30"/>
                </a:gs>
                <a:gs pos="88000">
                  <a:srgbClr val="01B08D"/>
                </a:gs>
                <a:gs pos="100000">
                  <a:srgbClr val="0294ED"/>
                </a:gs>
              </a:gsLst>
              <a:lin ang="16200000" scaled="1"/>
              <a:tileRect/>
            </a:gradFill>
            <a:prstDash val="solid"/>
            <a:miter/>
          </a:ln>
        </p:spPr>
        <p:txBody>
          <a:bodyPr/>
          <a:lstStyle/>
          <a:p>
            <a:pPr lvl="0"/>
            <a:endParaRPr lang="en-US"/>
          </a:p>
        </p:txBody>
      </p:sp>
      <p:sp>
        <p:nvSpPr>
          <p:cNvPr id="9" name="Title 1"/>
          <p:cNvSpPr>
            <a:spLocks noGrp="1"/>
          </p:cNvSpPr>
          <p:nvPr>
            <p:ph type="title" hasCustomPrompt="1"/>
          </p:nvPr>
        </p:nvSpPr>
        <p:spPr>
          <a:xfrm>
            <a:off x="584200" y="1290085"/>
            <a:ext cx="4495800" cy="2243691"/>
          </a:xfrm>
          <a:noFill/>
        </p:spPr>
        <p:txBody>
          <a:bodyPr wrap="square" lIns="0" tIns="0" rIns="0" bIns="0" anchor="b" anchorCtr="0">
            <a:spAutoFit/>
          </a:bodyPr>
          <a:lstStyle>
            <a:lvl1pPr>
              <a:lnSpc>
                <a:spcPct val="90000"/>
              </a:lnSpc>
              <a:defRPr lang="en-US" sz="5400" b="0" kern="1200" cap="none" spc="-50" baseline="0" dirty="0">
                <a:ln w="3175">
                  <a:noFill/>
                </a:ln>
                <a:solidFill>
                  <a:schemeClr val="tx1"/>
                </a:solidFill>
                <a:effectLst/>
                <a:latin typeface="+mj-lt"/>
                <a:ea typeface="+mn-ea"/>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dpi="0" rotWithShape="1">
            <a:blip r:embed="rId3"/>
            <a:srcRect/>
            <a:tile tx="0" ty="0" sx="100000" sy="100000" flip="none" algn="tl"/>
          </a:blipFill>
        </p:spPr>
        <p:txBody>
          <a:bodyPr lIns="0" tIns="2377440" rIns="0" anchor="t" anchorCtr="0">
            <a:noAutofit/>
          </a:bodyPr>
          <a:lstStyle>
            <a:lvl1pPr marL="0" indent="0" algn="ctr">
              <a:lnSpc>
                <a:spcPct val="100000"/>
              </a:lnSpc>
              <a:buNone/>
              <a:defRPr sz="1400" b="0">
                <a:solidFill>
                  <a:schemeClr val="bg1"/>
                </a:solidFill>
                <a:latin typeface="+mj-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6" name="Picture 5" descr="Microsoft 365 Copliot logo">
            <a:extLst>
              <a:ext uri="{FF2B5EF4-FFF2-40B4-BE49-F238E27FC236}">
                <a16:creationId xmlns:a16="http://schemas.microsoft.com/office/drawing/2014/main" id="{E8A5DC13-5C8A-0715-D158-D669688A5B85}"/>
              </a:ext>
            </a:extLst>
          </p:cNvPr>
          <p:cNvPicPr>
            <a:picLocks noChangeAspect="1"/>
          </p:cNvPicPr>
          <p:nvPr userDrawn="1"/>
        </p:nvPicPr>
        <p:blipFill>
          <a:blip r:embed="rId4"/>
          <a:stretch>
            <a:fillRect/>
          </a:stretch>
        </p:blipFill>
        <p:spPr>
          <a:xfrm>
            <a:off x="233712" y="282492"/>
            <a:ext cx="2137349" cy="904884"/>
          </a:xfrm>
          <a:prstGeom prst="rect">
            <a:avLst/>
          </a:prstGeom>
        </p:spPr>
      </p:pic>
    </p:spTree>
    <p:extLst>
      <p:ext uri="{BB962C8B-B14F-4D97-AF65-F5344CB8AC3E}">
        <p14:creationId xmlns:p14="http://schemas.microsoft.com/office/powerpoint/2010/main" val="2782930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Placeholder 4">
            <a:extLst>
              <a:ext uri="{FF2B5EF4-FFF2-40B4-BE49-F238E27FC236}">
                <a16:creationId xmlns:a16="http://schemas.microsoft.com/office/drawing/2014/main" id="{CDC3595B-25C2-CF43-259D-75A3671E709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6309146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3A3D27F9-7D19-8ECF-C50E-71D515E54BB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4">
            <a:extLst>
              <a:ext uri="{FF2B5EF4-FFF2-40B4-BE49-F238E27FC236}">
                <a16:creationId xmlns:a16="http://schemas.microsoft.com/office/drawing/2014/main" id="{A51E17F0-59B9-3EAE-0FC7-A1EBDE8F7BB3}"/>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96CCFA2-2D28-1617-4A3E-368924E94312}"/>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8AB70484-C812-6F3C-92DD-F6B2E1A813C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A97F131-E501-E84F-7717-E61457B6D3AC}"/>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690337"/>
            <a:ext cx="4511274" cy="1477328"/>
          </a:xfrm>
        </p:spPr>
        <p:txBody>
          <a:bodyPr wrap="square" anchor="ctr">
            <a:spAutoFit/>
          </a:bodyPr>
          <a:lstStyle>
            <a:lvl1pPr>
              <a:defRPr sz="4800"/>
            </a:lvl1pPr>
          </a:lstStyle>
          <a:p>
            <a:r>
              <a:rPr lang="en-US"/>
              <a:t>Click to edit Master title style</a:t>
            </a:r>
          </a:p>
        </p:txBody>
      </p:sp>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70253071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2875002"/>
            <a:ext cx="3840862" cy="1107996"/>
          </a:xfrm>
        </p:spPr>
        <p:txBody>
          <a:bodyPr anchor="ctr" anchorCtr="0"/>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153389884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 Square Photo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B33EE825-68C7-48E1-9326-876760844847}"/>
              </a:ext>
            </a:extLst>
          </p:cNvPr>
          <p:cNvSpPr/>
          <p:nvPr userDrawn="1"/>
        </p:nvSpPr>
        <p:spPr>
          <a:xfrm>
            <a:off x="5328449" y="0"/>
            <a:ext cx="6350" cy="6858000"/>
          </a:xfrm>
          <a:custGeom>
            <a:avLst/>
            <a:gdLst>
              <a:gd name="csX0" fmla="*/ 0 w 6350"/>
              <a:gd name="csY0" fmla="*/ 0 h 7239000"/>
              <a:gd name="csX1" fmla="*/ 0 w 6350"/>
              <a:gd name="csY1" fmla="*/ 7239000 h 7239000"/>
            </a:gdLst>
            <a:ahLst/>
            <a:cxnLst>
              <a:cxn ang="0">
                <a:pos x="csX0" y="csY0"/>
              </a:cxn>
              <a:cxn ang="0">
                <a:pos x="csX1" y="csY1"/>
              </a:cxn>
            </a:cxnLst>
            <a:rect l="l" t="t" r="r" b="b"/>
            <a:pathLst>
              <a:path w="6350" h="7239000">
                <a:moveTo>
                  <a:pt x="0" y="0"/>
                </a:moveTo>
                <a:lnTo>
                  <a:pt x="0" y="7239000"/>
                </a:lnTo>
              </a:path>
            </a:pathLst>
          </a:custGeom>
          <a:noFill/>
          <a:ln w="12700" cap="flat">
            <a:gradFill flip="none" rotWithShape="1">
              <a:gsLst>
                <a:gs pos="0">
                  <a:srgbClr val="AA5AF9"/>
                </a:gs>
                <a:gs pos="12000">
                  <a:srgbClr val="EC489F"/>
                </a:gs>
                <a:gs pos="24000">
                  <a:srgbClr val="FF6B6D"/>
                </a:gs>
                <a:gs pos="36000">
                  <a:srgbClr val="FFA73B"/>
                </a:gs>
                <a:gs pos="50000">
                  <a:srgbClr val="FFC229"/>
                </a:gs>
                <a:gs pos="64000">
                  <a:srgbClr val="BFC43B"/>
                </a:gs>
                <a:gs pos="76000">
                  <a:srgbClr val="71BC30"/>
                </a:gs>
                <a:gs pos="88000">
                  <a:srgbClr val="01B08D"/>
                </a:gs>
                <a:gs pos="100000">
                  <a:srgbClr val="0294ED"/>
                </a:gs>
              </a:gsLst>
              <a:lin ang="16200000" scaled="1"/>
              <a:tileRect/>
            </a:gradFill>
            <a:prstDash val="solid"/>
            <a:miter/>
          </a:ln>
        </p:spPr>
        <p:txBody>
          <a:bodyPr/>
          <a:lstStyle/>
          <a:p>
            <a:pPr lvl="0"/>
            <a:endParaRPr lang="en-US"/>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3"/>
            <a:srcRect/>
            <a:tile tx="0" ty="0" sx="100000" sy="100000" flip="none" algn="tl"/>
          </a:blipFill>
        </p:spPr>
        <p:txBody>
          <a:bodyPr lIns="0" tIns="2377440" rIns="0" anchor="t" anchorCtr="0">
            <a:noAutofit/>
          </a:bodyPr>
          <a:lstStyle>
            <a:lvl1pPr marL="0" indent="0" algn="ctr">
              <a:lnSpc>
                <a:spcPct val="100000"/>
              </a:lnSpc>
              <a:buNone/>
              <a:defRPr sz="1400" b="0">
                <a:solidFill>
                  <a:schemeClr val="bg1"/>
                </a:solidFill>
                <a:latin typeface="+mj-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1646871"/>
            <a:ext cx="4158362" cy="1477328"/>
          </a:xfrm>
        </p:spPr>
        <p:txBody>
          <a:bodyPr anchor="b"/>
          <a:lstStyle>
            <a:lvl1pPr>
              <a:defRPr sz="4800"/>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quare Photo ">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blipFill dpi="0" rotWithShape="1">
            <a:blip r:embed="rId3"/>
            <a:srcRect/>
            <a:tile tx="0" ty="0" sx="100000" sy="100000" flip="none" algn="tl"/>
          </a:blipFill>
        </p:spPr>
        <p:txBody>
          <a:bodyPr lIns="0" tIns="2377440" rIns="0" anchor="t" anchorCtr="0">
            <a:noAutofit/>
          </a:bodyPr>
          <a:lstStyle>
            <a:lvl1pPr marL="0" indent="0" algn="ctr">
              <a:lnSpc>
                <a:spcPct val="100000"/>
              </a:lnSpc>
              <a:buNone/>
              <a:defRPr sz="1400" b="0">
                <a:solidFill>
                  <a:schemeClr val="bg1"/>
                </a:solidFill>
                <a:latin typeface="+mj-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319417"/>
            <a:ext cx="4159950" cy="2215991"/>
          </a:xfrm>
        </p:spPr>
        <p:txBody>
          <a:bodyPr anchor="ctr"/>
          <a:lstStyle>
            <a:lvl1pPr>
              <a:defRPr sz="4800"/>
            </a:lvl1pPr>
          </a:lstStyle>
          <a:p>
            <a:r>
              <a:rPr lang="en-US"/>
              <a:t>Click to edit Master title style</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quare Photo 2">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3D4BC3CE-C968-246E-EAC3-B829FDF59F19}"/>
              </a:ext>
            </a:extLst>
          </p:cNvPr>
          <p:cNvSpPr>
            <a:spLocks noGrp="1"/>
          </p:cNvSpPr>
          <p:nvPr>
            <p:ph type="pic" sz="quarter" idx="11" hasCustomPrompt="1"/>
          </p:nvPr>
        </p:nvSpPr>
        <p:spPr bwMode="ltGray">
          <a:xfrm>
            <a:off x="5334000" y="0"/>
            <a:ext cx="6858000" cy="6858000"/>
          </a:xfrm>
          <a:blipFill dpi="0" rotWithShape="1">
            <a:blip r:embed="rId3"/>
            <a:srcRect/>
            <a:tile tx="0" ty="0" sx="100000" sy="100000" flip="none" algn="tl"/>
          </a:blipFill>
        </p:spPr>
        <p:txBody>
          <a:bodyPr lIns="0" tIns="2377440" rIns="0" anchor="t" anchorCtr="0">
            <a:noAutofit/>
          </a:bodyPr>
          <a:lstStyle>
            <a:lvl1pPr marL="0" indent="0" algn="ctr">
              <a:lnSpc>
                <a:spcPct val="100000"/>
              </a:lnSpc>
              <a:buNone/>
              <a:defRPr sz="1400" b="0">
                <a:solidFill>
                  <a:schemeClr val="bg1"/>
                </a:solidFill>
                <a:latin typeface="+mj-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op horizontal photo and titl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3"/>
            <a:srcRect/>
            <a:stretch>
              <a:fillRect/>
            </a:stretch>
          </a:blipFill>
        </p:spPr>
        <p:txBody>
          <a:bodyPr vert="horz" wrap="square" lIns="0" tIns="1280160" rIns="0" bIns="0" rtlCol="0" anchor="t" anchorCtr="0">
            <a:noAutofit/>
          </a:bodyPr>
          <a:lstStyle>
            <a:lvl1pPr marL="0" indent="0" algn="ctr">
              <a:buNone/>
              <a:defRPr lang="en-US" sz="1400" b="0" dirty="0">
                <a:solidFill>
                  <a:schemeClr val="bg1"/>
                </a:solidFill>
                <a:latin typeface="+mj-lt"/>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343795"/>
            <a:ext cx="11018520" cy="738664"/>
          </a:xfrm>
        </p:spPr>
        <p:txBody>
          <a:bodyPr anchor="ctr"/>
          <a:lstStyle>
            <a:lvl1pPr algn="ctr">
              <a:defRPr sz="4800"/>
            </a:lvl1pPr>
          </a:lstStyle>
          <a:p>
            <a:r>
              <a:rPr lang="en-US"/>
              <a:t>Click to edit Master title style</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904" userDrawn="1">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3"/>
            <a:srcRect/>
            <a:stretch>
              <a:fillRect/>
            </a:stretch>
          </a:blipFill>
        </p:spPr>
        <p:txBody>
          <a:bodyPr vert="horz" wrap="square" lIns="0" tIns="1280160" rIns="0" bIns="0" rtlCol="0" anchor="t" anchorCtr="0">
            <a:noAutofit/>
          </a:bodyPr>
          <a:lstStyle>
            <a:lvl1pPr marL="0" indent="0" algn="ctr">
              <a:buNone/>
              <a:defRPr lang="en-US" sz="1400" b="0" dirty="0">
                <a:solidFill>
                  <a:schemeClr val="bg1"/>
                </a:solidFill>
                <a:latin typeface="+mj-lt"/>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773954"/>
            <a:ext cx="11018520" cy="738664"/>
          </a:xfrm>
        </p:spPr>
        <p:txBody>
          <a:bodyPr anchor="ctr"/>
          <a:lstStyle>
            <a:lvl1pPr algn="ctr">
              <a:defRPr sz="4800"/>
            </a:lvl1pPr>
          </a:lstStyle>
          <a:p>
            <a:r>
              <a:rPr lang="en-US"/>
              <a:t>Click to edit Master title style</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0" dirty="0">
                <a:solidFill>
                  <a:schemeClr val="tx1"/>
                </a:solidFill>
                <a:latin typeface="+mj-lt"/>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0" dirty="0">
                <a:solidFill>
                  <a:schemeClr val="tx1"/>
                </a:solidFill>
                <a:latin typeface="+mj-lt"/>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0">
                <a:solidFill>
                  <a:schemeClr val="tx1"/>
                </a:solidFill>
                <a:latin typeface="+mj-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0">
                <a:solidFill>
                  <a:schemeClr val="tx1"/>
                </a:solidFill>
                <a:latin typeface="+mj-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0">
                <a:solidFill>
                  <a:schemeClr val="tx1"/>
                </a:solidFill>
                <a:latin typeface="+mj-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vert="horz" wrap="square" lIns="0" tIns="0" rIns="0" bIns="594360" rtlCol="0" anchor="ctr" anchorCtr="0">
            <a:noAutofit/>
          </a:bodyPr>
          <a:lstStyle>
            <a:lvl1pPr>
              <a:defRPr lang="en-US" sz="6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vert="horz" wrap="square" lIns="0" tIns="0" rIns="0" bIns="594360" rtlCol="0" anchor="ctr" anchorCtr="0">
            <a:noAutofit/>
          </a:bodyPr>
          <a:lstStyle>
            <a:lvl1pPr>
              <a:defRPr lang="en-US" sz="600" b="0" dirty="0">
                <a:solidFill>
                  <a:schemeClr val="bg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vert="horz" wrap="square" lIns="0" tIns="0" rIns="0" bIns="594360" rtlCol="0" anchor="ctr" anchorCtr="0">
            <a:noAutofit/>
          </a:bodyPr>
          <a:lstStyle>
            <a:lvl1pPr>
              <a:defRPr lang="en-US" sz="600" b="0" dirty="0">
                <a:solidFill>
                  <a:schemeClr val="bg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vert="horz" wrap="square" lIns="0" tIns="0" rIns="0" bIns="594360" rtlCol="0" anchor="ctr" anchorCtr="0">
            <a:noAutofit/>
          </a:bodyPr>
          <a:lstStyle>
            <a:lvl1pPr>
              <a:defRPr lang="en-US" sz="600" b="0" dirty="0">
                <a:solidFill>
                  <a:schemeClr val="tx1"/>
                </a:solidFill>
                <a:latin typeface="+mj-lt"/>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vert="horz" wrap="square" lIns="0" tIns="0" rIns="0" bIns="594360" rtlCol="0" anchor="ctr" anchorCtr="0">
            <a:noAutofit/>
          </a:bodyPr>
          <a:lstStyle>
            <a:lvl1pPr>
              <a:defRPr lang="en-US" sz="10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vert="horz" wrap="square" lIns="0" tIns="0" rIns="0" bIns="594360" rtlCol="0" anchor="ctr" anchorCtr="0">
            <a:noAutofit/>
          </a:bodyPr>
          <a:lstStyle>
            <a:lvl1pPr>
              <a:defRPr lang="en-US" sz="10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vert="horz" wrap="square" lIns="0" tIns="0" rIns="0" bIns="594360" rtlCol="0" anchor="ctr" anchorCtr="0">
            <a:noAutofit/>
          </a:bodyPr>
          <a:lstStyle>
            <a:lvl1pPr>
              <a:defRPr lang="en-US" sz="10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vert="horz" wrap="square" lIns="0" tIns="0" rIns="0" bIns="594360" rtlCol="0" anchor="ctr" anchorCtr="0">
            <a:noAutofit/>
          </a:bodyPr>
          <a:lstStyle>
            <a:lvl1pPr>
              <a:defRPr lang="en-US" sz="10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vert="horz" wrap="square" lIns="0" tIns="0" rIns="0" bIns="594360" rtlCol="0" anchor="ctr" anchorCtr="0">
            <a:noAutofit/>
          </a:bodyPr>
          <a:lstStyle>
            <a:lvl1pPr>
              <a:defRPr lang="en-US" sz="1000" b="0" dirty="0">
                <a:solidFill>
                  <a:schemeClr val="bg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vert="horz" wrap="square" lIns="0" tIns="0" rIns="0" bIns="594360" rtlCol="0" anchor="ctr" anchorCtr="0">
            <a:noAutofit/>
          </a:bodyPr>
          <a:lstStyle>
            <a:lvl1pPr>
              <a:defRPr lang="en-US" sz="10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vert="horz" wrap="square" lIns="0" tIns="0" rIns="0" bIns="594360" rtlCol="0" anchor="ctr" anchorCtr="0">
            <a:noAutofit/>
          </a:bodyPr>
          <a:lstStyle>
            <a:lvl1pPr>
              <a:defRPr lang="en-US" sz="10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vert="horz" wrap="square" lIns="0" tIns="0" rIns="0" bIns="594360" rtlCol="0" anchor="ctr" anchorCtr="0">
            <a:noAutofit/>
          </a:bodyPr>
          <a:lstStyle>
            <a:lvl1pPr>
              <a:defRPr lang="en-US" sz="10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vert="horz" wrap="square" lIns="0" tIns="0" rIns="0" bIns="594360" rtlCol="0" anchor="ctr" anchorCtr="0">
            <a:noAutofit/>
          </a:bodyPr>
          <a:lstStyle>
            <a:lvl1pPr>
              <a:defRPr lang="en-US" sz="1000" b="0" dirty="0">
                <a:solidFill>
                  <a:schemeClr val="tx1"/>
                </a:solidFill>
                <a:latin typeface="+mj-lt"/>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vert="horz" wrap="square" lIns="0" tIns="0" rIns="0" bIns="731520" rtlCol="0" anchor="ctr" anchorCtr="0">
            <a:noAutofit/>
          </a:bodyPr>
          <a:lstStyle>
            <a:lvl1pPr>
              <a:defRPr lang="en-US" sz="8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vert="horz" wrap="square" lIns="0" tIns="0" rIns="0" bIns="731520" rtlCol="0" anchor="ctr" anchorCtr="0">
            <a:noAutofit/>
          </a:bodyPr>
          <a:lstStyle>
            <a:lvl1pPr>
              <a:defRPr lang="en-US" sz="8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vert="horz" wrap="square" lIns="0" tIns="0" rIns="0" bIns="731520" rtlCol="0" anchor="ctr" anchorCtr="0">
            <a:noAutofit/>
          </a:bodyPr>
          <a:lstStyle>
            <a:lvl1pPr>
              <a:defRPr lang="en-US" sz="800" b="0" dirty="0">
                <a:solidFill>
                  <a:schemeClr val="tx1"/>
                </a:solidFill>
                <a:latin typeface="+mj-lt"/>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vert="horz" wrap="square" lIns="0" tIns="0" rIns="0" bIns="731520" rtlCol="0" anchor="ctr" anchorCtr="0">
            <a:noAutofit/>
          </a:bodyPr>
          <a:lstStyle>
            <a:lvl1pPr>
              <a:defRPr lang="en-US" sz="800" b="0" dirty="0">
                <a:solidFill>
                  <a:schemeClr val="tx1"/>
                </a:solidFill>
                <a:latin typeface="+mj-lt"/>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800" b="0">
                <a:solidFill>
                  <a:schemeClr val="tx1"/>
                </a:solidFill>
                <a:latin typeface="+mj-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900" b="0">
                <a:solidFill>
                  <a:schemeClr val="tx1"/>
                </a:solidFill>
                <a:latin typeface="+mj-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900" b="0">
                <a:solidFill>
                  <a:schemeClr val="tx1"/>
                </a:solidFill>
                <a:latin typeface="+mj-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900" b="0">
                <a:solidFill>
                  <a:schemeClr val="tx1"/>
                </a:solidFill>
                <a:latin typeface="+mj-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vert="horz" wrap="square" lIns="0" tIns="0" rIns="0" bIns="594360" rtlCol="0" anchor="ctr" anchorCtr="0">
            <a:noAutofit/>
          </a:bodyPr>
          <a:lstStyle>
            <a:lvl1pPr>
              <a:defRPr lang="en-US" sz="900" b="0" dirty="0">
                <a:solidFill>
                  <a:schemeClr val="tx1"/>
                </a:solidFill>
                <a:latin typeface="+mj-lt"/>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vert="horz" wrap="square" lIns="0" tIns="0" rIns="0" bIns="594360" rtlCol="0" anchor="ctr" anchorCtr="0">
            <a:noAutofit/>
          </a:bodyPr>
          <a:lstStyle>
            <a:lvl1pPr>
              <a:defRPr lang="en-US" sz="900" b="0" dirty="0">
                <a:solidFill>
                  <a:schemeClr val="tx1"/>
                </a:solidFill>
                <a:latin typeface="+mj-lt"/>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vert="horz" wrap="square" lIns="0" tIns="0" rIns="0" bIns="594360" rtlCol="0" anchor="ctr" anchorCtr="0">
            <a:noAutofit/>
          </a:bodyPr>
          <a:lstStyle>
            <a:lvl1pPr>
              <a:defRPr lang="en-US" sz="900" b="0" dirty="0">
                <a:solidFill>
                  <a:schemeClr val="tx1"/>
                </a:solidFill>
                <a:latin typeface="+mj-lt"/>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vert="horz" wrap="square" lIns="0" tIns="0" rIns="0" bIns="594360" rtlCol="0" anchor="ctr" anchorCtr="0">
            <a:noAutofit/>
          </a:bodyPr>
          <a:lstStyle>
            <a:lvl1pPr>
              <a:defRPr lang="en-US" sz="900" b="0" dirty="0">
                <a:solidFill>
                  <a:schemeClr val="tx1"/>
                </a:solidFill>
                <a:latin typeface="+mj-lt"/>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700" b="0">
                <a:solidFill>
                  <a:schemeClr val="tx1"/>
                </a:solidFill>
                <a:latin typeface="+mj-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700" b="0">
                <a:solidFill>
                  <a:schemeClr val="tx1"/>
                </a:solidFill>
                <a:latin typeface="+mj-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700" b="0">
                <a:solidFill>
                  <a:schemeClr val="tx1"/>
                </a:solidFill>
                <a:latin typeface="+mj-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700" b="0">
                <a:solidFill>
                  <a:schemeClr val="tx1"/>
                </a:solidFill>
                <a:latin typeface="+mj-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700" b="0">
                <a:solidFill>
                  <a:schemeClr val="tx1"/>
                </a:solidFill>
                <a:latin typeface="+mj-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text side by s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9525">
            <a:gradFill flip="none" rotWithShape="1">
              <a:gsLst>
                <a:gs pos="10000">
                  <a:srgbClr val="323139"/>
                </a:gs>
                <a:gs pos="80000">
                  <a:srgbClr val="0097F4"/>
                </a:gs>
                <a:gs pos="70000">
                  <a:srgbClr val="00B291"/>
                </a:gs>
                <a:gs pos="60000">
                  <a:srgbClr val="9BC72A"/>
                </a:gs>
                <a:gs pos="50000">
                  <a:srgbClr val="FFCE20"/>
                </a:gs>
                <a:gs pos="40000">
                  <a:srgbClr val="FFA200"/>
                </a:gs>
                <a:gs pos="30000">
                  <a:srgbClr val="FF32A3"/>
                </a:gs>
                <a:gs pos="20000">
                  <a:srgbClr val="CB85FF"/>
                </a:gs>
                <a:gs pos="90000">
                  <a:srgbClr val="323139"/>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9525">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9525">
            <a:gradFill flip="none" rotWithShape="1">
              <a:gsLst>
                <a:gs pos="10000">
                  <a:srgbClr val="323139"/>
                </a:gs>
                <a:gs pos="80000">
                  <a:srgbClr val="0097F4"/>
                </a:gs>
                <a:gs pos="70000">
                  <a:srgbClr val="00B291"/>
                </a:gs>
                <a:gs pos="60000">
                  <a:srgbClr val="9BC72A"/>
                </a:gs>
                <a:gs pos="50000">
                  <a:srgbClr val="FFCE20"/>
                </a:gs>
                <a:gs pos="40000">
                  <a:srgbClr val="FFA200"/>
                </a:gs>
                <a:gs pos="30000">
                  <a:srgbClr val="FF32A3"/>
                </a:gs>
                <a:gs pos="20000">
                  <a:srgbClr val="CB85FF"/>
                </a:gs>
                <a:gs pos="90000">
                  <a:srgbClr val="323139"/>
                </a:gs>
              </a:gsLst>
              <a:lin ang="54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44228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867024"/>
            <a:ext cx="4177284" cy="664797"/>
          </a:xfrm>
          <a:noFill/>
        </p:spPr>
        <p:txBody>
          <a:bodyPr wrap="square" lIns="0" tIns="0" rIns="0" bIns="0" anchor="b" anchorCtr="0">
            <a:spAutoFit/>
          </a:bodyPr>
          <a:lstStyle>
            <a:lvl1pPr algn="l" defTabSz="932742" rtl="0" eaLnBrk="1" latinLnBrk="0" hangingPunct="1">
              <a:lnSpc>
                <a:spcPct val="90000"/>
              </a:lnSpc>
              <a:spcBef>
                <a:spcPct val="0"/>
              </a:spcBef>
              <a:buNone/>
              <a:defRPr lang="en-US" sz="4800" b="0" kern="1200" cap="none" spc="-50" baseline="0" dirty="0">
                <a:ln w="3175">
                  <a:noFill/>
                </a:ln>
                <a:blipFill>
                  <a:blip r:embed="rId3"/>
                  <a:stretch>
                    <a:fillRect t="-26822" b="-26822"/>
                  </a:stretch>
                </a:blip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blipFill>
            <a:blip r:embed="rId4"/>
            <a:stretch>
              <a:fillRect/>
            </a:stretch>
          </a:blipFill>
        </p:spPr>
        <p:txBody>
          <a:bodyPr lIns="0" tIns="2377440" rIns="0" anchor="t" anchorCtr="0">
            <a:noAutofit/>
          </a:bodyPr>
          <a:lstStyle>
            <a:lvl1pPr marL="0" indent="0" algn="ctr">
              <a:lnSpc>
                <a:spcPct val="100000"/>
              </a:lnSpc>
              <a:buNone/>
              <a:defRPr sz="1400" b="0">
                <a:solidFill>
                  <a:schemeClr val="bg1"/>
                </a:solidFill>
                <a:latin typeface="+mj-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userDrawn="1">
          <p15:clr>
            <a:srgbClr val="5ACBF0"/>
          </p15:clr>
        </p15:guide>
        <p15:guide id="6" pos="3000" userDrawn="1">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869609"/>
            <a:ext cx="4178808" cy="664797"/>
          </a:xfrm>
          <a:noFill/>
        </p:spPr>
        <p:txBody>
          <a:bodyPr lIns="0" tIns="0" rIns="0" bIns="0" anchor="b" anchorCtr="0">
            <a:spAutoFit/>
          </a:bodyPr>
          <a:lstStyle>
            <a:lvl1pPr algn="l" defTabSz="932742" rtl="0" eaLnBrk="1" latinLnBrk="0" hangingPunct="1">
              <a:lnSpc>
                <a:spcPct val="90000"/>
              </a:lnSpc>
              <a:spcBef>
                <a:spcPct val="0"/>
              </a:spcBef>
              <a:buNone/>
              <a:defRPr lang="en-US" sz="4800" b="0" kern="1200" cap="none" spc="-50" baseline="0" dirty="0">
                <a:ln w="3175">
                  <a:noFill/>
                </a:ln>
                <a:blipFill>
                  <a:blip r:embed="rId2"/>
                  <a:stretch>
                    <a:fillRect t="-26822" b="-26822"/>
                  </a:stretch>
                </a:blip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blipFill>
            <a:blip r:embed="rId3"/>
            <a:stretch>
              <a:fillRect/>
            </a:stretch>
          </a:blipFill>
        </p:spPr>
        <p:txBody>
          <a:bodyPr lIns="0" tIns="2377440" rIns="0" anchor="t" anchorCtr="0">
            <a:noAutofit/>
          </a:bodyPr>
          <a:lstStyle>
            <a:lvl1pPr marL="0" indent="0" algn="ctr">
              <a:lnSpc>
                <a:spcPct val="100000"/>
              </a:lnSpc>
              <a:buNone/>
              <a:defRPr sz="1400" b="0">
                <a:solidFill>
                  <a:schemeClr val="bg1"/>
                </a:solidFill>
                <a:latin typeface="+mj-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384628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userDrawn="1">
          <p15:clr>
            <a:srgbClr val="5ACBF0"/>
          </p15:clr>
        </p15:guide>
        <p15:guide id="3" orient="horz" pos="1910">
          <p15:clr>
            <a:srgbClr val="5ACBF0"/>
          </p15:clr>
        </p15:guide>
        <p15:guide id="4" pos="3000" userDrawn="1">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2"/>
      </p:bgRef>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D5251FF9-51E6-2765-9254-6116F6EE4A4F}"/>
              </a:ext>
            </a:extLst>
          </p:cNvPr>
          <p:cNvSpPr>
            <a:spLocks noGrp="1"/>
          </p:cNvSpPr>
          <p:nvPr>
            <p:ph type="pic" sz="quarter" idx="11" hasCustomPrompt="1"/>
          </p:nvPr>
        </p:nvSpPr>
        <p:spPr bwMode="ltGray">
          <a:xfrm>
            <a:off x="0" y="0"/>
            <a:ext cx="12192000" cy="6858000"/>
          </a:xfrm>
          <a:blipFill>
            <a:blip r:embed="rId2"/>
            <a:srcRect/>
            <a:stretch>
              <a:fillRect/>
            </a:stretch>
          </a:blipFill>
        </p:spPr>
        <p:txBody>
          <a:bodyPr lIns="0" tIns="2377440" rIns="0" anchor="t" anchorCtr="0">
            <a:noAutofit/>
          </a:bodyPr>
          <a:lstStyle>
            <a:lvl1pPr marL="0" indent="0" algn="ctr">
              <a:lnSpc>
                <a:spcPct val="100000"/>
              </a:lnSpc>
              <a:buNone/>
              <a:defRPr sz="1400" b="0">
                <a:solidFill>
                  <a:schemeClr val="tx1"/>
                </a:solidFill>
                <a:latin typeface="+mj-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4178808" cy="664797"/>
          </a:xfrm>
          <a:noFill/>
        </p:spPr>
        <p:txBody>
          <a:bodyPr lIns="0" tIns="0" rIns="0" bIns="0" anchor="b" anchorCtr="0">
            <a:spAutoFit/>
          </a:bodyPr>
          <a:lstStyle>
            <a:lvl1pPr algn="l"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2411694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1500" y="2869609"/>
            <a:ext cx="11049000"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blipFill>
                  <a:blip r:embed="rId3"/>
                  <a:stretch>
                    <a:fillRect t="-26822" b="-26822"/>
                  </a:stretch>
                </a:blipFill>
                <a:effectLst/>
                <a:latin typeface="+mn-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9560337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roduct Title Excel 1">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Excel product title</a:t>
            </a:r>
          </a:p>
        </p:txBody>
      </p:sp>
    </p:spTree>
    <p:extLst>
      <p:ext uri="{BB962C8B-B14F-4D97-AF65-F5344CB8AC3E}">
        <p14:creationId xmlns:p14="http://schemas.microsoft.com/office/powerpoint/2010/main" val="64507927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roduct Title Excel 2">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Excel product title</a:t>
            </a:r>
          </a:p>
        </p:txBody>
      </p:sp>
    </p:spTree>
    <p:extLst>
      <p:ext uri="{BB962C8B-B14F-4D97-AF65-F5344CB8AC3E}">
        <p14:creationId xmlns:p14="http://schemas.microsoft.com/office/powerpoint/2010/main" val="113970815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oduct Title Oulook 1">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Outlook product title</a:t>
            </a:r>
          </a:p>
        </p:txBody>
      </p:sp>
    </p:spTree>
    <p:extLst>
      <p:ext uri="{BB962C8B-B14F-4D97-AF65-F5344CB8AC3E}">
        <p14:creationId xmlns:p14="http://schemas.microsoft.com/office/powerpoint/2010/main" val="308334202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roduct Title Outlook 2">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Outlook product title</a:t>
            </a:r>
          </a:p>
        </p:txBody>
      </p:sp>
    </p:spTree>
    <p:extLst>
      <p:ext uri="{BB962C8B-B14F-4D97-AF65-F5344CB8AC3E}">
        <p14:creationId xmlns:p14="http://schemas.microsoft.com/office/powerpoint/2010/main" val="46214893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duct Title PowerPoint 1">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PowerPoint product title</a:t>
            </a:r>
          </a:p>
        </p:txBody>
      </p:sp>
    </p:spTree>
    <p:extLst>
      <p:ext uri="{BB962C8B-B14F-4D97-AF65-F5344CB8AC3E}">
        <p14:creationId xmlns:p14="http://schemas.microsoft.com/office/powerpoint/2010/main" val="14674470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roduct Title PowerPoint 2">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PowerPoint product title</a:t>
            </a:r>
          </a:p>
        </p:txBody>
      </p:sp>
    </p:spTree>
    <p:extLst>
      <p:ext uri="{BB962C8B-B14F-4D97-AF65-F5344CB8AC3E}">
        <p14:creationId xmlns:p14="http://schemas.microsoft.com/office/powerpoint/2010/main" val="71132495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roduct Title Teams 1">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Teams product title</a:t>
            </a:r>
          </a:p>
        </p:txBody>
      </p:sp>
    </p:spTree>
    <p:extLst>
      <p:ext uri="{BB962C8B-B14F-4D97-AF65-F5344CB8AC3E}">
        <p14:creationId xmlns:p14="http://schemas.microsoft.com/office/powerpoint/2010/main" val="424402944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roduct Title Teams 2">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Teams product title</a:t>
            </a:r>
          </a:p>
        </p:txBody>
      </p:sp>
    </p:spTree>
    <p:extLst>
      <p:ext uri="{BB962C8B-B14F-4D97-AF65-F5344CB8AC3E}">
        <p14:creationId xmlns:p14="http://schemas.microsoft.com/office/powerpoint/2010/main" val="82527144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roduct Title Word 1">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bg2"/>
                </a:solidFill>
                <a:effectLst/>
                <a:latin typeface="+mj-lt"/>
                <a:ea typeface="+mn-ea"/>
                <a:cs typeface="Segoe Sans Display" pitchFamily="2" charset="0"/>
              </a:defRPr>
            </a:lvl1pPr>
          </a:lstStyle>
          <a:p>
            <a:r>
              <a:rPr lang="en-US"/>
              <a:t>Word product title</a:t>
            </a:r>
          </a:p>
        </p:txBody>
      </p:sp>
    </p:spTree>
    <p:extLst>
      <p:ext uri="{BB962C8B-B14F-4D97-AF65-F5344CB8AC3E}">
        <p14:creationId xmlns:p14="http://schemas.microsoft.com/office/powerpoint/2010/main" val="8685495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roduct Title Word 2">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Word product title</a:t>
            </a:r>
          </a:p>
        </p:txBody>
      </p:sp>
    </p:spTree>
    <p:extLst>
      <p:ext uri="{BB962C8B-B14F-4D97-AF65-F5344CB8AC3E}">
        <p14:creationId xmlns:p14="http://schemas.microsoft.com/office/powerpoint/2010/main" val="148367175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roduct Title Copilot Studio">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2869609"/>
            <a:ext cx="11035284" cy="664797"/>
          </a:xfrm>
          <a:noFill/>
        </p:spPr>
        <p:txBody>
          <a:bodyPr wrap="square" lIns="0" tIns="0" rIns="0" bIns="0" anchor="b" anchorCtr="0">
            <a:spAutoFit/>
          </a:bodyPr>
          <a:lstStyle>
            <a:lvl1pPr algn="ctr" defTabSz="932742" rtl="0" eaLnBrk="1" latinLnBrk="0" hangingPunct="1">
              <a:lnSpc>
                <a:spcPct val="90000"/>
              </a:lnSpc>
              <a:spcBef>
                <a:spcPct val="0"/>
              </a:spcBef>
              <a:buNone/>
              <a:defRPr lang="en-US" sz="4800" b="0" kern="1200" cap="none" spc="-50" baseline="0" dirty="0">
                <a:ln w="3175">
                  <a:noFill/>
                </a:ln>
                <a:solidFill>
                  <a:schemeClr val="tx1"/>
                </a:solidFill>
                <a:effectLst/>
                <a:latin typeface="+mj-lt"/>
                <a:ea typeface="+mn-ea"/>
                <a:cs typeface="Segoe Sans Display" pitchFamily="2" charset="0"/>
              </a:defRPr>
            </a:lvl1pPr>
          </a:lstStyle>
          <a:p>
            <a:r>
              <a:rPr lang="en-US"/>
              <a:t>Copilot Studio product title</a:t>
            </a:r>
          </a:p>
        </p:txBody>
      </p:sp>
    </p:spTree>
    <p:extLst>
      <p:ext uri="{BB962C8B-B14F-4D97-AF65-F5344CB8AC3E}">
        <p14:creationId xmlns:p14="http://schemas.microsoft.com/office/powerpoint/2010/main" val="55613904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1">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84DFF08-424F-41F7-65E9-D7808357825E}"/>
              </a:ext>
            </a:extLst>
          </p:cNvPr>
          <p:cNvSpPr>
            <a:spLocks noGrp="1"/>
          </p:cNvSpPr>
          <p:nvPr>
            <p:ph type="title"/>
          </p:nvPr>
        </p:nvSpPr>
        <p:spPr>
          <a:xfrm>
            <a:off x="584200" y="457200"/>
            <a:ext cx="5508419" cy="433965"/>
          </a:xfrm>
        </p:spPr>
        <p:txBody>
          <a:bodyPr tIns="64008"/>
          <a:lstStyle>
            <a:lvl1pPr>
              <a:defRPr sz="24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2">
    <p:bg>
      <p:bgPr>
        <a:blipFill dpi="0" rotWithShape="1">
          <a:blip r:embed="rId2">
            <a:lum/>
          </a:blip>
          <a:srcRect/>
          <a:stretch>
            <a:fillRect t="-8000" b="-8000"/>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66C602C8-0324-CFC3-264A-D1365F089FB0}"/>
              </a:ext>
            </a:extLst>
          </p:cNvPr>
          <p:cNvSpPr>
            <a:spLocks noGrp="1"/>
          </p:cNvSpPr>
          <p:nvPr>
            <p:ph type="title"/>
          </p:nvPr>
        </p:nvSpPr>
        <p:spPr>
          <a:xfrm>
            <a:off x="584200" y="457200"/>
            <a:ext cx="5508419" cy="433965"/>
          </a:xfrm>
        </p:spPr>
        <p:txBody>
          <a:bodyPr tIns="64008"/>
          <a:lstStyle>
            <a:lvl1pPr>
              <a:defRPr sz="24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796686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3">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EC29E27-168F-A5F2-C2AE-970461BC9077}"/>
              </a:ext>
            </a:extLst>
          </p:cNvPr>
          <p:cNvSpPr>
            <a:spLocks noGrp="1"/>
          </p:cNvSpPr>
          <p:nvPr>
            <p:ph type="title"/>
          </p:nvPr>
        </p:nvSpPr>
        <p:spPr>
          <a:xfrm>
            <a:off x="584200" y="457200"/>
            <a:ext cx="5508419" cy="433965"/>
          </a:xfrm>
        </p:spPr>
        <p:txBody>
          <a:bodyPr tIns="64008"/>
          <a:lstStyle>
            <a:lvl1pPr>
              <a:defRPr sz="24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258703612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4">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71CCBAAD-45F4-192C-7726-EAAA328BD602}"/>
              </a:ext>
            </a:extLst>
          </p:cNvPr>
          <p:cNvSpPr>
            <a:spLocks noGrp="1"/>
          </p:cNvSpPr>
          <p:nvPr>
            <p:ph type="title"/>
          </p:nvPr>
        </p:nvSpPr>
        <p:spPr>
          <a:xfrm>
            <a:off x="584200" y="457200"/>
            <a:ext cx="5508419" cy="433965"/>
          </a:xfrm>
        </p:spPr>
        <p:txBody>
          <a:bodyPr tIns="64008"/>
          <a:lstStyle>
            <a:lvl1pPr>
              <a:defRPr sz="24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34625417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5">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6B15DBD-1404-5599-4352-54E4640D8E34}"/>
              </a:ext>
            </a:extLst>
          </p:cNvPr>
          <p:cNvSpPr>
            <a:spLocks noGrp="1"/>
          </p:cNvSpPr>
          <p:nvPr>
            <p:ph type="title"/>
          </p:nvPr>
        </p:nvSpPr>
        <p:spPr>
          <a:xfrm>
            <a:off x="584200" y="457200"/>
            <a:ext cx="5508419" cy="433965"/>
          </a:xfrm>
        </p:spPr>
        <p:txBody>
          <a:bodyPr tIns="64008"/>
          <a:lstStyle>
            <a:lvl1pPr>
              <a:defRPr sz="24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1281699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C006671D-4EF5-06D8-2078-B3799D74A3BA}"/>
              </a:ext>
            </a:extLst>
          </p:cNvPr>
          <p:cNvSpPr/>
          <p:nvPr userDrawn="1"/>
        </p:nvSpPr>
        <p:spPr bwMode="auto">
          <a:xfrm>
            <a:off x="571500" y="585788"/>
            <a:ext cx="11049000" cy="5683249"/>
          </a:xfrm>
          <a:prstGeom prst="roundRect">
            <a:avLst>
              <a:gd name="adj" fmla="val 1918"/>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6338051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0" userDrawn="1">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lang="en-US" sz="16000" b="0" kern="1200" cap="none" spc="-50" baseline="0" dirty="0">
                <a:ln w="3175">
                  <a:noFill/>
                </a:ln>
                <a:blipFill>
                  <a:blip r:embed="rId3"/>
                  <a:stretch>
                    <a:fillRect t="-26822" b="-26822"/>
                  </a:stretch>
                </a:blipFill>
                <a:effectLst/>
                <a:latin typeface="+mn-lt"/>
                <a:ea typeface="+mn-ea"/>
                <a:cs typeface="Segoe Sans Display" pitchFamily="2" charset="0"/>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3435322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userDrawn="1">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userDrawn="1">
          <p15:clr>
            <a:srgbClr val="A4A3A4"/>
          </p15:clr>
        </p15:guide>
        <p15:guide id="24" pos="6120" userDrawn="1">
          <p15:clr>
            <a:srgbClr val="A4A3A4"/>
          </p15:clr>
        </p15:guide>
        <p15:guide id="25" pos="6308">
          <p15:clr>
            <a:srgbClr val="A4A3A4"/>
          </p15:clr>
        </p15:guide>
        <p15:guide id="26" pos="6717">
          <p15:clr>
            <a:srgbClr val="A4A3A4"/>
          </p15:clr>
        </p15:guide>
        <p15:guide id="27" pos="6900">
          <p15:clr>
            <a:srgbClr val="A4A3A4"/>
          </p15:clr>
        </p15:guide>
        <p15:guide id="28" orient="horz" pos="888" userDrawn="1">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 Slide">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2913102"/>
            <a:ext cx="5958557" cy="553998"/>
          </a:xfrm>
        </p:spPr>
        <p:txBody>
          <a:bodyPr anchor="b" anchorCtr="0"/>
          <a:lstStyle>
            <a:lvl1pPr>
              <a:defRPr sz="36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lvl1pPr>
          </a:lstStyle>
          <a:p>
            <a:pPr lvl="0"/>
            <a:r>
              <a:rPr lang="en-US"/>
              <a:t>Quote author, Title, Organization</a:t>
            </a:r>
          </a:p>
        </p:txBody>
      </p:sp>
      <p:grpSp>
        <p:nvGrpSpPr>
          <p:cNvPr id="13" name="Group 12">
            <a:extLst>
              <a:ext uri="{FF2B5EF4-FFF2-40B4-BE49-F238E27FC236}">
                <a16:creationId xmlns:a16="http://schemas.microsoft.com/office/drawing/2014/main" id="{66C1DF1B-24A2-AA48-EFC6-DB12D4F05126}"/>
              </a:ext>
            </a:extLst>
          </p:cNvPr>
          <p:cNvGrpSpPr/>
          <p:nvPr userDrawn="1"/>
        </p:nvGrpSpPr>
        <p:grpSpPr bwMode="black">
          <a:xfrm rot="10800000">
            <a:off x="571439" y="585635"/>
            <a:ext cx="674431" cy="587907"/>
            <a:chOff x="571439" y="585635"/>
            <a:chExt cx="674431" cy="587907"/>
          </a:xfrm>
          <a:solidFill>
            <a:schemeClr val="tx1"/>
          </a:solidFill>
        </p:grpSpPr>
        <p:sp>
          <p:nvSpPr>
            <p:cNvPr id="11" name="Freeform: Shape 10">
              <a:extLst>
                <a:ext uri="{FF2B5EF4-FFF2-40B4-BE49-F238E27FC236}">
                  <a16:creationId xmlns:a16="http://schemas.microsoft.com/office/drawing/2014/main" id="{6A28B0E3-0DF0-CEB1-6710-C42190FDA81C}"/>
                </a:ext>
              </a:extLst>
            </p:cNvPr>
            <p:cNvSpPr/>
            <p:nvPr/>
          </p:nvSpPr>
          <p:spPr bwMode="black">
            <a:xfrm rot="10800000">
              <a:off x="946425" y="585635"/>
              <a:ext cx="299445" cy="587907"/>
            </a:xfrm>
            <a:custGeom>
              <a:avLst/>
              <a:gdLst>
                <a:gd name="connsiteX0" fmla="*/ 281070 w 299445"/>
                <a:gd name="connsiteY0" fmla="*/ 0 h 587907"/>
                <a:gd name="connsiteX1" fmla="*/ 58466 w 299445"/>
                <a:gd name="connsiteY1" fmla="*/ 0 h 587907"/>
                <a:gd name="connsiteX2" fmla="*/ 0 w 299445"/>
                <a:gd name="connsiteY2" fmla="*/ 58466 h 587907"/>
                <a:gd name="connsiteX3" fmla="*/ 0 w 299445"/>
                <a:gd name="connsiteY3" fmla="*/ 257931 h 587907"/>
                <a:gd name="connsiteX4" fmla="*/ 18375 w 299445"/>
                <a:gd name="connsiteY4" fmla="*/ 276306 h 587907"/>
                <a:gd name="connsiteX5" fmla="*/ 158322 w 299445"/>
                <a:gd name="connsiteY5" fmla="*/ 276306 h 587907"/>
                <a:gd name="connsiteX6" fmla="*/ 165437 w 299445"/>
                <a:gd name="connsiteY6" fmla="*/ 283112 h 587907"/>
                <a:gd name="connsiteX7" fmla="*/ 148114 w 299445"/>
                <a:gd name="connsiteY7" fmla="*/ 363541 h 587907"/>
                <a:gd name="connsiteX8" fmla="*/ 12497 w 299445"/>
                <a:gd name="connsiteY8" fmla="*/ 478865 h 587907"/>
                <a:gd name="connsiteX9" fmla="*/ 5259 w 299445"/>
                <a:gd name="connsiteY9" fmla="*/ 489011 h 587907"/>
                <a:gd name="connsiteX10" fmla="*/ 5259 w 299445"/>
                <a:gd name="connsiteY10" fmla="*/ 577174 h 587907"/>
                <a:gd name="connsiteX11" fmla="*/ 18375 w 299445"/>
                <a:gd name="connsiteY11" fmla="*/ 587630 h 587907"/>
                <a:gd name="connsiteX12" fmla="*/ 222233 w 299445"/>
                <a:gd name="connsiteY12" fmla="*/ 471750 h 587907"/>
                <a:gd name="connsiteX13" fmla="*/ 299445 w 299445"/>
                <a:gd name="connsiteY13" fmla="*/ 221738 h 587907"/>
                <a:gd name="connsiteX14" fmla="*/ 299445 w 299445"/>
                <a:gd name="connsiteY14" fmla="*/ 18375 h 587907"/>
                <a:gd name="connsiteX15" fmla="*/ 281070 w 299445"/>
                <a:gd name="connsiteY15" fmla="*/ 0 h 58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9445" h="587907">
                  <a:moveTo>
                    <a:pt x="281070" y="0"/>
                  </a:moveTo>
                  <a:lnTo>
                    <a:pt x="58466" y="0"/>
                  </a:lnTo>
                  <a:cubicBezTo>
                    <a:pt x="26171" y="0"/>
                    <a:pt x="0" y="26171"/>
                    <a:pt x="0" y="58466"/>
                  </a:cubicBezTo>
                  <a:lnTo>
                    <a:pt x="0" y="257931"/>
                  </a:lnTo>
                  <a:cubicBezTo>
                    <a:pt x="0" y="268078"/>
                    <a:pt x="8229" y="276306"/>
                    <a:pt x="18375" y="276306"/>
                  </a:cubicBezTo>
                  <a:lnTo>
                    <a:pt x="158322" y="276306"/>
                  </a:lnTo>
                  <a:cubicBezTo>
                    <a:pt x="162096" y="276306"/>
                    <a:pt x="165252" y="279276"/>
                    <a:pt x="165437" y="283112"/>
                  </a:cubicBezTo>
                  <a:cubicBezTo>
                    <a:pt x="166798" y="309035"/>
                    <a:pt x="160983" y="335824"/>
                    <a:pt x="148114" y="363541"/>
                  </a:cubicBezTo>
                  <a:cubicBezTo>
                    <a:pt x="124480" y="418295"/>
                    <a:pt x="79254" y="456778"/>
                    <a:pt x="12497" y="478865"/>
                  </a:cubicBezTo>
                  <a:cubicBezTo>
                    <a:pt x="8167" y="480288"/>
                    <a:pt x="5259" y="484433"/>
                    <a:pt x="5259" y="489011"/>
                  </a:cubicBezTo>
                  <a:lnTo>
                    <a:pt x="5259" y="577174"/>
                  </a:lnTo>
                  <a:cubicBezTo>
                    <a:pt x="5259" y="584042"/>
                    <a:pt x="11631" y="589177"/>
                    <a:pt x="18375" y="587630"/>
                  </a:cubicBezTo>
                  <a:cubicBezTo>
                    <a:pt x="105239" y="567770"/>
                    <a:pt x="173171" y="529102"/>
                    <a:pt x="222233" y="471750"/>
                  </a:cubicBezTo>
                  <a:cubicBezTo>
                    <a:pt x="273708" y="411490"/>
                    <a:pt x="299445" y="328152"/>
                    <a:pt x="299445" y="221738"/>
                  </a:cubicBezTo>
                  <a:lnTo>
                    <a:pt x="299445" y="18375"/>
                  </a:lnTo>
                  <a:cubicBezTo>
                    <a:pt x="299445" y="8229"/>
                    <a:pt x="291216" y="0"/>
                    <a:pt x="281070" y="0"/>
                  </a:cubicBezTo>
                </a:path>
              </a:pathLst>
            </a:custGeom>
            <a:grpFill/>
            <a:ln w="6117"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F8EB19E-F629-7AF7-A657-1D31B1705E7C}"/>
                </a:ext>
              </a:extLst>
            </p:cNvPr>
            <p:cNvSpPr/>
            <p:nvPr/>
          </p:nvSpPr>
          <p:spPr bwMode="black">
            <a:xfrm rot="10800000">
              <a:off x="571439" y="585635"/>
              <a:ext cx="299445" cy="587907"/>
            </a:xfrm>
            <a:custGeom>
              <a:avLst/>
              <a:gdLst>
                <a:gd name="connsiteX0" fmla="*/ 241103 w 299445"/>
                <a:gd name="connsiteY0" fmla="*/ 0 h 587907"/>
                <a:gd name="connsiteX1" fmla="*/ 18251 w 299445"/>
                <a:gd name="connsiteY1" fmla="*/ 0 h 587907"/>
                <a:gd name="connsiteX2" fmla="*/ 0 w 299445"/>
                <a:gd name="connsiteY2" fmla="*/ 18251 h 587907"/>
                <a:gd name="connsiteX3" fmla="*/ 0 w 299445"/>
                <a:gd name="connsiteY3" fmla="*/ 257931 h 587907"/>
                <a:gd name="connsiteX4" fmla="*/ 18375 w 299445"/>
                <a:gd name="connsiteY4" fmla="*/ 276306 h 587907"/>
                <a:gd name="connsiteX5" fmla="*/ 158322 w 299445"/>
                <a:gd name="connsiteY5" fmla="*/ 276306 h 587907"/>
                <a:gd name="connsiteX6" fmla="*/ 165437 w 299445"/>
                <a:gd name="connsiteY6" fmla="*/ 283112 h 587907"/>
                <a:gd name="connsiteX7" fmla="*/ 148114 w 299445"/>
                <a:gd name="connsiteY7" fmla="*/ 363541 h 587907"/>
                <a:gd name="connsiteX8" fmla="*/ 12498 w 299445"/>
                <a:gd name="connsiteY8" fmla="*/ 478865 h 587907"/>
                <a:gd name="connsiteX9" fmla="*/ 5259 w 299445"/>
                <a:gd name="connsiteY9" fmla="*/ 489011 h 587907"/>
                <a:gd name="connsiteX10" fmla="*/ 5259 w 299445"/>
                <a:gd name="connsiteY10" fmla="*/ 577174 h 587907"/>
                <a:gd name="connsiteX11" fmla="*/ 18375 w 299445"/>
                <a:gd name="connsiteY11" fmla="*/ 587630 h 587907"/>
                <a:gd name="connsiteX12" fmla="*/ 222233 w 299445"/>
                <a:gd name="connsiteY12" fmla="*/ 471750 h 587907"/>
                <a:gd name="connsiteX13" fmla="*/ 299445 w 299445"/>
                <a:gd name="connsiteY13" fmla="*/ 221738 h 587907"/>
                <a:gd name="connsiteX14" fmla="*/ 299445 w 299445"/>
                <a:gd name="connsiteY14" fmla="*/ 58280 h 587907"/>
                <a:gd name="connsiteX15" fmla="*/ 241165 w 299445"/>
                <a:gd name="connsiteY15" fmla="*/ 0 h 58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9445" h="587907">
                  <a:moveTo>
                    <a:pt x="241103" y="0"/>
                  </a:moveTo>
                  <a:lnTo>
                    <a:pt x="18251" y="0"/>
                  </a:lnTo>
                  <a:cubicBezTo>
                    <a:pt x="8167" y="0"/>
                    <a:pt x="0" y="8167"/>
                    <a:pt x="0" y="18251"/>
                  </a:cubicBezTo>
                  <a:lnTo>
                    <a:pt x="0" y="257931"/>
                  </a:lnTo>
                  <a:cubicBezTo>
                    <a:pt x="0" y="268078"/>
                    <a:pt x="8229" y="276306"/>
                    <a:pt x="18375" y="276306"/>
                  </a:cubicBezTo>
                  <a:lnTo>
                    <a:pt x="158322" y="276306"/>
                  </a:lnTo>
                  <a:cubicBezTo>
                    <a:pt x="162096" y="276306"/>
                    <a:pt x="165252" y="279276"/>
                    <a:pt x="165437" y="283112"/>
                  </a:cubicBezTo>
                  <a:cubicBezTo>
                    <a:pt x="166798" y="309035"/>
                    <a:pt x="160983" y="335824"/>
                    <a:pt x="148114" y="363541"/>
                  </a:cubicBezTo>
                  <a:cubicBezTo>
                    <a:pt x="124480" y="418295"/>
                    <a:pt x="79254" y="456778"/>
                    <a:pt x="12498" y="478865"/>
                  </a:cubicBezTo>
                  <a:cubicBezTo>
                    <a:pt x="8167" y="480288"/>
                    <a:pt x="5259" y="484433"/>
                    <a:pt x="5259" y="489011"/>
                  </a:cubicBezTo>
                  <a:lnTo>
                    <a:pt x="5259" y="577174"/>
                  </a:lnTo>
                  <a:cubicBezTo>
                    <a:pt x="5259" y="584042"/>
                    <a:pt x="11693" y="589177"/>
                    <a:pt x="18375" y="587630"/>
                  </a:cubicBezTo>
                  <a:cubicBezTo>
                    <a:pt x="105239" y="567770"/>
                    <a:pt x="173171" y="529102"/>
                    <a:pt x="222233" y="471750"/>
                  </a:cubicBezTo>
                  <a:cubicBezTo>
                    <a:pt x="273708" y="411490"/>
                    <a:pt x="299445" y="328152"/>
                    <a:pt x="299445" y="221738"/>
                  </a:cubicBezTo>
                  <a:lnTo>
                    <a:pt x="299445" y="58280"/>
                  </a:lnTo>
                  <a:cubicBezTo>
                    <a:pt x="299445" y="26109"/>
                    <a:pt x="273336" y="0"/>
                    <a:pt x="241165" y="0"/>
                  </a:cubicBezTo>
                </a:path>
              </a:pathLst>
            </a:custGeom>
            <a:grpFill/>
            <a:ln w="6117" cap="flat">
              <a:noFill/>
              <a:prstDash val="solid"/>
              <a:miter/>
            </a:ln>
          </p:spPr>
          <p:txBody>
            <a:bodyPr rtlCol="0" anchor="ctr"/>
            <a:lstStyle/>
            <a:p>
              <a:endParaRPr lang="en-US"/>
            </a:p>
          </p:txBody>
        </p:sp>
      </p:grpSp>
    </p:spTree>
    <p:extLst>
      <p:ext uri="{BB962C8B-B14F-4D97-AF65-F5344CB8AC3E}">
        <p14:creationId xmlns:p14="http://schemas.microsoft.com/office/powerpoint/2010/main" val="3935288850"/>
      </p:ext>
    </p:extLst>
  </p:cSld>
  <p:clrMapOvr>
    <a:masterClrMapping/>
  </p:clrMapOvr>
  <p:transition>
    <p:fade/>
  </p:transition>
  <p:extLst>
    <p:ext uri="{DCECCB84-F9BA-43D5-87BE-67443E8EF086}">
      <p15:sldGuideLst xmlns:p15="http://schemas.microsoft.com/office/powerpoint/2012/main">
        <p15:guide id="1" orient="horz" pos="2184" userDrawn="1">
          <p15:clr>
            <a:srgbClr val="FBAE40"/>
          </p15:clr>
        </p15:guide>
        <p15:guide id="2" pos="3528" userDrawn="1">
          <p15:clr>
            <a:srgbClr val="FBAE40"/>
          </p15:clr>
        </p15:guide>
        <p15:guide id="3" pos="3168"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losing logo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Microsoft 365 Copliot logo">
            <a:extLst>
              <a:ext uri="{FF2B5EF4-FFF2-40B4-BE49-F238E27FC236}">
                <a16:creationId xmlns:a16="http://schemas.microsoft.com/office/drawing/2014/main" id="{822FED7B-A85E-6DE4-797E-3561ED7B0A47}"/>
              </a:ext>
            </a:extLst>
          </p:cNvPr>
          <p:cNvPicPr>
            <a:picLocks noChangeAspect="1"/>
          </p:cNvPicPr>
          <p:nvPr userDrawn="1"/>
        </p:nvPicPr>
        <p:blipFill>
          <a:blip r:embed="rId3"/>
          <a:stretch>
            <a:fillRect/>
          </a:stretch>
        </p:blipFill>
        <p:spPr>
          <a:xfrm>
            <a:off x="233712" y="282492"/>
            <a:ext cx="2137349" cy="904884"/>
          </a:xfrm>
          <a:prstGeom prst="rect">
            <a:avLst/>
          </a:prstGeom>
        </p:spPr>
      </p:pic>
    </p:spTree>
    <p:extLst>
      <p:ext uri="{BB962C8B-B14F-4D97-AF65-F5344CB8AC3E}">
        <p14:creationId xmlns:p14="http://schemas.microsoft.com/office/powerpoint/2010/main" val="359451973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Title Slide with replaceable imag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C2FDF7EE-7A92-04F3-3512-1E0B5613E34B}"/>
              </a:ext>
            </a:extLst>
          </p:cNvPr>
          <p:cNvSpPr/>
          <p:nvPr userDrawn="1"/>
        </p:nvSpPr>
        <p:spPr>
          <a:xfrm>
            <a:off x="5328449" y="0"/>
            <a:ext cx="6350" cy="6858000"/>
          </a:xfrm>
          <a:custGeom>
            <a:avLst/>
            <a:gdLst>
              <a:gd name="csX0" fmla="*/ 0 w 6350"/>
              <a:gd name="csY0" fmla="*/ 0 h 7239000"/>
              <a:gd name="csX1" fmla="*/ 0 w 6350"/>
              <a:gd name="csY1" fmla="*/ 7239000 h 7239000"/>
            </a:gdLst>
            <a:ahLst/>
            <a:cxnLst>
              <a:cxn ang="0">
                <a:pos x="csX0" y="csY0"/>
              </a:cxn>
              <a:cxn ang="0">
                <a:pos x="csX1" y="csY1"/>
              </a:cxn>
            </a:cxnLst>
            <a:rect l="l" t="t" r="r" b="b"/>
            <a:pathLst>
              <a:path w="6350" h="7239000">
                <a:moveTo>
                  <a:pt x="0" y="0"/>
                </a:moveTo>
                <a:lnTo>
                  <a:pt x="0" y="7239000"/>
                </a:lnTo>
              </a:path>
            </a:pathLst>
          </a:custGeom>
          <a:noFill/>
          <a:ln w="12700" cap="flat">
            <a:gradFill flip="none" rotWithShape="1">
              <a:gsLst>
                <a:gs pos="0">
                  <a:srgbClr val="AA5AF9"/>
                </a:gs>
                <a:gs pos="12000">
                  <a:srgbClr val="EC489F"/>
                </a:gs>
                <a:gs pos="24000">
                  <a:srgbClr val="FF6B6D"/>
                </a:gs>
                <a:gs pos="36000">
                  <a:srgbClr val="FFA73B"/>
                </a:gs>
                <a:gs pos="50000">
                  <a:srgbClr val="FFC229"/>
                </a:gs>
                <a:gs pos="64000">
                  <a:srgbClr val="BFC43B"/>
                </a:gs>
                <a:gs pos="76000">
                  <a:srgbClr val="71BC30"/>
                </a:gs>
                <a:gs pos="88000">
                  <a:srgbClr val="01B08D"/>
                </a:gs>
                <a:gs pos="100000">
                  <a:srgbClr val="0294ED"/>
                </a:gs>
              </a:gsLst>
              <a:lin ang="16200000" scaled="1"/>
              <a:tileRect/>
            </a:gradFill>
            <a:prstDash val="solid"/>
            <a:miter/>
          </a:ln>
        </p:spPr>
        <p:txBody>
          <a:bodyPr/>
          <a:lstStyle/>
          <a:p>
            <a:pPr lvl="0"/>
            <a:endParaRPr lang="en-US"/>
          </a:p>
        </p:txBody>
      </p:sp>
      <p:sp>
        <p:nvSpPr>
          <p:cNvPr id="9" name="Title 1"/>
          <p:cNvSpPr>
            <a:spLocks noGrp="1"/>
          </p:cNvSpPr>
          <p:nvPr>
            <p:ph type="title" hasCustomPrompt="1"/>
          </p:nvPr>
        </p:nvSpPr>
        <p:spPr>
          <a:xfrm>
            <a:off x="584200" y="1290085"/>
            <a:ext cx="4495800" cy="2243691"/>
          </a:xfrm>
          <a:noFill/>
        </p:spPr>
        <p:txBody>
          <a:bodyPr wrap="square" lIns="0" tIns="0" rIns="0" bIns="0" anchor="b" anchorCtr="0">
            <a:spAutoFit/>
          </a:bodyPr>
          <a:lstStyle>
            <a:lvl1pPr>
              <a:lnSpc>
                <a:spcPct val="90000"/>
              </a:lnSpc>
              <a:defRPr lang="en-US" sz="5400" b="0" kern="1200" cap="none" spc="-50" baseline="0" dirty="0">
                <a:ln w="3175">
                  <a:noFill/>
                </a:ln>
                <a:solidFill>
                  <a:schemeClr val="tx1"/>
                </a:solidFill>
                <a:effectLst/>
                <a:latin typeface="+mj-lt"/>
                <a:ea typeface="+mn-ea"/>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dpi="0" rotWithShape="1">
            <a:blip r:embed="rId3"/>
            <a:srcRect/>
            <a:tile tx="0" ty="0" sx="100000" sy="100000" flip="none" algn="tl"/>
          </a:blipFill>
        </p:spPr>
        <p:txBody>
          <a:bodyPr lIns="0" tIns="2377440" rIns="0" anchor="t" anchorCtr="0">
            <a:noAutofit/>
          </a:bodyPr>
          <a:lstStyle>
            <a:lvl1pPr marL="0" indent="0" algn="ctr">
              <a:lnSpc>
                <a:spcPct val="100000"/>
              </a:lnSpc>
              <a:buNone/>
              <a:defRPr sz="1400" b="0">
                <a:solidFill>
                  <a:schemeClr val="bg1"/>
                </a:solidFill>
                <a:latin typeface="+mj-lt"/>
                <a:cs typeface="Segoe Sans Display" pitchFamily="2" charset="0"/>
              </a:defRPr>
            </a:lvl1pPr>
          </a:lstStyle>
          <a:p>
            <a:r>
              <a:rPr lang="en-US"/>
              <a:t>Drag and drop your photo here </a:t>
            </a:r>
            <a:br>
              <a:rPr lang="en-US"/>
            </a:br>
            <a:r>
              <a:rPr lang="en-US"/>
              <a:t>or click or tap icon below </a:t>
            </a:r>
            <a:br>
              <a:rPr lang="en-US"/>
            </a:br>
            <a:r>
              <a:rPr lang="en-US"/>
              <a:t>to insert</a:t>
            </a:r>
          </a:p>
        </p:txBody>
      </p:sp>
      <p:pic>
        <p:nvPicPr>
          <p:cNvPr id="6" name="Picture 5" descr="Microsoft 365 Copliot logo">
            <a:extLst>
              <a:ext uri="{FF2B5EF4-FFF2-40B4-BE49-F238E27FC236}">
                <a16:creationId xmlns:a16="http://schemas.microsoft.com/office/drawing/2014/main" id="{E8A5DC13-5C8A-0715-D158-D669688A5B85}"/>
              </a:ext>
            </a:extLst>
          </p:cNvPr>
          <p:cNvPicPr>
            <a:picLocks noChangeAspect="1"/>
          </p:cNvPicPr>
          <p:nvPr userDrawn="1"/>
        </p:nvPicPr>
        <p:blipFill>
          <a:blip r:embed="rId4"/>
          <a:stretch>
            <a:fillRect/>
          </a:stretch>
        </p:blipFill>
        <p:spPr>
          <a:xfrm>
            <a:off x="233712" y="282492"/>
            <a:ext cx="2137349" cy="904884"/>
          </a:xfrm>
          <a:prstGeom prst="rect">
            <a:avLst/>
          </a:prstGeom>
        </p:spPr>
      </p:pic>
    </p:spTree>
    <p:extLst>
      <p:ext uri="{BB962C8B-B14F-4D97-AF65-F5344CB8AC3E}">
        <p14:creationId xmlns:p14="http://schemas.microsoft.com/office/powerpoint/2010/main" val="41570727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52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378558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4" name="TextBox 3">
            <a:extLst>
              <a:ext uri="{FF2B5EF4-FFF2-40B4-BE49-F238E27FC236}">
                <a16:creationId xmlns:a16="http://schemas.microsoft.com/office/drawing/2014/main" id="{C36C57AD-8197-481C-AD61-995A6A42D2BA}"/>
              </a:ext>
            </a:extLst>
          </p:cNvPr>
          <p:cNvSpPr txBox="1"/>
          <p:nvPr userDrawn="1"/>
        </p:nvSpPr>
        <p:spPr>
          <a:xfrm>
            <a:off x="2092846" y="6610701"/>
            <a:ext cx="8367623" cy="192360"/>
          </a:xfrm>
          <a:prstGeom prst="rect">
            <a:avLst/>
          </a:prstGeom>
          <a:noFill/>
        </p:spPr>
        <p:txBody>
          <a:bodyPr wrap="square" lIns="0" tIns="0" rIns="0" bIns="0" rtlCol="0">
            <a:spAutoFit/>
          </a:bodyPr>
          <a:lstStyle/>
          <a:p>
            <a:pPr algn="ctr" fontAlgn="t">
              <a:lnSpc>
                <a:spcPts val="1500"/>
              </a:lnSpc>
              <a:buNone/>
            </a:pPr>
            <a:r>
              <a:rPr lang="en-US" sz="800" b="0" i="0">
                <a:effectLst/>
                <a:latin typeface="Segoe UI" panose="020B0502040204020203" pitchFamily="34" charset="0"/>
              </a:rPr>
              <a:t>Microsoft Confidential. This presentation is for discussion purposes only with the intended recipient and should not be shared or distributed externally without Microsoft’s prior approval.</a:t>
            </a:r>
          </a:p>
        </p:txBody>
      </p:sp>
    </p:spTree>
    <p:extLst>
      <p:ext uri="{BB962C8B-B14F-4D97-AF65-F5344CB8AC3E}">
        <p14:creationId xmlns:p14="http://schemas.microsoft.com/office/powerpoint/2010/main" val="25081648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1.jpe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blipFill dpi="0" rotWithShape="1">
          <a:blip r:embed="rId6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451" r:id="rId1"/>
    <p:sldLayoutId id="2147485541" r:id="rId2"/>
    <p:sldLayoutId id="2147485528" r:id="rId3"/>
    <p:sldLayoutId id="2147485452" r:id="rId4"/>
    <p:sldLayoutId id="2147485453" r:id="rId5"/>
    <p:sldLayoutId id="2147485454" r:id="rId6"/>
    <p:sldLayoutId id="2147485455" r:id="rId7"/>
    <p:sldLayoutId id="2147485456" r:id="rId8"/>
    <p:sldLayoutId id="2147485457" r:id="rId9"/>
    <p:sldLayoutId id="2147485458" r:id="rId10"/>
    <p:sldLayoutId id="2147485459" r:id="rId11"/>
    <p:sldLayoutId id="2147485460" r:id="rId12"/>
    <p:sldLayoutId id="2147485461" r:id="rId13"/>
    <p:sldLayoutId id="2147485462" r:id="rId14"/>
    <p:sldLayoutId id="2147485463" r:id="rId15"/>
    <p:sldLayoutId id="2147485516" r:id="rId16"/>
    <p:sldLayoutId id="2147485517" r:id="rId17"/>
    <p:sldLayoutId id="2147485464" r:id="rId18"/>
    <p:sldLayoutId id="2147485465" r:id="rId19"/>
    <p:sldLayoutId id="2147485466" r:id="rId20"/>
    <p:sldLayoutId id="2147485470" r:id="rId21"/>
    <p:sldLayoutId id="2147485471" r:id="rId22"/>
    <p:sldLayoutId id="2147485472" r:id="rId23"/>
    <p:sldLayoutId id="2147485473" r:id="rId24"/>
    <p:sldLayoutId id="2147485474" r:id="rId25"/>
    <p:sldLayoutId id="2147485475" r:id="rId26"/>
    <p:sldLayoutId id="2147485476" r:id="rId27"/>
    <p:sldLayoutId id="2147485477" r:id="rId28"/>
    <p:sldLayoutId id="2147485478" r:id="rId29"/>
    <p:sldLayoutId id="2147485479" r:id="rId30"/>
    <p:sldLayoutId id="2147485480" r:id="rId31"/>
    <p:sldLayoutId id="2147485481" r:id="rId32"/>
    <p:sldLayoutId id="2147485482" r:id="rId33"/>
    <p:sldLayoutId id="2147485483" r:id="rId34"/>
    <p:sldLayoutId id="2147485484" r:id="rId35"/>
    <p:sldLayoutId id="2147485485" r:id="rId36"/>
    <p:sldLayoutId id="2147485486" r:id="rId37"/>
    <p:sldLayoutId id="2147485487" r:id="rId38"/>
    <p:sldLayoutId id="2147485488" r:id="rId39"/>
    <p:sldLayoutId id="2147485490" r:id="rId40"/>
    <p:sldLayoutId id="2147485492" r:id="rId41"/>
    <p:sldLayoutId id="2147485524" r:id="rId42"/>
    <p:sldLayoutId id="2147485525" r:id="rId43"/>
    <p:sldLayoutId id="2147485526" r:id="rId44"/>
    <p:sldLayoutId id="2147485534" r:id="rId45"/>
    <p:sldLayoutId id="2147485529" r:id="rId46"/>
    <p:sldLayoutId id="2147485535" r:id="rId47"/>
    <p:sldLayoutId id="2147485530" r:id="rId48"/>
    <p:sldLayoutId id="2147485536" r:id="rId49"/>
    <p:sldLayoutId id="2147485531" r:id="rId50"/>
    <p:sldLayoutId id="2147485537" r:id="rId51"/>
    <p:sldLayoutId id="2147485532" r:id="rId52"/>
    <p:sldLayoutId id="2147485538" r:id="rId53"/>
    <p:sldLayoutId id="2147485533" r:id="rId54"/>
    <p:sldLayoutId id="2147485493" r:id="rId55"/>
    <p:sldLayoutId id="2147485611" r:id="rId56"/>
    <p:sldLayoutId id="2147485505" r:id="rId57"/>
    <p:sldLayoutId id="2147485609" r:id="rId58"/>
    <p:sldLayoutId id="2147485610" r:id="rId59"/>
    <p:sldLayoutId id="2147485519" r:id="rId60"/>
    <p:sldLayoutId id="2147485508" r:id="rId61"/>
    <p:sldLayoutId id="2147485527" r:id="rId62"/>
    <p:sldLayoutId id="2147485495" r:id="rId63"/>
    <p:sldLayoutId id="2147485496" r:id="rId64"/>
    <p:sldLayoutId id="2147485616" r:id="rId65"/>
    <p:sldLayoutId id="2147485628" r:id="rId66"/>
    <p:sldLayoutId id="2147485772" r:id="rId6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userDrawn="1">
          <p15:clr>
            <a:srgbClr val="C35EA4"/>
          </p15:clr>
        </p15:guide>
        <p15:guide id="17" pos="7320" userDrawn="1">
          <p15:clr>
            <a:srgbClr val="C35EA4"/>
          </p15:clr>
        </p15:guide>
        <p15:guide id="25" orient="horz" pos="369">
          <p15:clr>
            <a:srgbClr val="C35EA4"/>
          </p15:clr>
        </p15:guide>
        <p15:guide id="26" orient="horz" pos="3949">
          <p15:clr>
            <a:srgbClr val="C35EA4"/>
          </p15:clr>
        </p15:guide>
        <p15:guide id="28" pos="192" userDrawn="1">
          <p15:clr>
            <a:srgbClr val="A4A3A4"/>
          </p15:clr>
        </p15:guide>
        <p15:guide id="29" orient="horz" pos="4135">
          <p15:clr>
            <a:srgbClr val="A4A3A4"/>
          </p15:clr>
        </p15:guide>
        <p15:guide id="30" pos="7488" userDrawn="1">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partner-center/customers/purchase-azure-plan" TargetMode="External"/><Relationship Id="rId2" Type="http://schemas.openxmlformats.org/officeDocument/2006/relationships/hyperlink" Target="https://learn.microsoft.com/en-us/partner-center/customers/azure-plan-lp" TargetMode="External"/><Relationship Id="rId1" Type="http://schemas.openxmlformats.org/officeDocument/2006/relationships/slideLayout" Target="../slideLayouts/slideLayout66.xml"/><Relationship Id="rId6" Type="http://schemas.openxmlformats.org/officeDocument/2006/relationships/hyperlink" Target="https://aka.ms/CostManagementPitchDeck" TargetMode="External"/><Relationship Id="rId5" Type="http://schemas.openxmlformats.org/officeDocument/2006/relationships/hyperlink" Target="https://learn.microsoft.com/en-us/partner-center/customers/gdap-introduction#what-is-gdap-in-partner-center)." TargetMode="External"/><Relationship Id="rId4" Type="http://schemas.openxmlformats.org/officeDocument/2006/relationships/hyperlink" Target="https://learn.microsoft.com/en-us/partner-center/customers/azure-plan-manag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67.xml"/><Relationship Id="rId4" Type="http://schemas.openxmlformats.org/officeDocument/2006/relationships/image" Target="../media/image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hyperlink" Target="https://admin.microsoft.com/" TargetMode="External"/><Relationship Id="rId7" Type="http://schemas.openxmlformats.org/officeDocument/2006/relationships/image" Target="../media/image45.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1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hyperlink" Target="https://admin.microsoft.com/" TargetMode="External"/><Relationship Id="rId7" Type="http://schemas.openxmlformats.org/officeDocument/2006/relationships/image" Target="../media/image48.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6.png"/><Relationship Id="rId4" Type="http://schemas.openxmlformats.org/officeDocument/2006/relationships/image" Target="../media/image42.png"/><Relationship Id="rId9"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hyperlink" Target="https://admin.microsoft.com/" TargetMode="External"/><Relationship Id="rId7" Type="http://schemas.openxmlformats.org/officeDocument/2006/relationships/image" Target="../media/image50.png"/><Relationship Id="rId2"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7.png"/><Relationship Id="rId4" Type="http://schemas.openxmlformats.org/officeDocument/2006/relationships/image" Target="../media/image42.png"/><Relationship Id="rId9"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hyperlink" Target="https://aka.ms/CopilotCredits/Lear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CEC2-050B-F65A-7B79-A31C82303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E1032-454A-2205-92CC-07D7EE94F4BB}"/>
              </a:ext>
            </a:extLst>
          </p:cNvPr>
          <p:cNvSpPr>
            <a:spLocks noGrp="1"/>
          </p:cNvSpPr>
          <p:nvPr>
            <p:ph type="title"/>
          </p:nvPr>
        </p:nvSpPr>
        <p:spPr>
          <a:xfrm>
            <a:off x="584200" y="2702779"/>
            <a:ext cx="9144000" cy="830997"/>
          </a:xfrm>
        </p:spPr>
        <p:txBody>
          <a:bodyPr/>
          <a:lstStyle/>
          <a:p>
            <a:r>
              <a:rPr lang="en-US"/>
              <a:t>Cost Management</a:t>
            </a:r>
          </a:p>
        </p:txBody>
      </p:sp>
      <p:sp>
        <p:nvSpPr>
          <p:cNvPr id="3" name="Text Placeholder 2">
            <a:extLst>
              <a:ext uri="{FF2B5EF4-FFF2-40B4-BE49-F238E27FC236}">
                <a16:creationId xmlns:a16="http://schemas.microsoft.com/office/drawing/2014/main" id="{1A606518-F5B4-96EC-1EBD-AF5A654F1AD1}"/>
              </a:ext>
            </a:extLst>
          </p:cNvPr>
          <p:cNvSpPr>
            <a:spLocks noGrp="1"/>
          </p:cNvSpPr>
          <p:nvPr>
            <p:ph type="body" sz="quarter" idx="12"/>
          </p:nvPr>
        </p:nvSpPr>
        <p:spPr>
          <a:xfrm>
            <a:off x="584200" y="3962400"/>
            <a:ext cx="9144000" cy="246221"/>
          </a:xfrm>
        </p:spPr>
        <p:txBody>
          <a:bodyPr/>
          <a:lstStyle/>
          <a:p>
            <a:r>
              <a:rPr lang="en-US"/>
              <a:t>Admin Pitch Deck – L200</a:t>
            </a:r>
          </a:p>
        </p:txBody>
      </p:sp>
    </p:spTree>
    <p:extLst>
      <p:ext uri="{BB962C8B-B14F-4D97-AF65-F5344CB8AC3E}">
        <p14:creationId xmlns:p14="http://schemas.microsoft.com/office/powerpoint/2010/main" val="2567651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3C6A4-855A-3522-AB5B-1FFF6F7598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31A445F-04AF-983C-7410-F9D430D2F846}"/>
              </a:ext>
            </a:extLst>
          </p:cNvPr>
          <p:cNvSpPr/>
          <p:nvPr/>
        </p:nvSpPr>
        <p:spPr bwMode="auto">
          <a:xfrm>
            <a:off x="0" y="0"/>
            <a:ext cx="3540751"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GB" sz="2000">
              <a:solidFill>
                <a:schemeClr val="bg1"/>
              </a:solidFill>
              <a:ea typeface="Segoe UI" pitchFamily="34" charset="0"/>
              <a:cs typeface="Segoe UI" pitchFamily="34" charset="0"/>
            </a:endParaRPr>
          </a:p>
        </p:txBody>
      </p:sp>
      <p:sp>
        <p:nvSpPr>
          <p:cNvPr id="5" name="Title 5">
            <a:extLst>
              <a:ext uri="{FF2B5EF4-FFF2-40B4-BE49-F238E27FC236}">
                <a16:creationId xmlns:a16="http://schemas.microsoft.com/office/drawing/2014/main" id="{03A26DC5-886C-408D-4936-C6B547633417}"/>
              </a:ext>
            </a:extLst>
          </p:cNvPr>
          <p:cNvSpPr>
            <a:spLocks noGrp="1"/>
          </p:cNvSpPr>
          <p:nvPr>
            <p:ph type="title"/>
          </p:nvPr>
        </p:nvSpPr>
        <p:spPr>
          <a:xfrm>
            <a:off x="571500" y="3090446"/>
            <a:ext cx="2621643" cy="677108"/>
          </a:xfrm>
        </p:spPr>
        <p:txBody>
          <a:bodyPr/>
          <a:lstStyle/>
          <a:p>
            <a:r>
              <a:rPr lang="en-US" sz="4400"/>
              <a:t>Agenda</a:t>
            </a:r>
          </a:p>
        </p:txBody>
      </p:sp>
      <p:sp>
        <p:nvSpPr>
          <p:cNvPr id="7" name="Rectangle: Rounded Corners 6">
            <a:extLst>
              <a:ext uri="{FF2B5EF4-FFF2-40B4-BE49-F238E27FC236}">
                <a16:creationId xmlns:a16="http://schemas.microsoft.com/office/drawing/2014/main" id="{E9DDF385-D74D-06BE-FD5C-00D20093AD6E}"/>
              </a:ext>
            </a:extLst>
          </p:cNvPr>
          <p:cNvSpPr>
            <a:spLocks/>
          </p:cNvSpPr>
          <p:nvPr/>
        </p:nvSpPr>
        <p:spPr bwMode="auto">
          <a:xfrm flipH="1">
            <a:off x="4185894" y="585736"/>
            <a:ext cx="7508245" cy="5686528"/>
          </a:xfrm>
          <a:prstGeom prst="roundRect">
            <a:avLst>
              <a:gd name="adj" fmla="val 2597"/>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defTabSz="932472" fontAlgn="base">
              <a:spcBef>
                <a:spcPct val="0"/>
              </a:spcBef>
              <a:spcAft>
                <a:spcPct val="0"/>
              </a:spcAft>
            </a:pPr>
            <a:endParaRPr lang="en-US" sz="2400">
              <a:solidFill>
                <a:srgbClr val="000000"/>
              </a:solidFill>
              <a:latin typeface="Segoe Sans Display"/>
            </a:endParaRPr>
          </a:p>
        </p:txBody>
      </p:sp>
      <p:sp>
        <p:nvSpPr>
          <p:cNvPr id="8" name="Rectangle 7">
            <a:extLst>
              <a:ext uri="{FF2B5EF4-FFF2-40B4-BE49-F238E27FC236}">
                <a16:creationId xmlns:a16="http://schemas.microsoft.com/office/drawing/2014/main" id="{49F13B7F-DAD6-27F6-00A2-42EEC90A3946}"/>
              </a:ext>
            </a:extLst>
          </p:cNvPr>
          <p:cNvSpPr>
            <a:spLocks/>
          </p:cNvSpPr>
          <p:nvPr/>
        </p:nvSpPr>
        <p:spPr bwMode="auto">
          <a:xfrm>
            <a:off x="4397992" y="1274427"/>
            <a:ext cx="533401"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ct val="0"/>
              </a:spcAft>
            </a:pPr>
            <a:r>
              <a:rPr lang="en-IN" sz="2800">
                <a:solidFill>
                  <a:schemeClr val="accent2"/>
                </a:solidFill>
                <a:latin typeface="+mj-lt"/>
                <a:cs typeface="Segoe UI" pitchFamily="34" charset="0"/>
              </a:rPr>
              <a:t>1</a:t>
            </a:r>
            <a:endParaRPr lang="en-GB" sz="2800">
              <a:solidFill>
                <a:schemeClr val="accent2"/>
              </a:solidFill>
              <a:latin typeface="+mj-lt"/>
              <a:cs typeface="Segoe UI" pitchFamily="34" charset="0"/>
            </a:endParaRPr>
          </a:p>
        </p:txBody>
      </p:sp>
      <p:sp>
        <p:nvSpPr>
          <p:cNvPr id="9" name="Rectangle 8">
            <a:extLst>
              <a:ext uri="{FF2B5EF4-FFF2-40B4-BE49-F238E27FC236}">
                <a16:creationId xmlns:a16="http://schemas.microsoft.com/office/drawing/2014/main" id="{561A87BE-70F1-1CE4-5F91-BAC030023A7C}"/>
              </a:ext>
            </a:extLst>
          </p:cNvPr>
          <p:cNvSpPr>
            <a:spLocks/>
          </p:cNvSpPr>
          <p:nvPr/>
        </p:nvSpPr>
        <p:spPr bwMode="auto">
          <a:xfrm>
            <a:off x="5026643" y="1335982"/>
            <a:ext cx="6455385"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32472" fontAlgn="base">
              <a:spcBef>
                <a:spcPct val="0"/>
              </a:spcBef>
              <a:spcAft>
                <a:spcPct val="0"/>
              </a:spcAft>
            </a:pPr>
            <a:r>
              <a:rPr lang="en-US" sz="2000">
                <a:solidFill>
                  <a:schemeClr val="tx1"/>
                </a:solidFill>
                <a:cs typeface="Segoe UI" pitchFamily="34" charset="0"/>
              </a:rPr>
              <a:t>Overview</a:t>
            </a:r>
          </a:p>
        </p:txBody>
      </p:sp>
      <p:sp>
        <p:nvSpPr>
          <p:cNvPr id="10" name="Rectangle 9">
            <a:extLst>
              <a:ext uri="{FF2B5EF4-FFF2-40B4-BE49-F238E27FC236}">
                <a16:creationId xmlns:a16="http://schemas.microsoft.com/office/drawing/2014/main" id="{BA183108-35C2-1EEE-39DD-B2CD631CA6E8}"/>
              </a:ext>
            </a:extLst>
          </p:cNvPr>
          <p:cNvSpPr>
            <a:spLocks/>
          </p:cNvSpPr>
          <p:nvPr/>
        </p:nvSpPr>
        <p:spPr bwMode="auto">
          <a:xfrm>
            <a:off x="4422931" y="4026167"/>
            <a:ext cx="533401"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ct val="0"/>
              </a:spcAft>
            </a:pPr>
            <a:r>
              <a:rPr lang="en-IN" sz="2800">
                <a:solidFill>
                  <a:schemeClr val="accent2"/>
                </a:solidFill>
                <a:latin typeface="+mj-lt"/>
                <a:cs typeface="Segoe UI" pitchFamily="34" charset="0"/>
              </a:rPr>
              <a:t>3</a:t>
            </a:r>
            <a:endParaRPr lang="en-GB" sz="2800">
              <a:solidFill>
                <a:schemeClr val="accent2"/>
              </a:solidFill>
              <a:latin typeface="+mj-lt"/>
              <a:cs typeface="Segoe UI" pitchFamily="34" charset="0"/>
            </a:endParaRPr>
          </a:p>
        </p:txBody>
      </p:sp>
      <p:sp>
        <p:nvSpPr>
          <p:cNvPr id="12" name="Rectangle 11">
            <a:extLst>
              <a:ext uri="{FF2B5EF4-FFF2-40B4-BE49-F238E27FC236}">
                <a16:creationId xmlns:a16="http://schemas.microsoft.com/office/drawing/2014/main" id="{535064E6-E340-FBA9-C03B-A99FEB0CA0A6}"/>
              </a:ext>
            </a:extLst>
          </p:cNvPr>
          <p:cNvSpPr>
            <a:spLocks/>
          </p:cNvSpPr>
          <p:nvPr/>
        </p:nvSpPr>
        <p:spPr bwMode="auto">
          <a:xfrm>
            <a:off x="5093147" y="4221150"/>
            <a:ext cx="6455385" cy="112261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32472" fontAlgn="base">
              <a:spcBef>
                <a:spcPct val="0"/>
              </a:spcBef>
              <a:spcAft>
                <a:spcPct val="0"/>
              </a:spcAft>
            </a:pPr>
            <a:r>
              <a:rPr lang="en-US" sz="2000">
                <a:solidFill>
                  <a:schemeClr val="tx1"/>
                </a:solidFill>
                <a:cs typeface="Segoe UI"/>
              </a:rPr>
              <a:t>Feature walkthrough</a:t>
            </a:r>
            <a:endParaRPr lang="en-US">
              <a:solidFill>
                <a:schemeClr val="tx1"/>
              </a:solidFill>
            </a:endParaRPr>
          </a:p>
          <a:p>
            <a:pPr marL="800100" lvl="1" indent="-342900" defTabSz="932472" fontAlgn="base">
              <a:spcBef>
                <a:spcPct val="0"/>
              </a:spcBef>
              <a:spcAft>
                <a:spcPct val="0"/>
              </a:spcAft>
              <a:buFont typeface="Arial" panose="020B0604020202020204" pitchFamily="34" charset="0"/>
              <a:buChar char="•"/>
            </a:pPr>
            <a:r>
              <a:rPr lang="en-US" sz="1750">
                <a:solidFill>
                  <a:schemeClr val="tx1"/>
                </a:solidFill>
                <a:cs typeface="Segoe UI"/>
              </a:rPr>
              <a:t>Activate – set default policy</a:t>
            </a:r>
          </a:p>
          <a:p>
            <a:pPr marL="800100" lvl="1" indent="-342900" defTabSz="932472" fontAlgn="base">
              <a:spcBef>
                <a:spcPct val="0"/>
              </a:spcBef>
              <a:spcAft>
                <a:spcPct val="0"/>
              </a:spcAft>
              <a:buFont typeface="Arial" panose="020B0604020202020204" pitchFamily="34" charset="0"/>
              <a:buChar char="•"/>
            </a:pPr>
            <a:r>
              <a:rPr lang="en-US" sz="1750">
                <a:solidFill>
                  <a:schemeClr val="tx1"/>
                </a:solidFill>
                <a:cs typeface="Segoe UI"/>
              </a:rPr>
              <a:t>Configure – add spending policies</a:t>
            </a:r>
          </a:p>
          <a:p>
            <a:pPr marL="800100" lvl="1" indent="-342900" defTabSz="932472" fontAlgn="base">
              <a:spcBef>
                <a:spcPct val="0"/>
              </a:spcBef>
              <a:spcAft>
                <a:spcPct val="0"/>
              </a:spcAft>
              <a:buFont typeface="Arial" panose="020B0604020202020204" pitchFamily="34" charset="0"/>
              <a:buChar char="•"/>
            </a:pPr>
            <a:r>
              <a:rPr lang="en-US" sz="1750">
                <a:solidFill>
                  <a:schemeClr val="tx1"/>
                </a:solidFill>
                <a:cs typeface="Segoe UI"/>
              </a:rPr>
              <a:t>Reporting – overview and consumption</a:t>
            </a:r>
            <a:endParaRPr lang="en-US" sz="1750">
              <a:solidFill>
                <a:schemeClr val="tx1"/>
              </a:solidFill>
              <a:cs typeface="Segoe UI" pitchFamily="34" charset="0"/>
            </a:endParaRPr>
          </a:p>
        </p:txBody>
      </p:sp>
      <p:sp>
        <p:nvSpPr>
          <p:cNvPr id="13" name="Rectangle 12">
            <a:extLst>
              <a:ext uri="{FF2B5EF4-FFF2-40B4-BE49-F238E27FC236}">
                <a16:creationId xmlns:a16="http://schemas.microsoft.com/office/drawing/2014/main" id="{4F20F11F-3E71-47BA-E4D1-BE9E83E8FBB5}"/>
              </a:ext>
            </a:extLst>
          </p:cNvPr>
          <p:cNvSpPr>
            <a:spLocks/>
          </p:cNvSpPr>
          <p:nvPr/>
        </p:nvSpPr>
        <p:spPr bwMode="auto">
          <a:xfrm>
            <a:off x="4422931" y="2626802"/>
            <a:ext cx="533401" cy="430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ct val="0"/>
              </a:spcAft>
            </a:pPr>
            <a:r>
              <a:rPr lang="en-IN" sz="2800">
                <a:solidFill>
                  <a:schemeClr val="accent2"/>
                </a:solidFill>
                <a:latin typeface="+mj-lt"/>
                <a:cs typeface="Segoe UI" pitchFamily="34" charset="0"/>
              </a:rPr>
              <a:t>2</a:t>
            </a:r>
            <a:endParaRPr lang="en-GB" sz="2800">
              <a:solidFill>
                <a:schemeClr val="accent2"/>
              </a:solidFill>
              <a:latin typeface="+mj-lt"/>
              <a:cs typeface="Segoe UI" pitchFamily="34" charset="0"/>
            </a:endParaRPr>
          </a:p>
        </p:txBody>
      </p:sp>
      <p:cxnSp>
        <p:nvCxnSpPr>
          <p:cNvPr id="14" name="Straight Connector 13">
            <a:extLst>
              <a:ext uri="{FF2B5EF4-FFF2-40B4-BE49-F238E27FC236}">
                <a16:creationId xmlns:a16="http://schemas.microsoft.com/office/drawing/2014/main" id="{677DE173-471F-545D-A4B6-F83AD6152400}"/>
              </a:ext>
            </a:extLst>
          </p:cNvPr>
          <p:cNvCxnSpPr>
            <a:cxnSpLocks/>
          </p:cNvCxnSpPr>
          <p:nvPr/>
        </p:nvCxnSpPr>
        <p:spPr>
          <a:xfrm>
            <a:off x="5093148" y="3535610"/>
            <a:ext cx="645538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2BC60B6-3EDF-19B6-EB38-4D2B36A0AC00}"/>
              </a:ext>
            </a:extLst>
          </p:cNvPr>
          <p:cNvCxnSpPr>
            <a:cxnSpLocks/>
          </p:cNvCxnSpPr>
          <p:nvPr/>
        </p:nvCxnSpPr>
        <p:spPr>
          <a:xfrm>
            <a:off x="5068201" y="2148881"/>
            <a:ext cx="6455385"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A6B517B-56F9-0852-D36E-6D5682F76403}"/>
              </a:ext>
            </a:extLst>
          </p:cNvPr>
          <p:cNvSpPr>
            <a:spLocks/>
          </p:cNvSpPr>
          <p:nvPr/>
        </p:nvSpPr>
        <p:spPr bwMode="auto">
          <a:xfrm>
            <a:off x="5052059" y="2697756"/>
            <a:ext cx="6455385"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932472" fontAlgn="base">
              <a:spcBef>
                <a:spcPct val="0"/>
              </a:spcBef>
              <a:spcAft>
                <a:spcPct val="0"/>
              </a:spcAft>
            </a:pPr>
            <a:r>
              <a:rPr lang="en-US" sz="2000">
                <a:solidFill>
                  <a:schemeClr val="tx1"/>
                </a:solidFill>
                <a:cs typeface="Segoe UI"/>
              </a:rPr>
              <a:t>Scenarios </a:t>
            </a:r>
            <a:endParaRPr lang="en-US">
              <a:solidFill>
                <a:schemeClr val="tx1"/>
              </a:solidFill>
              <a:cs typeface="Segoe UI"/>
            </a:endParaRPr>
          </a:p>
        </p:txBody>
      </p:sp>
      <p:cxnSp>
        <p:nvCxnSpPr>
          <p:cNvPr id="20" name="Straight Connector 19">
            <a:extLst>
              <a:ext uri="{FF2B5EF4-FFF2-40B4-BE49-F238E27FC236}">
                <a16:creationId xmlns:a16="http://schemas.microsoft.com/office/drawing/2014/main" id="{9BDC6980-A94E-6E21-109D-672C710A7BB6}"/>
              </a:ext>
              <a:ext uri="{C183D7F6-B498-43B3-948B-1728B52AA6E4}">
                <adec:decorative xmlns:adec="http://schemas.microsoft.com/office/drawing/2017/decorative" val="1"/>
              </a:ext>
            </a:extLst>
          </p:cNvPr>
          <p:cNvCxnSpPr>
            <a:cxnSpLocks/>
          </p:cNvCxnSpPr>
          <p:nvPr/>
        </p:nvCxnSpPr>
        <p:spPr>
          <a:xfrm>
            <a:off x="3540751" y="0"/>
            <a:ext cx="0" cy="6858000"/>
          </a:xfrm>
          <a:prstGeom prst="line">
            <a:avLst/>
          </a:prstGeom>
          <a:ln w="76200">
            <a:gradFill flip="none" rotWithShape="1">
              <a:gsLst>
                <a:gs pos="10000">
                  <a:srgbClr val="323139"/>
                </a:gs>
                <a:gs pos="80000">
                  <a:srgbClr val="0097F4"/>
                </a:gs>
                <a:gs pos="70000">
                  <a:srgbClr val="00B291"/>
                </a:gs>
                <a:gs pos="60000">
                  <a:srgbClr val="9BC72A"/>
                </a:gs>
                <a:gs pos="50000">
                  <a:srgbClr val="FFCE20"/>
                </a:gs>
                <a:gs pos="40000">
                  <a:srgbClr val="FFA200"/>
                </a:gs>
                <a:gs pos="30000">
                  <a:srgbClr val="FF32A3"/>
                </a:gs>
                <a:gs pos="20000">
                  <a:srgbClr val="CB85FF"/>
                </a:gs>
                <a:gs pos="90000">
                  <a:srgbClr val="323139"/>
                </a:gs>
              </a:gsLst>
              <a:lin ang="54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137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A15B13-12B7-53CA-C104-1C59C6A40DF3}"/>
              </a:ext>
            </a:extLst>
          </p:cNvPr>
          <p:cNvSpPr txBox="1">
            <a:spLocks/>
          </p:cNvSpPr>
          <p:nvPr/>
        </p:nvSpPr>
        <p:spPr>
          <a:xfrm>
            <a:off x="469899" y="457200"/>
            <a:ext cx="11122025" cy="553998"/>
          </a:xfrm>
          <a:prstGeom prst="rect">
            <a:avLst/>
          </a:prstGeom>
        </p:spPr>
        <p:txBody>
          <a:bodyPr>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323139"/>
                </a:solidFill>
                <a:effectLst/>
                <a:uLnTx/>
                <a:uFillTx/>
                <a:latin typeface="Segoe Sans Display Semibold"/>
                <a:ea typeface="+mn-ea"/>
                <a:cs typeface="Segoe Sans Display" pitchFamily="2" charset="0"/>
              </a:rPr>
              <a:t>Partner instructions to enable customers for </a:t>
            </a:r>
            <a:r>
              <a:rPr kumimoji="0" lang="en-US" sz="3200" b="0" i="0" u="none" strike="noStrike" kern="1200" cap="none" spc="0" normalizeH="0" baseline="0" noProof="0" err="1">
                <a:ln>
                  <a:noFill/>
                </a:ln>
                <a:solidFill>
                  <a:srgbClr val="323139"/>
                </a:solidFill>
                <a:effectLst/>
                <a:uLnTx/>
                <a:uFillTx/>
                <a:latin typeface="Segoe Sans Display Semibold"/>
                <a:ea typeface="+mn-ea"/>
                <a:cs typeface="Segoe Sans Display" pitchFamily="2" charset="0"/>
              </a:rPr>
              <a:t>Cowork</a:t>
            </a:r>
            <a:r>
              <a:rPr kumimoji="0" lang="en-US" sz="3200" b="0" i="0" u="none" strike="noStrike" kern="1200" cap="none" spc="0" normalizeH="0" baseline="0" noProof="0">
                <a:ln>
                  <a:noFill/>
                </a:ln>
                <a:solidFill>
                  <a:srgbClr val="323139"/>
                </a:solidFill>
                <a:effectLst/>
                <a:uLnTx/>
                <a:uFillTx/>
                <a:latin typeface="Segoe Sans Display Semibold"/>
                <a:ea typeface="+mn-ea"/>
                <a:cs typeface="Segoe Sans Display" pitchFamily="2" charset="0"/>
              </a:rPr>
              <a:t> usage</a:t>
            </a:r>
          </a:p>
        </p:txBody>
      </p:sp>
      <p:sp>
        <p:nvSpPr>
          <p:cNvPr id="4" name="TextBox 3">
            <a:extLst>
              <a:ext uri="{FF2B5EF4-FFF2-40B4-BE49-F238E27FC236}">
                <a16:creationId xmlns:a16="http://schemas.microsoft.com/office/drawing/2014/main" id="{1101D33A-3B57-B6DA-596C-521B89F0D911}"/>
              </a:ext>
            </a:extLst>
          </p:cNvPr>
          <p:cNvSpPr txBox="1"/>
          <p:nvPr/>
        </p:nvSpPr>
        <p:spPr>
          <a:xfrm>
            <a:off x="554642" y="1530575"/>
            <a:ext cx="6121366" cy="4262705"/>
          </a:xfrm>
          <a:prstGeom prst="rect">
            <a:avLst/>
          </a:prstGeom>
          <a:noFill/>
        </p:spPr>
        <p:txBody>
          <a:bodyPr wrap="square" lIns="0" tIns="0" rIns="0" bIns="0" rtlCol="0">
            <a:spAutoFit/>
          </a:bodyPr>
          <a:lstStyle/>
          <a:p>
            <a:pPr marL="0" marR="0" lvl="0" indent="0" algn="l" defTabSz="914367" rtl="0" eaLnBrk="1" fontAlgn="t"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Who this applies to:</a:t>
            </a:r>
          </a:p>
          <a:p>
            <a:pPr marL="342900" marR="0" lvl="0" indent="-342900" algn="l" defTabSz="914367" rtl="0" eaLnBrk="1" fontAlgn="t" latinLnBrk="0" hangingPunct="1">
              <a:lnSpc>
                <a:spcPct val="100000"/>
              </a:lnSpc>
              <a:spcBef>
                <a:spcPts val="600"/>
              </a:spcBef>
              <a:spcAft>
                <a:spcPts val="0"/>
              </a:spcAft>
              <a:buClrTx/>
              <a:buSzTx/>
              <a:buFontTx/>
              <a:buAutoNum type="arabi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CSP/MSP partners</a:t>
            </a:r>
          </a:p>
          <a:p>
            <a:pPr marL="342900" marR="0" lvl="0" indent="-342900" algn="l" defTabSz="914367" rtl="0" eaLnBrk="1" fontAlgn="t" latinLnBrk="0" hangingPunct="1">
              <a:lnSpc>
                <a:spcPct val="100000"/>
              </a:lnSpc>
              <a:spcBef>
                <a:spcPts val="600"/>
              </a:spcBef>
              <a:spcAft>
                <a:spcPts val="0"/>
              </a:spcAft>
              <a:buClrTx/>
              <a:buSzTx/>
              <a:buFontTx/>
              <a:buAutoNum type="arabi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Other partners with a management relationship on behalf of their customers</a:t>
            </a:r>
            <a:endParaRPr kumimoji="0" lang="en-US" sz="1200" b="1"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endParaRPr>
          </a:p>
          <a:p>
            <a:pPr marL="0" marR="0" lvl="0" indent="0" algn="l" defTabSz="914367" rtl="0" eaLnBrk="1" fontAlgn="t" latinLnBrk="0" hangingPunct="1">
              <a:lnSpc>
                <a:spcPct val="100000"/>
              </a:lnSpc>
              <a:spcBef>
                <a:spcPts val="2400"/>
              </a:spcBef>
              <a:spcAft>
                <a:spcPts val="0"/>
              </a:spcAft>
              <a:buClrTx/>
              <a:buSzTx/>
              <a:buFontTx/>
              <a:buNone/>
              <a:tabLst/>
              <a:defRPr/>
            </a:pPr>
            <a:r>
              <a:rPr kumimoji="0" lang="en-US" sz="1200" b="1"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Step 1: Ensure an Azure subscription is setup for your customer and linked to your Partner billing account</a:t>
            </a:r>
            <a:endPar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endParaRPr>
          </a:p>
          <a:p>
            <a:pPr marL="365760" marR="0" lvl="0" indent="-342900" algn="l" defTabSz="914367" rtl="0" eaLnBrk="1" fontAlgn="t" latinLnBrk="0" hangingPunct="1">
              <a:lnSpc>
                <a:spcPct val="100000"/>
              </a:lnSpc>
              <a:spcBef>
                <a:spcPts val="600"/>
              </a:spcBef>
              <a:spcAft>
                <a:spcPts val="0"/>
              </a:spcAft>
              <a:buClrTx/>
              <a:buSzTx/>
              <a:buFont typeface="+mj-lt"/>
              <a:buAutoNum type="alphaL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If customer has an existing Azure subscription, ensure it associated with your Partner billing account</a:t>
            </a:r>
          </a:p>
          <a:p>
            <a:pPr marL="365760" marR="0" lvl="0" indent="-342900" algn="l" defTabSz="914367" rtl="0" eaLnBrk="1" fontAlgn="t" latinLnBrk="0" hangingPunct="1">
              <a:lnSpc>
                <a:spcPct val="100000"/>
              </a:lnSpc>
              <a:spcBef>
                <a:spcPts val="600"/>
              </a:spcBef>
              <a:spcAft>
                <a:spcPts val="0"/>
              </a:spcAft>
              <a:buClrTx/>
              <a:buSzTx/>
              <a:buFont typeface="+mj-lt"/>
              <a:buAutoNum type="alphaL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If customer does not have an Azure subscription or it is not associated with your Partner billing account, create a new Azure subscription using the </a:t>
            </a:r>
            <a:r>
              <a:rPr kumimoji="0" lang="en-US" sz="1200" b="1"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Azure Portal or Partner Center</a:t>
            </a:r>
          </a:p>
          <a:p>
            <a:pPr marL="0" marR="0" lvl="0" indent="0" algn="l" defTabSz="914367" rtl="0" eaLnBrk="1" fontAlgn="t" latinLnBrk="0" hangingPunct="1">
              <a:lnSpc>
                <a:spcPct val="100000"/>
              </a:lnSpc>
              <a:spcBef>
                <a:spcPts val="2400"/>
              </a:spcBef>
              <a:spcAft>
                <a:spcPts val="0"/>
              </a:spcAft>
              <a:buClrTx/>
              <a:buSzTx/>
              <a:buFontTx/>
              <a:buNone/>
              <a:tabLst/>
              <a:defRPr/>
            </a:pPr>
            <a:r>
              <a:rPr kumimoji="0" lang="en-US" sz="1200" b="1"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Step 2: Configure usage-based billing in Microsoft 365 Admin Center (MAC)</a:t>
            </a:r>
            <a:endPar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endParaRPr>
          </a:p>
          <a:p>
            <a:pPr marL="0" marR="0" lvl="1" indent="-457200" algn="l" defTabSz="914367" rtl="0" eaLnBrk="1" fontAlgn="auto" latinLnBrk="0" hangingPunct="1">
              <a:lnSpc>
                <a:spcPct val="100000"/>
              </a:lnSpc>
              <a:spcBef>
                <a:spcPts val="600"/>
              </a:spcBef>
              <a:spcAft>
                <a:spcPts val="0"/>
              </a:spcAft>
              <a:buClrTx/>
              <a:buSzTx/>
              <a:buFont typeface="+mj-lt"/>
              <a:buAutoNum type="alphaL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Connect the Azure subscription associated with your billing account</a:t>
            </a:r>
          </a:p>
          <a:p>
            <a:pPr marL="0" marR="0" lvl="1" indent="-457200" algn="l" defTabSz="914367" rtl="0" eaLnBrk="1" fontAlgn="auto" latinLnBrk="0" hangingPunct="1">
              <a:lnSpc>
                <a:spcPct val="100000"/>
              </a:lnSpc>
              <a:spcBef>
                <a:spcPts val="600"/>
              </a:spcBef>
              <a:spcAft>
                <a:spcPts val="0"/>
              </a:spcAft>
              <a:buClrTx/>
              <a:buSzTx/>
              <a:buFont typeface="+mj-lt"/>
              <a:buAutoNum type="alphaL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Configure user access controls, spending limits, and alerts</a:t>
            </a:r>
          </a:p>
          <a:p>
            <a:pPr marL="0" marR="0" lvl="1" indent="-457200" algn="l" defTabSz="914367" rtl="0" eaLnBrk="1" fontAlgn="auto" latinLnBrk="0" hangingPunct="1">
              <a:lnSpc>
                <a:spcPct val="100000"/>
              </a:lnSpc>
              <a:spcBef>
                <a:spcPts val="600"/>
              </a:spcBef>
              <a:spcAft>
                <a:spcPts val="0"/>
              </a:spcAft>
              <a:buClrTx/>
              <a:buSzTx/>
              <a:buFont typeface="+mj-lt"/>
              <a:buAutoNum type="alphaL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Ensure setting is turned on that allows users to discover &amp; use usage-based services </a:t>
            </a:r>
          </a:p>
          <a:p>
            <a:pPr marL="0" marR="0" lvl="1" indent="0" algn="l" defTabSz="914367" rtl="0" eaLnBrk="1" fontAlgn="auto" latinLnBrk="0" hangingPunct="1">
              <a:lnSpc>
                <a:spcPct val="100000"/>
              </a:lnSpc>
              <a:spcBef>
                <a:spcPts val="600"/>
              </a:spcBef>
              <a:spcAft>
                <a:spcPts val="0"/>
              </a:spcAft>
              <a:buClrTx/>
              <a:buSzTx/>
              <a:buFontTx/>
              <a:buNone/>
              <a:tabLst/>
              <a:defRPr/>
            </a:pPr>
            <a:endParaRPr kumimoji="0" lang="en-US" sz="1200" b="1"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endParaRPr>
          </a:p>
          <a:p>
            <a:pPr marL="0" marR="0" lvl="1" indent="0" algn="l" defTabSz="914367"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Note</a:t>
            </a: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 AOBO</a:t>
            </a:r>
            <a:r>
              <a:rPr kumimoji="0" lang="en-US" sz="1200" b="0" i="0" u="none" strike="noStrike" kern="1200" cap="none" spc="0" normalizeH="0" baseline="30000" noProof="0">
                <a:ln>
                  <a:noFill/>
                </a:ln>
                <a:solidFill>
                  <a:srgbClr val="323139"/>
                </a:solidFill>
                <a:effectLst/>
                <a:uLnTx/>
                <a:uFillTx/>
                <a:latin typeface="Segoe UI" panose="020B0502040204020203" pitchFamily="34" charset="0"/>
                <a:ea typeface="+mn-ea"/>
                <a:cs typeface="Segoe UI" panose="020B0502040204020203" pitchFamily="34" charset="0"/>
              </a:rPr>
              <a:t>1</a:t>
            </a: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 (w/ GDAP</a:t>
            </a:r>
            <a:r>
              <a:rPr kumimoji="0" lang="en-US" sz="1200" b="0" i="0" u="none" strike="noStrike" kern="1200" cap="none" spc="0" normalizeH="0" baseline="30000" noProof="0">
                <a:ln>
                  <a:noFill/>
                </a:ln>
                <a:solidFill>
                  <a:srgbClr val="323139"/>
                </a:solidFill>
                <a:effectLst/>
                <a:uLnTx/>
                <a:uFillTx/>
                <a:latin typeface="Segoe UI" panose="020B0502040204020203" pitchFamily="34" charset="0"/>
                <a:ea typeface="+mn-ea"/>
                <a:cs typeface="Segoe UI" panose="020B0502040204020203" pitchFamily="34" charset="0"/>
              </a:rPr>
              <a:t>2</a:t>
            </a: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 permissions) required to complete setup on behalf of customer</a:t>
            </a:r>
          </a:p>
        </p:txBody>
      </p:sp>
      <p:sp>
        <p:nvSpPr>
          <p:cNvPr id="5" name="TextBox 4">
            <a:extLst>
              <a:ext uri="{FF2B5EF4-FFF2-40B4-BE49-F238E27FC236}">
                <a16:creationId xmlns:a16="http://schemas.microsoft.com/office/drawing/2014/main" id="{7DC36AFD-C023-07B2-074F-5DB0BB8AE1AC}"/>
              </a:ext>
            </a:extLst>
          </p:cNvPr>
          <p:cNvSpPr txBox="1"/>
          <p:nvPr/>
        </p:nvSpPr>
        <p:spPr>
          <a:xfrm>
            <a:off x="554641" y="6308467"/>
            <a:ext cx="10662634" cy="184666"/>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Segoe UI Black" panose="020B0A02040204020203" pitchFamily="34" charset="0"/>
                <a:cs typeface="Segoe UI" panose="020B0502040204020203" pitchFamily="34" charset="0"/>
              </a:rPr>
              <a:t>1. AOBO = Admin on Behalf of; 2. GDAP = Granular Delegated Admin Permissions</a:t>
            </a:r>
          </a:p>
        </p:txBody>
      </p:sp>
      <p:sp>
        <p:nvSpPr>
          <p:cNvPr id="6" name="TextBox 5">
            <a:extLst>
              <a:ext uri="{FF2B5EF4-FFF2-40B4-BE49-F238E27FC236}">
                <a16:creationId xmlns:a16="http://schemas.microsoft.com/office/drawing/2014/main" id="{7CBEAC0F-DAC4-0ECA-A701-0F3ABCBC7A0B}"/>
              </a:ext>
            </a:extLst>
          </p:cNvPr>
          <p:cNvSpPr txBox="1"/>
          <p:nvPr/>
        </p:nvSpPr>
        <p:spPr>
          <a:xfrm>
            <a:off x="6889072" y="1530575"/>
            <a:ext cx="4979078" cy="4062651"/>
          </a:xfrm>
          <a:prstGeom prst="rect">
            <a:avLst/>
          </a:prstGeom>
          <a:noFill/>
        </p:spPr>
        <p:txBody>
          <a:bodyPr wrap="square" lIns="0" tIns="0" rIns="0" bIns="0" rtlCol="0">
            <a:spAutoFit/>
          </a:bodyPr>
          <a:lstStyle/>
          <a:p>
            <a:pPr marL="0" marR="0" lvl="0" indent="0" algn="l" defTabSz="914367" rtl="0" eaLnBrk="1" fontAlgn="t"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Learning resources:</a:t>
            </a:r>
            <a:br>
              <a:rPr kumimoji="0" lang="en-US" sz="1200" b="1"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br>
            <a:endParaRPr kumimoji="0" lang="en-US" sz="1200" b="1"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endParaRPr>
          </a:p>
          <a:p>
            <a:pPr marL="228600" marR="0" lvl="0" indent="-228600" algn="l" defTabSz="914367"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hlinkClick r:id="rId2"/>
              </a:rPr>
              <a:t>Azure Plan for CSP — Overview &amp; Hub</a:t>
            </a: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 </a:t>
            </a:r>
            <a:b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b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The central landing page for CSP partners to understand, purchase, and manage Azure at pay-as-you-go rates for customers under the Microsoft Customer Agreement</a:t>
            </a:r>
            <a:b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br>
            <a:endPar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endParaRPr>
          </a:p>
          <a:p>
            <a:pPr marL="228600" marR="0" lvl="0" indent="-228600" algn="l" defTabSz="914367"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hlinkClick r:id="rId3"/>
              </a:rPr>
              <a:t>Purchase the Azure Plan for Customers (Partner Center) </a:t>
            </a:r>
            <a:b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b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Step-by-step guide for CSP partners (User Management Admin / Sales Agent role) to add an Azure Plan to a customer's account in Partner Center after confirming Microsoft Customer Agreement acceptance</a:t>
            </a:r>
            <a:b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br>
            <a:endPar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endParaRPr>
          </a:p>
          <a:p>
            <a:pPr marL="228600" marR="0" lvl="0" indent="-228600" algn="l" defTabSz="914367"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hlinkClick r:id="rId4"/>
              </a:rPr>
              <a:t>Manage Subscriptions &amp; Resources Under the Azure Plan </a:t>
            </a:r>
            <a:b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b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Explains the RBAC options available to CSP partners — including Admin on Behalf of (AOBO) and Azure Lighthouse — to maintain operational control of a customer's Azure environment</a:t>
            </a:r>
          </a:p>
          <a:p>
            <a:pPr marL="228600" marR="0" lvl="0" indent="-228600" algn="l" defTabSz="914367"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endParaRPr>
          </a:p>
          <a:p>
            <a:pPr marL="228600" marR="0" lvl="0" indent="-228600" algn="l" defTabSz="914367"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hlinkClick r:id="rId5"/>
              </a:rPr>
              <a:t>GDAP Overview</a:t>
            </a: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 </a:t>
            </a:r>
            <a:b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b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Introduction to granular delegated admin privileges (GDAP)</a:t>
            </a:r>
          </a:p>
          <a:p>
            <a:pPr marL="228600" marR="0" lvl="0" indent="-228600" algn="l" defTabSz="914367" rtl="0" eaLnBrk="1" fontAlgn="auto" latinLnBrk="0" hangingPunct="1">
              <a:lnSpc>
                <a:spcPct val="100000"/>
              </a:lnSpc>
              <a:spcBef>
                <a:spcPts val="0"/>
              </a:spcBef>
              <a:spcAft>
                <a:spcPts val="0"/>
              </a:spcAft>
              <a:buClrTx/>
              <a:buSzTx/>
              <a:buFont typeface="+mj-lt"/>
              <a:buAutoNum type="arabicPeriod"/>
              <a:tabLst/>
              <a:defRPr/>
            </a:pPr>
            <a:endPar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endParaRPr>
          </a:p>
          <a:p>
            <a:pPr marL="228600" marR="0" lvl="0" indent="-228600" algn="l" defTabSz="914367" rtl="0" eaLnBrk="1" fontAlgn="auto" latinLnBrk="0" hangingPunct="1">
              <a:lnSpc>
                <a:spcPct val="10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hlinkClick r:id="rId6">
                  <a:extLst>
                    <a:ext uri="{A12FA001-AC4F-418D-AE19-62706E023703}">
                      <ahyp:hlinkClr xmlns:ahyp="http://schemas.microsoft.com/office/drawing/2018/hyperlinkcolor" val="tx"/>
                    </a:ext>
                  </a:extLst>
                </a:hlinkClick>
              </a:rPr>
              <a:t>Partner Cost Management Guidance</a:t>
            </a:r>
            <a:b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br>
            <a:r>
              <a:rPr kumimoji="0" lang="en-US" sz="1200" b="0" i="0" u="none" strike="noStrike" kern="1200" cap="none" spc="0" normalizeH="0" baseline="0" noProof="0">
                <a:ln>
                  <a:noFill/>
                </a:ln>
                <a:solidFill>
                  <a:srgbClr val="323139"/>
                </a:solidFill>
                <a:effectLst/>
                <a:uLnTx/>
                <a:uFillTx/>
                <a:latin typeface="Segoe UI" panose="020B0502040204020203" pitchFamily="34" charset="0"/>
                <a:ea typeface="+mn-ea"/>
                <a:cs typeface="Segoe UI" panose="020B0502040204020203" pitchFamily="34" charset="0"/>
              </a:rPr>
              <a:t>Overview of setup and cost management instructions </a:t>
            </a:r>
          </a:p>
        </p:txBody>
      </p:sp>
    </p:spTree>
    <p:extLst>
      <p:ext uri="{BB962C8B-B14F-4D97-AF65-F5344CB8AC3E}">
        <p14:creationId xmlns:p14="http://schemas.microsoft.com/office/powerpoint/2010/main" val="36211408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0"/>
                                  </p:stCondLst>
                                  <p:childTnLst>
                                    <p:animMotion origin="layout" path="M -2.08333E-7 1.85185E-6 L -2.08333E-7 0.03541 " pathEditMode="relative" rAng="0" ptsTypes="AA">
                                      <p:cBhvr>
                                        <p:cTn id="9" dur="700" spd="-100000" fill="hold"/>
                                        <p:tgtEl>
                                          <p:spTgt spid="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TextBox 238">
            <a:extLst>
              <a:ext uri="{FF2B5EF4-FFF2-40B4-BE49-F238E27FC236}">
                <a16:creationId xmlns:a16="http://schemas.microsoft.com/office/drawing/2014/main" id="{07CA1B16-C2B7-71B1-F153-FEB1EE548E1E}"/>
              </a:ext>
            </a:extLst>
          </p:cNvPr>
          <p:cNvSpPr txBox="1">
            <a:spLocks/>
          </p:cNvSpPr>
          <p:nvPr/>
        </p:nvSpPr>
        <p:spPr>
          <a:xfrm rot="10800000">
            <a:off x="7726680" y="2426782"/>
            <a:ext cx="3931920" cy="460942"/>
          </a:xfrm>
          <a:prstGeom prst="round2SameRect">
            <a:avLst>
              <a:gd name="adj1" fmla="val 0"/>
              <a:gd name="adj2" fmla="val 21469"/>
            </a:avLst>
          </a:prstGeom>
          <a:solidFill>
            <a:srgbClr val="0078D4"/>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w="3175">
                <a:noFill/>
              </a:ln>
              <a:solidFill>
                <a:srgbClr val="000000"/>
              </a:solidFill>
              <a:effectLst/>
              <a:uLnTx/>
              <a:uFillTx/>
              <a:latin typeface="Segoe Sans Display Semibold"/>
              <a:ea typeface="+mn-ea"/>
              <a:cs typeface="+mn-cs"/>
            </a:endParaRPr>
          </a:p>
        </p:txBody>
      </p:sp>
      <p:sp>
        <p:nvSpPr>
          <p:cNvPr id="232" name="TextBox 231">
            <a:extLst>
              <a:ext uri="{FF2B5EF4-FFF2-40B4-BE49-F238E27FC236}">
                <a16:creationId xmlns:a16="http://schemas.microsoft.com/office/drawing/2014/main" id="{2DEAC806-8240-1E4D-98D9-08BD99AE8814}"/>
              </a:ext>
            </a:extLst>
          </p:cNvPr>
          <p:cNvSpPr txBox="1">
            <a:spLocks/>
          </p:cNvSpPr>
          <p:nvPr/>
        </p:nvSpPr>
        <p:spPr>
          <a:xfrm rot="10800000">
            <a:off x="3703320" y="2430524"/>
            <a:ext cx="4004786" cy="460942"/>
          </a:xfrm>
          <a:prstGeom prst="round2SameRect">
            <a:avLst>
              <a:gd name="adj1" fmla="val 0"/>
              <a:gd name="adj2" fmla="val 21469"/>
            </a:avLst>
          </a:prstGeom>
          <a:solidFill>
            <a:srgbClr val="0078D4"/>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w="3175">
                <a:noFill/>
              </a:ln>
              <a:solidFill>
                <a:srgbClr val="000000"/>
              </a:solidFill>
              <a:effectLst/>
              <a:uLnTx/>
              <a:uFillTx/>
              <a:latin typeface="Segoe Sans Display Semibold"/>
              <a:ea typeface="+mn-ea"/>
              <a:cs typeface="+mn-cs"/>
            </a:endParaRPr>
          </a:p>
        </p:txBody>
      </p:sp>
      <p:sp>
        <p:nvSpPr>
          <p:cNvPr id="2" name="Title 1">
            <a:extLst>
              <a:ext uri="{FF2B5EF4-FFF2-40B4-BE49-F238E27FC236}">
                <a16:creationId xmlns:a16="http://schemas.microsoft.com/office/drawing/2014/main" id="{0DD310A0-DE6D-304A-85E8-834585128630}"/>
              </a:ext>
            </a:extLst>
          </p:cNvPr>
          <p:cNvSpPr>
            <a:spLocks noGrp="1"/>
          </p:cNvSpPr>
          <p:nvPr>
            <p:ph type="title"/>
          </p:nvPr>
        </p:nvSpPr>
        <p:spPr>
          <a:xfrm>
            <a:off x="588263" y="457200"/>
            <a:ext cx="11018520" cy="492443"/>
          </a:xfrm>
        </p:spPr>
        <p:txBody>
          <a:bodyPr/>
          <a:lstStyle/>
          <a:p>
            <a:r>
              <a:rPr lang="en-US" sz="3200"/>
              <a:t>Flat licensing falls short for power users and complex agents</a:t>
            </a:r>
          </a:p>
        </p:txBody>
      </p:sp>
      <p:sp>
        <p:nvSpPr>
          <p:cNvPr id="6" name="Text Placeholder 2">
            <a:extLst>
              <a:ext uri="{FF2B5EF4-FFF2-40B4-BE49-F238E27FC236}">
                <a16:creationId xmlns:a16="http://schemas.microsoft.com/office/drawing/2014/main" id="{FE601E03-5B8E-34AA-E294-76F04B3921F9}"/>
              </a:ext>
            </a:extLst>
          </p:cNvPr>
          <p:cNvSpPr txBox="1">
            <a:spLocks/>
          </p:cNvSpPr>
          <p:nvPr/>
        </p:nvSpPr>
        <p:spPr>
          <a:xfrm>
            <a:off x="521638" y="980420"/>
            <a:ext cx="11082098" cy="332879"/>
          </a:xfrm>
          <a:prstGeom prst="rect">
            <a:avLst/>
          </a:prstGeom>
        </p:spPr>
        <p:txBody>
          <a:bodyPr lIns="91440" tIns="45720" rIns="91440" bIns="45720" anchor="t"/>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a:cs typeface="Segoe Sans Display"/>
              </a:rPr>
              <a:t>Usage based billing helps costs become predictable and smooths out usage spikes</a:t>
            </a:r>
          </a:p>
        </p:txBody>
      </p:sp>
      <p:sp>
        <p:nvSpPr>
          <p:cNvPr id="122" name="Text 7">
            <a:extLst>
              <a:ext uri="{FF2B5EF4-FFF2-40B4-BE49-F238E27FC236}">
                <a16:creationId xmlns:a16="http://schemas.microsoft.com/office/drawing/2014/main" id="{825567BE-5005-0FED-BF10-73C566E5B2E5}"/>
              </a:ext>
            </a:extLst>
          </p:cNvPr>
          <p:cNvSpPr/>
          <p:nvPr/>
        </p:nvSpPr>
        <p:spPr>
          <a:xfrm>
            <a:off x="685800" y="2430524"/>
            <a:ext cx="301752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200"/>
          </a:p>
        </p:txBody>
      </p:sp>
      <p:sp>
        <p:nvSpPr>
          <p:cNvPr id="124" name="Text 8">
            <a:extLst>
              <a:ext uri="{FF2B5EF4-FFF2-40B4-BE49-F238E27FC236}">
                <a16:creationId xmlns:a16="http://schemas.microsoft.com/office/drawing/2014/main" id="{E57E8A8E-73C7-C30F-4347-D19BAF4298D3}"/>
              </a:ext>
            </a:extLst>
          </p:cNvPr>
          <p:cNvSpPr/>
          <p:nvPr/>
        </p:nvSpPr>
        <p:spPr>
          <a:xfrm>
            <a:off x="3703320" y="2455072"/>
            <a:ext cx="402336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a:solidFill>
                  <a:srgbClr val="FFFFFF"/>
                </a:solidFill>
                <a:latin typeface="Segoe UI Semibold" pitchFamily="34" charset="0"/>
                <a:ea typeface="Segoe UI Semibold" pitchFamily="34" charset="-122"/>
                <a:cs typeface="Segoe UI Semibold" pitchFamily="34" charset="-120"/>
              </a:rPr>
              <a:t>Today (Licensing)</a:t>
            </a:r>
            <a:endParaRPr lang="en-US" sz="1200"/>
          </a:p>
        </p:txBody>
      </p:sp>
      <p:sp>
        <p:nvSpPr>
          <p:cNvPr id="128" name="Shape 10">
            <a:extLst>
              <a:ext uri="{FF2B5EF4-FFF2-40B4-BE49-F238E27FC236}">
                <a16:creationId xmlns:a16="http://schemas.microsoft.com/office/drawing/2014/main" id="{D23C9173-0B47-9947-BC19-96333A0321EB}"/>
              </a:ext>
            </a:extLst>
          </p:cNvPr>
          <p:cNvSpPr/>
          <p:nvPr/>
        </p:nvSpPr>
        <p:spPr>
          <a:xfrm>
            <a:off x="548640" y="2887724"/>
            <a:ext cx="11109960" cy="502920"/>
          </a:xfrm>
          <a:prstGeom prst="rect">
            <a:avLst/>
          </a:prstGeom>
          <a:solidFill>
            <a:srgbClr val="FFFFFF"/>
          </a:solidFill>
          <a:ln w="6350">
            <a:solidFill>
              <a:srgbClr val="E5E7E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0" name="Text 11">
            <a:extLst>
              <a:ext uri="{FF2B5EF4-FFF2-40B4-BE49-F238E27FC236}">
                <a16:creationId xmlns:a16="http://schemas.microsoft.com/office/drawing/2014/main" id="{A8B04893-E404-5531-FD38-EDE091CD2532}"/>
              </a:ext>
            </a:extLst>
          </p:cNvPr>
          <p:cNvSpPr/>
          <p:nvPr/>
        </p:nvSpPr>
        <p:spPr>
          <a:xfrm>
            <a:off x="685800" y="2933444"/>
            <a:ext cx="301752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0F6CBD"/>
                </a:solidFill>
                <a:latin typeface="Segoe UI Semibold" pitchFamily="34" charset="0"/>
                <a:ea typeface="Segoe UI Semibold" pitchFamily="34" charset="-122"/>
                <a:cs typeface="Segoe UI Semibold" pitchFamily="34" charset="-120"/>
              </a:rPr>
              <a:t>Most users</a:t>
            </a:r>
            <a:endParaRPr lang="en-US" sz="1300"/>
          </a:p>
        </p:txBody>
      </p:sp>
      <p:sp>
        <p:nvSpPr>
          <p:cNvPr id="132" name="Text 12">
            <a:extLst>
              <a:ext uri="{FF2B5EF4-FFF2-40B4-BE49-F238E27FC236}">
                <a16:creationId xmlns:a16="http://schemas.microsoft.com/office/drawing/2014/main" id="{CFE35409-493E-28A0-A8F1-4253F134DD4C}"/>
              </a:ext>
            </a:extLst>
          </p:cNvPr>
          <p:cNvSpPr/>
          <p:nvPr/>
        </p:nvSpPr>
        <p:spPr>
          <a:xfrm>
            <a:off x="3703320" y="2933444"/>
            <a:ext cx="402336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Predictable baseline (M365 Copilot license)</a:t>
            </a:r>
            <a:endParaRPr lang="en-US" sz="1300"/>
          </a:p>
        </p:txBody>
      </p:sp>
      <p:sp>
        <p:nvSpPr>
          <p:cNvPr id="134" name="Text 13">
            <a:extLst>
              <a:ext uri="{FF2B5EF4-FFF2-40B4-BE49-F238E27FC236}">
                <a16:creationId xmlns:a16="http://schemas.microsoft.com/office/drawing/2014/main" id="{921BD90A-3017-6AAB-A2F3-6371F891F12B}"/>
              </a:ext>
            </a:extLst>
          </p:cNvPr>
          <p:cNvSpPr/>
          <p:nvPr/>
        </p:nvSpPr>
        <p:spPr>
          <a:xfrm>
            <a:off x="7726680" y="2933444"/>
            <a:ext cx="40690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Unchanged — license remains the floor</a:t>
            </a:r>
            <a:endParaRPr lang="en-US" sz="1300"/>
          </a:p>
        </p:txBody>
      </p:sp>
      <p:sp>
        <p:nvSpPr>
          <p:cNvPr id="136" name="Shape 14">
            <a:extLst>
              <a:ext uri="{FF2B5EF4-FFF2-40B4-BE49-F238E27FC236}">
                <a16:creationId xmlns:a16="http://schemas.microsoft.com/office/drawing/2014/main" id="{7B97EC4D-2FB2-D5C0-9045-D98BBD4AC30F}"/>
              </a:ext>
            </a:extLst>
          </p:cNvPr>
          <p:cNvSpPr/>
          <p:nvPr/>
        </p:nvSpPr>
        <p:spPr>
          <a:xfrm>
            <a:off x="548640" y="3390644"/>
            <a:ext cx="11109960" cy="502920"/>
          </a:xfrm>
          <a:prstGeom prst="rect">
            <a:avLst/>
          </a:prstGeom>
          <a:solidFill>
            <a:srgbClr val="F7F9FC"/>
          </a:solidFill>
          <a:ln w="6350">
            <a:solidFill>
              <a:srgbClr val="E5E7E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8" name="Text 15">
            <a:extLst>
              <a:ext uri="{FF2B5EF4-FFF2-40B4-BE49-F238E27FC236}">
                <a16:creationId xmlns:a16="http://schemas.microsoft.com/office/drawing/2014/main" id="{8263BAC4-C55B-DFA2-9F47-AEC9ABB01AF1}"/>
              </a:ext>
            </a:extLst>
          </p:cNvPr>
          <p:cNvSpPr/>
          <p:nvPr/>
        </p:nvSpPr>
        <p:spPr>
          <a:xfrm>
            <a:off x="685800" y="3436364"/>
            <a:ext cx="301752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0F6CBD"/>
                </a:solidFill>
                <a:latin typeface="Segoe UI Semibold" pitchFamily="34" charset="0"/>
                <a:ea typeface="Segoe UI Semibold" pitchFamily="34" charset="-122"/>
                <a:cs typeface="Segoe UI Semibold" pitchFamily="34" charset="-120"/>
              </a:rPr>
              <a:t>Power users + agents</a:t>
            </a:r>
            <a:endParaRPr lang="en-US" sz="1300"/>
          </a:p>
        </p:txBody>
      </p:sp>
      <p:sp>
        <p:nvSpPr>
          <p:cNvPr id="140" name="Text 16">
            <a:extLst>
              <a:ext uri="{FF2B5EF4-FFF2-40B4-BE49-F238E27FC236}">
                <a16:creationId xmlns:a16="http://schemas.microsoft.com/office/drawing/2014/main" id="{58FBD6D0-9341-CECB-F590-574C64E75117}"/>
              </a:ext>
            </a:extLst>
          </p:cNvPr>
          <p:cNvSpPr/>
          <p:nvPr/>
        </p:nvSpPr>
        <p:spPr>
          <a:xfrm>
            <a:off x="3703320" y="3436364"/>
            <a:ext cx="402336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Capped or unpredictable cost</a:t>
            </a:r>
            <a:endParaRPr lang="en-US" sz="1300"/>
          </a:p>
        </p:txBody>
      </p:sp>
      <p:sp>
        <p:nvSpPr>
          <p:cNvPr id="142" name="Text 17">
            <a:extLst>
              <a:ext uri="{FF2B5EF4-FFF2-40B4-BE49-F238E27FC236}">
                <a16:creationId xmlns:a16="http://schemas.microsoft.com/office/drawing/2014/main" id="{D3C15CF5-E3C4-9986-A474-DE86DBC51A24}"/>
              </a:ext>
            </a:extLst>
          </p:cNvPr>
          <p:cNvSpPr/>
          <p:nvPr/>
        </p:nvSpPr>
        <p:spPr>
          <a:xfrm>
            <a:off x="7726680" y="3436364"/>
            <a:ext cx="40690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Variable use billed through Copilot Credits</a:t>
            </a:r>
            <a:endParaRPr lang="en-US" sz="1300"/>
          </a:p>
        </p:txBody>
      </p:sp>
      <p:sp>
        <p:nvSpPr>
          <p:cNvPr id="144" name="Shape 18">
            <a:extLst>
              <a:ext uri="{FF2B5EF4-FFF2-40B4-BE49-F238E27FC236}">
                <a16:creationId xmlns:a16="http://schemas.microsoft.com/office/drawing/2014/main" id="{FD944C48-0923-D544-AE63-9AB9D2BCB606}"/>
              </a:ext>
            </a:extLst>
          </p:cNvPr>
          <p:cNvSpPr/>
          <p:nvPr/>
        </p:nvSpPr>
        <p:spPr>
          <a:xfrm>
            <a:off x="548640" y="3893564"/>
            <a:ext cx="11109960" cy="502920"/>
          </a:xfrm>
          <a:prstGeom prst="rect">
            <a:avLst/>
          </a:prstGeom>
          <a:solidFill>
            <a:srgbClr val="FFFFFF"/>
          </a:solidFill>
          <a:ln w="6350">
            <a:solidFill>
              <a:srgbClr val="E5E7E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6" name="Text 19">
            <a:extLst>
              <a:ext uri="{FF2B5EF4-FFF2-40B4-BE49-F238E27FC236}">
                <a16:creationId xmlns:a16="http://schemas.microsoft.com/office/drawing/2014/main" id="{78CBAE1D-6F58-0204-BC07-F563D0AEEB08}"/>
              </a:ext>
            </a:extLst>
          </p:cNvPr>
          <p:cNvSpPr/>
          <p:nvPr/>
        </p:nvSpPr>
        <p:spPr>
          <a:xfrm>
            <a:off x="685800" y="3939284"/>
            <a:ext cx="301752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0F6CBD"/>
                </a:solidFill>
                <a:latin typeface="Segoe UI Semibold" pitchFamily="34" charset="0"/>
                <a:ea typeface="Segoe UI Semibold" pitchFamily="34" charset="-122"/>
                <a:cs typeface="Segoe UI Semibold" pitchFamily="34" charset="-120"/>
              </a:rPr>
              <a:t>Billing currency</a:t>
            </a:r>
            <a:endParaRPr lang="en-US" sz="1300"/>
          </a:p>
        </p:txBody>
      </p:sp>
      <p:sp>
        <p:nvSpPr>
          <p:cNvPr id="148" name="Text 20">
            <a:extLst>
              <a:ext uri="{FF2B5EF4-FFF2-40B4-BE49-F238E27FC236}">
                <a16:creationId xmlns:a16="http://schemas.microsoft.com/office/drawing/2014/main" id="{17E793FB-3B41-A3C1-D239-581CB5CAA53E}"/>
              </a:ext>
            </a:extLst>
          </p:cNvPr>
          <p:cNvSpPr/>
          <p:nvPr/>
        </p:nvSpPr>
        <p:spPr>
          <a:xfrm>
            <a:off x="3703320" y="3939284"/>
            <a:ext cx="402336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Per-seat SKU</a:t>
            </a:r>
            <a:endParaRPr lang="en-US" sz="1300"/>
          </a:p>
        </p:txBody>
      </p:sp>
      <p:sp>
        <p:nvSpPr>
          <p:cNvPr id="150" name="Text 21">
            <a:extLst>
              <a:ext uri="{FF2B5EF4-FFF2-40B4-BE49-F238E27FC236}">
                <a16:creationId xmlns:a16="http://schemas.microsoft.com/office/drawing/2014/main" id="{1E0E120C-E846-9C2D-77A5-DCF1D14F80B1}"/>
              </a:ext>
            </a:extLst>
          </p:cNvPr>
          <p:cNvSpPr/>
          <p:nvPr/>
        </p:nvSpPr>
        <p:spPr>
          <a:xfrm>
            <a:off x="7726680" y="3939284"/>
            <a:ext cx="40690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Copilot Credits (single, pooled currency)</a:t>
            </a:r>
            <a:endParaRPr lang="en-US" sz="1300"/>
          </a:p>
        </p:txBody>
      </p:sp>
      <p:sp>
        <p:nvSpPr>
          <p:cNvPr id="152" name="Shape 22">
            <a:extLst>
              <a:ext uri="{FF2B5EF4-FFF2-40B4-BE49-F238E27FC236}">
                <a16:creationId xmlns:a16="http://schemas.microsoft.com/office/drawing/2014/main" id="{E629DAB7-2616-2439-F3C8-388C229C2D68}"/>
              </a:ext>
            </a:extLst>
          </p:cNvPr>
          <p:cNvSpPr/>
          <p:nvPr/>
        </p:nvSpPr>
        <p:spPr>
          <a:xfrm>
            <a:off x="548640" y="4396484"/>
            <a:ext cx="11109960" cy="502920"/>
          </a:xfrm>
          <a:prstGeom prst="rect">
            <a:avLst/>
          </a:prstGeom>
          <a:solidFill>
            <a:srgbClr val="F7F9FC"/>
          </a:solidFill>
          <a:ln w="6350">
            <a:solidFill>
              <a:srgbClr val="E5E7E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4" name="Text 23">
            <a:extLst>
              <a:ext uri="{FF2B5EF4-FFF2-40B4-BE49-F238E27FC236}">
                <a16:creationId xmlns:a16="http://schemas.microsoft.com/office/drawing/2014/main" id="{9803C3C8-F565-B906-5CE4-4FE3B2E8494D}"/>
              </a:ext>
            </a:extLst>
          </p:cNvPr>
          <p:cNvSpPr/>
          <p:nvPr/>
        </p:nvSpPr>
        <p:spPr>
          <a:xfrm>
            <a:off x="685800" y="4442204"/>
            <a:ext cx="301752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0F6CBD"/>
                </a:solidFill>
                <a:latin typeface="Segoe UI Semibold" pitchFamily="34" charset="0"/>
                <a:ea typeface="Segoe UI Semibold" pitchFamily="34" charset="-122"/>
                <a:cs typeface="Segoe UI Semibold" pitchFamily="34" charset="-120"/>
              </a:rPr>
              <a:t>Purchase modes</a:t>
            </a:r>
            <a:endParaRPr lang="en-US" sz="1300"/>
          </a:p>
        </p:txBody>
      </p:sp>
      <p:sp>
        <p:nvSpPr>
          <p:cNvPr id="156" name="Text 24">
            <a:extLst>
              <a:ext uri="{FF2B5EF4-FFF2-40B4-BE49-F238E27FC236}">
                <a16:creationId xmlns:a16="http://schemas.microsoft.com/office/drawing/2014/main" id="{8170F6C2-C6C4-5141-1E8B-FD2652B14660}"/>
              </a:ext>
            </a:extLst>
          </p:cNvPr>
          <p:cNvSpPr/>
          <p:nvPr/>
        </p:nvSpPr>
        <p:spPr>
          <a:xfrm>
            <a:off x="3703320" y="4442204"/>
            <a:ext cx="402336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Annual seats</a:t>
            </a:r>
            <a:endParaRPr lang="en-US" sz="1300"/>
          </a:p>
        </p:txBody>
      </p:sp>
      <p:sp>
        <p:nvSpPr>
          <p:cNvPr id="158" name="Text 25">
            <a:extLst>
              <a:ext uri="{FF2B5EF4-FFF2-40B4-BE49-F238E27FC236}">
                <a16:creationId xmlns:a16="http://schemas.microsoft.com/office/drawing/2014/main" id="{CB69A26E-27B4-79B4-A563-EB3EBEA1786E}"/>
              </a:ext>
            </a:extLst>
          </p:cNvPr>
          <p:cNvSpPr/>
          <p:nvPr/>
        </p:nvSpPr>
        <p:spPr>
          <a:xfrm>
            <a:off x="7726680" y="4442204"/>
            <a:ext cx="40690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P3 prepaid + PAYG fallback</a:t>
            </a:r>
            <a:endParaRPr lang="en-US" sz="1300"/>
          </a:p>
        </p:txBody>
      </p:sp>
      <p:sp>
        <p:nvSpPr>
          <p:cNvPr id="178" name="Text 7">
            <a:extLst>
              <a:ext uri="{FF2B5EF4-FFF2-40B4-BE49-F238E27FC236}">
                <a16:creationId xmlns:a16="http://schemas.microsoft.com/office/drawing/2014/main" id="{F37B13CD-83DF-36A5-8DD5-60DE902000DD}"/>
              </a:ext>
            </a:extLst>
          </p:cNvPr>
          <p:cNvSpPr/>
          <p:nvPr/>
        </p:nvSpPr>
        <p:spPr>
          <a:xfrm>
            <a:off x="685800" y="2430524"/>
            <a:ext cx="301752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200"/>
          </a:p>
        </p:txBody>
      </p:sp>
      <p:sp>
        <p:nvSpPr>
          <p:cNvPr id="182" name="Text 9">
            <a:extLst>
              <a:ext uri="{FF2B5EF4-FFF2-40B4-BE49-F238E27FC236}">
                <a16:creationId xmlns:a16="http://schemas.microsoft.com/office/drawing/2014/main" id="{49A6F7DA-CE16-A03E-6368-9C4E40F2DB13}"/>
              </a:ext>
            </a:extLst>
          </p:cNvPr>
          <p:cNvSpPr/>
          <p:nvPr/>
        </p:nvSpPr>
        <p:spPr>
          <a:xfrm>
            <a:off x="7726680" y="2455072"/>
            <a:ext cx="4059936"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a:solidFill>
                  <a:srgbClr val="FFFFFF"/>
                </a:solidFill>
                <a:latin typeface="Segoe UI Semibold" pitchFamily="34" charset="0"/>
                <a:ea typeface="Segoe UI Semibold" pitchFamily="34" charset="-122"/>
                <a:cs typeface="Segoe UI Semibold" pitchFamily="34" charset="-120"/>
              </a:rPr>
              <a:t>With Cost Management</a:t>
            </a:r>
            <a:endParaRPr lang="en-US" sz="1200"/>
          </a:p>
        </p:txBody>
      </p:sp>
      <p:sp>
        <p:nvSpPr>
          <p:cNvPr id="184" name="Shape 10">
            <a:extLst>
              <a:ext uri="{FF2B5EF4-FFF2-40B4-BE49-F238E27FC236}">
                <a16:creationId xmlns:a16="http://schemas.microsoft.com/office/drawing/2014/main" id="{62625116-B1A3-A7EE-9F3C-2C120B4C6CD2}"/>
              </a:ext>
            </a:extLst>
          </p:cNvPr>
          <p:cNvSpPr/>
          <p:nvPr/>
        </p:nvSpPr>
        <p:spPr>
          <a:xfrm>
            <a:off x="548640" y="2887724"/>
            <a:ext cx="11109960" cy="502920"/>
          </a:xfrm>
          <a:prstGeom prst="rect">
            <a:avLst/>
          </a:prstGeom>
          <a:solidFill>
            <a:srgbClr val="FFFFFF"/>
          </a:solidFill>
          <a:ln w="6350">
            <a:solidFill>
              <a:srgbClr val="E5E7E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6" name="Text 11">
            <a:extLst>
              <a:ext uri="{FF2B5EF4-FFF2-40B4-BE49-F238E27FC236}">
                <a16:creationId xmlns:a16="http://schemas.microsoft.com/office/drawing/2014/main" id="{D9607B2A-A036-52E7-D72F-94D6641F1D02}"/>
              </a:ext>
            </a:extLst>
          </p:cNvPr>
          <p:cNvSpPr/>
          <p:nvPr/>
        </p:nvSpPr>
        <p:spPr>
          <a:xfrm>
            <a:off x="685800" y="2933444"/>
            <a:ext cx="301752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0F6CBD"/>
                </a:solidFill>
                <a:latin typeface="Segoe UI Semibold" pitchFamily="34" charset="0"/>
                <a:ea typeface="Segoe UI Semibold" pitchFamily="34" charset="-122"/>
                <a:cs typeface="Segoe UI Semibold" pitchFamily="34" charset="-120"/>
              </a:rPr>
              <a:t>Most users</a:t>
            </a:r>
            <a:endParaRPr lang="en-US" sz="1300"/>
          </a:p>
        </p:txBody>
      </p:sp>
      <p:sp>
        <p:nvSpPr>
          <p:cNvPr id="188" name="Text 12">
            <a:extLst>
              <a:ext uri="{FF2B5EF4-FFF2-40B4-BE49-F238E27FC236}">
                <a16:creationId xmlns:a16="http://schemas.microsoft.com/office/drawing/2014/main" id="{463DC3C0-C75F-A5B7-E4F8-35A0B0E90D8E}"/>
              </a:ext>
            </a:extLst>
          </p:cNvPr>
          <p:cNvSpPr/>
          <p:nvPr/>
        </p:nvSpPr>
        <p:spPr>
          <a:xfrm>
            <a:off x="3703320" y="2933444"/>
            <a:ext cx="402336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Predictable baseline (M365 Copilot license)</a:t>
            </a:r>
            <a:endParaRPr lang="en-US" sz="1300"/>
          </a:p>
        </p:txBody>
      </p:sp>
      <p:sp>
        <p:nvSpPr>
          <p:cNvPr id="190" name="Text 13">
            <a:extLst>
              <a:ext uri="{FF2B5EF4-FFF2-40B4-BE49-F238E27FC236}">
                <a16:creationId xmlns:a16="http://schemas.microsoft.com/office/drawing/2014/main" id="{07976D3C-5387-E97C-DED3-D86DF1181376}"/>
              </a:ext>
            </a:extLst>
          </p:cNvPr>
          <p:cNvSpPr/>
          <p:nvPr/>
        </p:nvSpPr>
        <p:spPr>
          <a:xfrm>
            <a:off x="7726680" y="2933444"/>
            <a:ext cx="40690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Unchanged - license remains the floor</a:t>
            </a:r>
            <a:endParaRPr lang="en-US" sz="1300"/>
          </a:p>
        </p:txBody>
      </p:sp>
      <p:sp>
        <p:nvSpPr>
          <p:cNvPr id="192" name="Shape 14">
            <a:extLst>
              <a:ext uri="{FF2B5EF4-FFF2-40B4-BE49-F238E27FC236}">
                <a16:creationId xmlns:a16="http://schemas.microsoft.com/office/drawing/2014/main" id="{C2F76BE8-5FA9-51F0-0B45-926C499CB255}"/>
              </a:ext>
            </a:extLst>
          </p:cNvPr>
          <p:cNvSpPr/>
          <p:nvPr/>
        </p:nvSpPr>
        <p:spPr>
          <a:xfrm>
            <a:off x="548640" y="3390644"/>
            <a:ext cx="11109960" cy="502920"/>
          </a:xfrm>
          <a:prstGeom prst="rect">
            <a:avLst/>
          </a:prstGeom>
          <a:solidFill>
            <a:srgbClr val="F7F9FC"/>
          </a:solidFill>
          <a:ln w="6350">
            <a:solidFill>
              <a:srgbClr val="E5E7E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4" name="Text 15">
            <a:extLst>
              <a:ext uri="{FF2B5EF4-FFF2-40B4-BE49-F238E27FC236}">
                <a16:creationId xmlns:a16="http://schemas.microsoft.com/office/drawing/2014/main" id="{51630897-8B4F-5F0A-4045-244051A16225}"/>
              </a:ext>
            </a:extLst>
          </p:cNvPr>
          <p:cNvSpPr/>
          <p:nvPr/>
        </p:nvSpPr>
        <p:spPr>
          <a:xfrm>
            <a:off x="685800" y="3436364"/>
            <a:ext cx="301752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0F6CBD"/>
                </a:solidFill>
                <a:latin typeface="Segoe UI Semibold" pitchFamily="34" charset="0"/>
                <a:ea typeface="Segoe UI Semibold" pitchFamily="34" charset="-122"/>
                <a:cs typeface="Segoe UI Semibold" pitchFamily="34" charset="-120"/>
              </a:rPr>
              <a:t>Power users + agents</a:t>
            </a:r>
            <a:endParaRPr lang="en-US" sz="1300"/>
          </a:p>
        </p:txBody>
      </p:sp>
      <p:sp>
        <p:nvSpPr>
          <p:cNvPr id="196" name="Text 16">
            <a:extLst>
              <a:ext uri="{FF2B5EF4-FFF2-40B4-BE49-F238E27FC236}">
                <a16:creationId xmlns:a16="http://schemas.microsoft.com/office/drawing/2014/main" id="{4CAAAB64-40CF-5F4B-BB25-5F79978133A8}"/>
              </a:ext>
            </a:extLst>
          </p:cNvPr>
          <p:cNvSpPr/>
          <p:nvPr/>
        </p:nvSpPr>
        <p:spPr>
          <a:xfrm>
            <a:off x="3703320" y="3436364"/>
            <a:ext cx="402336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Capped or unpredictable cost</a:t>
            </a:r>
            <a:endParaRPr lang="en-US" sz="1300"/>
          </a:p>
        </p:txBody>
      </p:sp>
      <p:sp>
        <p:nvSpPr>
          <p:cNvPr id="198" name="Text 17">
            <a:extLst>
              <a:ext uri="{FF2B5EF4-FFF2-40B4-BE49-F238E27FC236}">
                <a16:creationId xmlns:a16="http://schemas.microsoft.com/office/drawing/2014/main" id="{D655E6C5-F366-C899-6EFC-E0A258BBEDC2}"/>
              </a:ext>
            </a:extLst>
          </p:cNvPr>
          <p:cNvSpPr/>
          <p:nvPr/>
        </p:nvSpPr>
        <p:spPr>
          <a:xfrm>
            <a:off x="7726680" y="3436364"/>
            <a:ext cx="40690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Variable use billed through Copilot Credits</a:t>
            </a:r>
            <a:endParaRPr lang="en-US" sz="1300"/>
          </a:p>
        </p:txBody>
      </p:sp>
      <p:sp>
        <p:nvSpPr>
          <p:cNvPr id="200" name="Shape 18">
            <a:extLst>
              <a:ext uri="{FF2B5EF4-FFF2-40B4-BE49-F238E27FC236}">
                <a16:creationId xmlns:a16="http://schemas.microsoft.com/office/drawing/2014/main" id="{C0C5ED80-07E7-F047-A50B-6495FFFA9893}"/>
              </a:ext>
            </a:extLst>
          </p:cNvPr>
          <p:cNvSpPr/>
          <p:nvPr/>
        </p:nvSpPr>
        <p:spPr>
          <a:xfrm>
            <a:off x="548640" y="3893564"/>
            <a:ext cx="11109960" cy="502920"/>
          </a:xfrm>
          <a:prstGeom prst="rect">
            <a:avLst/>
          </a:prstGeom>
          <a:solidFill>
            <a:srgbClr val="FFFFFF"/>
          </a:solidFill>
          <a:ln w="6350">
            <a:solidFill>
              <a:srgbClr val="E5E7E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2" name="Text 19">
            <a:extLst>
              <a:ext uri="{FF2B5EF4-FFF2-40B4-BE49-F238E27FC236}">
                <a16:creationId xmlns:a16="http://schemas.microsoft.com/office/drawing/2014/main" id="{658B8BD6-E51C-5721-B776-B2697FFA6E23}"/>
              </a:ext>
            </a:extLst>
          </p:cNvPr>
          <p:cNvSpPr/>
          <p:nvPr/>
        </p:nvSpPr>
        <p:spPr>
          <a:xfrm>
            <a:off x="685800" y="3939284"/>
            <a:ext cx="301752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0F6CBD"/>
                </a:solidFill>
                <a:latin typeface="Segoe UI Semibold" pitchFamily="34" charset="0"/>
                <a:ea typeface="Segoe UI Semibold" pitchFamily="34" charset="-122"/>
                <a:cs typeface="Segoe UI Semibold" pitchFamily="34" charset="-120"/>
              </a:rPr>
              <a:t>Billing currency</a:t>
            </a:r>
            <a:endParaRPr lang="en-US" sz="1300"/>
          </a:p>
        </p:txBody>
      </p:sp>
      <p:sp>
        <p:nvSpPr>
          <p:cNvPr id="204" name="Text 20">
            <a:extLst>
              <a:ext uri="{FF2B5EF4-FFF2-40B4-BE49-F238E27FC236}">
                <a16:creationId xmlns:a16="http://schemas.microsoft.com/office/drawing/2014/main" id="{9A5603D7-2FF6-B5C5-41A4-9AA129929DF1}"/>
              </a:ext>
            </a:extLst>
          </p:cNvPr>
          <p:cNvSpPr/>
          <p:nvPr/>
        </p:nvSpPr>
        <p:spPr>
          <a:xfrm>
            <a:off x="3703320" y="3939284"/>
            <a:ext cx="402336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Per-seat SKU</a:t>
            </a:r>
            <a:endParaRPr lang="en-US" sz="1300"/>
          </a:p>
        </p:txBody>
      </p:sp>
      <p:sp>
        <p:nvSpPr>
          <p:cNvPr id="206" name="Text 21">
            <a:extLst>
              <a:ext uri="{FF2B5EF4-FFF2-40B4-BE49-F238E27FC236}">
                <a16:creationId xmlns:a16="http://schemas.microsoft.com/office/drawing/2014/main" id="{F69CDDC9-B0ED-ED16-9F32-D3C0A99314B9}"/>
              </a:ext>
            </a:extLst>
          </p:cNvPr>
          <p:cNvSpPr/>
          <p:nvPr/>
        </p:nvSpPr>
        <p:spPr>
          <a:xfrm>
            <a:off x="7726680" y="3939284"/>
            <a:ext cx="40690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242424"/>
                </a:solidFill>
                <a:latin typeface="Segoe UI" pitchFamily="34" charset="0"/>
                <a:ea typeface="Segoe UI" pitchFamily="34" charset="-122"/>
                <a:cs typeface="Segoe UI" pitchFamily="34" charset="-120"/>
              </a:rPr>
              <a:t>Copilot Credits (single, pooled currency)</a:t>
            </a:r>
            <a:endParaRPr lang="en-US" sz="1300"/>
          </a:p>
        </p:txBody>
      </p:sp>
      <p:sp>
        <p:nvSpPr>
          <p:cNvPr id="208" name="Shape 22">
            <a:extLst>
              <a:ext uri="{FF2B5EF4-FFF2-40B4-BE49-F238E27FC236}">
                <a16:creationId xmlns:a16="http://schemas.microsoft.com/office/drawing/2014/main" id="{7A79D6D1-F6E5-CEC8-761F-C5067A4A7604}"/>
              </a:ext>
            </a:extLst>
          </p:cNvPr>
          <p:cNvSpPr/>
          <p:nvPr/>
        </p:nvSpPr>
        <p:spPr>
          <a:xfrm>
            <a:off x="548640" y="4396484"/>
            <a:ext cx="11109960" cy="502920"/>
          </a:xfrm>
          <a:prstGeom prst="rect">
            <a:avLst/>
          </a:prstGeom>
          <a:solidFill>
            <a:srgbClr val="F7F9FC"/>
          </a:solidFill>
          <a:ln w="6350">
            <a:solidFill>
              <a:srgbClr val="E5E7EB"/>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0" name="Text 23">
            <a:extLst>
              <a:ext uri="{FF2B5EF4-FFF2-40B4-BE49-F238E27FC236}">
                <a16:creationId xmlns:a16="http://schemas.microsoft.com/office/drawing/2014/main" id="{9F81A34C-3448-FFE2-5107-6C2EDF62159A}"/>
              </a:ext>
            </a:extLst>
          </p:cNvPr>
          <p:cNvSpPr/>
          <p:nvPr/>
        </p:nvSpPr>
        <p:spPr>
          <a:xfrm>
            <a:off x="685800" y="4442204"/>
            <a:ext cx="301752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00">
                <a:solidFill>
                  <a:srgbClr val="0F6CBD"/>
                </a:solidFill>
                <a:latin typeface="Segoe UI Semibold" pitchFamily="34" charset="0"/>
                <a:ea typeface="Segoe UI Semibold" pitchFamily="34" charset="-122"/>
                <a:cs typeface="Segoe UI Semibold" pitchFamily="34" charset="-120"/>
              </a:rPr>
              <a:t>Reporting</a:t>
            </a:r>
            <a:endParaRPr lang="en-US" sz="1300"/>
          </a:p>
        </p:txBody>
      </p:sp>
      <p:sp>
        <p:nvSpPr>
          <p:cNvPr id="212" name="Text 24">
            <a:extLst>
              <a:ext uri="{FF2B5EF4-FFF2-40B4-BE49-F238E27FC236}">
                <a16:creationId xmlns:a16="http://schemas.microsoft.com/office/drawing/2014/main" id="{A152E249-FC3D-761B-CAD0-9663254733A8}"/>
              </a:ext>
            </a:extLst>
          </p:cNvPr>
          <p:cNvSpPr/>
          <p:nvPr/>
        </p:nvSpPr>
        <p:spPr>
          <a:xfrm>
            <a:off x="3703320" y="4442204"/>
            <a:ext cx="402336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00">
                <a:solidFill>
                  <a:srgbClr val="242424"/>
                </a:solidFill>
                <a:latin typeface="Segoe UI" pitchFamily="34" charset="0"/>
                <a:ea typeface="Segoe UI" pitchFamily="34" charset="-122"/>
                <a:cs typeface="Segoe UI" pitchFamily="34" charset="-120"/>
              </a:rPr>
              <a:t>License utilization</a:t>
            </a:r>
            <a:endParaRPr lang="en-US" sz="1300"/>
          </a:p>
        </p:txBody>
      </p:sp>
      <p:sp>
        <p:nvSpPr>
          <p:cNvPr id="214" name="Text 25">
            <a:extLst>
              <a:ext uri="{FF2B5EF4-FFF2-40B4-BE49-F238E27FC236}">
                <a16:creationId xmlns:a16="http://schemas.microsoft.com/office/drawing/2014/main" id="{A2D436DE-3ED2-1589-FBA7-9D3356328B40}"/>
              </a:ext>
            </a:extLst>
          </p:cNvPr>
          <p:cNvSpPr/>
          <p:nvPr/>
        </p:nvSpPr>
        <p:spPr>
          <a:xfrm>
            <a:off x="7726680" y="4442204"/>
            <a:ext cx="40690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00">
                <a:solidFill>
                  <a:srgbClr val="242424"/>
                </a:solidFill>
                <a:latin typeface="Segoe UI" pitchFamily="34" charset="0"/>
                <a:ea typeface="Segoe UI" pitchFamily="34" charset="-122"/>
                <a:cs typeface="Segoe UI" pitchFamily="34" charset="-120"/>
              </a:rPr>
              <a:t>Spend, intensity, monthly cycles</a:t>
            </a:r>
            <a:endParaRPr lang="en-US" sz="1300"/>
          </a:p>
        </p:txBody>
      </p:sp>
    </p:spTree>
    <p:extLst>
      <p:ext uri="{BB962C8B-B14F-4D97-AF65-F5344CB8AC3E}">
        <p14:creationId xmlns:p14="http://schemas.microsoft.com/office/powerpoint/2010/main" val="95447919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CAE36-924F-8A90-E6A4-ACB9FDCE6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F985D-5A37-1392-79DB-6BF3C35614E7}"/>
              </a:ext>
            </a:extLst>
          </p:cNvPr>
          <p:cNvSpPr>
            <a:spLocks noGrp="1"/>
          </p:cNvSpPr>
          <p:nvPr>
            <p:ph type="title"/>
          </p:nvPr>
        </p:nvSpPr>
        <p:spPr>
          <a:xfrm>
            <a:off x="588263" y="457200"/>
            <a:ext cx="11018520" cy="492443"/>
          </a:xfrm>
        </p:spPr>
        <p:txBody>
          <a:bodyPr/>
          <a:lstStyle/>
          <a:p>
            <a:r>
              <a:rPr lang="en-US" sz="3200"/>
              <a:t>Moving to credit-based billing for Copilot agents and services</a:t>
            </a:r>
          </a:p>
        </p:txBody>
      </p:sp>
      <p:sp>
        <p:nvSpPr>
          <p:cNvPr id="6" name="Text Placeholder 2">
            <a:extLst>
              <a:ext uri="{FF2B5EF4-FFF2-40B4-BE49-F238E27FC236}">
                <a16:creationId xmlns:a16="http://schemas.microsoft.com/office/drawing/2014/main" id="{A2F50E6B-A88A-16F7-9302-6FD11EE32530}"/>
              </a:ext>
            </a:extLst>
          </p:cNvPr>
          <p:cNvSpPr txBox="1">
            <a:spLocks/>
          </p:cNvSpPr>
          <p:nvPr/>
        </p:nvSpPr>
        <p:spPr>
          <a:xfrm>
            <a:off x="521638" y="980420"/>
            <a:ext cx="11082098" cy="332879"/>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a:t>Giving admins controls to govern Copilot and AI consumption spend</a:t>
            </a:r>
          </a:p>
        </p:txBody>
      </p:sp>
      <p:sp>
        <p:nvSpPr>
          <p:cNvPr id="4" name="TextBox 3">
            <a:extLst>
              <a:ext uri="{FF2B5EF4-FFF2-40B4-BE49-F238E27FC236}">
                <a16:creationId xmlns:a16="http://schemas.microsoft.com/office/drawing/2014/main" id="{0DBEEF16-7101-0C2F-1F5C-D8B7E70C4F5E}"/>
              </a:ext>
              <a:ext uri="{C183D7F6-B498-43B3-948B-1728B52AA6E4}">
                <adec:decorative xmlns:adec="http://schemas.microsoft.com/office/drawing/2017/decorative" val="1"/>
              </a:ext>
            </a:extLst>
          </p:cNvPr>
          <p:cNvSpPr txBox="1"/>
          <p:nvPr/>
        </p:nvSpPr>
        <p:spPr>
          <a:xfrm>
            <a:off x="4397586" y="2148270"/>
            <a:ext cx="3405155" cy="2146137"/>
          </a:xfrm>
          <a:prstGeom prst="roundRect">
            <a:avLst>
              <a:gd name="adj" fmla="val 5592"/>
            </a:avLst>
          </a:prstGeom>
          <a:solidFill>
            <a:schemeClr val="bg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R="0" lvl="0" indent="0" defTabSz="932472" fontAlgn="base">
              <a:lnSpc>
                <a:spcPct val="110000"/>
              </a:lnSpc>
              <a:spcBef>
                <a:spcPct val="0"/>
              </a:spcBef>
              <a:spcAft>
                <a:spcPct val="0"/>
              </a:spcAft>
              <a:buClrTx/>
              <a:buSzTx/>
              <a:buFontTx/>
              <a:buNone/>
              <a:tabLst/>
              <a:defRPr kumimoji="0" sz="2000" b="0" i="0" u="none" strike="noStrike" cap="none" spc="0" normalizeH="0" baseline="0">
                <a:ln>
                  <a:noFill/>
                </a:ln>
                <a:solidFill>
                  <a:srgbClr val="FFFFFF"/>
                </a:solidFill>
                <a:effectLst/>
                <a:uLnTx/>
                <a:uFillTx/>
                <a:latin typeface="Calibri" panose="020F0502020204030204"/>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7" name="TextBox 6">
            <a:extLst>
              <a:ext uri="{FF2B5EF4-FFF2-40B4-BE49-F238E27FC236}">
                <a16:creationId xmlns:a16="http://schemas.microsoft.com/office/drawing/2014/main" id="{B9010C10-ABD7-6F83-AF9D-749B06371BF3}"/>
              </a:ext>
              <a:ext uri="{C183D7F6-B498-43B3-948B-1728B52AA6E4}">
                <adec:decorative xmlns:adec="http://schemas.microsoft.com/office/drawing/2017/decorative" val="1"/>
              </a:ext>
            </a:extLst>
          </p:cNvPr>
          <p:cNvSpPr txBox="1"/>
          <p:nvPr/>
        </p:nvSpPr>
        <p:spPr>
          <a:xfrm>
            <a:off x="8222554" y="2148270"/>
            <a:ext cx="3405155" cy="2146137"/>
          </a:xfrm>
          <a:prstGeom prst="roundRect">
            <a:avLst>
              <a:gd name="adj" fmla="val 5592"/>
            </a:avLst>
          </a:prstGeom>
          <a:solidFill>
            <a:schemeClr val="bg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R="0" lvl="0" indent="0" defTabSz="932472" fontAlgn="base">
              <a:lnSpc>
                <a:spcPct val="110000"/>
              </a:lnSpc>
              <a:spcBef>
                <a:spcPct val="0"/>
              </a:spcBef>
              <a:spcAft>
                <a:spcPct val="0"/>
              </a:spcAft>
              <a:buClrTx/>
              <a:buSzTx/>
              <a:buFontTx/>
              <a:buNone/>
              <a:tabLst/>
              <a:defRPr kumimoji="0" sz="2000" b="0" i="0" u="none" strike="noStrike" cap="none" spc="0" normalizeH="0" baseline="0">
                <a:ln>
                  <a:noFill/>
                </a:ln>
                <a:solidFill>
                  <a:srgbClr val="FFFFFF"/>
                </a:solidFill>
                <a:effectLst/>
                <a:uLnTx/>
                <a:uFillTx/>
                <a:latin typeface="Calibri" panose="020F0502020204030204"/>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9" name="TextBox 8">
            <a:extLst>
              <a:ext uri="{FF2B5EF4-FFF2-40B4-BE49-F238E27FC236}">
                <a16:creationId xmlns:a16="http://schemas.microsoft.com/office/drawing/2014/main" id="{A5FC0F32-937D-A319-6018-E8AD0C9B2389}"/>
              </a:ext>
              <a:ext uri="{C183D7F6-B498-43B3-948B-1728B52AA6E4}">
                <adec:decorative xmlns:adec="http://schemas.microsoft.com/office/drawing/2017/decorative" val="1"/>
              </a:ext>
            </a:extLst>
          </p:cNvPr>
          <p:cNvSpPr txBox="1"/>
          <p:nvPr/>
        </p:nvSpPr>
        <p:spPr>
          <a:xfrm>
            <a:off x="582785" y="2148270"/>
            <a:ext cx="3405155" cy="2146137"/>
          </a:xfrm>
          <a:prstGeom prst="roundRect">
            <a:avLst>
              <a:gd name="adj" fmla="val 5592"/>
            </a:avLst>
          </a:prstGeom>
          <a:solidFill>
            <a:schemeClr val="bg1"/>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R="0" lvl="0" indent="0" defTabSz="932472" fontAlgn="base">
              <a:lnSpc>
                <a:spcPct val="110000"/>
              </a:lnSpc>
              <a:spcBef>
                <a:spcPct val="0"/>
              </a:spcBef>
              <a:spcAft>
                <a:spcPct val="0"/>
              </a:spcAft>
              <a:buClrTx/>
              <a:buSzTx/>
              <a:buFontTx/>
              <a:buNone/>
              <a:tabLst/>
              <a:defRPr kumimoji="0" sz="2000" b="0" i="0" u="none" strike="noStrike" cap="none" spc="0" normalizeH="0" baseline="0">
                <a:ln>
                  <a:noFill/>
                </a:ln>
                <a:solidFill>
                  <a:srgbClr val="FFFFFF"/>
                </a:solidFill>
                <a:effectLst/>
                <a:uLnTx/>
                <a:uFillTx/>
                <a:latin typeface="Calibri" panose="020F0502020204030204"/>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11" name="Rectangle: Rounded Corners 3">
            <a:extLst>
              <a:ext uri="{FF2B5EF4-FFF2-40B4-BE49-F238E27FC236}">
                <a16:creationId xmlns:a16="http://schemas.microsoft.com/office/drawing/2014/main" id="{0493B8EC-2704-C8EE-B0EE-2893D62E7D3F}"/>
              </a:ext>
            </a:extLst>
          </p:cNvPr>
          <p:cNvSpPr/>
          <p:nvPr/>
        </p:nvSpPr>
        <p:spPr bwMode="auto">
          <a:xfrm>
            <a:off x="4312920" y="2074128"/>
            <a:ext cx="3566160" cy="2292137"/>
          </a:xfrm>
          <a:prstGeom prst="roundRect">
            <a:avLst>
              <a:gd name="adj" fmla="val 3970"/>
            </a:avLst>
          </a:prstGeom>
          <a:noFill/>
          <a:ln w="6350">
            <a:gradFill>
              <a:gsLst>
                <a:gs pos="100000">
                  <a:schemeClr val="accent1">
                    <a:lumMod val="5000"/>
                    <a:lumOff val="95000"/>
                  </a:schemeClr>
                </a:gs>
                <a:gs pos="0">
                  <a:schemeClr val="bg1">
                    <a:lumMod val="65000"/>
                    <a:alpha val="40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3">
            <a:extLst>
              <a:ext uri="{FF2B5EF4-FFF2-40B4-BE49-F238E27FC236}">
                <a16:creationId xmlns:a16="http://schemas.microsoft.com/office/drawing/2014/main" id="{08BD4634-2B77-960B-4DB1-E9E2151634C2}"/>
              </a:ext>
            </a:extLst>
          </p:cNvPr>
          <p:cNvSpPr/>
          <p:nvPr/>
        </p:nvSpPr>
        <p:spPr bwMode="auto">
          <a:xfrm>
            <a:off x="8140491" y="2074127"/>
            <a:ext cx="3566160" cy="2292137"/>
          </a:xfrm>
          <a:prstGeom prst="roundRect">
            <a:avLst>
              <a:gd name="adj" fmla="val 3970"/>
            </a:avLst>
          </a:prstGeom>
          <a:noFill/>
          <a:ln w="6350">
            <a:gradFill>
              <a:gsLst>
                <a:gs pos="100000">
                  <a:schemeClr val="accent1">
                    <a:lumMod val="5000"/>
                    <a:lumOff val="95000"/>
                  </a:schemeClr>
                </a:gs>
                <a:gs pos="0">
                  <a:schemeClr val="bg1">
                    <a:lumMod val="65000"/>
                    <a:alpha val="40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5" name="Rectangle: Rounded Corners 3">
            <a:extLst>
              <a:ext uri="{FF2B5EF4-FFF2-40B4-BE49-F238E27FC236}">
                <a16:creationId xmlns:a16="http://schemas.microsoft.com/office/drawing/2014/main" id="{FF492E6E-4D3B-7D38-FAD5-79C1684927E3}"/>
              </a:ext>
            </a:extLst>
          </p:cNvPr>
          <p:cNvSpPr/>
          <p:nvPr/>
        </p:nvSpPr>
        <p:spPr bwMode="auto">
          <a:xfrm>
            <a:off x="485349" y="2074127"/>
            <a:ext cx="3566160" cy="2292137"/>
          </a:xfrm>
          <a:prstGeom prst="roundRect">
            <a:avLst>
              <a:gd name="adj" fmla="val 3970"/>
            </a:avLst>
          </a:prstGeom>
          <a:noFill/>
          <a:ln w="6350">
            <a:gradFill>
              <a:gsLst>
                <a:gs pos="100000">
                  <a:schemeClr val="accent1">
                    <a:lumMod val="5000"/>
                    <a:lumOff val="95000"/>
                  </a:schemeClr>
                </a:gs>
                <a:gs pos="0">
                  <a:schemeClr val="bg1">
                    <a:lumMod val="65000"/>
                    <a:alpha val="40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Text 10">
            <a:extLst>
              <a:ext uri="{FF2B5EF4-FFF2-40B4-BE49-F238E27FC236}">
                <a16:creationId xmlns:a16="http://schemas.microsoft.com/office/drawing/2014/main" id="{98BD734C-82FB-F784-7FE4-38F065B87948}"/>
              </a:ext>
            </a:extLst>
          </p:cNvPr>
          <p:cNvSpPr/>
          <p:nvPr/>
        </p:nvSpPr>
        <p:spPr>
          <a:xfrm>
            <a:off x="822960" y="3070871"/>
            <a:ext cx="2969652" cy="902631"/>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3B3B3B"/>
                </a:solidFill>
                <a:ea typeface="Segoe UI" pitchFamily="34" charset="-122"/>
                <a:cs typeface="Segoe UI" pitchFamily="34" charset="-120"/>
              </a:rPr>
              <a:t>Services, users, and agents are billed by what is consumed. New capabilities like Work IQ APIs are consumption only.</a:t>
            </a:r>
            <a:endParaRPr lang="en-US" sz="1300"/>
          </a:p>
        </p:txBody>
      </p:sp>
      <p:sp>
        <p:nvSpPr>
          <p:cNvPr id="19" name="Text 15">
            <a:extLst>
              <a:ext uri="{FF2B5EF4-FFF2-40B4-BE49-F238E27FC236}">
                <a16:creationId xmlns:a16="http://schemas.microsoft.com/office/drawing/2014/main" id="{08DF631B-67AA-C941-0F76-9D9475FDB7D5}"/>
              </a:ext>
            </a:extLst>
          </p:cNvPr>
          <p:cNvSpPr/>
          <p:nvPr/>
        </p:nvSpPr>
        <p:spPr>
          <a:xfrm>
            <a:off x="4663440" y="3070871"/>
            <a:ext cx="2940195" cy="902631"/>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3B3B3B"/>
                </a:solidFill>
                <a:ea typeface="Segoe UI" pitchFamily="34" charset="-122"/>
                <a:cs typeface="Segoe UI" pitchFamily="34" charset="-120"/>
              </a:rPr>
              <a:t>Tenant-level capacity in Copilot Credits, with policy controls to manage.</a:t>
            </a:r>
            <a:endParaRPr lang="en-US" sz="1300"/>
          </a:p>
        </p:txBody>
      </p:sp>
      <p:sp>
        <p:nvSpPr>
          <p:cNvPr id="21" name="Shape 7">
            <a:extLst>
              <a:ext uri="{FF2B5EF4-FFF2-40B4-BE49-F238E27FC236}">
                <a16:creationId xmlns:a16="http://schemas.microsoft.com/office/drawing/2014/main" id="{AEC87E3F-0D57-ADB7-E458-0EDFF36A5277}"/>
              </a:ext>
            </a:extLst>
          </p:cNvPr>
          <p:cNvSpPr/>
          <p:nvPr/>
        </p:nvSpPr>
        <p:spPr>
          <a:xfrm>
            <a:off x="822960" y="2476511"/>
            <a:ext cx="411480" cy="411480"/>
          </a:xfrm>
          <a:prstGeom prst="roundRect">
            <a:avLst>
              <a:gd name="adj" fmla="val 17778"/>
            </a:avLst>
          </a:prstGeom>
          <a:solidFill>
            <a:srgbClr val="0078D4"/>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Text 8">
            <a:extLst>
              <a:ext uri="{FF2B5EF4-FFF2-40B4-BE49-F238E27FC236}">
                <a16:creationId xmlns:a16="http://schemas.microsoft.com/office/drawing/2014/main" id="{260120BD-B2FE-7B59-75BE-2F678FBEC9B8}"/>
              </a:ext>
            </a:extLst>
          </p:cNvPr>
          <p:cNvSpPr/>
          <p:nvPr/>
        </p:nvSpPr>
        <p:spPr>
          <a:xfrm>
            <a:off x="822960" y="2476511"/>
            <a:ext cx="4114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Segoe UI" pitchFamily="34" charset="0"/>
                <a:ea typeface="Segoe UI" pitchFamily="34" charset="-122"/>
                <a:cs typeface="Segoe UI" pitchFamily="34" charset="-120"/>
              </a:rPr>
              <a:t>1</a:t>
            </a:r>
            <a:endParaRPr lang="en-US" sz="1600"/>
          </a:p>
        </p:txBody>
      </p:sp>
      <p:sp>
        <p:nvSpPr>
          <p:cNvPr id="25" name="Text 9">
            <a:extLst>
              <a:ext uri="{FF2B5EF4-FFF2-40B4-BE49-F238E27FC236}">
                <a16:creationId xmlns:a16="http://schemas.microsoft.com/office/drawing/2014/main" id="{AFBFEE8B-CA2D-1C10-C899-C0540EFA8B2D}"/>
              </a:ext>
            </a:extLst>
          </p:cNvPr>
          <p:cNvSpPr/>
          <p:nvPr/>
        </p:nvSpPr>
        <p:spPr>
          <a:xfrm>
            <a:off x="1371600" y="2476511"/>
            <a:ext cx="2476244"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800">
                <a:solidFill>
                  <a:srgbClr val="0F6CBD"/>
                </a:solidFill>
                <a:latin typeface="Segoe UI Semibold" pitchFamily="34" charset="0"/>
                <a:ea typeface="Segoe UI Semibold" pitchFamily="34" charset="-122"/>
                <a:cs typeface="Segoe UI Semibold" pitchFamily="34" charset="-120"/>
              </a:rPr>
              <a:t>Metered</a:t>
            </a:r>
            <a:endParaRPr lang="en-US" sz="1800"/>
          </a:p>
        </p:txBody>
      </p:sp>
      <p:sp>
        <p:nvSpPr>
          <p:cNvPr id="27" name="Shape 12">
            <a:extLst>
              <a:ext uri="{FF2B5EF4-FFF2-40B4-BE49-F238E27FC236}">
                <a16:creationId xmlns:a16="http://schemas.microsoft.com/office/drawing/2014/main" id="{F6511FFC-A768-9F6A-3808-2C2FF9379615}"/>
              </a:ext>
            </a:extLst>
          </p:cNvPr>
          <p:cNvSpPr/>
          <p:nvPr/>
        </p:nvSpPr>
        <p:spPr>
          <a:xfrm>
            <a:off x="4663440" y="2476511"/>
            <a:ext cx="411480" cy="411480"/>
          </a:xfrm>
          <a:prstGeom prst="roundRect">
            <a:avLst>
              <a:gd name="adj" fmla="val 17778"/>
            </a:avLst>
          </a:prstGeom>
          <a:solidFill>
            <a:srgbClr val="6A66C8"/>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Text 13">
            <a:extLst>
              <a:ext uri="{FF2B5EF4-FFF2-40B4-BE49-F238E27FC236}">
                <a16:creationId xmlns:a16="http://schemas.microsoft.com/office/drawing/2014/main" id="{3186BEDF-7376-09A3-3D9C-4050E43E0700}"/>
              </a:ext>
            </a:extLst>
          </p:cNvPr>
          <p:cNvSpPr/>
          <p:nvPr/>
        </p:nvSpPr>
        <p:spPr>
          <a:xfrm>
            <a:off x="4663440" y="2476511"/>
            <a:ext cx="4114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Segoe UI" pitchFamily="34" charset="0"/>
                <a:ea typeface="Segoe UI" pitchFamily="34" charset="-122"/>
                <a:cs typeface="Segoe UI" pitchFamily="34" charset="-120"/>
              </a:rPr>
              <a:t>2</a:t>
            </a:r>
            <a:endParaRPr lang="en-US" sz="1600"/>
          </a:p>
        </p:txBody>
      </p:sp>
      <p:sp>
        <p:nvSpPr>
          <p:cNvPr id="31" name="Text 14">
            <a:extLst>
              <a:ext uri="{FF2B5EF4-FFF2-40B4-BE49-F238E27FC236}">
                <a16:creationId xmlns:a16="http://schemas.microsoft.com/office/drawing/2014/main" id="{625A4F0F-50EF-5B24-8555-5EC0763A76D6}"/>
              </a:ext>
            </a:extLst>
          </p:cNvPr>
          <p:cNvSpPr/>
          <p:nvPr/>
        </p:nvSpPr>
        <p:spPr>
          <a:xfrm>
            <a:off x="5212080" y="2476511"/>
            <a:ext cx="2391555"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800">
                <a:solidFill>
                  <a:srgbClr val="6A66C8"/>
                </a:solidFill>
                <a:latin typeface="Segoe UI Semibold" pitchFamily="34" charset="0"/>
                <a:ea typeface="Segoe UI Semibold" pitchFamily="34" charset="-122"/>
                <a:cs typeface="Segoe UI Semibold" pitchFamily="34" charset="-120"/>
              </a:rPr>
              <a:t>Pooled</a:t>
            </a:r>
            <a:endParaRPr lang="en-US" sz="1800">
              <a:solidFill>
                <a:srgbClr val="6A66C8"/>
              </a:solidFill>
            </a:endParaRPr>
          </a:p>
        </p:txBody>
      </p:sp>
      <p:sp>
        <p:nvSpPr>
          <p:cNvPr id="33" name="Shape 17">
            <a:extLst>
              <a:ext uri="{FF2B5EF4-FFF2-40B4-BE49-F238E27FC236}">
                <a16:creationId xmlns:a16="http://schemas.microsoft.com/office/drawing/2014/main" id="{983B71B3-F700-9868-51F6-30B4337FB267}"/>
              </a:ext>
            </a:extLst>
          </p:cNvPr>
          <p:cNvSpPr/>
          <p:nvPr/>
        </p:nvSpPr>
        <p:spPr>
          <a:xfrm>
            <a:off x="8503920" y="2476511"/>
            <a:ext cx="411480" cy="411480"/>
          </a:xfrm>
          <a:prstGeom prst="roundRect">
            <a:avLst>
              <a:gd name="adj" fmla="val 17778"/>
            </a:avLst>
          </a:prstGeom>
          <a:solidFill>
            <a:srgbClr val="BE3CC4"/>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Text 18">
            <a:extLst>
              <a:ext uri="{FF2B5EF4-FFF2-40B4-BE49-F238E27FC236}">
                <a16:creationId xmlns:a16="http://schemas.microsoft.com/office/drawing/2014/main" id="{37243E58-6FED-E697-148F-B625B9E6BDC4}"/>
              </a:ext>
            </a:extLst>
          </p:cNvPr>
          <p:cNvSpPr/>
          <p:nvPr/>
        </p:nvSpPr>
        <p:spPr>
          <a:xfrm>
            <a:off x="8503920" y="2476511"/>
            <a:ext cx="411480"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Segoe UI" pitchFamily="34" charset="0"/>
                <a:ea typeface="Segoe UI" pitchFamily="34" charset="-122"/>
                <a:cs typeface="Segoe UI" pitchFamily="34" charset="-120"/>
              </a:rPr>
              <a:t>3</a:t>
            </a:r>
            <a:endParaRPr lang="en-US" sz="1600"/>
          </a:p>
        </p:txBody>
      </p:sp>
      <p:sp>
        <p:nvSpPr>
          <p:cNvPr id="37" name="Text 19">
            <a:extLst>
              <a:ext uri="{FF2B5EF4-FFF2-40B4-BE49-F238E27FC236}">
                <a16:creationId xmlns:a16="http://schemas.microsoft.com/office/drawing/2014/main" id="{96BE3742-8DB9-0FEF-5D49-385DDB90AF8E}"/>
              </a:ext>
            </a:extLst>
          </p:cNvPr>
          <p:cNvSpPr/>
          <p:nvPr/>
        </p:nvSpPr>
        <p:spPr>
          <a:xfrm>
            <a:off x="9052560" y="2476511"/>
            <a:ext cx="2398919" cy="41148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800">
                <a:solidFill>
                  <a:srgbClr val="BE3CC4"/>
                </a:solidFill>
                <a:latin typeface="Segoe UI Semibold" pitchFamily="34" charset="0"/>
                <a:ea typeface="Segoe UI Semibold" pitchFamily="34" charset="-122"/>
                <a:cs typeface="Segoe UI Semibold" pitchFamily="34" charset="-120"/>
              </a:rPr>
              <a:t>Governed</a:t>
            </a:r>
            <a:endParaRPr lang="en-US" sz="1800">
              <a:solidFill>
                <a:srgbClr val="BE3CC4"/>
              </a:solidFill>
            </a:endParaRPr>
          </a:p>
        </p:txBody>
      </p:sp>
      <p:sp>
        <p:nvSpPr>
          <p:cNvPr id="39" name="Text 20">
            <a:extLst>
              <a:ext uri="{FF2B5EF4-FFF2-40B4-BE49-F238E27FC236}">
                <a16:creationId xmlns:a16="http://schemas.microsoft.com/office/drawing/2014/main" id="{38A7DA58-AD25-88AE-1D21-05EDB2DACE94}"/>
              </a:ext>
            </a:extLst>
          </p:cNvPr>
          <p:cNvSpPr/>
          <p:nvPr/>
        </p:nvSpPr>
        <p:spPr>
          <a:xfrm>
            <a:off x="8503919" y="3070871"/>
            <a:ext cx="2947559" cy="902631"/>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a:solidFill>
                  <a:srgbClr val="3B3B3B"/>
                </a:solidFill>
                <a:ea typeface="Segoe UI" pitchFamily="34" charset="-122"/>
                <a:cs typeface="Segoe UI" pitchFamily="34" charset="-120"/>
              </a:rPr>
              <a:t>Tools for admins including visibility, forecasting, and limits, built into MAC where admins already are.</a:t>
            </a:r>
            <a:endParaRPr lang="en-US" sz="1300"/>
          </a:p>
        </p:txBody>
      </p:sp>
      <p:sp>
        <p:nvSpPr>
          <p:cNvPr id="41" name="Shape 21">
            <a:extLst>
              <a:ext uri="{FF2B5EF4-FFF2-40B4-BE49-F238E27FC236}">
                <a16:creationId xmlns:a16="http://schemas.microsoft.com/office/drawing/2014/main" id="{39C30F8D-A17D-03C8-B34D-C984AFB7A476}"/>
              </a:ext>
            </a:extLst>
          </p:cNvPr>
          <p:cNvSpPr/>
          <p:nvPr/>
        </p:nvSpPr>
        <p:spPr>
          <a:xfrm>
            <a:off x="548640" y="4845671"/>
            <a:ext cx="11109960" cy="960120"/>
          </a:xfrm>
          <a:prstGeom prst="roundRect">
            <a:avLst>
              <a:gd name="adj" fmla="val 7619"/>
            </a:avLst>
          </a:prstGeom>
          <a:solidFill>
            <a:srgbClr val="EEF4FB"/>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3" name="Text 22">
            <a:extLst>
              <a:ext uri="{FF2B5EF4-FFF2-40B4-BE49-F238E27FC236}">
                <a16:creationId xmlns:a16="http://schemas.microsoft.com/office/drawing/2014/main" id="{10476D6F-7D87-789D-510F-F14DFC3424E9}"/>
              </a:ext>
            </a:extLst>
          </p:cNvPr>
          <p:cNvSpPr/>
          <p:nvPr/>
        </p:nvSpPr>
        <p:spPr>
          <a:xfrm>
            <a:off x="4724400" y="4951702"/>
            <a:ext cx="27432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b="1">
                <a:solidFill>
                  <a:srgbClr val="0F6CBD"/>
                </a:solidFill>
                <a:latin typeface="Segoe UI Semibold" pitchFamily="34" charset="0"/>
                <a:ea typeface="Segoe UI Semibold" pitchFamily="34" charset="-122"/>
                <a:cs typeface="Segoe UI Semibold" pitchFamily="34" charset="-120"/>
              </a:rPr>
              <a:t>Why now</a:t>
            </a:r>
            <a:endParaRPr lang="en-US"/>
          </a:p>
        </p:txBody>
      </p:sp>
      <p:sp>
        <p:nvSpPr>
          <p:cNvPr id="45" name="Text 23">
            <a:extLst>
              <a:ext uri="{FF2B5EF4-FFF2-40B4-BE49-F238E27FC236}">
                <a16:creationId xmlns:a16="http://schemas.microsoft.com/office/drawing/2014/main" id="{73089714-DA68-4BCC-0742-3F368A301EE9}"/>
              </a:ext>
            </a:extLst>
          </p:cNvPr>
          <p:cNvSpPr/>
          <p:nvPr/>
        </p:nvSpPr>
        <p:spPr>
          <a:xfrm>
            <a:off x="792480" y="5257151"/>
            <a:ext cx="1060704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a:solidFill>
                  <a:srgbClr val="242424"/>
                </a:solidFill>
                <a:ea typeface="Segoe UI" pitchFamily="34" charset="-122"/>
                <a:cs typeface="Segoe UI" pitchFamily="34" charset="-120"/>
              </a:rPr>
              <a:t>  Customers want to scale spend only as value appears   ·   The market has standardized on consumption</a:t>
            </a:r>
          </a:p>
          <a:p>
            <a:pPr marL="0" indent="0" algn="ctr">
              <a:buNone/>
            </a:pPr>
            <a:r>
              <a:rPr lang="en-US" sz="1200">
                <a:solidFill>
                  <a:srgbClr val="242424"/>
                </a:solidFill>
                <a:ea typeface="Segoe UI" pitchFamily="34" charset="-122"/>
                <a:cs typeface="Segoe UI" pitchFamily="34" charset="-120"/>
              </a:rPr>
              <a:t>							</a:t>
            </a:r>
            <a:endParaRPr lang="en-US" sz="1200"/>
          </a:p>
        </p:txBody>
      </p:sp>
    </p:spTree>
    <p:extLst>
      <p:ext uri="{BB962C8B-B14F-4D97-AF65-F5344CB8AC3E}">
        <p14:creationId xmlns:p14="http://schemas.microsoft.com/office/powerpoint/2010/main" val="383642791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947CB49-3CFB-6F4D-6DA7-99CC4449E994}"/>
              </a:ext>
            </a:extLst>
          </p:cNvPr>
          <p:cNvSpPr>
            <a:spLocks noGrp="1"/>
          </p:cNvSpPr>
          <p:nvPr>
            <p:ph type="title"/>
          </p:nvPr>
        </p:nvSpPr>
        <p:spPr>
          <a:xfrm>
            <a:off x="458147" y="457200"/>
            <a:ext cx="11275707" cy="553998"/>
          </a:xfrm>
        </p:spPr>
        <p:txBody>
          <a:bodyPr/>
          <a:lstStyle/>
          <a:p>
            <a:r>
              <a:rPr lang="en-US"/>
              <a:t>Copilot Credits: pay for usage-based scenarios</a:t>
            </a:r>
          </a:p>
        </p:txBody>
      </p:sp>
      <p:sp>
        <p:nvSpPr>
          <p:cNvPr id="6" name="Rounded Rectangle 17">
            <a:extLst>
              <a:ext uri="{FF2B5EF4-FFF2-40B4-BE49-F238E27FC236}">
                <a16:creationId xmlns:a16="http://schemas.microsoft.com/office/drawing/2014/main" id="{CD2DE62C-8832-9B5A-2B52-58E4520EEC13}"/>
              </a:ext>
            </a:extLst>
          </p:cNvPr>
          <p:cNvSpPr>
            <a:spLocks/>
          </p:cNvSpPr>
          <p:nvPr/>
        </p:nvSpPr>
        <p:spPr bwMode="auto">
          <a:xfrm>
            <a:off x="7483974" y="1705301"/>
            <a:ext cx="4003679" cy="531563"/>
          </a:xfrm>
          <a:prstGeom prst="roundRect">
            <a:avLst>
              <a:gd name="adj" fmla="val 17166"/>
            </a:avLst>
          </a:prstGeom>
          <a:gradFill flip="none" rotWithShape="1">
            <a:gsLst>
              <a:gs pos="100000">
                <a:schemeClr val="accent2"/>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Sans Display Semibold"/>
                <a:ea typeface="+mn-ea"/>
                <a:cs typeface="+mn-cs"/>
              </a:rPr>
              <a:t>Prepaid Copilot Credits</a:t>
            </a:r>
          </a:p>
        </p:txBody>
      </p:sp>
      <p:sp>
        <p:nvSpPr>
          <p:cNvPr id="7" name="Rounded Rectangle 17">
            <a:extLst>
              <a:ext uri="{FF2B5EF4-FFF2-40B4-BE49-F238E27FC236}">
                <a16:creationId xmlns:a16="http://schemas.microsoft.com/office/drawing/2014/main" id="{324DDE55-1889-1F8B-2BE5-2EAAE7AD1697}"/>
              </a:ext>
            </a:extLst>
          </p:cNvPr>
          <p:cNvSpPr>
            <a:spLocks/>
          </p:cNvSpPr>
          <p:nvPr/>
        </p:nvSpPr>
        <p:spPr bwMode="auto">
          <a:xfrm>
            <a:off x="3257228" y="1705302"/>
            <a:ext cx="4003679" cy="531563"/>
          </a:xfrm>
          <a:prstGeom prst="roundRect">
            <a:avLst>
              <a:gd name="adj" fmla="val 17166"/>
            </a:avLst>
          </a:prstGeom>
          <a:gradFill flip="none" rotWithShape="1">
            <a:gsLst>
              <a:gs pos="100000">
                <a:schemeClr val="accent2"/>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Segoe Sans Display Semibold"/>
                <a:ea typeface="+mn-ea"/>
                <a:cs typeface="+mn-cs"/>
              </a:rPr>
              <a:t>Pay-as-you-go</a:t>
            </a:r>
          </a:p>
        </p:txBody>
      </p:sp>
      <p:sp>
        <p:nvSpPr>
          <p:cNvPr id="8" name="Rectangle: Rounded Corners 7">
            <a:extLst>
              <a:ext uri="{FF2B5EF4-FFF2-40B4-BE49-F238E27FC236}">
                <a16:creationId xmlns:a16="http://schemas.microsoft.com/office/drawing/2014/main" id="{44E1BC87-6601-2EC5-49B4-016A76EDE6C8}"/>
              </a:ext>
            </a:extLst>
          </p:cNvPr>
          <p:cNvSpPr>
            <a:spLocks/>
          </p:cNvSpPr>
          <p:nvPr/>
        </p:nvSpPr>
        <p:spPr bwMode="auto">
          <a:xfrm>
            <a:off x="830580" y="2562647"/>
            <a:ext cx="2426718" cy="3201920"/>
          </a:xfrm>
          <a:prstGeom prst="roundRect">
            <a:avLst>
              <a:gd name="adj" fmla="val 3480"/>
            </a:avLst>
          </a:prstGeom>
          <a:solidFill>
            <a:schemeClr val="bg1">
              <a:lumMod val="95000"/>
              <a:alpha val="50000"/>
            </a:schemeClr>
          </a:solidFill>
          <a:ln w="6350">
            <a:gradFill flip="none" rotWithShape="1">
              <a:gsLst>
                <a:gs pos="0">
                  <a:srgbClr val="0078D4"/>
                </a:gs>
                <a:gs pos="100000">
                  <a:srgbClr val="C73ECC"/>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9" name="Freeform: Shape 8">
            <a:extLst>
              <a:ext uri="{FF2B5EF4-FFF2-40B4-BE49-F238E27FC236}">
                <a16:creationId xmlns:a16="http://schemas.microsoft.com/office/drawing/2014/main" id="{5869AB07-F9F2-F24A-AFF6-CB2DFD806915}"/>
              </a:ext>
            </a:extLst>
          </p:cNvPr>
          <p:cNvSpPr>
            <a:spLocks/>
          </p:cNvSpPr>
          <p:nvPr/>
        </p:nvSpPr>
        <p:spPr bwMode="auto">
          <a:xfrm>
            <a:off x="3122612" y="2549391"/>
            <a:ext cx="8483598" cy="3228431"/>
          </a:xfrm>
          <a:custGeom>
            <a:avLst/>
            <a:gdLst>
              <a:gd name="csX0" fmla="*/ 144440 w 8483598"/>
              <a:gd name="csY0" fmla="*/ 0 h 3228431"/>
              <a:gd name="csX1" fmla="*/ 4005919 w 8483598"/>
              <a:gd name="csY1" fmla="*/ 0 h 3228431"/>
              <a:gd name="csX2" fmla="*/ 4150359 w 8483598"/>
              <a:gd name="csY2" fmla="*/ 144440 h 3228431"/>
              <a:gd name="csX3" fmla="*/ 4150359 w 8483598"/>
              <a:gd name="csY3" fmla="*/ 415459 h 3228431"/>
              <a:gd name="csX4" fmla="*/ 4150360 w 8483598"/>
              <a:gd name="csY4" fmla="*/ 415459 h 3228431"/>
              <a:gd name="csX5" fmla="*/ 4150360 w 8483598"/>
              <a:gd name="csY5" fmla="*/ 604225 h 3228431"/>
              <a:gd name="csX6" fmla="*/ 4241800 w 8483598"/>
              <a:gd name="csY6" fmla="*/ 695665 h 3228431"/>
              <a:gd name="csX7" fmla="*/ 4333240 w 8483598"/>
              <a:gd name="csY7" fmla="*/ 604225 h 3228431"/>
              <a:gd name="csX8" fmla="*/ 4333240 w 8483598"/>
              <a:gd name="csY8" fmla="*/ 233067 h 3228431"/>
              <a:gd name="csX9" fmla="*/ 4333239 w 8483598"/>
              <a:gd name="csY9" fmla="*/ 233062 h 3228431"/>
              <a:gd name="csX10" fmla="*/ 4333239 w 8483598"/>
              <a:gd name="csY10" fmla="*/ 144440 h 3228431"/>
              <a:gd name="csX11" fmla="*/ 4477679 w 8483598"/>
              <a:gd name="csY11" fmla="*/ 0 h 3228431"/>
              <a:gd name="csX12" fmla="*/ 8339158 w 8483598"/>
              <a:gd name="csY12" fmla="*/ 0 h 3228431"/>
              <a:gd name="csX13" fmla="*/ 8483598 w 8483598"/>
              <a:gd name="csY13" fmla="*/ 144440 h 3228431"/>
              <a:gd name="csX14" fmla="*/ 8483598 w 8483598"/>
              <a:gd name="csY14" fmla="*/ 3083991 h 3228431"/>
              <a:gd name="csX15" fmla="*/ 8339158 w 8483598"/>
              <a:gd name="csY15" fmla="*/ 3228431 h 3228431"/>
              <a:gd name="csX16" fmla="*/ 4477679 w 8483598"/>
              <a:gd name="csY16" fmla="*/ 3228431 h 3228431"/>
              <a:gd name="csX17" fmla="*/ 4333239 w 8483598"/>
              <a:gd name="csY17" fmla="*/ 3083991 h 3228431"/>
              <a:gd name="csX18" fmla="*/ 4333239 w 8483598"/>
              <a:gd name="csY18" fmla="*/ 3019182 h 3228431"/>
              <a:gd name="csX19" fmla="*/ 4333240 w 8483598"/>
              <a:gd name="csY19" fmla="*/ 3019177 h 3228431"/>
              <a:gd name="csX20" fmla="*/ 4333240 w 8483598"/>
              <a:gd name="csY20" fmla="*/ 2648019 h 3228431"/>
              <a:gd name="csX21" fmla="*/ 4241800 w 8483598"/>
              <a:gd name="csY21" fmla="*/ 2556579 h 3228431"/>
              <a:gd name="csX22" fmla="*/ 4150360 w 8483598"/>
              <a:gd name="csY22" fmla="*/ 2648019 h 3228431"/>
              <a:gd name="csX23" fmla="*/ 4150360 w 8483598"/>
              <a:gd name="csY23" fmla="*/ 2812971 h 3228431"/>
              <a:gd name="csX24" fmla="*/ 4150359 w 8483598"/>
              <a:gd name="csY24" fmla="*/ 2812971 h 3228431"/>
              <a:gd name="csX25" fmla="*/ 4150359 w 8483598"/>
              <a:gd name="csY25" fmla="*/ 3083991 h 3228431"/>
              <a:gd name="csX26" fmla="*/ 4005919 w 8483598"/>
              <a:gd name="csY26" fmla="*/ 3228431 h 3228431"/>
              <a:gd name="csX27" fmla="*/ 144440 w 8483598"/>
              <a:gd name="csY27" fmla="*/ 3228431 h 3228431"/>
              <a:gd name="csX28" fmla="*/ 0 w 8483598"/>
              <a:gd name="csY28" fmla="*/ 3083991 h 3228431"/>
              <a:gd name="csX29" fmla="*/ 0 w 8483598"/>
              <a:gd name="csY29" fmla="*/ 144440 h 3228431"/>
              <a:gd name="csX30" fmla="*/ 144440 w 8483598"/>
              <a:gd name="csY30" fmla="*/ 0 h 3228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483598" h="3228431">
                <a:moveTo>
                  <a:pt x="144440" y="0"/>
                </a:moveTo>
                <a:lnTo>
                  <a:pt x="4005919" y="0"/>
                </a:lnTo>
                <a:cubicBezTo>
                  <a:pt x="4085691" y="0"/>
                  <a:pt x="4150359" y="64668"/>
                  <a:pt x="4150359" y="144440"/>
                </a:cubicBezTo>
                <a:lnTo>
                  <a:pt x="4150359" y="415459"/>
                </a:lnTo>
                <a:lnTo>
                  <a:pt x="4150360" y="415459"/>
                </a:lnTo>
                <a:lnTo>
                  <a:pt x="4150360" y="604225"/>
                </a:lnTo>
                <a:cubicBezTo>
                  <a:pt x="4150360" y="654726"/>
                  <a:pt x="4191299" y="695665"/>
                  <a:pt x="4241800" y="695665"/>
                </a:cubicBezTo>
                <a:cubicBezTo>
                  <a:pt x="4292301" y="695665"/>
                  <a:pt x="4333240" y="654726"/>
                  <a:pt x="4333240" y="604225"/>
                </a:cubicBezTo>
                <a:lnTo>
                  <a:pt x="4333240" y="233067"/>
                </a:lnTo>
                <a:lnTo>
                  <a:pt x="4333239" y="233062"/>
                </a:lnTo>
                <a:lnTo>
                  <a:pt x="4333239" y="144440"/>
                </a:lnTo>
                <a:cubicBezTo>
                  <a:pt x="4333239" y="64668"/>
                  <a:pt x="4397907" y="0"/>
                  <a:pt x="4477679" y="0"/>
                </a:cubicBezTo>
                <a:lnTo>
                  <a:pt x="8339158" y="0"/>
                </a:lnTo>
                <a:cubicBezTo>
                  <a:pt x="8418930" y="0"/>
                  <a:pt x="8483598" y="64668"/>
                  <a:pt x="8483598" y="144440"/>
                </a:cubicBezTo>
                <a:lnTo>
                  <a:pt x="8483598" y="3083991"/>
                </a:lnTo>
                <a:cubicBezTo>
                  <a:pt x="8483598" y="3163763"/>
                  <a:pt x="8418930" y="3228431"/>
                  <a:pt x="8339158" y="3228431"/>
                </a:cubicBezTo>
                <a:lnTo>
                  <a:pt x="4477679" y="3228431"/>
                </a:lnTo>
                <a:cubicBezTo>
                  <a:pt x="4397907" y="3228431"/>
                  <a:pt x="4333239" y="3163763"/>
                  <a:pt x="4333239" y="3083991"/>
                </a:cubicBezTo>
                <a:lnTo>
                  <a:pt x="4333239" y="3019182"/>
                </a:lnTo>
                <a:lnTo>
                  <a:pt x="4333240" y="3019177"/>
                </a:lnTo>
                <a:lnTo>
                  <a:pt x="4333240" y="2648019"/>
                </a:lnTo>
                <a:cubicBezTo>
                  <a:pt x="4333240" y="2597518"/>
                  <a:pt x="4292301" y="2556579"/>
                  <a:pt x="4241800" y="2556579"/>
                </a:cubicBezTo>
                <a:cubicBezTo>
                  <a:pt x="4191299" y="2556579"/>
                  <a:pt x="4150360" y="2597518"/>
                  <a:pt x="4150360" y="2648019"/>
                </a:cubicBezTo>
                <a:lnTo>
                  <a:pt x="4150360" y="2812971"/>
                </a:lnTo>
                <a:lnTo>
                  <a:pt x="4150359" y="2812971"/>
                </a:lnTo>
                <a:lnTo>
                  <a:pt x="4150359" y="3083991"/>
                </a:lnTo>
                <a:cubicBezTo>
                  <a:pt x="4150359" y="3163763"/>
                  <a:pt x="4085691" y="3228431"/>
                  <a:pt x="4005919" y="3228431"/>
                </a:cubicBezTo>
                <a:lnTo>
                  <a:pt x="144440" y="3228431"/>
                </a:lnTo>
                <a:cubicBezTo>
                  <a:pt x="64670" y="3228431"/>
                  <a:pt x="0" y="3163763"/>
                  <a:pt x="0" y="3083991"/>
                </a:cubicBezTo>
                <a:lnTo>
                  <a:pt x="0" y="144440"/>
                </a:lnTo>
                <a:cubicBezTo>
                  <a:pt x="0" y="64668"/>
                  <a:pt x="64670" y="0"/>
                  <a:pt x="144440" y="0"/>
                </a:cubicBezTo>
                <a:close/>
              </a:path>
            </a:pathLst>
          </a:custGeom>
          <a:solidFill>
            <a:schemeClr val="bg1"/>
          </a:solidFill>
          <a:ln w="19050">
            <a:noFill/>
          </a:ln>
          <a:effectLst>
            <a:outerShdw blurRad="127000" algn="ctr" rotWithShape="0">
              <a:schemeClr val="bg1">
                <a:lumMod val="50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ts val="120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10" name="TextBox 9">
            <a:extLst>
              <a:ext uri="{FF2B5EF4-FFF2-40B4-BE49-F238E27FC236}">
                <a16:creationId xmlns:a16="http://schemas.microsoft.com/office/drawing/2014/main" id="{4CBACD58-2638-2564-4A39-46D96D026DAD}"/>
              </a:ext>
            </a:extLst>
          </p:cNvPr>
          <p:cNvSpPr txBox="1">
            <a:spLocks/>
          </p:cNvSpPr>
          <p:nvPr/>
        </p:nvSpPr>
        <p:spPr>
          <a:xfrm>
            <a:off x="7407586" y="2796825"/>
            <a:ext cx="4080067" cy="369332"/>
          </a:xfrm>
          <a:prstGeom prst="rect">
            <a:avLst/>
          </a:prstGeom>
          <a:no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Copilot Credits Pre-Purchase Plan</a:t>
            </a:r>
          </a:p>
        </p:txBody>
      </p:sp>
      <p:sp>
        <p:nvSpPr>
          <p:cNvPr id="11" name="TextBox 10">
            <a:extLst>
              <a:ext uri="{FF2B5EF4-FFF2-40B4-BE49-F238E27FC236}">
                <a16:creationId xmlns:a16="http://schemas.microsoft.com/office/drawing/2014/main" id="{A75BF022-B6B9-B0B1-FDF9-D84CE2BBB4C1}"/>
              </a:ext>
            </a:extLst>
          </p:cNvPr>
          <p:cNvSpPr txBox="1">
            <a:spLocks/>
          </p:cNvSpPr>
          <p:nvPr/>
        </p:nvSpPr>
        <p:spPr>
          <a:xfrm>
            <a:off x="7483974" y="3603933"/>
            <a:ext cx="4003679" cy="369332"/>
          </a:xfrm>
          <a:prstGeom prst="rect">
            <a:avLst/>
          </a:prstGeom>
          <a:no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Predictable usage</a:t>
            </a:r>
          </a:p>
        </p:txBody>
      </p:sp>
      <p:sp>
        <p:nvSpPr>
          <p:cNvPr id="12" name="TextBox 11">
            <a:extLst>
              <a:ext uri="{FF2B5EF4-FFF2-40B4-BE49-F238E27FC236}">
                <a16:creationId xmlns:a16="http://schemas.microsoft.com/office/drawing/2014/main" id="{16B7C406-C8A6-A0C9-CB16-C64657412B4B}"/>
              </a:ext>
            </a:extLst>
          </p:cNvPr>
          <p:cNvSpPr txBox="1">
            <a:spLocks/>
          </p:cNvSpPr>
          <p:nvPr/>
        </p:nvSpPr>
        <p:spPr>
          <a:xfrm>
            <a:off x="7483974" y="5218149"/>
            <a:ext cx="4003679" cy="369332"/>
          </a:xfrm>
          <a:prstGeom prst="rect">
            <a:avLst/>
          </a:prstGeom>
          <a:no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Annual</a:t>
            </a:r>
          </a:p>
        </p:txBody>
      </p:sp>
      <p:sp>
        <p:nvSpPr>
          <p:cNvPr id="13" name="TextBox 12">
            <a:extLst>
              <a:ext uri="{FF2B5EF4-FFF2-40B4-BE49-F238E27FC236}">
                <a16:creationId xmlns:a16="http://schemas.microsoft.com/office/drawing/2014/main" id="{4EA7F1A8-376C-63F1-6201-B2B450F95300}"/>
              </a:ext>
            </a:extLst>
          </p:cNvPr>
          <p:cNvSpPr txBox="1">
            <a:spLocks/>
          </p:cNvSpPr>
          <p:nvPr/>
        </p:nvSpPr>
        <p:spPr>
          <a:xfrm>
            <a:off x="3257228" y="2796826"/>
            <a:ext cx="4003679" cy="369332"/>
          </a:xfrm>
          <a:prstGeom prst="rect">
            <a:avLst/>
          </a:prstGeom>
          <a:no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Copilot Credits Pay-as-you-go</a:t>
            </a:r>
          </a:p>
        </p:txBody>
      </p:sp>
      <p:sp>
        <p:nvSpPr>
          <p:cNvPr id="14" name="TextBox 13">
            <a:extLst>
              <a:ext uri="{FF2B5EF4-FFF2-40B4-BE49-F238E27FC236}">
                <a16:creationId xmlns:a16="http://schemas.microsoft.com/office/drawing/2014/main" id="{BC120AFD-A36C-9B82-CA40-B270A5EF9869}"/>
              </a:ext>
            </a:extLst>
          </p:cNvPr>
          <p:cNvSpPr txBox="1">
            <a:spLocks/>
          </p:cNvSpPr>
          <p:nvPr/>
        </p:nvSpPr>
        <p:spPr>
          <a:xfrm>
            <a:off x="3257228" y="3603934"/>
            <a:ext cx="4003679" cy="369332"/>
          </a:xfrm>
          <a:prstGeom prst="rect">
            <a:avLst/>
          </a:prstGeom>
          <a:no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Flexibility to scale up or down</a:t>
            </a:r>
          </a:p>
        </p:txBody>
      </p:sp>
      <p:sp>
        <p:nvSpPr>
          <p:cNvPr id="15" name="TextBox 14">
            <a:extLst>
              <a:ext uri="{FF2B5EF4-FFF2-40B4-BE49-F238E27FC236}">
                <a16:creationId xmlns:a16="http://schemas.microsoft.com/office/drawing/2014/main" id="{86622B68-AF84-B2D0-9528-AA4689249D9C}"/>
              </a:ext>
            </a:extLst>
          </p:cNvPr>
          <p:cNvSpPr txBox="1">
            <a:spLocks/>
          </p:cNvSpPr>
          <p:nvPr/>
        </p:nvSpPr>
        <p:spPr>
          <a:xfrm>
            <a:off x="3257228" y="5218150"/>
            <a:ext cx="4003679" cy="369332"/>
          </a:xfrm>
          <a:prstGeom prst="rect">
            <a:avLst/>
          </a:prstGeom>
          <a:no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N/A</a:t>
            </a:r>
          </a:p>
        </p:txBody>
      </p:sp>
      <p:sp>
        <p:nvSpPr>
          <p:cNvPr id="16" name="TextBox 15">
            <a:extLst>
              <a:ext uri="{FF2B5EF4-FFF2-40B4-BE49-F238E27FC236}">
                <a16:creationId xmlns:a16="http://schemas.microsoft.com/office/drawing/2014/main" id="{986E0E4B-A205-D693-C5FF-BA8894CC317C}"/>
              </a:ext>
            </a:extLst>
          </p:cNvPr>
          <p:cNvSpPr txBox="1">
            <a:spLocks/>
          </p:cNvSpPr>
          <p:nvPr/>
        </p:nvSpPr>
        <p:spPr>
          <a:xfrm>
            <a:off x="7483974" y="4411041"/>
            <a:ext cx="4003679" cy="369332"/>
          </a:xfrm>
          <a:prstGeom prst="rect">
            <a:avLst/>
          </a:prstGeom>
          <a:no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Lowest per-credit cost</a:t>
            </a:r>
          </a:p>
        </p:txBody>
      </p:sp>
      <p:sp>
        <p:nvSpPr>
          <p:cNvPr id="17" name="TextBox 16">
            <a:extLst>
              <a:ext uri="{FF2B5EF4-FFF2-40B4-BE49-F238E27FC236}">
                <a16:creationId xmlns:a16="http://schemas.microsoft.com/office/drawing/2014/main" id="{6462A773-F4A7-15BF-C05C-5B7A3A7650B8}"/>
              </a:ext>
            </a:extLst>
          </p:cNvPr>
          <p:cNvSpPr txBox="1">
            <a:spLocks/>
          </p:cNvSpPr>
          <p:nvPr/>
        </p:nvSpPr>
        <p:spPr>
          <a:xfrm>
            <a:off x="3257228" y="4411042"/>
            <a:ext cx="4003679" cy="369332"/>
          </a:xfrm>
          <a:prstGeom prst="rect">
            <a:avLst/>
          </a:prstGeom>
          <a:no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$0.01</a:t>
            </a:r>
          </a:p>
        </p:txBody>
      </p:sp>
      <p:cxnSp>
        <p:nvCxnSpPr>
          <p:cNvPr id="18" name="Straight Connector 17">
            <a:extLst>
              <a:ext uri="{FF2B5EF4-FFF2-40B4-BE49-F238E27FC236}">
                <a16:creationId xmlns:a16="http://schemas.microsoft.com/office/drawing/2014/main" id="{E2A75146-5FFB-1093-1AE5-8E1D7807A5E4}"/>
              </a:ext>
            </a:extLst>
          </p:cNvPr>
          <p:cNvCxnSpPr>
            <a:cxnSpLocks/>
          </p:cNvCxnSpPr>
          <p:nvPr/>
        </p:nvCxnSpPr>
        <p:spPr>
          <a:xfrm>
            <a:off x="7618661" y="3385045"/>
            <a:ext cx="3734304"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3B15EAE-7032-F825-C6B5-06D9CB6C2679}"/>
              </a:ext>
            </a:extLst>
          </p:cNvPr>
          <p:cNvCxnSpPr>
            <a:cxnSpLocks/>
          </p:cNvCxnSpPr>
          <p:nvPr/>
        </p:nvCxnSpPr>
        <p:spPr>
          <a:xfrm>
            <a:off x="7618661" y="4192153"/>
            <a:ext cx="3734304"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8A1C847-A714-CF70-54D1-C317578EC9A5}"/>
              </a:ext>
            </a:extLst>
          </p:cNvPr>
          <p:cNvCxnSpPr>
            <a:cxnSpLocks/>
          </p:cNvCxnSpPr>
          <p:nvPr/>
        </p:nvCxnSpPr>
        <p:spPr>
          <a:xfrm>
            <a:off x="7618661" y="4999261"/>
            <a:ext cx="3734304"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1EB8B7-4424-350A-E4B4-97EB883BC4D2}"/>
              </a:ext>
            </a:extLst>
          </p:cNvPr>
          <p:cNvCxnSpPr>
            <a:cxnSpLocks/>
          </p:cNvCxnSpPr>
          <p:nvPr/>
        </p:nvCxnSpPr>
        <p:spPr>
          <a:xfrm>
            <a:off x="3391915" y="3385046"/>
            <a:ext cx="3734304"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19F756A-C973-200A-0641-FDF9E4FF8F2F}"/>
              </a:ext>
            </a:extLst>
          </p:cNvPr>
          <p:cNvCxnSpPr>
            <a:cxnSpLocks/>
          </p:cNvCxnSpPr>
          <p:nvPr/>
        </p:nvCxnSpPr>
        <p:spPr>
          <a:xfrm>
            <a:off x="3391915" y="4192154"/>
            <a:ext cx="3734304"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CE6E70B-33A5-C7DD-E7CF-B2E591592B3F}"/>
              </a:ext>
            </a:extLst>
          </p:cNvPr>
          <p:cNvCxnSpPr>
            <a:cxnSpLocks/>
          </p:cNvCxnSpPr>
          <p:nvPr/>
        </p:nvCxnSpPr>
        <p:spPr>
          <a:xfrm>
            <a:off x="3391915" y="4999262"/>
            <a:ext cx="3734304"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02D1E8D-7A45-CC6B-E6BB-055FD43CCC77}"/>
              </a:ext>
            </a:extLst>
          </p:cNvPr>
          <p:cNvSpPr txBox="1"/>
          <p:nvPr/>
        </p:nvSpPr>
        <p:spPr>
          <a:xfrm>
            <a:off x="1236663" y="2768279"/>
            <a:ext cx="1684476" cy="369332"/>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rPr>
              <a:t>Offer name</a:t>
            </a:r>
          </a:p>
        </p:txBody>
      </p:sp>
      <p:sp>
        <p:nvSpPr>
          <p:cNvPr id="25" name="TextBox 24">
            <a:extLst>
              <a:ext uri="{FF2B5EF4-FFF2-40B4-BE49-F238E27FC236}">
                <a16:creationId xmlns:a16="http://schemas.microsoft.com/office/drawing/2014/main" id="{5BD982E5-D897-EAF7-EFDB-1361F381D379}"/>
              </a:ext>
            </a:extLst>
          </p:cNvPr>
          <p:cNvSpPr txBox="1"/>
          <p:nvPr/>
        </p:nvSpPr>
        <p:spPr>
          <a:xfrm>
            <a:off x="1236663" y="3575387"/>
            <a:ext cx="1684476" cy="369332"/>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rPr>
              <a:t>Ideal for</a:t>
            </a:r>
          </a:p>
        </p:txBody>
      </p:sp>
      <p:sp>
        <p:nvSpPr>
          <p:cNvPr id="26" name="TextBox 25">
            <a:extLst>
              <a:ext uri="{FF2B5EF4-FFF2-40B4-BE49-F238E27FC236}">
                <a16:creationId xmlns:a16="http://schemas.microsoft.com/office/drawing/2014/main" id="{55C83C86-8CD6-EA01-CB91-7073F4DE1725}"/>
              </a:ext>
            </a:extLst>
          </p:cNvPr>
          <p:cNvSpPr txBox="1"/>
          <p:nvPr/>
        </p:nvSpPr>
        <p:spPr>
          <a:xfrm>
            <a:off x="1249224" y="5189603"/>
            <a:ext cx="1684476" cy="369332"/>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rPr>
              <a:t>Usage term</a:t>
            </a:r>
          </a:p>
        </p:txBody>
      </p:sp>
      <p:sp>
        <p:nvSpPr>
          <p:cNvPr id="27" name="TextBox 26">
            <a:extLst>
              <a:ext uri="{FF2B5EF4-FFF2-40B4-BE49-F238E27FC236}">
                <a16:creationId xmlns:a16="http://schemas.microsoft.com/office/drawing/2014/main" id="{3EA89D0A-4366-FD2F-662B-51B4249C61AE}"/>
              </a:ext>
            </a:extLst>
          </p:cNvPr>
          <p:cNvSpPr txBox="1">
            <a:spLocks/>
          </p:cNvSpPr>
          <p:nvPr/>
        </p:nvSpPr>
        <p:spPr>
          <a:xfrm>
            <a:off x="1249224" y="4382495"/>
            <a:ext cx="1684476" cy="369332"/>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rPr>
              <a:t>Cost</a:t>
            </a:r>
          </a:p>
        </p:txBody>
      </p:sp>
      <p:cxnSp>
        <p:nvCxnSpPr>
          <p:cNvPr id="28" name="Straight Connector 27">
            <a:extLst>
              <a:ext uri="{FF2B5EF4-FFF2-40B4-BE49-F238E27FC236}">
                <a16:creationId xmlns:a16="http://schemas.microsoft.com/office/drawing/2014/main" id="{B2F3EC6C-E7B0-5EDB-823A-138D118FEF22}"/>
              </a:ext>
            </a:extLst>
          </p:cNvPr>
          <p:cNvCxnSpPr>
            <a:cxnSpLocks/>
          </p:cNvCxnSpPr>
          <p:nvPr/>
        </p:nvCxnSpPr>
        <p:spPr>
          <a:xfrm>
            <a:off x="1249224" y="3356499"/>
            <a:ext cx="1684476"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ED7A0D4-C0F8-7865-534C-D95166DA2191}"/>
              </a:ext>
            </a:extLst>
          </p:cNvPr>
          <p:cNvCxnSpPr>
            <a:cxnSpLocks/>
          </p:cNvCxnSpPr>
          <p:nvPr/>
        </p:nvCxnSpPr>
        <p:spPr>
          <a:xfrm>
            <a:off x="1249224" y="4163607"/>
            <a:ext cx="1684476"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1243562-6487-D6E2-9A93-F4AC427F5081}"/>
              </a:ext>
            </a:extLst>
          </p:cNvPr>
          <p:cNvCxnSpPr>
            <a:cxnSpLocks/>
          </p:cNvCxnSpPr>
          <p:nvPr/>
        </p:nvCxnSpPr>
        <p:spPr>
          <a:xfrm>
            <a:off x="1249224" y="4970715"/>
            <a:ext cx="1684476"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Freeform: Shape 30">
            <a:extLst>
              <a:ext uri="{FF2B5EF4-FFF2-40B4-BE49-F238E27FC236}">
                <a16:creationId xmlns:a16="http://schemas.microsoft.com/office/drawing/2014/main" id="{80F81A22-5864-0BE2-1555-E142473E442F}"/>
              </a:ext>
            </a:extLst>
          </p:cNvPr>
          <p:cNvSpPr/>
          <p:nvPr/>
        </p:nvSpPr>
        <p:spPr bwMode="auto">
          <a:xfrm flipH="1" flipV="1">
            <a:off x="7618661" y="2236863"/>
            <a:ext cx="3734304" cy="354329"/>
          </a:xfrm>
          <a:custGeom>
            <a:avLst/>
            <a:gdLst>
              <a:gd name="csX0" fmla="*/ 3734304 w 3734304"/>
              <a:gd name="csY0" fmla="*/ 354329 h 354329"/>
              <a:gd name="csX1" fmla="*/ 3415689 w 3734304"/>
              <a:gd name="csY1" fmla="*/ 354329 h 354329"/>
              <a:gd name="csX2" fmla="*/ 2591826 w 3734304"/>
              <a:gd name="csY2" fmla="*/ 354329 h 354329"/>
              <a:gd name="csX3" fmla="*/ 2309283 w 3734304"/>
              <a:gd name="csY3" fmla="*/ 354329 h 354329"/>
              <a:gd name="csX4" fmla="*/ 1973896 w 3734304"/>
              <a:gd name="csY4" fmla="*/ 354329 h 354329"/>
              <a:gd name="csX5" fmla="*/ 1684721 w 3734304"/>
              <a:gd name="csY5" fmla="*/ 354329 h 354329"/>
              <a:gd name="csX6" fmla="*/ 1684720 w 3734304"/>
              <a:gd name="csY6" fmla="*/ 354329 h 354329"/>
              <a:gd name="csX7" fmla="*/ 907106 w 3734304"/>
              <a:gd name="csY7" fmla="*/ 354329 h 354329"/>
              <a:gd name="csX8" fmla="*/ 502627 w 3734304"/>
              <a:gd name="csY8" fmla="*/ 354329 h 354329"/>
              <a:gd name="csX9" fmla="*/ 0 w 3734304"/>
              <a:gd name="csY9" fmla="*/ 354329 h 354329"/>
              <a:gd name="csX10" fmla="*/ 210762 w 3734304"/>
              <a:gd name="csY10" fmla="*/ 0 h 354329"/>
              <a:gd name="csX11" fmla="*/ 502627 w 3734304"/>
              <a:gd name="csY11" fmla="*/ 0 h 354329"/>
              <a:gd name="csX12" fmla="*/ 1117868 w 3734304"/>
              <a:gd name="csY12" fmla="*/ 0 h 354329"/>
              <a:gd name="csX13" fmla="*/ 1684720 w 3734304"/>
              <a:gd name="csY13" fmla="*/ 0 h 354329"/>
              <a:gd name="csX14" fmla="*/ 1684721 w 3734304"/>
              <a:gd name="csY14" fmla="*/ 0 h 354329"/>
              <a:gd name="csX15" fmla="*/ 1973896 w 3734304"/>
              <a:gd name="csY15" fmla="*/ 0 h 354329"/>
              <a:gd name="csX16" fmla="*/ 2309283 w 3734304"/>
              <a:gd name="csY16" fmla="*/ 0 h 354329"/>
              <a:gd name="csX17" fmla="*/ 2591826 w 3734304"/>
              <a:gd name="csY17" fmla="*/ 0 h 354329"/>
              <a:gd name="csX18" fmla="*/ 3415689 w 3734304"/>
              <a:gd name="csY18" fmla="*/ 0 h 354329"/>
              <a:gd name="csX19" fmla="*/ 3523541 w 3734304"/>
              <a:gd name="csY19" fmla="*/ 0 h 354329"/>
              <a:gd name="csX20" fmla="*/ 3734304 w 3734304"/>
              <a:gd name="csY20" fmla="*/ 354329 h 354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734304" h="354329">
                <a:moveTo>
                  <a:pt x="3734304" y="354329"/>
                </a:moveTo>
                <a:lnTo>
                  <a:pt x="3415689" y="354329"/>
                </a:lnTo>
                <a:lnTo>
                  <a:pt x="2591826" y="354329"/>
                </a:lnTo>
                <a:lnTo>
                  <a:pt x="2309283" y="354329"/>
                </a:lnTo>
                <a:lnTo>
                  <a:pt x="1973896" y="354329"/>
                </a:lnTo>
                <a:lnTo>
                  <a:pt x="1684721" y="354329"/>
                </a:lnTo>
                <a:lnTo>
                  <a:pt x="1684720" y="354329"/>
                </a:lnTo>
                <a:lnTo>
                  <a:pt x="907106" y="354329"/>
                </a:lnTo>
                <a:lnTo>
                  <a:pt x="502627" y="354329"/>
                </a:lnTo>
                <a:lnTo>
                  <a:pt x="0" y="354329"/>
                </a:lnTo>
                <a:cubicBezTo>
                  <a:pt x="159113" y="255966"/>
                  <a:pt x="244177" y="137856"/>
                  <a:pt x="210762" y="0"/>
                </a:cubicBezTo>
                <a:lnTo>
                  <a:pt x="502627" y="0"/>
                </a:lnTo>
                <a:lnTo>
                  <a:pt x="1117868" y="0"/>
                </a:lnTo>
                <a:lnTo>
                  <a:pt x="1684720" y="0"/>
                </a:lnTo>
                <a:lnTo>
                  <a:pt x="1684721" y="0"/>
                </a:lnTo>
                <a:lnTo>
                  <a:pt x="1973896" y="0"/>
                </a:lnTo>
                <a:lnTo>
                  <a:pt x="2309283" y="0"/>
                </a:lnTo>
                <a:lnTo>
                  <a:pt x="2591826" y="0"/>
                </a:lnTo>
                <a:lnTo>
                  <a:pt x="3415689" y="0"/>
                </a:lnTo>
                <a:lnTo>
                  <a:pt x="3523541" y="0"/>
                </a:lnTo>
                <a:cubicBezTo>
                  <a:pt x="3490126" y="137856"/>
                  <a:pt x="3575190" y="255966"/>
                  <a:pt x="3734304" y="354329"/>
                </a:cubicBezTo>
                <a:close/>
              </a:path>
            </a:pathLst>
          </a:custGeom>
          <a:gradFill flip="none" rotWithShape="1">
            <a:gsLst>
              <a:gs pos="100000">
                <a:schemeClr val="accent1">
                  <a:lumMod val="20000"/>
                  <a:lumOff val="80000"/>
                </a:schemeClr>
              </a:gs>
              <a:gs pos="0">
                <a:schemeClr val="accent1">
                  <a:lumMod val="20000"/>
                  <a:lumOff val="80000"/>
                  <a:alpha val="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32" name="Freeform: Shape 31">
            <a:extLst>
              <a:ext uri="{FF2B5EF4-FFF2-40B4-BE49-F238E27FC236}">
                <a16:creationId xmlns:a16="http://schemas.microsoft.com/office/drawing/2014/main" id="{6D21E959-05CA-B1D9-0567-F00218C24D33}"/>
              </a:ext>
            </a:extLst>
          </p:cNvPr>
          <p:cNvSpPr/>
          <p:nvPr/>
        </p:nvSpPr>
        <p:spPr bwMode="auto">
          <a:xfrm flipH="1" flipV="1">
            <a:off x="3391915" y="2236864"/>
            <a:ext cx="3734304" cy="354329"/>
          </a:xfrm>
          <a:custGeom>
            <a:avLst/>
            <a:gdLst>
              <a:gd name="csX0" fmla="*/ 3734304 w 3734304"/>
              <a:gd name="csY0" fmla="*/ 354329 h 354329"/>
              <a:gd name="csX1" fmla="*/ 3415689 w 3734304"/>
              <a:gd name="csY1" fmla="*/ 354329 h 354329"/>
              <a:gd name="csX2" fmla="*/ 2591826 w 3734304"/>
              <a:gd name="csY2" fmla="*/ 354329 h 354329"/>
              <a:gd name="csX3" fmla="*/ 2309283 w 3734304"/>
              <a:gd name="csY3" fmla="*/ 354329 h 354329"/>
              <a:gd name="csX4" fmla="*/ 1973896 w 3734304"/>
              <a:gd name="csY4" fmla="*/ 354329 h 354329"/>
              <a:gd name="csX5" fmla="*/ 1684721 w 3734304"/>
              <a:gd name="csY5" fmla="*/ 354329 h 354329"/>
              <a:gd name="csX6" fmla="*/ 1684720 w 3734304"/>
              <a:gd name="csY6" fmla="*/ 354329 h 354329"/>
              <a:gd name="csX7" fmla="*/ 907106 w 3734304"/>
              <a:gd name="csY7" fmla="*/ 354329 h 354329"/>
              <a:gd name="csX8" fmla="*/ 502627 w 3734304"/>
              <a:gd name="csY8" fmla="*/ 354329 h 354329"/>
              <a:gd name="csX9" fmla="*/ 0 w 3734304"/>
              <a:gd name="csY9" fmla="*/ 354329 h 354329"/>
              <a:gd name="csX10" fmla="*/ 210762 w 3734304"/>
              <a:gd name="csY10" fmla="*/ 0 h 354329"/>
              <a:gd name="csX11" fmla="*/ 502627 w 3734304"/>
              <a:gd name="csY11" fmla="*/ 0 h 354329"/>
              <a:gd name="csX12" fmla="*/ 1117868 w 3734304"/>
              <a:gd name="csY12" fmla="*/ 0 h 354329"/>
              <a:gd name="csX13" fmla="*/ 1684720 w 3734304"/>
              <a:gd name="csY13" fmla="*/ 0 h 354329"/>
              <a:gd name="csX14" fmla="*/ 1684721 w 3734304"/>
              <a:gd name="csY14" fmla="*/ 0 h 354329"/>
              <a:gd name="csX15" fmla="*/ 1973896 w 3734304"/>
              <a:gd name="csY15" fmla="*/ 0 h 354329"/>
              <a:gd name="csX16" fmla="*/ 2309283 w 3734304"/>
              <a:gd name="csY16" fmla="*/ 0 h 354329"/>
              <a:gd name="csX17" fmla="*/ 2591826 w 3734304"/>
              <a:gd name="csY17" fmla="*/ 0 h 354329"/>
              <a:gd name="csX18" fmla="*/ 3415689 w 3734304"/>
              <a:gd name="csY18" fmla="*/ 0 h 354329"/>
              <a:gd name="csX19" fmla="*/ 3523541 w 3734304"/>
              <a:gd name="csY19" fmla="*/ 0 h 354329"/>
              <a:gd name="csX20" fmla="*/ 3734304 w 3734304"/>
              <a:gd name="csY20" fmla="*/ 354329 h 354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734304" h="354329">
                <a:moveTo>
                  <a:pt x="3734304" y="354329"/>
                </a:moveTo>
                <a:lnTo>
                  <a:pt x="3415689" y="354329"/>
                </a:lnTo>
                <a:lnTo>
                  <a:pt x="2591826" y="354329"/>
                </a:lnTo>
                <a:lnTo>
                  <a:pt x="2309283" y="354329"/>
                </a:lnTo>
                <a:lnTo>
                  <a:pt x="1973896" y="354329"/>
                </a:lnTo>
                <a:lnTo>
                  <a:pt x="1684721" y="354329"/>
                </a:lnTo>
                <a:lnTo>
                  <a:pt x="1684720" y="354329"/>
                </a:lnTo>
                <a:lnTo>
                  <a:pt x="907106" y="354329"/>
                </a:lnTo>
                <a:lnTo>
                  <a:pt x="502627" y="354329"/>
                </a:lnTo>
                <a:lnTo>
                  <a:pt x="0" y="354329"/>
                </a:lnTo>
                <a:cubicBezTo>
                  <a:pt x="159113" y="255966"/>
                  <a:pt x="244177" y="137856"/>
                  <a:pt x="210762" y="0"/>
                </a:cubicBezTo>
                <a:lnTo>
                  <a:pt x="502627" y="0"/>
                </a:lnTo>
                <a:lnTo>
                  <a:pt x="1117868" y="0"/>
                </a:lnTo>
                <a:lnTo>
                  <a:pt x="1684720" y="0"/>
                </a:lnTo>
                <a:lnTo>
                  <a:pt x="1684721" y="0"/>
                </a:lnTo>
                <a:lnTo>
                  <a:pt x="1973896" y="0"/>
                </a:lnTo>
                <a:lnTo>
                  <a:pt x="2309283" y="0"/>
                </a:lnTo>
                <a:lnTo>
                  <a:pt x="2591826" y="0"/>
                </a:lnTo>
                <a:lnTo>
                  <a:pt x="3415689" y="0"/>
                </a:lnTo>
                <a:lnTo>
                  <a:pt x="3523541" y="0"/>
                </a:lnTo>
                <a:cubicBezTo>
                  <a:pt x="3490126" y="137856"/>
                  <a:pt x="3575190" y="255966"/>
                  <a:pt x="3734304" y="354329"/>
                </a:cubicBezTo>
                <a:close/>
              </a:path>
            </a:pathLst>
          </a:custGeom>
          <a:gradFill flip="none" rotWithShape="1">
            <a:gsLst>
              <a:gs pos="100000">
                <a:schemeClr val="accent1">
                  <a:lumMod val="20000"/>
                  <a:lumOff val="80000"/>
                </a:schemeClr>
              </a:gs>
              <a:gs pos="0">
                <a:schemeClr val="accent1">
                  <a:lumMod val="20000"/>
                  <a:lumOff val="80000"/>
                  <a:alpha val="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33" name="Group 32">
            <a:extLst>
              <a:ext uri="{FF2B5EF4-FFF2-40B4-BE49-F238E27FC236}">
                <a16:creationId xmlns:a16="http://schemas.microsoft.com/office/drawing/2014/main" id="{A02F2E76-69F4-511C-0125-82DB9C969128}"/>
              </a:ext>
            </a:extLst>
          </p:cNvPr>
          <p:cNvGrpSpPr/>
          <p:nvPr/>
        </p:nvGrpSpPr>
        <p:grpSpPr>
          <a:xfrm>
            <a:off x="571499" y="2667206"/>
            <a:ext cx="571478" cy="571478"/>
            <a:chOff x="571499" y="2477243"/>
            <a:chExt cx="571478" cy="571478"/>
          </a:xfrm>
        </p:grpSpPr>
        <p:sp>
          <p:nvSpPr>
            <p:cNvPr id="34" name="Oval 33">
              <a:extLst>
                <a:ext uri="{FF2B5EF4-FFF2-40B4-BE49-F238E27FC236}">
                  <a16:creationId xmlns:a16="http://schemas.microsoft.com/office/drawing/2014/main" id="{99A95579-102A-D898-E759-CCA4D50A487A}"/>
                </a:ext>
              </a:extLst>
            </p:cNvPr>
            <p:cNvSpPr/>
            <p:nvPr/>
          </p:nvSpPr>
          <p:spPr bwMode="auto">
            <a:xfrm>
              <a:off x="571499" y="2477243"/>
              <a:ext cx="571478" cy="571478"/>
            </a:xfrm>
            <a:prstGeom prst="ellipse">
              <a:avLst/>
            </a:prstGeom>
            <a:solidFill>
              <a:schemeClr val="bg1"/>
            </a:solidFill>
            <a:ln>
              <a:noFill/>
              <a:headEnd type="none" w="med" len="med"/>
              <a:tailEnd type="none" w="med" len="med"/>
            </a:ln>
            <a:effectLst>
              <a:innerShdw blurRad="114300">
                <a:schemeClr val="bg1">
                  <a:lumMod val="50000"/>
                  <a:alpha val="20000"/>
                </a:scheme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35" name="Graphic 88">
              <a:extLst>
                <a:ext uri="{FF2B5EF4-FFF2-40B4-BE49-F238E27FC236}">
                  <a16:creationId xmlns:a16="http://schemas.microsoft.com/office/drawing/2014/main" id="{17090C20-A597-2B4A-3957-5D699F5BF82B}"/>
                </a:ext>
              </a:extLst>
            </p:cNvPr>
            <p:cNvSpPr/>
            <p:nvPr/>
          </p:nvSpPr>
          <p:spPr>
            <a:xfrm>
              <a:off x="730228" y="2635972"/>
              <a:ext cx="266721" cy="254020"/>
            </a:xfrm>
            <a:custGeom>
              <a:avLst/>
              <a:gdLst>
                <a:gd name="csX0" fmla="*/ 76206 w 266721"/>
                <a:gd name="csY0" fmla="*/ 0 h 254020"/>
                <a:gd name="csX1" fmla="*/ 38103 w 266721"/>
                <a:gd name="csY1" fmla="*/ 0 h 254020"/>
                <a:gd name="csX2" fmla="*/ 0 w 266721"/>
                <a:gd name="csY2" fmla="*/ 38103 h 254020"/>
                <a:gd name="csX3" fmla="*/ 0 w 266721"/>
                <a:gd name="csY3" fmla="*/ 76206 h 254020"/>
                <a:gd name="csX4" fmla="*/ 34395 w 266721"/>
                <a:gd name="csY4" fmla="*/ 76206 h 254020"/>
                <a:gd name="csX5" fmla="*/ 31753 w 266721"/>
                <a:gd name="csY5" fmla="*/ 63505 h 254020"/>
                <a:gd name="csX6" fmla="*/ 63505 w 266721"/>
                <a:gd name="csY6" fmla="*/ 31753 h 254020"/>
                <a:gd name="csX7" fmla="*/ 76206 w 266721"/>
                <a:gd name="csY7" fmla="*/ 34395 h 254020"/>
                <a:gd name="csX8" fmla="*/ 76206 w 266721"/>
                <a:gd name="csY8" fmla="*/ 0 h 254020"/>
                <a:gd name="csX9" fmla="*/ 0 w 266721"/>
                <a:gd name="csY9" fmla="*/ 95258 h 254020"/>
                <a:gd name="csX10" fmla="*/ 0 w 266721"/>
                <a:gd name="csY10" fmla="*/ 152412 h 254020"/>
                <a:gd name="csX11" fmla="*/ 38103 w 266721"/>
                <a:gd name="csY11" fmla="*/ 190515 h 254020"/>
                <a:gd name="csX12" fmla="*/ 76206 w 266721"/>
                <a:gd name="csY12" fmla="*/ 190515 h 254020"/>
                <a:gd name="csX13" fmla="*/ 76206 w 266721"/>
                <a:gd name="csY13" fmla="*/ 108729 h 254020"/>
                <a:gd name="csX14" fmla="*/ 54364 w 266721"/>
                <a:gd name="csY14" fmla="*/ 130570 h 254020"/>
                <a:gd name="csX15" fmla="*/ 40893 w 266721"/>
                <a:gd name="csY15" fmla="*/ 130570 h 254020"/>
                <a:gd name="csX16" fmla="*/ 40893 w 266721"/>
                <a:gd name="csY16" fmla="*/ 117099 h 254020"/>
                <a:gd name="csX17" fmla="*/ 62735 w 266721"/>
                <a:gd name="csY17" fmla="*/ 95258 h 254020"/>
                <a:gd name="csX18" fmla="*/ 0 w 266721"/>
                <a:gd name="csY18" fmla="*/ 95258 h 254020"/>
                <a:gd name="csX19" fmla="*/ 95257 w 266721"/>
                <a:gd name="csY19" fmla="*/ 190515 h 254020"/>
                <a:gd name="csX20" fmla="*/ 114309 w 266721"/>
                <a:gd name="csY20" fmla="*/ 190515 h 254020"/>
                <a:gd name="csX21" fmla="*/ 114309 w 266721"/>
                <a:gd name="csY21" fmla="*/ 184165 h 254020"/>
                <a:gd name="csX22" fmla="*/ 146062 w 266721"/>
                <a:gd name="csY22" fmla="*/ 152412 h 254020"/>
                <a:gd name="csX23" fmla="*/ 247670 w 266721"/>
                <a:gd name="csY23" fmla="*/ 152412 h 254020"/>
                <a:gd name="csX24" fmla="*/ 254020 w 266721"/>
                <a:gd name="csY24" fmla="*/ 153047 h 254020"/>
                <a:gd name="csX25" fmla="*/ 254020 w 266721"/>
                <a:gd name="csY25" fmla="*/ 95258 h 254020"/>
                <a:gd name="csX26" fmla="*/ 108729 w 266721"/>
                <a:gd name="csY26" fmla="*/ 95258 h 254020"/>
                <a:gd name="csX27" fmla="*/ 130570 w 266721"/>
                <a:gd name="csY27" fmla="*/ 117099 h 254020"/>
                <a:gd name="csX28" fmla="*/ 130570 w 266721"/>
                <a:gd name="csY28" fmla="*/ 130570 h 254020"/>
                <a:gd name="csX29" fmla="*/ 117099 w 266721"/>
                <a:gd name="csY29" fmla="*/ 130570 h 254020"/>
                <a:gd name="csX30" fmla="*/ 95257 w 266721"/>
                <a:gd name="csY30" fmla="*/ 108728 h 254020"/>
                <a:gd name="csX31" fmla="*/ 95257 w 266721"/>
                <a:gd name="csY31" fmla="*/ 190515 h 254020"/>
                <a:gd name="csX32" fmla="*/ 254020 w 266721"/>
                <a:gd name="csY32" fmla="*/ 76206 h 254020"/>
                <a:gd name="csX33" fmla="*/ 137069 w 266721"/>
                <a:gd name="csY33" fmla="*/ 76206 h 254020"/>
                <a:gd name="csX34" fmla="*/ 139711 w 266721"/>
                <a:gd name="csY34" fmla="*/ 63505 h 254020"/>
                <a:gd name="csX35" fmla="*/ 107959 w 266721"/>
                <a:gd name="csY35" fmla="*/ 31753 h 254020"/>
                <a:gd name="csX36" fmla="*/ 95257 w 266721"/>
                <a:gd name="csY36" fmla="*/ 34395 h 254020"/>
                <a:gd name="csX37" fmla="*/ 95257 w 266721"/>
                <a:gd name="csY37" fmla="*/ 0 h 254020"/>
                <a:gd name="csX38" fmla="*/ 215917 w 266721"/>
                <a:gd name="csY38" fmla="*/ 0 h 254020"/>
                <a:gd name="csX39" fmla="*/ 254020 w 266721"/>
                <a:gd name="csY39" fmla="*/ 38103 h 254020"/>
                <a:gd name="csX40" fmla="*/ 254020 w 266721"/>
                <a:gd name="csY40" fmla="*/ 76206 h 254020"/>
                <a:gd name="csX41" fmla="*/ 107959 w 266721"/>
                <a:gd name="csY41" fmla="*/ 76206 h 254020"/>
                <a:gd name="csX42" fmla="*/ 95258 w 266721"/>
                <a:gd name="csY42" fmla="*/ 76206 h 254020"/>
                <a:gd name="csX43" fmla="*/ 95258 w 266721"/>
                <a:gd name="csY43" fmla="*/ 63505 h 254020"/>
                <a:gd name="csX44" fmla="*/ 107959 w 266721"/>
                <a:gd name="csY44" fmla="*/ 50804 h 254020"/>
                <a:gd name="csX45" fmla="*/ 120660 w 266721"/>
                <a:gd name="csY45" fmla="*/ 63505 h 254020"/>
                <a:gd name="csX46" fmla="*/ 107959 w 266721"/>
                <a:gd name="csY46" fmla="*/ 76206 h 254020"/>
                <a:gd name="csX47" fmla="*/ 76206 w 266721"/>
                <a:gd name="csY47" fmla="*/ 76206 h 254020"/>
                <a:gd name="csX48" fmla="*/ 63505 w 266721"/>
                <a:gd name="csY48" fmla="*/ 76206 h 254020"/>
                <a:gd name="csX49" fmla="*/ 50804 w 266721"/>
                <a:gd name="csY49" fmla="*/ 63505 h 254020"/>
                <a:gd name="csX50" fmla="*/ 63505 w 266721"/>
                <a:gd name="csY50" fmla="*/ 50804 h 254020"/>
                <a:gd name="csX51" fmla="*/ 76206 w 266721"/>
                <a:gd name="csY51" fmla="*/ 63409 h 254020"/>
                <a:gd name="csX52" fmla="*/ 76206 w 266721"/>
                <a:gd name="csY52" fmla="*/ 76206 h 254020"/>
                <a:gd name="csX53" fmla="*/ 127010 w 266721"/>
                <a:gd name="csY53" fmla="*/ 184165 h 254020"/>
                <a:gd name="csX54" fmla="*/ 146062 w 266721"/>
                <a:gd name="csY54" fmla="*/ 165113 h 254020"/>
                <a:gd name="csX55" fmla="*/ 247670 w 266721"/>
                <a:gd name="csY55" fmla="*/ 165113 h 254020"/>
                <a:gd name="csX56" fmla="*/ 266721 w 266721"/>
                <a:gd name="csY56" fmla="*/ 184165 h 254020"/>
                <a:gd name="csX57" fmla="*/ 266721 w 266721"/>
                <a:gd name="csY57" fmla="*/ 234969 h 254020"/>
                <a:gd name="csX58" fmla="*/ 247670 w 266721"/>
                <a:gd name="csY58" fmla="*/ 254020 h 254020"/>
                <a:gd name="csX59" fmla="*/ 146062 w 266721"/>
                <a:gd name="csY59" fmla="*/ 254020 h 254020"/>
                <a:gd name="csX60" fmla="*/ 127010 w 266721"/>
                <a:gd name="csY60" fmla="*/ 234969 h 254020"/>
                <a:gd name="csX61" fmla="*/ 127010 w 266721"/>
                <a:gd name="csY61" fmla="*/ 184165 h 254020"/>
                <a:gd name="csX62" fmla="*/ 254020 w 266721"/>
                <a:gd name="csY62" fmla="*/ 190515 h 254020"/>
                <a:gd name="csX63" fmla="*/ 241319 w 266721"/>
                <a:gd name="csY63" fmla="*/ 177814 h 254020"/>
                <a:gd name="csX64" fmla="*/ 228618 w 266721"/>
                <a:gd name="csY64" fmla="*/ 177814 h 254020"/>
                <a:gd name="csX65" fmla="*/ 254020 w 266721"/>
                <a:gd name="csY65" fmla="*/ 203216 h 254020"/>
                <a:gd name="csX66" fmla="*/ 254020 w 266721"/>
                <a:gd name="csY66" fmla="*/ 190515 h 254020"/>
                <a:gd name="csX67" fmla="*/ 254020 w 266721"/>
                <a:gd name="csY67" fmla="*/ 215917 h 254020"/>
                <a:gd name="csX68" fmla="*/ 228618 w 266721"/>
                <a:gd name="csY68" fmla="*/ 241319 h 254020"/>
                <a:gd name="csX69" fmla="*/ 241319 w 266721"/>
                <a:gd name="csY69" fmla="*/ 241319 h 254020"/>
                <a:gd name="csX70" fmla="*/ 254020 w 266721"/>
                <a:gd name="csY70" fmla="*/ 228618 h 254020"/>
                <a:gd name="csX71" fmla="*/ 254020 w 266721"/>
                <a:gd name="csY71" fmla="*/ 215917 h 254020"/>
                <a:gd name="csX72" fmla="*/ 152412 w 266721"/>
                <a:gd name="csY72" fmla="*/ 177814 h 254020"/>
                <a:gd name="csX73" fmla="*/ 139711 w 266721"/>
                <a:gd name="csY73" fmla="*/ 190515 h 254020"/>
                <a:gd name="csX74" fmla="*/ 139711 w 266721"/>
                <a:gd name="csY74" fmla="*/ 203216 h 254020"/>
                <a:gd name="csX75" fmla="*/ 165113 w 266721"/>
                <a:gd name="csY75" fmla="*/ 177814 h 254020"/>
                <a:gd name="csX76" fmla="*/ 152412 w 266721"/>
                <a:gd name="csY76" fmla="*/ 177814 h 254020"/>
                <a:gd name="csX77" fmla="*/ 165113 w 266721"/>
                <a:gd name="csY77" fmla="*/ 241319 h 254020"/>
                <a:gd name="csX78" fmla="*/ 139711 w 266721"/>
                <a:gd name="csY78" fmla="*/ 215917 h 254020"/>
                <a:gd name="csX79" fmla="*/ 139711 w 266721"/>
                <a:gd name="csY79" fmla="*/ 228618 h 254020"/>
                <a:gd name="csX80" fmla="*/ 152412 w 266721"/>
                <a:gd name="csY80" fmla="*/ 241319 h 254020"/>
                <a:gd name="csX81" fmla="*/ 165113 w 266721"/>
                <a:gd name="csY81" fmla="*/ 241319 h 254020"/>
                <a:gd name="csX82" fmla="*/ 219092 w 266721"/>
                <a:gd name="csY82" fmla="*/ 209567 h 254020"/>
                <a:gd name="csX83" fmla="*/ 196866 w 266721"/>
                <a:gd name="csY83" fmla="*/ 187340 h 254020"/>
                <a:gd name="csX84" fmla="*/ 174639 w 266721"/>
                <a:gd name="csY84" fmla="*/ 209567 h 254020"/>
                <a:gd name="csX85" fmla="*/ 196866 w 266721"/>
                <a:gd name="csY85" fmla="*/ 231793 h 254020"/>
                <a:gd name="csX86" fmla="*/ 219092 w 266721"/>
                <a:gd name="csY86" fmla="*/ 209567 h 2540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266721" h="254020">
                  <a:moveTo>
                    <a:pt x="76206" y="0"/>
                  </a:moveTo>
                  <a:lnTo>
                    <a:pt x="38103" y="0"/>
                  </a:lnTo>
                  <a:cubicBezTo>
                    <a:pt x="17059" y="0"/>
                    <a:pt x="0" y="17059"/>
                    <a:pt x="0" y="38103"/>
                  </a:cubicBezTo>
                  <a:lnTo>
                    <a:pt x="0" y="76206"/>
                  </a:lnTo>
                  <a:lnTo>
                    <a:pt x="34395" y="76206"/>
                  </a:lnTo>
                  <a:cubicBezTo>
                    <a:pt x="32695" y="72317"/>
                    <a:pt x="31753" y="68021"/>
                    <a:pt x="31753" y="63505"/>
                  </a:cubicBezTo>
                  <a:cubicBezTo>
                    <a:pt x="31753" y="45969"/>
                    <a:pt x="45969" y="31753"/>
                    <a:pt x="63505" y="31753"/>
                  </a:cubicBezTo>
                  <a:cubicBezTo>
                    <a:pt x="68021" y="31753"/>
                    <a:pt x="72316" y="32695"/>
                    <a:pt x="76206" y="34395"/>
                  </a:cubicBezTo>
                  <a:lnTo>
                    <a:pt x="76206" y="0"/>
                  </a:lnTo>
                  <a:close/>
                  <a:moveTo>
                    <a:pt x="0" y="95258"/>
                  </a:moveTo>
                  <a:lnTo>
                    <a:pt x="0" y="152412"/>
                  </a:lnTo>
                  <a:cubicBezTo>
                    <a:pt x="0" y="173456"/>
                    <a:pt x="17059" y="190515"/>
                    <a:pt x="38103" y="190515"/>
                  </a:cubicBezTo>
                  <a:lnTo>
                    <a:pt x="76206" y="190515"/>
                  </a:lnTo>
                  <a:lnTo>
                    <a:pt x="76206" y="108729"/>
                  </a:lnTo>
                  <a:lnTo>
                    <a:pt x="54364" y="130570"/>
                  </a:lnTo>
                  <a:cubicBezTo>
                    <a:pt x="50644" y="134290"/>
                    <a:pt x="44613" y="134290"/>
                    <a:pt x="40893" y="130570"/>
                  </a:cubicBezTo>
                  <a:cubicBezTo>
                    <a:pt x="37173" y="126850"/>
                    <a:pt x="37173" y="120820"/>
                    <a:pt x="40893" y="117099"/>
                  </a:cubicBezTo>
                  <a:lnTo>
                    <a:pt x="62735" y="95258"/>
                  </a:lnTo>
                  <a:lnTo>
                    <a:pt x="0" y="95258"/>
                  </a:lnTo>
                  <a:close/>
                  <a:moveTo>
                    <a:pt x="95257" y="190515"/>
                  </a:moveTo>
                  <a:lnTo>
                    <a:pt x="114309" y="190515"/>
                  </a:lnTo>
                  <a:lnTo>
                    <a:pt x="114309" y="184165"/>
                  </a:lnTo>
                  <a:cubicBezTo>
                    <a:pt x="114309" y="166628"/>
                    <a:pt x="128525" y="152412"/>
                    <a:pt x="146062" y="152412"/>
                  </a:cubicBezTo>
                  <a:lnTo>
                    <a:pt x="247670" y="152412"/>
                  </a:lnTo>
                  <a:cubicBezTo>
                    <a:pt x="249844" y="152412"/>
                    <a:pt x="251968" y="152630"/>
                    <a:pt x="254020" y="153047"/>
                  </a:cubicBezTo>
                  <a:lnTo>
                    <a:pt x="254020" y="95258"/>
                  </a:lnTo>
                  <a:lnTo>
                    <a:pt x="108729" y="95258"/>
                  </a:lnTo>
                  <a:lnTo>
                    <a:pt x="130570" y="117099"/>
                  </a:lnTo>
                  <a:cubicBezTo>
                    <a:pt x="134290" y="120820"/>
                    <a:pt x="134290" y="126850"/>
                    <a:pt x="130570" y="130570"/>
                  </a:cubicBezTo>
                  <a:cubicBezTo>
                    <a:pt x="126850" y="134290"/>
                    <a:pt x="120820" y="134290"/>
                    <a:pt x="117099" y="130570"/>
                  </a:cubicBezTo>
                  <a:lnTo>
                    <a:pt x="95257" y="108728"/>
                  </a:lnTo>
                  <a:lnTo>
                    <a:pt x="95257" y="190515"/>
                  </a:lnTo>
                  <a:close/>
                  <a:moveTo>
                    <a:pt x="254020" y="76206"/>
                  </a:moveTo>
                  <a:lnTo>
                    <a:pt x="137069" y="76206"/>
                  </a:lnTo>
                  <a:cubicBezTo>
                    <a:pt x="138769" y="72317"/>
                    <a:pt x="139711" y="68021"/>
                    <a:pt x="139711" y="63505"/>
                  </a:cubicBezTo>
                  <a:cubicBezTo>
                    <a:pt x="139711" y="45969"/>
                    <a:pt x="125495" y="31753"/>
                    <a:pt x="107959" y="31753"/>
                  </a:cubicBezTo>
                  <a:cubicBezTo>
                    <a:pt x="103442" y="31753"/>
                    <a:pt x="99147" y="32695"/>
                    <a:pt x="95257" y="34395"/>
                  </a:cubicBezTo>
                  <a:lnTo>
                    <a:pt x="95257" y="0"/>
                  </a:lnTo>
                  <a:lnTo>
                    <a:pt x="215917" y="0"/>
                  </a:lnTo>
                  <a:cubicBezTo>
                    <a:pt x="236961" y="0"/>
                    <a:pt x="254020" y="17059"/>
                    <a:pt x="254020" y="38103"/>
                  </a:cubicBezTo>
                  <a:lnTo>
                    <a:pt x="254020" y="76206"/>
                  </a:lnTo>
                  <a:close/>
                  <a:moveTo>
                    <a:pt x="107959" y="76206"/>
                  </a:moveTo>
                  <a:lnTo>
                    <a:pt x="95258" y="76206"/>
                  </a:lnTo>
                  <a:lnTo>
                    <a:pt x="95258" y="63505"/>
                  </a:lnTo>
                  <a:cubicBezTo>
                    <a:pt x="95258" y="56490"/>
                    <a:pt x="100944" y="50804"/>
                    <a:pt x="107959" y="50804"/>
                  </a:cubicBezTo>
                  <a:cubicBezTo>
                    <a:pt x="114973" y="50804"/>
                    <a:pt x="120660" y="56490"/>
                    <a:pt x="120660" y="63505"/>
                  </a:cubicBezTo>
                  <a:cubicBezTo>
                    <a:pt x="120660" y="70520"/>
                    <a:pt x="114973" y="76206"/>
                    <a:pt x="107959" y="76206"/>
                  </a:cubicBezTo>
                  <a:close/>
                  <a:moveTo>
                    <a:pt x="76206" y="76206"/>
                  </a:moveTo>
                  <a:lnTo>
                    <a:pt x="63505" y="76206"/>
                  </a:lnTo>
                  <a:cubicBezTo>
                    <a:pt x="56490" y="76206"/>
                    <a:pt x="50804" y="70520"/>
                    <a:pt x="50804" y="63505"/>
                  </a:cubicBezTo>
                  <a:cubicBezTo>
                    <a:pt x="50804" y="56490"/>
                    <a:pt x="56490" y="50804"/>
                    <a:pt x="63505" y="50804"/>
                  </a:cubicBezTo>
                  <a:cubicBezTo>
                    <a:pt x="70487" y="50804"/>
                    <a:pt x="76154" y="56439"/>
                    <a:pt x="76206" y="63409"/>
                  </a:cubicBezTo>
                  <a:lnTo>
                    <a:pt x="76206" y="76206"/>
                  </a:lnTo>
                  <a:close/>
                  <a:moveTo>
                    <a:pt x="127010" y="184165"/>
                  </a:moveTo>
                  <a:cubicBezTo>
                    <a:pt x="127010" y="173643"/>
                    <a:pt x="135540" y="165113"/>
                    <a:pt x="146062" y="165113"/>
                  </a:cubicBezTo>
                  <a:lnTo>
                    <a:pt x="247670" y="165113"/>
                  </a:lnTo>
                  <a:cubicBezTo>
                    <a:pt x="258191" y="165113"/>
                    <a:pt x="266721" y="173643"/>
                    <a:pt x="266721" y="184165"/>
                  </a:cubicBezTo>
                  <a:lnTo>
                    <a:pt x="266721" y="234969"/>
                  </a:lnTo>
                  <a:cubicBezTo>
                    <a:pt x="266721" y="245490"/>
                    <a:pt x="258191" y="254020"/>
                    <a:pt x="247670" y="254020"/>
                  </a:cubicBezTo>
                  <a:lnTo>
                    <a:pt x="146062" y="254020"/>
                  </a:lnTo>
                  <a:cubicBezTo>
                    <a:pt x="135540" y="254020"/>
                    <a:pt x="127010" y="245490"/>
                    <a:pt x="127010" y="234969"/>
                  </a:cubicBezTo>
                  <a:lnTo>
                    <a:pt x="127010" y="184165"/>
                  </a:lnTo>
                  <a:close/>
                  <a:moveTo>
                    <a:pt x="254020" y="190515"/>
                  </a:moveTo>
                  <a:cubicBezTo>
                    <a:pt x="247005" y="190515"/>
                    <a:pt x="241319" y="184829"/>
                    <a:pt x="241319" y="177814"/>
                  </a:cubicBezTo>
                  <a:lnTo>
                    <a:pt x="228618" y="177814"/>
                  </a:lnTo>
                  <a:cubicBezTo>
                    <a:pt x="228618" y="191844"/>
                    <a:pt x="239990" y="203216"/>
                    <a:pt x="254020" y="203216"/>
                  </a:cubicBezTo>
                  <a:lnTo>
                    <a:pt x="254020" y="190515"/>
                  </a:lnTo>
                  <a:close/>
                  <a:moveTo>
                    <a:pt x="254020" y="215917"/>
                  </a:moveTo>
                  <a:cubicBezTo>
                    <a:pt x="239990" y="215917"/>
                    <a:pt x="228618" y="227289"/>
                    <a:pt x="228618" y="241319"/>
                  </a:cubicBezTo>
                  <a:lnTo>
                    <a:pt x="241319" y="241319"/>
                  </a:lnTo>
                  <a:cubicBezTo>
                    <a:pt x="241319" y="234304"/>
                    <a:pt x="247005" y="228618"/>
                    <a:pt x="254020" y="228618"/>
                  </a:cubicBezTo>
                  <a:lnTo>
                    <a:pt x="254020" y="215917"/>
                  </a:lnTo>
                  <a:close/>
                  <a:moveTo>
                    <a:pt x="152412" y="177814"/>
                  </a:moveTo>
                  <a:cubicBezTo>
                    <a:pt x="152412" y="184829"/>
                    <a:pt x="146726" y="190515"/>
                    <a:pt x="139711" y="190515"/>
                  </a:cubicBezTo>
                  <a:lnTo>
                    <a:pt x="139711" y="203216"/>
                  </a:lnTo>
                  <a:cubicBezTo>
                    <a:pt x="153741" y="203216"/>
                    <a:pt x="165113" y="191844"/>
                    <a:pt x="165113" y="177814"/>
                  </a:cubicBezTo>
                  <a:lnTo>
                    <a:pt x="152412" y="177814"/>
                  </a:lnTo>
                  <a:close/>
                  <a:moveTo>
                    <a:pt x="165113" y="241319"/>
                  </a:moveTo>
                  <a:cubicBezTo>
                    <a:pt x="165113" y="227289"/>
                    <a:pt x="153741" y="215917"/>
                    <a:pt x="139711" y="215917"/>
                  </a:cubicBezTo>
                  <a:lnTo>
                    <a:pt x="139711" y="228618"/>
                  </a:lnTo>
                  <a:cubicBezTo>
                    <a:pt x="146726" y="228618"/>
                    <a:pt x="152412" y="234304"/>
                    <a:pt x="152412" y="241319"/>
                  </a:cubicBezTo>
                  <a:lnTo>
                    <a:pt x="165113" y="241319"/>
                  </a:lnTo>
                  <a:close/>
                  <a:moveTo>
                    <a:pt x="219092" y="209567"/>
                  </a:moveTo>
                  <a:cubicBezTo>
                    <a:pt x="219092" y="197291"/>
                    <a:pt x="209141" y="187340"/>
                    <a:pt x="196866" y="187340"/>
                  </a:cubicBezTo>
                  <a:cubicBezTo>
                    <a:pt x="184590" y="187340"/>
                    <a:pt x="174639" y="197291"/>
                    <a:pt x="174639" y="209567"/>
                  </a:cubicBezTo>
                  <a:cubicBezTo>
                    <a:pt x="174639" y="221842"/>
                    <a:pt x="184590" y="231793"/>
                    <a:pt x="196866" y="231793"/>
                  </a:cubicBezTo>
                  <a:cubicBezTo>
                    <a:pt x="209141" y="231793"/>
                    <a:pt x="219092" y="221842"/>
                    <a:pt x="219092" y="209567"/>
                  </a:cubicBezTo>
                  <a:close/>
                </a:path>
              </a:pathLst>
            </a:custGeom>
            <a:gradFill flip="none" rotWithShape="1">
              <a:gsLst>
                <a:gs pos="100000">
                  <a:schemeClr val="accent2"/>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nvGrpSpPr>
          <p:cNvPr id="36" name="Group 35">
            <a:extLst>
              <a:ext uri="{FF2B5EF4-FFF2-40B4-BE49-F238E27FC236}">
                <a16:creationId xmlns:a16="http://schemas.microsoft.com/office/drawing/2014/main" id="{D2AF2449-1BF0-C445-0C5B-C2A64FAE63B2}"/>
              </a:ext>
            </a:extLst>
          </p:cNvPr>
          <p:cNvGrpSpPr/>
          <p:nvPr/>
        </p:nvGrpSpPr>
        <p:grpSpPr>
          <a:xfrm>
            <a:off x="571499" y="3474314"/>
            <a:ext cx="571478" cy="571478"/>
            <a:chOff x="571499" y="3284351"/>
            <a:chExt cx="571478" cy="571478"/>
          </a:xfrm>
        </p:grpSpPr>
        <p:sp>
          <p:nvSpPr>
            <p:cNvPr id="37" name="Oval 36">
              <a:extLst>
                <a:ext uri="{FF2B5EF4-FFF2-40B4-BE49-F238E27FC236}">
                  <a16:creationId xmlns:a16="http://schemas.microsoft.com/office/drawing/2014/main" id="{2E36D902-FA14-48A1-ACC2-7346B6AB535B}"/>
                </a:ext>
              </a:extLst>
            </p:cNvPr>
            <p:cNvSpPr/>
            <p:nvPr/>
          </p:nvSpPr>
          <p:spPr bwMode="auto">
            <a:xfrm>
              <a:off x="571499" y="3284351"/>
              <a:ext cx="571478" cy="571478"/>
            </a:xfrm>
            <a:prstGeom prst="ellipse">
              <a:avLst/>
            </a:prstGeom>
            <a:solidFill>
              <a:schemeClr val="bg1"/>
            </a:solidFill>
            <a:ln>
              <a:noFill/>
              <a:headEnd type="none" w="med" len="med"/>
              <a:tailEnd type="none" w="med" len="med"/>
            </a:ln>
            <a:effectLst>
              <a:innerShdw blurRad="114300">
                <a:schemeClr val="bg1">
                  <a:lumMod val="50000"/>
                  <a:alpha val="20000"/>
                </a:scheme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38" name="Graphic 90">
              <a:extLst>
                <a:ext uri="{FF2B5EF4-FFF2-40B4-BE49-F238E27FC236}">
                  <a16:creationId xmlns:a16="http://schemas.microsoft.com/office/drawing/2014/main" id="{F519BB2A-98DB-34A1-3713-CF341AC88E19}"/>
                </a:ext>
              </a:extLst>
            </p:cNvPr>
            <p:cNvSpPr/>
            <p:nvPr/>
          </p:nvSpPr>
          <p:spPr>
            <a:xfrm>
              <a:off x="768331" y="3443080"/>
              <a:ext cx="177814" cy="253974"/>
            </a:xfrm>
            <a:custGeom>
              <a:avLst/>
              <a:gdLst>
                <a:gd name="csX0" fmla="*/ 152423 w 177814"/>
                <a:gd name="csY0" fmla="*/ 244432 h 253974"/>
                <a:gd name="csX1" fmla="*/ 152432 w 177814"/>
                <a:gd name="csY1" fmla="*/ 168213 h 253974"/>
                <a:gd name="csX2" fmla="*/ 88907 w 177814"/>
                <a:gd name="csY2" fmla="*/ 190515 h 253974"/>
                <a:gd name="csX3" fmla="*/ 25411 w 177814"/>
                <a:gd name="csY3" fmla="*/ 168236 h 253974"/>
                <a:gd name="csX4" fmla="*/ 25434 w 177814"/>
                <a:gd name="csY4" fmla="*/ 244432 h 253974"/>
                <a:gd name="csX5" fmla="*/ 40445 w 177814"/>
                <a:gd name="csY5" fmla="*/ 252220 h 253974"/>
                <a:gd name="csX6" fmla="*/ 88917 w 177814"/>
                <a:gd name="csY6" fmla="*/ 218084 h 253974"/>
                <a:gd name="csX7" fmla="*/ 137415 w 177814"/>
                <a:gd name="csY7" fmla="*/ 252222 h 253974"/>
                <a:gd name="csX8" fmla="*/ 152423 w 177814"/>
                <a:gd name="csY8" fmla="*/ 244432 h 253974"/>
                <a:gd name="csX9" fmla="*/ 177814 w 177814"/>
                <a:gd name="csY9" fmla="*/ 88907 h 253974"/>
                <a:gd name="csX10" fmla="*/ 88907 w 177814"/>
                <a:gd name="csY10" fmla="*/ 0 h 253974"/>
                <a:gd name="csX11" fmla="*/ 0 w 177814"/>
                <a:gd name="csY11" fmla="*/ 88907 h 253974"/>
                <a:gd name="csX12" fmla="*/ 88907 w 177814"/>
                <a:gd name="csY12" fmla="*/ 177814 h 253974"/>
                <a:gd name="csX13" fmla="*/ 177814 w 177814"/>
                <a:gd name="csY13" fmla="*/ 88907 h 253974"/>
                <a:gd name="csX14" fmla="*/ 91813 w 177814"/>
                <a:gd name="csY14" fmla="*/ 46261 h 253974"/>
                <a:gd name="csX15" fmla="*/ 103404 w 177814"/>
                <a:gd name="csY15" fmla="*/ 69792 h 253974"/>
                <a:gd name="csX16" fmla="*/ 129363 w 177814"/>
                <a:gd name="csY16" fmla="*/ 73543 h 253974"/>
                <a:gd name="csX17" fmla="*/ 131161 w 177814"/>
                <a:gd name="csY17" fmla="*/ 79069 h 253974"/>
                <a:gd name="csX18" fmla="*/ 112385 w 177814"/>
                <a:gd name="csY18" fmla="*/ 97364 h 253974"/>
                <a:gd name="csX19" fmla="*/ 116817 w 177814"/>
                <a:gd name="csY19" fmla="*/ 123216 h 253974"/>
                <a:gd name="csX20" fmla="*/ 112116 w 177814"/>
                <a:gd name="csY20" fmla="*/ 126629 h 253974"/>
                <a:gd name="csX21" fmla="*/ 88908 w 177814"/>
                <a:gd name="csY21" fmla="*/ 114406 h 253974"/>
                <a:gd name="csX22" fmla="*/ 65700 w 177814"/>
                <a:gd name="csY22" fmla="*/ 126629 h 253974"/>
                <a:gd name="csX23" fmla="*/ 60999 w 177814"/>
                <a:gd name="csY23" fmla="*/ 123214 h 253974"/>
                <a:gd name="csX24" fmla="*/ 65453 w 177814"/>
                <a:gd name="csY24" fmla="*/ 97364 h 253974"/>
                <a:gd name="csX25" fmla="*/ 46656 w 177814"/>
                <a:gd name="csY25" fmla="*/ 79070 h 253974"/>
                <a:gd name="csX26" fmla="*/ 48452 w 177814"/>
                <a:gd name="csY26" fmla="*/ 73543 h 253974"/>
                <a:gd name="csX27" fmla="*/ 74411 w 177814"/>
                <a:gd name="csY27" fmla="*/ 69792 h 253974"/>
                <a:gd name="csX28" fmla="*/ 86002 w 177814"/>
                <a:gd name="csY28" fmla="*/ 46261 h 253974"/>
                <a:gd name="csX29" fmla="*/ 91813 w 177814"/>
                <a:gd name="csY29" fmla="*/ 46261 h 253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77814" h="253974">
                  <a:moveTo>
                    <a:pt x="152423" y="244432"/>
                  </a:moveTo>
                  <a:lnTo>
                    <a:pt x="152432" y="168213"/>
                  </a:lnTo>
                  <a:cubicBezTo>
                    <a:pt x="135034" y="182168"/>
                    <a:pt x="112945" y="190515"/>
                    <a:pt x="88907" y="190515"/>
                  </a:cubicBezTo>
                  <a:cubicBezTo>
                    <a:pt x="64882" y="190515"/>
                    <a:pt x="42805" y="182177"/>
                    <a:pt x="25411" y="168236"/>
                  </a:cubicBezTo>
                  <a:lnTo>
                    <a:pt x="25434" y="244432"/>
                  </a:lnTo>
                  <a:cubicBezTo>
                    <a:pt x="25434" y="252152"/>
                    <a:pt x="34134" y="256664"/>
                    <a:pt x="40445" y="252220"/>
                  </a:cubicBezTo>
                  <a:lnTo>
                    <a:pt x="88917" y="218084"/>
                  </a:lnTo>
                  <a:lnTo>
                    <a:pt x="137415" y="252222"/>
                  </a:lnTo>
                  <a:cubicBezTo>
                    <a:pt x="143726" y="256664"/>
                    <a:pt x="152423" y="252150"/>
                    <a:pt x="152423" y="244432"/>
                  </a:cubicBezTo>
                  <a:close/>
                  <a:moveTo>
                    <a:pt x="177814" y="88907"/>
                  </a:moveTo>
                  <a:cubicBezTo>
                    <a:pt x="177814" y="39805"/>
                    <a:pt x="138009" y="0"/>
                    <a:pt x="88907" y="0"/>
                  </a:cubicBezTo>
                  <a:cubicBezTo>
                    <a:pt x="39805" y="0"/>
                    <a:pt x="0" y="39805"/>
                    <a:pt x="0" y="88907"/>
                  </a:cubicBezTo>
                  <a:cubicBezTo>
                    <a:pt x="0" y="138009"/>
                    <a:pt x="39805" y="177814"/>
                    <a:pt x="88907" y="177814"/>
                  </a:cubicBezTo>
                  <a:cubicBezTo>
                    <a:pt x="138009" y="177814"/>
                    <a:pt x="177814" y="138009"/>
                    <a:pt x="177814" y="88907"/>
                  </a:cubicBezTo>
                  <a:close/>
                  <a:moveTo>
                    <a:pt x="91813" y="46261"/>
                  </a:moveTo>
                  <a:lnTo>
                    <a:pt x="103404" y="69792"/>
                  </a:lnTo>
                  <a:lnTo>
                    <a:pt x="129363" y="73543"/>
                  </a:lnTo>
                  <a:cubicBezTo>
                    <a:pt x="132022" y="73927"/>
                    <a:pt x="133085" y="77195"/>
                    <a:pt x="131161" y="79069"/>
                  </a:cubicBezTo>
                  <a:lnTo>
                    <a:pt x="112385" y="97364"/>
                  </a:lnTo>
                  <a:lnTo>
                    <a:pt x="116817" y="123216"/>
                  </a:lnTo>
                  <a:cubicBezTo>
                    <a:pt x="117271" y="125863"/>
                    <a:pt x="114492" y="127881"/>
                    <a:pt x="112116" y="126629"/>
                  </a:cubicBezTo>
                  <a:lnTo>
                    <a:pt x="88908" y="114406"/>
                  </a:lnTo>
                  <a:lnTo>
                    <a:pt x="65700" y="126629"/>
                  </a:lnTo>
                  <a:cubicBezTo>
                    <a:pt x="63323" y="127881"/>
                    <a:pt x="60542" y="125862"/>
                    <a:pt x="60999" y="123214"/>
                  </a:cubicBezTo>
                  <a:lnTo>
                    <a:pt x="65453" y="97364"/>
                  </a:lnTo>
                  <a:lnTo>
                    <a:pt x="46656" y="79070"/>
                  </a:lnTo>
                  <a:cubicBezTo>
                    <a:pt x="44730" y="77196"/>
                    <a:pt x="45792" y="73928"/>
                    <a:pt x="48452" y="73543"/>
                  </a:cubicBezTo>
                  <a:lnTo>
                    <a:pt x="74411" y="69792"/>
                  </a:lnTo>
                  <a:lnTo>
                    <a:pt x="86002" y="46261"/>
                  </a:lnTo>
                  <a:cubicBezTo>
                    <a:pt x="87190" y="43851"/>
                    <a:pt x="90627" y="43851"/>
                    <a:pt x="91813" y="46261"/>
                  </a:cubicBezTo>
                  <a:close/>
                </a:path>
              </a:pathLst>
            </a:custGeom>
            <a:gradFill flip="none" rotWithShape="1">
              <a:gsLst>
                <a:gs pos="100000">
                  <a:schemeClr val="accent2"/>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nvGrpSpPr>
          <p:cNvPr id="39" name="Group 38">
            <a:extLst>
              <a:ext uri="{FF2B5EF4-FFF2-40B4-BE49-F238E27FC236}">
                <a16:creationId xmlns:a16="http://schemas.microsoft.com/office/drawing/2014/main" id="{D357F06F-690D-9791-BAD0-99D3EBA3DC6E}"/>
              </a:ext>
            </a:extLst>
          </p:cNvPr>
          <p:cNvGrpSpPr/>
          <p:nvPr/>
        </p:nvGrpSpPr>
        <p:grpSpPr>
          <a:xfrm>
            <a:off x="571499" y="4281422"/>
            <a:ext cx="571478" cy="571478"/>
            <a:chOff x="571499" y="4091459"/>
            <a:chExt cx="571478" cy="571478"/>
          </a:xfrm>
        </p:grpSpPr>
        <p:sp>
          <p:nvSpPr>
            <p:cNvPr id="40" name="Oval 39">
              <a:extLst>
                <a:ext uri="{FF2B5EF4-FFF2-40B4-BE49-F238E27FC236}">
                  <a16:creationId xmlns:a16="http://schemas.microsoft.com/office/drawing/2014/main" id="{A848341C-0845-D1A5-7E72-217021CBFF0B}"/>
                </a:ext>
              </a:extLst>
            </p:cNvPr>
            <p:cNvSpPr/>
            <p:nvPr/>
          </p:nvSpPr>
          <p:spPr bwMode="auto">
            <a:xfrm>
              <a:off x="571499" y="4091459"/>
              <a:ext cx="571478" cy="571478"/>
            </a:xfrm>
            <a:prstGeom prst="ellipse">
              <a:avLst/>
            </a:prstGeom>
            <a:solidFill>
              <a:schemeClr val="bg1"/>
            </a:solidFill>
            <a:ln>
              <a:noFill/>
              <a:headEnd type="none" w="med" len="med"/>
              <a:tailEnd type="none" w="med" len="med"/>
            </a:ln>
            <a:effectLst>
              <a:innerShdw blurRad="114300">
                <a:schemeClr val="bg1">
                  <a:lumMod val="50000"/>
                  <a:alpha val="20000"/>
                </a:scheme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41" name="Graphic 92">
              <a:extLst>
                <a:ext uri="{FF2B5EF4-FFF2-40B4-BE49-F238E27FC236}">
                  <a16:creationId xmlns:a16="http://schemas.microsoft.com/office/drawing/2014/main" id="{C21D70AB-2F29-51E6-149C-DB1596386A8C}"/>
                </a:ext>
              </a:extLst>
            </p:cNvPr>
            <p:cNvSpPr/>
            <p:nvPr/>
          </p:nvSpPr>
          <p:spPr>
            <a:xfrm>
              <a:off x="730228" y="4250188"/>
              <a:ext cx="254021" cy="253913"/>
            </a:xfrm>
            <a:custGeom>
              <a:avLst/>
              <a:gdLst>
                <a:gd name="csX0" fmla="*/ 57155 w 254021"/>
                <a:gd name="csY0" fmla="*/ 0 h 253913"/>
                <a:gd name="csX1" fmla="*/ 44454 w 254021"/>
                <a:gd name="csY1" fmla="*/ 12701 h 253913"/>
                <a:gd name="csX2" fmla="*/ 44454 w 254021"/>
                <a:gd name="csY2" fmla="*/ 14117 h 253913"/>
                <a:gd name="csX3" fmla="*/ 0 w 254021"/>
                <a:gd name="csY3" fmla="*/ 69855 h 253913"/>
                <a:gd name="csX4" fmla="*/ 0 w 254021"/>
                <a:gd name="csY4" fmla="*/ 74727 h 253913"/>
                <a:gd name="csX5" fmla="*/ 35514 w 254021"/>
                <a:gd name="csY5" fmla="*/ 130801 h 253913"/>
                <a:gd name="csX6" fmla="*/ 44454 w 254021"/>
                <a:gd name="csY6" fmla="*/ 135028 h 253913"/>
                <a:gd name="csX7" fmla="*/ 44454 w 254021"/>
                <a:gd name="csY7" fmla="*/ 213012 h 253913"/>
                <a:gd name="csX8" fmla="*/ 25402 w 254021"/>
                <a:gd name="csY8" fmla="*/ 183902 h 253913"/>
                <a:gd name="csX9" fmla="*/ 25402 w 254021"/>
                <a:gd name="csY9" fmla="*/ 173168 h 253913"/>
                <a:gd name="csX10" fmla="*/ 12701 w 254021"/>
                <a:gd name="csY10" fmla="*/ 160467 h 253913"/>
                <a:gd name="csX11" fmla="*/ 0 w 254021"/>
                <a:gd name="csY11" fmla="*/ 173168 h 253913"/>
                <a:gd name="csX12" fmla="*/ 0 w 254021"/>
                <a:gd name="csY12" fmla="*/ 183902 h 253913"/>
                <a:gd name="csX13" fmla="*/ 44454 w 254021"/>
                <a:gd name="csY13" fmla="*/ 239640 h 253913"/>
                <a:gd name="csX14" fmla="*/ 44454 w 254021"/>
                <a:gd name="csY14" fmla="*/ 241212 h 253913"/>
                <a:gd name="csX15" fmla="*/ 57155 w 254021"/>
                <a:gd name="csY15" fmla="*/ 253913 h 253913"/>
                <a:gd name="csX16" fmla="*/ 69856 w 254021"/>
                <a:gd name="csY16" fmla="*/ 241212 h 253913"/>
                <a:gd name="csX17" fmla="*/ 69856 w 254021"/>
                <a:gd name="csY17" fmla="*/ 239639 h 253913"/>
                <a:gd name="csX18" fmla="*/ 114309 w 254021"/>
                <a:gd name="csY18" fmla="*/ 183902 h 253913"/>
                <a:gd name="csX19" fmla="*/ 114309 w 254021"/>
                <a:gd name="csY19" fmla="*/ 179170 h 253913"/>
                <a:gd name="csX20" fmla="*/ 78860 w 254021"/>
                <a:gd name="csY20" fmla="*/ 123198 h 253913"/>
                <a:gd name="csX21" fmla="*/ 69856 w 254021"/>
                <a:gd name="csY21" fmla="*/ 118941 h 253913"/>
                <a:gd name="csX22" fmla="*/ 69856 w 254021"/>
                <a:gd name="csY22" fmla="*/ 40745 h 253913"/>
                <a:gd name="csX23" fmla="*/ 88907 w 254021"/>
                <a:gd name="csY23" fmla="*/ 69855 h 253913"/>
                <a:gd name="csX24" fmla="*/ 88907 w 254021"/>
                <a:gd name="csY24" fmla="*/ 80841 h 253913"/>
                <a:gd name="csX25" fmla="*/ 101608 w 254021"/>
                <a:gd name="csY25" fmla="*/ 93542 h 253913"/>
                <a:gd name="csX26" fmla="*/ 114309 w 254021"/>
                <a:gd name="csY26" fmla="*/ 80841 h 253913"/>
                <a:gd name="csX27" fmla="*/ 114309 w 254021"/>
                <a:gd name="csY27" fmla="*/ 69855 h 253913"/>
                <a:gd name="csX28" fmla="*/ 69856 w 254021"/>
                <a:gd name="csY28" fmla="*/ 14117 h 253913"/>
                <a:gd name="csX29" fmla="*/ 69856 w 254021"/>
                <a:gd name="csY29" fmla="*/ 12701 h 253913"/>
                <a:gd name="csX30" fmla="*/ 57155 w 254021"/>
                <a:gd name="csY30" fmla="*/ 0 h 253913"/>
                <a:gd name="csX31" fmla="*/ 25402 w 254021"/>
                <a:gd name="csY31" fmla="*/ 69855 h 253913"/>
                <a:gd name="csX32" fmla="*/ 44454 w 254021"/>
                <a:gd name="csY32" fmla="*/ 40745 h 253913"/>
                <a:gd name="csX33" fmla="*/ 44454 w 254021"/>
                <a:gd name="csY33" fmla="*/ 106861 h 253913"/>
                <a:gd name="csX34" fmla="*/ 25402 w 254021"/>
                <a:gd name="csY34" fmla="*/ 74727 h 253913"/>
                <a:gd name="csX35" fmla="*/ 25402 w 254021"/>
                <a:gd name="csY35" fmla="*/ 69855 h 253913"/>
                <a:gd name="csX36" fmla="*/ 69856 w 254021"/>
                <a:gd name="csY36" fmla="*/ 213011 h 253913"/>
                <a:gd name="csX37" fmla="*/ 69856 w 254021"/>
                <a:gd name="csY37" fmla="*/ 147104 h 253913"/>
                <a:gd name="csX38" fmla="*/ 88907 w 254021"/>
                <a:gd name="csY38" fmla="*/ 179170 h 253913"/>
                <a:gd name="csX39" fmla="*/ 88907 w 254021"/>
                <a:gd name="csY39" fmla="*/ 183902 h 253913"/>
                <a:gd name="csX40" fmla="*/ 69856 w 254021"/>
                <a:gd name="csY40" fmla="*/ 213011 h 253913"/>
                <a:gd name="csX41" fmla="*/ 165113 w 254021"/>
                <a:gd name="csY41" fmla="*/ 127010 h 253913"/>
                <a:gd name="csX42" fmla="*/ 165659 w 254021"/>
                <a:gd name="csY42" fmla="*/ 114623 h 253913"/>
                <a:gd name="csX43" fmla="*/ 177811 w 254021"/>
                <a:gd name="csY43" fmla="*/ 114621 h 253913"/>
                <a:gd name="csX44" fmla="*/ 190511 w 254021"/>
                <a:gd name="csY44" fmla="*/ 101918 h 253913"/>
                <a:gd name="csX45" fmla="*/ 177809 w 254021"/>
                <a:gd name="csY45" fmla="*/ 89219 h 253913"/>
                <a:gd name="csX46" fmla="*/ 170482 w 254021"/>
                <a:gd name="csY46" fmla="*/ 89220 h 253913"/>
                <a:gd name="csX47" fmla="*/ 182915 w 254021"/>
                <a:gd name="csY47" fmla="*/ 62235 h 253913"/>
                <a:gd name="csX48" fmla="*/ 220539 w 254021"/>
                <a:gd name="csY48" fmla="*/ 38103 h 253913"/>
                <a:gd name="csX49" fmla="*/ 234096 w 254021"/>
                <a:gd name="csY49" fmla="*/ 42039 h 253913"/>
                <a:gd name="csX50" fmla="*/ 251752 w 254021"/>
                <a:gd name="csY50" fmla="*/ 38737 h 253913"/>
                <a:gd name="csX51" fmla="*/ 248449 w 254021"/>
                <a:gd name="csY51" fmla="*/ 21081 h 253913"/>
                <a:gd name="csX52" fmla="*/ 220539 w 254021"/>
                <a:gd name="csY52" fmla="*/ 12701 h 253913"/>
                <a:gd name="csX53" fmla="*/ 161817 w 254021"/>
                <a:gd name="csY53" fmla="*/ 48089 h 253913"/>
                <a:gd name="csX54" fmla="*/ 144168 w 254021"/>
                <a:gd name="csY54" fmla="*/ 89223 h 253913"/>
                <a:gd name="csX55" fmla="*/ 127009 w 254021"/>
                <a:gd name="csY55" fmla="*/ 89225 h 253913"/>
                <a:gd name="csX56" fmla="*/ 114309 w 254021"/>
                <a:gd name="csY56" fmla="*/ 101927 h 253913"/>
                <a:gd name="csX57" fmla="*/ 127011 w 254021"/>
                <a:gd name="csY57" fmla="*/ 114627 h 253913"/>
                <a:gd name="csX58" fmla="*/ 140173 w 254021"/>
                <a:gd name="csY58" fmla="*/ 114625 h 253913"/>
                <a:gd name="csX59" fmla="*/ 139711 w 254021"/>
                <a:gd name="csY59" fmla="*/ 127010 h 253913"/>
                <a:gd name="csX60" fmla="*/ 139711 w 254021"/>
                <a:gd name="csY60" fmla="*/ 127353 h 253913"/>
                <a:gd name="csX61" fmla="*/ 127001 w 254021"/>
                <a:gd name="csY61" fmla="*/ 127364 h 253913"/>
                <a:gd name="csX62" fmla="*/ 114310 w 254021"/>
                <a:gd name="csY62" fmla="*/ 140076 h 253913"/>
                <a:gd name="csX63" fmla="*/ 127021 w 254021"/>
                <a:gd name="csY63" fmla="*/ 152766 h 253913"/>
                <a:gd name="csX64" fmla="*/ 141741 w 254021"/>
                <a:gd name="csY64" fmla="*/ 152754 h 253913"/>
                <a:gd name="csX65" fmla="*/ 161817 w 254021"/>
                <a:gd name="csY65" fmla="*/ 205930 h 253913"/>
                <a:gd name="csX66" fmla="*/ 220539 w 254021"/>
                <a:gd name="csY66" fmla="*/ 241319 h 253913"/>
                <a:gd name="csX67" fmla="*/ 248762 w 254021"/>
                <a:gd name="csY67" fmla="*/ 232800 h 253913"/>
                <a:gd name="csX68" fmla="*/ 251611 w 254021"/>
                <a:gd name="csY68" fmla="*/ 215066 h 253913"/>
                <a:gd name="csX69" fmla="*/ 233876 w 254021"/>
                <a:gd name="csY69" fmla="*/ 212216 h 253913"/>
                <a:gd name="csX70" fmla="*/ 220539 w 254021"/>
                <a:gd name="csY70" fmla="*/ 215917 h 253913"/>
                <a:gd name="csX71" fmla="*/ 182915 w 254021"/>
                <a:gd name="csY71" fmla="*/ 191785 h 253913"/>
                <a:gd name="csX72" fmla="*/ 167526 w 254021"/>
                <a:gd name="csY72" fmla="*/ 152732 h 253913"/>
                <a:gd name="csX73" fmla="*/ 177824 w 254021"/>
                <a:gd name="csY73" fmla="*/ 152724 h 253913"/>
                <a:gd name="csX74" fmla="*/ 190515 w 254021"/>
                <a:gd name="csY74" fmla="*/ 140012 h 253913"/>
                <a:gd name="csX75" fmla="*/ 177804 w 254021"/>
                <a:gd name="csY75" fmla="*/ 127322 h 253913"/>
                <a:gd name="csX76" fmla="*/ 165113 w 254021"/>
                <a:gd name="csY76" fmla="*/ 127333 h 253913"/>
                <a:gd name="csX77" fmla="*/ 165113 w 254021"/>
                <a:gd name="csY77" fmla="*/ 127010 h 2539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254021" h="253913">
                  <a:moveTo>
                    <a:pt x="57155" y="0"/>
                  </a:moveTo>
                  <a:cubicBezTo>
                    <a:pt x="50140" y="0"/>
                    <a:pt x="44454" y="5686"/>
                    <a:pt x="44454" y="12701"/>
                  </a:cubicBezTo>
                  <a:lnTo>
                    <a:pt x="44454" y="14117"/>
                  </a:lnTo>
                  <a:cubicBezTo>
                    <a:pt x="19001" y="19893"/>
                    <a:pt x="0" y="42655"/>
                    <a:pt x="0" y="69855"/>
                  </a:cubicBezTo>
                  <a:lnTo>
                    <a:pt x="0" y="74727"/>
                  </a:lnTo>
                  <a:cubicBezTo>
                    <a:pt x="0" y="98713"/>
                    <a:pt x="13829" y="120549"/>
                    <a:pt x="35514" y="130801"/>
                  </a:cubicBezTo>
                  <a:lnTo>
                    <a:pt x="44454" y="135028"/>
                  </a:lnTo>
                  <a:lnTo>
                    <a:pt x="44454" y="213012"/>
                  </a:lnTo>
                  <a:cubicBezTo>
                    <a:pt x="33244" y="208114"/>
                    <a:pt x="25402" y="196928"/>
                    <a:pt x="25402" y="183902"/>
                  </a:cubicBezTo>
                  <a:lnTo>
                    <a:pt x="25402" y="173168"/>
                  </a:lnTo>
                  <a:cubicBezTo>
                    <a:pt x="25402" y="166153"/>
                    <a:pt x="19716" y="160467"/>
                    <a:pt x="12701" y="160467"/>
                  </a:cubicBezTo>
                  <a:cubicBezTo>
                    <a:pt x="5686" y="160467"/>
                    <a:pt x="0" y="166153"/>
                    <a:pt x="0" y="173168"/>
                  </a:cubicBezTo>
                  <a:lnTo>
                    <a:pt x="0" y="183902"/>
                  </a:lnTo>
                  <a:cubicBezTo>
                    <a:pt x="0" y="211116"/>
                    <a:pt x="19015" y="233867"/>
                    <a:pt x="44454" y="239640"/>
                  </a:cubicBezTo>
                  <a:lnTo>
                    <a:pt x="44454" y="241212"/>
                  </a:lnTo>
                  <a:cubicBezTo>
                    <a:pt x="44454" y="248226"/>
                    <a:pt x="50140" y="253913"/>
                    <a:pt x="57155" y="253913"/>
                  </a:cubicBezTo>
                  <a:cubicBezTo>
                    <a:pt x="64169" y="253913"/>
                    <a:pt x="69856" y="248226"/>
                    <a:pt x="69856" y="241212"/>
                  </a:cubicBezTo>
                  <a:lnTo>
                    <a:pt x="69856" y="239639"/>
                  </a:lnTo>
                  <a:cubicBezTo>
                    <a:pt x="95322" y="233861"/>
                    <a:pt x="114309" y="211087"/>
                    <a:pt x="114309" y="183902"/>
                  </a:cubicBezTo>
                  <a:lnTo>
                    <a:pt x="114309" y="179170"/>
                  </a:lnTo>
                  <a:cubicBezTo>
                    <a:pt x="114309" y="155228"/>
                    <a:pt x="100505" y="133432"/>
                    <a:pt x="78860" y="123198"/>
                  </a:cubicBezTo>
                  <a:lnTo>
                    <a:pt x="69856" y="118941"/>
                  </a:lnTo>
                  <a:lnTo>
                    <a:pt x="69856" y="40745"/>
                  </a:lnTo>
                  <a:cubicBezTo>
                    <a:pt x="81070" y="45645"/>
                    <a:pt x="88907" y="56835"/>
                    <a:pt x="88907" y="69855"/>
                  </a:cubicBezTo>
                  <a:lnTo>
                    <a:pt x="88907" y="80841"/>
                  </a:lnTo>
                  <a:cubicBezTo>
                    <a:pt x="88907" y="87855"/>
                    <a:pt x="94593" y="93542"/>
                    <a:pt x="101608" y="93542"/>
                  </a:cubicBezTo>
                  <a:cubicBezTo>
                    <a:pt x="108623" y="93542"/>
                    <a:pt x="114309" y="87855"/>
                    <a:pt x="114309" y="80841"/>
                  </a:cubicBezTo>
                  <a:lnTo>
                    <a:pt x="114309" y="69855"/>
                  </a:lnTo>
                  <a:cubicBezTo>
                    <a:pt x="114309" y="42655"/>
                    <a:pt x="95308" y="19893"/>
                    <a:pt x="69856" y="14117"/>
                  </a:cubicBezTo>
                  <a:lnTo>
                    <a:pt x="69856" y="12701"/>
                  </a:lnTo>
                  <a:cubicBezTo>
                    <a:pt x="69856" y="5686"/>
                    <a:pt x="64169" y="0"/>
                    <a:pt x="57155" y="0"/>
                  </a:cubicBezTo>
                  <a:close/>
                  <a:moveTo>
                    <a:pt x="25402" y="69855"/>
                  </a:moveTo>
                  <a:cubicBezTo>
                    <a:pt x="25402" y="56835"/>
                    <a:pt x="33239" y="45645"/>
                    <a:pt x="44454" y="40745"/>
                  </a:cubicBezTo>
                  <a:lnTo>
                    <a:pt x="44454" y="106861"/>
                  </a:lnTo>
                  <a:cubicBezTo>
                    <a:pt x="32758" y="100468"/>
                    <a:pt x="25402" y="88169"/>
                    <a:pt x="25402" y="74727"/>
                  </a:cubicBezTo>
                  <a:lnTo>
                    <a:pt x="25402" y="69855"/>
                  </a:lnTo>
                  <a:close/>
                  <a:moveTo>
                    <a:pt x="69856" y="213011"/>
                  </a:moveTo>
                  <a:lnTo>
                    <a:pt x="69856" y="147104"/>
                  </a:lnTo>
                  <a:cubicBezTo>
                    <a:pt x="81549" y="153467"/>
                    <a:pt x="88907" y="165747"/>
                    <a:pt x="88907" y="179170"/>
                  </a:cubicBezTo>
                  <a:lnTo>
                    <a:pt x="88907" y="183902"/>
                  </a:lnTo>
                  <a:cubicBezTo>
                    <a:pt x="88907" y="196916"/>
                    <a:pt x="81074" y="208110"/>
                    <a:pt x="69856" y="213011"/>
                  </a:cubicBezTo>
                  <a:close/>
                  <a:moveTo>
                    <a:pt x="165113" y="127010"/>
                  </a:moveTo>
                  <a:cubicBezTo>
                    <a:pt x="165113" y="122795"/>
                    <a:pt x="165300" y="118660"/>
                    <a:pt x="165659" y="114623"/>
                  </a:cubicBezTo>
                  <a:lnTo>
                    <a:pt x="177811" y="114621"/>
                  </a:lnTo>
                  <a:cubicBezTo>
                    <a:pt x="184826" y="114620"/>
                    <a:pt x="190511" y="108933"/>
                    <a:pt x="190511" y="101918"/>
                  </a:cubicBezTo>
                  <a:cubicBezTo>
                    <a:pt x="190510" y="94904"/>
                    <a:pt x="184822" y="89218"/>
                    <a:pt x="177809" y="89219"/>
                  </a:cubicBezTo>
                  <a:lnTo>
                    <a:pt x="170482" y="89220"/>
                  </a:lnTo>
                  <a:cubicBezTo>
                    <a:pt x="173559" y="78960"/>
                    <a:pt x="177823" y="69830"/>
                    <a:pt x="182915" y="62235"/>
                  </a:cubicBezTo>
                  <a:cubicBezTo>
                    <a:pt x="193714" y="46128"/>
                    <a:pt x="207260" y="38103"/>
                    <a:pt x="220539" y="38103"/>
                  </a:cubicBezTo>
                  <a:cubicBezTo>
                    <a:pt x="225336" y="38103"/>
                    <a:pt x="230510" y="39583"/>
                    <a:pt x="234096" y="42039"/>
                  </a:cubicBezTo>
                  <a:cubicBezTo>
                    <a:pt x="239883" y="46003"/>
                    <a:pt x="247788" y="44525"/>
                    <a:pt x="251752" y="38737"/>
                  </a:cubicBezTo>
                  <a:cubicBezTo>
                    <a:pt x="255716" y="32950"/>
                    <a:pt x="254237" y="25045"/>
                    <a:pt x="248449" y="21081"/>
                  </a:cubicBezTo>
                  <a:cubicBezTo>
                    <a:pt x="240095" y="15358"/>
                    <a:pt x="229759" y="12701"/>
                    <a:pt x="220539" y="12701"/>
                  </a:cubicBezTo>
                  <a:cubicBezTo>
                    <a:pt x="196192" y="12701"/>
                    <a:pt x="175674" y="27421"/>
                    <a:pt x="161817" y="48089"/>
                  </a:cubicBezTo>
                  <a:cubicBezTo>
                    <a:pt x="153963" y="59803"/>
                    <a:pt x="147931" y="73808"/>
                    <a:pt x="144168" y="89223"/>
                  </a:cubicBezTo>
                  <a:lnTo>
                    <a:pt x="127009" y="89225"/>
                  </a:lnTo>
                  <a:cubicBezTo>
                    <a:pt x="119994" y="89226"/>
                    <a:pt x="114308" y="94913"/>
                    <a:pt x="114309" y="101927"/>
                  </a:cubicBezTo>
                  <a:cubicBezTo>
                    <a:pt x="114309" y="108942"/>
                    <a:pt x="119997" y="114628"/>
                    <a:pt x="127011" y="114627"/>
                  </a:cubicBezTo>
                  <a:lnTo>
                    <a:pt x="140173" y="114625"/>
                  </a:lnTo>
                  <a:cubicBezTo>
                    <a:pt x="139867" y="118701"/>
                    <a:pt x="139711" y="122834"/>
                    <a:pt x="139711" y="127010"/>
                  </a:cubicBezTo>
                  <a:cubicBezTo>
                    <a:pt x="139711" y="127124"/>
                    <a:pt x="139711" y="127239"/>
                    <a:pt x="139711" y="127353"/>
                  </a:cubicBezTo>
                  <a:lnTo>
                    <a:pt x="127001" y="127364"/>
                  </a:lnTo>
                  <a:cubicBezTo>
                    <a:pt x="119986" y="127369"/>
                    <a:pt x="114304" y="133061"/>
                    <a:pt x="114310" y="140076"/>
                  </a:cubicBezTo>
                  <a:cubicBezTo>
                    <a:pt x="114315" y="147090"/>
                    <a:pt x="120007" y="152771"/>
                    <a:pt x="127021" y="152766"/>
                  </a:cubicBezTo>
                  <a:lnTo>
                    <a:pt x="141741" y="152754"/>
                  </a:lnTo>
                  <a:cubicBezTo>
                    <a:pt x="144977" y="172927"/>
                    <a:pt x="151961" y="191233"/>
                    <a:pt x="161817" y="205930"/>
                  </a:cubicBezTo>
                  <a:cubicBezTo>
                    <a:pt x="175674" y="226599"/>
                    <a:pt x="196192" y="241319"/>
                    <a:pt x="220539" y="241319"/>
                  </a:cubicBezTo>
                  <a:cubicBezTo>
                    <a:pt x="229398" y="241319"/>
                    <a:pt x="240043" y="239104"/>
                    <a:pt x="248762" y="232800"/>
                  </a:cubicBezTo>
                  <a:cubicBezTo>
                    <a:pt x="254445" y="228689"/>
                    <a:pt x="255722" y="220750"/>
                    <a:pt x="251611" y="215066"/>
                  </a:cubicBezTo>
                  <a:cubicBezTo>
                    <a:pt x="247501" y="209381"/>
                    <a:pt x="239561" y="208106"/>
                    <a:pt x="233876" y="212216"/>
                  </a:cubicBezTo>
                  <a:cubicBezTo>
                    <a:pt x="230654" y="214547"/>
                    <a:pt x="225697" y="215917"/>
                    <a:pt x="220539" y="215917"/>
                  </a:cubicBezTo>
                  <a:cubicBezTo>
                    <a:pt x="207260" y="215917"/>
                    <a:pt x="193714" y="207891"/>
                    <a:pt x="182915" y="191785"/>
                  </a:cubicBezTo>
                  <a:cubicBezTo>
                    <a:pt x="175903" y="181326"/>
                    <a:pt x="170461" y="167955"/>
                    <a:pt x="167526" y="152732"/>
                  </a:cubicBezTo>
                  <a:lnTo>
                    <a:pt x="177824" y="152724"/>
                  </a:lnTo>
                  <a:cubicBezTo>
                    <a:pt x="184839" y="152718"/>
                    <a:pt x="190520" y="147027"/>
                    <a:pt x="190515" y="140012"/>
                  </a:cubicBezTo>
                  <a:cubicBezTo>
                    <a:pt x="190509" y="132997"/>
                    <a:pt x="184819" y="127316"/>
                    <a:pt x="177804" y="127322"/>
                  </a:cubicBezTo>
                  <a:lnTo>
                    <a:pt x="165113" y="127333"/>
                  </a:lnTo>
                  <a:cubicBezTo>
                    <a:pt x="165113" y="127225"/>
                    <a:pt x="165113" y="127118"/>
                    <a:pt x="165113" y="127010"/>
                  </a:cubicBezTo>
                  <a:close/>
                </a:path>
              </a:pathLst>
            </a:custGeom>
            <a:gradFill flip="none" rotWithShape="1">
              <a:gsLst>
                <a:gs pos="100000">
                  <a:schemeClr val="accent2"/>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nvGrpSpPr>
          <p:cNvPr id="42" name="Group 41">
            <a:extLst>
              <a:ext uri="{FF2B5EF4-FFF2-40B4-BE49-F238E27FC236}">
                <a16:creationId xmlns:a16="http://schemas.microsoft.com/office/drawing/2014/main" id="{2621A840-D416-8EF6-D9B2-2BC9805C8CCD}"/>
              </a:ext>
            </a:extLst>
          </p:cNvPr>
          <p:cNvGrpSpPr/>
          <p:nvPr/>
        </p:nvGrpSpPr>
        <p:grpSpPr>
          <a:xfrm>
            <a:off x="571499" y="5088530"/>
            <a:ext cx="571478" cy="571478"/>
            <a:chOff x="571499" y="4898567"/>
            <a:chExt cx="571478" cy="571478"/>
          </a:xfrm>
        </p:grpSpPr>
        <p:sp>
          <p:nvSpPr>
            <p:cNvPr id="43" name="Oval 42">
              <a:extLst>
                <a:ext uri="{FF2B5EF4-FFF2-40B4-BE49-F238E27FC236}">
                  <a16:creationId xmlns:a16="http://schemas.microsoft.com/office/drawing/2014/main" id="{1959FC29-3514-DBAE-72C0-611405407764}"/>
                </a:ext>
              </a:extLst>
            </p:cNvPr>
            <p:cNvSpPr/>
            <p:nvPr/>
          </p:nvSpPr>
          <p:spPr bwMode="auto">
            <a:xfrm>
              <a:off x="571499" y="4898567"/>
              <a:ext cx="571478" cy="571478"/>
            </a:xfrm>
            <a:prstGeom prst="ellipse">
              <a:avLst/>
            </a:prstGeom>
            <a:solidFill>
              <a:schemeClr val="bg1"/>
            </a:solidFill>
            <a:ln>
              <a:noFill/>
              <a:headEnd type="none" w="med" len="med"/>
              <a:tailEnd type="none" w="med" len="med"/>
            </a:ln>
            <a:effectLst>
              <a:innerShdw blurRad="114300">
                <a:schemeClr val="bg1">
                  <a:lumMod val="50000"/>
                  <a:alpha val="20000"/>
                </a:scheme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44" name="Graphic 94">
              <a:extLst>
                <a:ext uri="{FF2B5EF4-FFF2-40B4-BE49-F238E27FC236}">
                  <a16:creationId xmlns:a16="http://schemas.microsoft.com/office/drawing/2014/main" id="{B72D788E-1157-B17C-769D-7AC731DBC19F}"/>
                </a:ext>
              </a:extLst>
            </p:cNvPr>
            <p:cNvSpPr/>
            <p:nvPr/>
          </p:nvSpPr>
          <p:spPr>
            <a:xfrm>
              <a:off x="755630" y="5082698"/>
              <a:ext cx="209566" cy="209566"/>
            </a:xfrm>
            <a:custGeom>
              <a:avLst/>
              <a:gdLst>
                <a:gd name="csX0" fmla="*/ 0 w 209566"/>
                <a:gd name="csY0" fmla="*/ 28577 h 209566"/>
                <a:gd name="csX1" fmla="*/ 28577 w 209566"/>
                <a:gd name="csY1" fmla="*/ 0 h 209566"/>
                <a:gd name="csX2" fmla="*/ 136536 w 209566"/>
                <a:gd name="csY2" fmla="*/ 0 h 209566"/>
                <a:gd name="csX3" fmla="*/ 165113 w 209566"/>
                <a:gd name="csY3" fmla="*/ 28577 h 209566"/>
                <a:gd name="csX4" fmla="*/ 165113 w 209566"/>
                <a:gd name="csY4" fmla="*/ 127010 h 209566"/>
                <a:gd name="csX5" fmla="*/ 209567 w 209566"/>
                <a:gd name="csY5" fmla="*/ 127010 h 209566"/>
                <a:gd name="csX6" fmla="*/ 209567 w 209566"/>
                <a:gd name="csY6" fmla="*/ 168288 h 209566"/>
                <a:gd name="csX7" fmla="*/ 168288 w 209566"/>
                <a:gd name="csY7" fmla="*/ 209567 h 209566"/>
                <a:gd name="csX8" fmla="*/ 28577 w 209566"/>
                <a:gd name="csY8" fmla="*/ 209567 h 209566"/>
                <a:gd name="csX9" fmla="*/ 0 w 209566"/>
                <a:gd name="csY9" fmla="*/ 180989 h 209566"/>
                <a:gd name="csX10" fmla="*/ 0 w 209566"/>
                <a:gd name="csY10" fmla="*/ 28577 h 209566"/>
                <a:gd name="csX11" fmla="*/ 165113 w 209566"/>
                <a:gd name="csY11" fmla="*/ 190515 h 209566"/>
                <a:gd name="csX12" fmla="*/ 168288 w 209566"/>
                <a:gd name="csY12" fmla="*/ 190515 h 209566"/>
                <a:gd name="csX13" fmla="*/ 190515 w 209566"/>
                <a:gd name="csY13" fmla="*/ 168288 h 209566"/>
                <a:gd name="csX14" fmla="*/ 190515 w 209566"/>
                <a:gd name="csY14" fmla="*/ 146062 h 209566"/>
                <a:gd name="csX15" fmla="*/ 165113 w 209566"/>
                <a:gd name="csY15" fmla="*/ 146062 h 209566"/>
                <a:gd name="csX16" fmla="*/ 165113 w 209566"/>
                <a:gd name="csY16" fmla="*/ 190515 h 209566"/>
                <a:gd name="csX17" fmla="*/ 47629 w 209566"/>
                <a:gd name="csY17" fmla="*/ 50804 h 209566"/>
                <a:gd name="csX18" fmla="*/ 38103 w 209566"/>
                <a:gd name="csY18" fmla="*/ 60330 h 209566"/>
                <a:gd name="csX19" fmla="*/ 47629 w 209566"/>
                <a:gd name="csY19" fmla="*/ 69856 h 209566"/>
                <a:gd name="csX20" fmla="*/ 117484 w 209566"/>
                <a:gd name="csY20" fmla="*/ 69856 h 209566"/>
                <a:gd name="csX21" fmla="*/ 127010 w 209566"/>
                <a:gd name="csY21" fmla="*/ 60330 h 209566"/>
                <a:gd name="csX22" fmla="*/ 117484 w 209566"/>
                <a:gd name="csY22" fmla="*/ 50804 h 209566"/>
                <a:gd name="csX23" fmla="*/ 47629 w 209566"/>
                <a:gd name="csY23" fmla="*/ 50804 h 209566"/>
                <a:gd name="csX24" fmla="*/ 47629 w 209566"/>
                <a:gd name="csY24" fmla="*/ 95258 h 209566"/>
                <a:gd name="csX25" fmla="*/ 38103 w 209566"/>
                <a:gd name="csY25" fmla="*/ 104783 h 209566"/>
                <a:gd name="csX26" fmla="*/ 47629 w 209566"/>
                <a:gd name="csY26" fmla="*/ 114309 h 209566"/>
                <a:gd name="csX27" fmla="*/ 117484 w 209566"/>
                <a:gd name="csY27" fmla="*/ 114309 h 209566"/>
                <a:gd name="csX28" fmla="*/ 127010 w 209566"/>
                <a:gd name="csY28" fmla="*/ 104783 h 209566"/>
                <a:gd name="csX29" fmla="*/ 117484 w 209566"/>
                <a:gd name="csY29" fmla="*/ 95258 h 209566"/>
                <a:gd name="csX30" fmla="*/ 47629 w 209566"/>
                <a:gd name="csY30" fmla="*/ 95258 h 209566"/>
                <a:gd name="csX31" fmla="*/ 47629 w 209566"/>
                <a:gd name="csY31" fmla="*/ 139711 h 209566"/>
                <a:gd name="csX32" fmla="*/ 38103 w 209566"/>
                <a:gd name="csY32" fmla="*/ 149237 h 209566"/>
                <a:gd name="csX33" fmla="*/ 47629 w 209566"/>
                <a:gd name="csY33" fmla="*/ 158763 h 209566"/>
                <a:gd name="csX34" fmla="*/ 79381 w 209566"/>
                <a:gd name="csY34" fmla="*/ 158763 h 209566"/>
                <a:gd name="csX35" fmla="*/ 88907 w 209566"/>
                <a:gd name="csY35" fmla="*/ 149237 h 209566"/>
                <a:gd name="csX36" fmla="*/ 79381 w 209566"/>
                <a:gd name="csY36" fmla="*/ 139711 h 209566"/>
                <a:gd name="csX37" fmla="*/ 47629 w 209566"/>
                <a:gd name="csY37" fmla="*/ 139711 h 2095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209566" h="209566">
                  <a:moveTo>
                    <a:pt x="0" y="28577"/>
                  </a:moveTo>
                  <a:cubicBezTo>
                    <a:pt x="0" y="12794"/>
                    <a:pt x="12794" y="0"/>
                    <a:pt x="28577" y="0"/>
                  </a:cubicBezTo>
                  <a:lnTo>
                    <a:pt x="136536" y="0"/>
                  </a:lnTo>
                  <a:cubicBezTo>
                    <a:pt x="152318" y="0"/>
                    <a:pt x="165113" y="12794"/>
                    <a:pt x="165113" y="28577"/>
                  </a:cubicBezTo>
                  <a:lnTo>
                    <a:pt x="165113" y="127010"/>
                  </a:lnTo>
                  <a:lnTo>
                    <a:pt x="209567" y="127010"/>
                  </a:lnTo>
                  <a:lnTo>
                    <a:pt x="209567" y="168288"/>
                  </a:lnTo>
                  <a:cubicBezTo>
                    <a:pt x="209567" y="191085"/>
                    <a:pt x="191085" y="209567"/>
                    <a:pt x="168288" y="209567"/>
                  </a:cubicBezTo>
                  <a:lnTo>
                    <a:pt x="28577" y="209567"/>
                  </a:lnTo>
                  <a:cubicBezTo>
                    <a:pt x="12794" y="209567"/>
                    <a:pt x="0" y="196772"/>
                    <a:pt x="0" y="180989"/>
                  </a:cubicBezTo>
                  <a:lnTo>
                    <a:pt x="0" y="28577"/>
                  </a:lnTo>
                  <a:close/>
                  <a:moveTo>
                    <a:pt x="165113" y="190515"/>
                  </a:moveTo>
                  <a:lnTo>
                    <a:pt x="168288" y="190515"/>
                  </a:lnTo>
                  <a:cubicBezTo>
                    <a:pt x="180564" y="190515"/>
                    <a:pt x="190515" y="180564"/>
                    <a:pt x="190515" y="168288"/>
                  </a:cubicBezTo>
                  <a:lnTo>
                    <a:pt x="190515" y="146062"/>
                  </a:lnTo>
                  <a:lnTo>
                    <a:pt x="165113" y="146062"/>
                  </a:lnTo>
                  <a:lnTo>
                    <a:pt x="165113" y="190515"/>
                  </a:lnTo>
                  <a:close/>
                  <a:moveTo>
                    <a:pt x="47629" y="50804"/>
                  </a:moveTo>
                  <a:cubicBezTo>
                    <a:pt x="42368" y="50804"/>
                    <a:pt x="38103" y="55069"/>
                    <a:pt x="38103" y="60330"/>
                  </a:cubicBezTo>
                  <a:cubicBezTo>
                    <a:pt x="38103" y="65591"/>
                    <a:pt x="42368" y="69856"/>
                    <a:pt x="47629" y="69856"/>
                  </a:cubicBezTo>
                  <a:lnTo>
                    <a:pt x="117484" y="69856"/>
                  </a:lnTo>
                  <a:cubicBezTo>
                    <a:pt x="122745" y="69856"/>
                    <a:pt x="127010" y="65591"/>
                    <a:pt x="127010" y="60330"/>
                  </a:cubicBezTo>
                  <a:cubicBezTo>
                    <a:pt x="127010" y="55069"/>
                    <a:pt x="122745" y="50804"/>
                    <a:pt x="117484" y="50804"/>
                  </a:cubicBezTo>
                  <a:lnTo>
                    <a:pt x="47629" y="50804"/>
                  </a:lnTo>
                  <a:close/>
                  <a:moveTo>
                    <a:pt x="47629" y="95258"/>
                  </a:moveTo>
                  <a:cubicBezTo>
                    <a:pt x="42368" y="95258"/>
                    <a:pt x="38103" y="99523"/>
                    <a:pt x="38103" y="104783"/>
                  </a:cubicBezTo>
                  <a:cubicBezTo>
                    <a:pt x="38103" y="110044"/>
                    <a:pt x="42368" y="114309"/>
                    <a:pt x="47629" y="114309"/>
                  </a:cubicBezTo>
                  <a:lnTo>
                    <a:pt x="117484" y="114309"/>
                  </a:lnTo>
                  <a:cubicBezTo>
                    <a:pt x="122745" y="114309"/>
                    <a:pt x="127010" y="110044"/>
                    <a:pt x="127010" y="104783"/>
                  </a:cubicBezTo>
                  <a:cubicBezTo>
                    <a:pt x="127010" y="99523"/>
                    <a:pt x="122745" y="95258"/>
                    <a:pt x="117484" y="95258"/>
                  </a:cubicBezTo>
                  <a:lnTo>
                    <a:pt x="47629" y="95258"/>
                  </a:lnTo>
                  <a:close/>
                  <a:moveTo>
                    <a:pt x="47629" y="139711"/>
                  </a:moveTo>
                  <a:cubicBezTo>
                    <a:pt x="42368" y="139711"/>
                    <a:pt x="38103" y="143976"/>
                    <a:pt x="38103" y="149237"/>
                  </a:cubicBezTo>
                  <a:cubicBezTo>
                    <a:pt x="38103" y="154498"/>
                    <a:pt x="42368" y="158763"/>
                    <a:pt x="47629" y="158763"/>
                  </a:cubicBezTo>
                  <a:lnTo>
                    <a:pt x="79381" y="158763"/>
                  </a:lnTo>
                  <a:cubicBezTo>
                    <a:pt x="84642" y="158763"/>
                    <a:pt x="88907" y="154498"/>
                    <a:pt x="88907" y="149237"/>
                  </a:cubicBezTo>
                  <a:cubicBezTo>
                    <a:pt x="88907" y="143976"/>
                    <a:pt x="84642" y="139711"/>
                    <a:pt x="79381" y="139711"/>
                  </a:cubicBezTo>
                  <a:lnTo>
                    <a:pt x="47629" y="139711"/>
                  </a:lnTo>
                  <a:close/>
                </a:path>
              </a:pathLst>
            </a:custGeom>
            <a:gradFill flip="none" rotWithShape="1">
              <a:gsLst>
                <a:gs pos="100000">
                  <a:schemeClr val="accent2"/>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45" name="TextBox 44">
            <a:extLst>
              <a:ext uri="{FF2B5EF4-FFF2-40B4-BE49-F238E27FC236}">
                <a16:creationId xmlns:a16="http://schemas.microsoft.com/office/drawing/2014/main" id="{308EC73E-1274-E2A9-B62F-A2FA8296D9A1}"/>
              </a:ext>
            </a:extLst>
          </p:cNvPr>
          <p:cNvSpPr txBox="1"/>
          <p:nvPr/>
        </p:nvSpPr>
        <p:spPr>
          <a:xfrm>
            <a:off x="518462" y="1024748"/>
            <a:ext cx="10969191" cy="307777"/>
          </a:xfrm>
          <a:prstGeom prst="rect">
            <a:avLst/>
          </a:prstGeom>
          <a:noFill/>
        </p:spPr>
        <p:txBody>
          <a:bodyPr wrap="square" lIns="0" tIns="0" rIns="0" bIns="0" rtlCol="0" anchor="b">
            <a:spAutoFit/>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a:ea typeface="+mn-ea"/>
                <a:cs typeface="+mn-cs"/>
              </a:rPr>
              <a:t>Offers are MACC and CSP eligible</a:t>
            </a:r>
          </a:p>
        </p:txBody>
      </p:sp>
    </p:spTree>
    <p:extLst>
      <p:ext uri="{BB962C8B-B14F-4D97-AF65-F5344CB8AC3E}">
        <p14:creationId xmlns:p14="http://schemas.microsoft.com/office/powerpoint/2010/main" val="425941861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0E9CB-2190-E37B-EC3A-7837FD546B31}"/>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BC6ABC23-F740-17FA-12A1-3D5F6E7C48FD}"/>
              </a:ext>
              <a:ext uri="{C183D7F6-B498-43B3-948B-1728B52AA6E4}">
                <adec:decorative xmlns:adec="http://schemas.microsoft.com/office/drawing/2017/decorative" val="1"/>
              </a:ext>
            </a:extLst>
          </p:cNvPr>
          <p:cNvSpPr>
            <a:spLocks/>
          </p:cNvSpPr>
          <p:nvPr/>
        </p:nvSpPr>
        <p:spPr bwMode="auto">
          <a:xfrm>
            <a:off x="571500" y="1636909"/>
            <a:ext cx="4406466" cy="4209626"/>
          </a:xfrm>
          <a:prstGeom prst="roundRect">
            <a:avLst>
              <a:gd name="adj" fmla="val 5107"/>
            </a:avLst>
          </a:prstGeom>
          <a:solidFill>
            <a:schemeClr val="bg1"/>
          </a:solidFill>
          <a:effectLst>
            <a:outerShdw blurRad="63500" dist="63500" dir="2700000" algn="ctr" rotWithShape="0">
              <a:prstClr val="black">
                <a:alpha val="20000"/>
              </a:prstClr>
            </a:outerShdw>
          </a:effectLst>
        </p:spPr>
        <p:txBody>
          <a:bodyPr wrap="square" lIns="91440" tIns="45720" rIns="320040" bIns="45720">
            <a:noAutofit/>
          </a:bodyPr>
          <a:lstStyle/>
          <a:p>
            <a:pPr marL="0" marR="0" lvl="0" indent="0" algn="l" defTabSz="914367" rtl="0" eaLnBrk="1" fontAlgn="auto" latinLnBrk="0" hangingPunct="1">
              <a:lnSpc>
                <a:spcPct val="100000"/>
              </a:lnSpc>
              <a:spcBef>
                <a:spcPts val="0"/>
              </a:spcBef>
              <a:spcAft>
                <a:spcPts val="12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Manage spend and unlock usage- based billing services </a:t>
            </a:r>
          </a:p>
          <a:p>
            <a:pPr marL="342900" marR="0" lvl="0" indent="-215900" algn="l" defTabSz="914367"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600" b="0" i="0" u="none" strike="noStrike" kern="1200" cap="none" spc="0" normalizeH="0" baseline="0" noProof="0">
                <a:ln>
                  <a:noFill/>
                </a:ln>
                <a:solidFill>
                  <a:srgbClr val="323139"/>
                </a:solidFill>
                <a:effectLst/>
                <a:uLnTx/>
                <a:uFillTx/>
                <a:latin typeface="Segoe Sans Display"/>
                <a:ea typeface="+mn-ea"/>
                <a:cs typeface="Segoe Sans Display Semibold" pitchFamily="2" charset="0"/>
              </a:rPr>
              <a:t>Monitor: </a:t>
            </a:r>
            <a:r>
              <a:rPr kumimoji="0" lang="en-US" sz="1600" b="0" i="0" u="none" strike="noStrike" kern="1200" cap="none" spc="0" normalizeH="0" baseline="0" noProof="0">
                <a:ln>
                  <a:noFill/>
                </a:ln>
                <a:solidFill>
                  <a:srgbClr val="323139"/>
                </a:solidFill>
                <a:effectLst/>
                <a:uLnTx/>
                <a:uFillTx/>
                <a:latin typeface="Segoe Sans Display Semilight"/>
                <a:ea typeface="+mn-ea"/>
                <a:cs typeface="Segoe Sans Display Semibold" pitchFamily="2" charset="0"/>
              </a:rPr>
              <a:t>Track Copilot Credit usage and runway, with reporting and spend trends </a:t>
            </a:r>
          </a:p>
          <a:p>
            <a:pPr marL="342900" marR="0" lvl="0" indent="-215900" algn="l" defTabSz="914367"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600" b="0" i="0" u="none" strike="noStrike" kern="1200" cap="none" spc="0" normalizeH="0" baseline="0" noProof="0">
                <a:ln>
                  <a:noFill/>
                </a:ln>
                <a:solidFill>
                  <a:srgbClr val="323139"/>
                </a:solidFill>
                <a:effectLst/>
                <a:uLnTx/>
                <a:uFillTx/>
                <a:latin typeface="Segoe Sans Display"/>
                <a:ea typeface="+mn-ea"/>
                <a:cs typeface="Segoe Sans Display Semibold" pitchFamily="2" charset="0"/>
              </a:rPr>
              <a:t>Configure: </a:t>
            </a:r>
            <a:r>
              <a:rPr kumimoji="0" lang="en-US" sz="1600" b="0" i="0" u="none" strike="noStrike" kern="1200" cap="none" spc="0" normalizeH="0" baseline="0" noProof="0">
                <a:ln>
                  <a:noFill/>
                </a:ln>
                <a:solidFill>
                  <a:srgbClr val="323139"/>
                </a:solidFill>
                <a:effectLst/>
                <a:uLnTx/>
                <a:uFillTx/>
                <a:latin typeface="Segoe Sans Display Semilight"/>
                <a:ea typeface="+mn-ea"/>
                <a:cs typeface="Segoe Sans Display Semibold" pitchFamily="2" charset="0"/>
              </a:rPr>
              <a:t>Select services, set limits and create spending policies at tenant, group, and user level</a:t>
            </a:r>
          </a:p>
          <a:p>
            <a:pPr marL="342900" marR="0" lvl="0" indent="-215900" algn="l" defTabSz="914367"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600" b="0" i="0" u="none" strike="noStrike" kern="1200" cap="none" spc="0" normalizeH="0" baseline="0" noProof="0">
                <a:ln>
                  <a:noFill/>
                </a:ln>
                <a:solidFill>
                  <a:srgbClr val="323139"/>
                </a:solidFill>
                <a:effectLst/>
                <a:uLnTx/>
                <a:uFillTx/>
                <a:latin typeface="Segoe Sans Display"/>
                <a:ea typeface="+mn-ea"/>
                <a:cs typeface="Segoe Sans Display Semibold" pitchFamily="2" charset="0"/>
              </a:rPr>
              <a:t>Purchase: </a:t>
            </a:r>
            <a:r>
              <a:rPr kumimoji="0" lang="en-US" sz="1600" b="0" i="0" u="none" strike="noStrike" kern="1200" cap="none" spc="0" normalizeH="0" baseline="0" noProof="0">
                <a:ln>
                  <a:noFill/>
                </a:ln>
                <a:solidFill>
                  <a:srgbClr val="323139"/>
                </a:solidFill>
                <a:effectLst/>
                <a:uLnTx/>
                <a:uFillTx/>
                <a:latin typeface="Segoe Sans Display Semilight"/>
                <a:ea typeface="+mn-ea"/>
                <a:cs typeface="Segoe Sans Display Semibold" pitchFamily="2" charset="0"/>
              </a:rPr>
              <a:t>Buy Copilot Credits and approved-user credit requests </a:t>
            </a:r>
          </a:p>
        </p:txBody>
      </p:sp>
      <p:sp>
        <p:nvSpPr>
          <p:cNvPr id="6" name="Freeform: Shape 5">
            <a:extLst>
              <a:ext uri="{FF2B5EF4-FFF2-40B4-BE49-F238E27FC236}">
                <a16:creationId xmlns:a16="http://schemas.microsoft.com/office/drawing/2014/main" id="{36D1640C-E2B6-A86E-EEDE-6BDB867C9DC4}"/>
              </a:ext>
              <a:ext uri="{C183D7F6-B498-43B3-948B-1728B52AA6E4}">
                <adec:decorative xmlns:adec="http://schemas.microsoft.com/office/drawing/2017/decorative" val="1"/>
              </a:ext>
            </a:extLst>
          </p:cNvPr>
          <p:cNvSpPr/>
          <p:nvPr/>
        </p:nvSpPr>
        <p:spPr bwMode="auto">
          <a:xfrm rot="16200000">
            <a:off x="6172381" y="33976"/>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12" name="Picture 11">
            <a:extLst>
              <a:ext uri="{FF2B5EF4-FFF2-40B4-BE49-F238E27FC236}">
                <a16:creationId xmlns:a16="http://schemas.microsoft.com/office/drawing/2014/main" id="{38188405-0670-D694-4AFC-2E04AE75AE5C}"/>
              </a:ext>
            </a:extLst>
          </p:cNvPr>
          <p:cNvPicPr>
            <a:picLocks noChangeAspect="1"/>
          </p:cNvPicPr>
          <p:nvPr/>
        </p:nvPicPr>
        <p:blipFill>
          <a:blip r:embed="rId3">
            <a:extLst>
              <a:ext uri="{28A0092B-C50C-407E-A947-70E740481C1C}">
                <a14:useLocalDpi xmlns:a14="http://schemas.microsoft.com/office/drawing/2010/main" val="0"/>
              </a:ext>
            </a:extLst>
          </a:blip>
          <a:srcRect t="1134" b="1134"/>
          <a:stretch/>
        </p:blipFill>
        <p:spPr>
          <a:xfrm>
            <a:off x="4977383" y="1635216"/>
            <a:ext cx="7214616" cy="226300"/>
          </a:xfrm>
          <a:prstGeom prst="rect">
            <a:avLst/>
          </a:prstGeom>
        </p:spPr>
      </p:pic>
      <p:sp>
        <p:nvSpPr>
          <p:cNvPr id="14" name="Title 1">
            <a:extLst>
              <a:ext uri="{FF2B5EF4-FFF2-40B4-BE49-F238E27FC236}">
                <a16:creationId xmlns:a16="http://schemas.microsoft.com/office/drawing/2014/main" id="{E2490222-D4AA-E629-C7C6-654DF323B837}"/>
              </a:ext>
            </a:extLst>
          </p:cNvPr>
          <p:cNvSpPr txBox="1">
            <a:spLocks/>
          </p:cNvSpPr>
          <p:nvPr/>
        </p:nvSpPr>
        <p:spPr>
          <a:xfrm>
            <a:off x="586740" y="491303"/>
            <a:ext cx="11018520" cy="492443"/>
          </a:xfrm>
          <a:prstGeom prst="rect">
            <a:avLst/>
          </a:prstGeom>
        </p:spPr>
        <p:txBody>
          <a:bodyPr vert="horz" wrap="square" lIns="0" tIns="0" rIns="0" bIns="0" rtlCol="0" anchor="t">
            <a:spAutoFit/>
          </a:bodyPr>
          <a:lstStyle>
            <a:defPPr>
              <a:defRPr lang="en-US"/>
            </a:defPPr>
            <a:lvl1pPr defTabSz="932742">
              <a:lnSpc>
                <a:spcPct val="100000"/>
              </a:lnSpc>
              <a:spcBef>
                <a:spcPct val="0"/>
              </a:spcBef>
              <a:buNone/>
              <a:defRPr sz="3600" b="0" cap="none" spc="-50" baseline="0">
                <a:ln w="3175">
                  <a:noFill/>
                </a:ln>
                <a:effectLst/>
                <a:latin typeface="+mj-lt"/>
                <a:cs typeface="Segoe Sans Display"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50" normalizeH="0" baseline="0" noProof="0">
                <a:ln w="3175">
                  <a:noFill/>
                </a:ln>
                <a:solidFill>
                  <a:srgbClr val="323139"/>
                </a:solidFill>
                <a:effectLst/>
                <a:uLnTx/>
                <a:uFillTx/>
                <a:latin typeface="Segoe Sans Display"/>
                <a:ea typeface="+mn-ea"/>
                <a:cs typeface="Segoe Sans Display"/>
              </a:rPr>
              <a:t>Manage spend from a centralized dashboard </a:t>
            </a:r>
          </a:p>
        </p:txBody>
      </p:sp>
      <p:sp>
        <p:nvSpPr>
          <p:cNvPr id="3" name="TextBox 2">
            <a:extLst>
              <a:ext uri="{FF2B5EF4-FFF2-40B4-BE49-F238E27FC236}">
                <a16:creationId xmlns:a16="http://schemas.microsoft.com/office/drawing/2014/main" id="{198F4397-B252-5953-E6EB-2F3D1A9AA7E3}"/>
              </a:ext>
            </a:extLst>
          </p:cNvPr>
          <p:cNvSpPr txBox="1"/>
          <p:nvPr/>
        </p:nvSpPr>
        <p:spPr>
          <a:xfrm>
            <a:off x="10231936" y="6071142"/>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7" name="Picture 6">
            <a:extLst>
              <a:ext uri="{FF2B5EF4-FFF2-40B4-BE49-F238E27FC236}">
                <a16:creationId xmlns:a16="http://schemas.microsoft.com/office/drawing/2014/main" id="{E11FE1C6-884C-366C-A56D-AB6982095362}"/>
              </a:ext>
            </a:extLst>
          </p:cNvPr>
          <p:cNvPicPr>
            <a:picLocks noChangeAspect="1"/>
          </p:cNvPicPr>
          <p:nvPr/>
        </p:nvPicPr>
        <p:blipFill>
          <a:blip r:embed="rId4"/>
          <a:srcRect l="2393" t="5225" r="1174"/>
          <a:stretch>
            <a:fillRect/>
          </a:stretch>
        </p:blipFill>
        <p:spPr>
          <a:xfrm>
            <a:off x="4977383" y="1879064"/>
            <a:ext cx="7214617" cy="3989662"/>
          </a:xfrm>
          <a:prstGeom prst="rect">
            <a:avLst/>
          </a:prstGeom>
        </p:spPr>
      </p:pic>
    </p:spTree>
    <p:extLst>
      <p:ext uri="{BB962C8B-B14F-4D97-AF65-F5344CB8AC3E}">
        <p14:creationId xmlns:p14="http://schemas.microsoft.com/office/powerpoint/2010/main" val="94077780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DE40-59FD-A9B3-BADE-8E77660865D8}"/>
              </a:ext>
            </a:extLst>
          </p:cNvPr>
          <p:cNvSpPr>
            <a:spLocks noGrp="1"/>
          </p:cNvSpPr>
          <p:nvPr>
            <p:ph type="title"/>
          </p:nvPr>
        </p:nvSpPr>
        <p:spPr/>
        <p:txBody>
          <a:bodyPr/>
          <a:lstStyle/>
          <a:p>
            <a:r>
              <a:rPr lang="en-US">
                <a:cs typeface="Segoe Sans Display"/>
              </a:rPr>
              <a:t>Scenarios</a:t>
            </a:r>
          </a:p>
        </p:txBody>
      </p:sp>
    </p:spTree>
    <p:extLst>
      <p:ext uri="{BB962C8B-B14F-4D97-AF65-F5344CB8AC3E}">
        <p14:creationId xmlns:p14="http://schemas.microsoft.com/office/powerpoint/2010/main" val="50090200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16AD8-879D-4D29-529B-8B5524314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B94920-3B8A-F124-8DC4-CDD28D2DF9EE}"/>
              </a:ext>
            </a:extLst>
          </p:cNvPr>
          <p:cNvSpPr>
            <a:spLocks noGrp="1"/>
          </p:cNvSpPr>
          <p:nvPr>
            <p:ph type="title"/>
          </p:nvPr>
        </p:nvSpPr>
        <p:spPr>
          <a:xfrm>
            <a:off x="588263" y="457200"/>
            <a:ext cx="11018520" cy="492443"/>
          </a:xfrm>
        </p:spPr>
        <p:txBody>
          <a:bodyPr/>
          <a:lstStyle/>
          <a:p>
            <a:r>
              <a:rPr lang="en-US" sz="3200"/>
              <a:t>Scenario 1 - Guide</a:t>
            </a:r>
          </a:p>
        </p:txBody>
      </p:sp>
      <p:sp>
        <p:nvSpPr>
          <p:cNvPr id="6" name="Text Placeholder 2">
            <a:extLst>
              <a:ext uri="{FF2B5EF4-FFF2-40B4-BE49-F238E27FC236}">
                <a16:creationId xmlns:a16="http://schemas.microsoft.com/office/drawing/2014/main" id="{5F290B8F-D3F6-A36F-46B5-091DE2224D1D}"/>
              </a:ext>
            </a:extLst>
          </p:cNvPr>
          <p:cNvSpPr txBox="1">
            <a:spLocks/>
          </p:cNvSpPr>
          <p:nvPr/>
        </p:nvSpPr>
        <p:spPr>
          <a:xfrm>
            <a:off x="521638" y="980420"/>
            <a:ext cx="11082098" cy="332879"/>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a:t>Agents leveraging premium services for common tasks</a:t>
            </a:r>
          </a:p>
        </p:txBody>
      </p:sp>
      <p:sp>
        <p:nvSpPr>
          <p:cNvPr id="48" name="Rectangle: Top Corners Rounded 73">
            <a:extLst>
              <a:ext uri="{FF2B5EF4-FFF2-40B4-BE49-F238E27FC236}">
                <a16:creationId xmlns:a16="http://schemas.microsoft.com/office/drawing/2014/main" id="{28C695E7-C64F-F026-9460-9BA0C1765D15}"/>
              </a:ext>
            </a:extLst>
          </p:cNvPr>
          <p:cNvSpPr>
            <a:spLocks/>
          </p:cNvSpPr>
          <p:nvPr userDrawn="1"/>
        </p:nvSpPr>
        <p:spPr bwMode="auto">
          <a:xfrm rot="16200000" flipV="1">
            <a:off x="5735842" y="-1454110"/>
            <a:ext cx="2983670" cy="9187434"/>
          </a:xfrm>
          <a:custGeom>
            <a:avLst/>
            <a:gdLst>
              <a:gd name="connsiteX0" fmla="*/ 163683 w 2612241"/>
              <a:gd name="connsiteY0" fmla="*/ 0 h 8666696"/>
              <a:gd name="connsiteX1" fmla="*/ 2448558 w 2612241"/>
              <a:gd name="connsiteY1" fmla="*/ 0 h 8666696"/>
              <a:gd name="connsiteX2" fmla="*/ 2612241 w 2612241"/>
              <a:gd name="connsiteY2" fmla="*/ 163683 h 8666696"/>
              <a:gd name="connsiteX3" fmla="*/ 2612241 w 2612241"/>
              <a:gd name="connsiteY3" fmla="*/ 8666696 h 8666696"/>
              <a:gd name="connsiteX4" fmla="*/ 2612241 w 2612241"/>
              <a:gd name="connsiteY4" fmla="*/ 8666696 h 8666696"/>
              <a:gd name="connsiteX5" fmla="*/ 0 w 2612241"/>
              <a:gd name="connsiteY5" fmla="*/ 8666696 h 8666696"/>
              <a:gd name="connsiteX6" fmla="*/ 0 w 2612241"/>
              <a:gd name="connsiteY6" fmla="*/ 8666696 h 8666696"/>
              <a:gd name="connsiteX7" fmla="*/ 0 w 2612241"/>
              <a:gd name="connsiteY7" fmla="*/ 163683 h 8666696"/>
              <a:gd name="connsiteX8" fmla="*/ 163683 w 2612241"/>
              <a:gd name="connsiteY8" fmla="*/ 0 h 8666696"/>
              <a:gd name="connsiteX0" fmla="*/ 0 w 2612241"/>
              <a:gd name="connsiteY0" fmla="*/ 8666696 h 8758136"/>
              <a:gd name="connsiteX1" fmla="*/ 0 w 2612241"/>
              <a:gd name="connsiteY1" fmla="*/ 163683 h 8758136"/>
              <a:gd name="connsiteX2" fmla="*/ 163683 w 2612241"/>
              <a:gd name="connsiteY2" fmla="*/ 0 h 8758136"/>
              <a:gd name="connsiteX3" fmla="*/ 2448558 w 2612241"/>
              <a:gd name="connsiteY3" fmla="*/ 0 h 8758136"/>
              <a:gd name="connsiteX4" fmla="*/ 2612241 w 2612241"/>
              <a:gd name="connsiteY4" fmla="*/ 163683 h 8758136"/>
              <a:gd name="connsiteX5" fmla="*/ 2612241 w 2612241"/>
              <a:gd name="connsiteY5" fmla="*/ 8666696 h 8758136"/>
              <a:gd name="connsiteX6" fmla="*/ 2612241 w 2612241"/>
              <a:gd name="connsiteY6" fmla="*/ 8666696 h 8758136"/>
              <a:gd name="connsiteX7" fmla="*/ 0 w 2612241"/>
              <a:gd name="connsiteY7" fmla="*/ 8666696 h 8758136"/>
              <a:gd name="connsiteX8" fmla="*/ 91440 w 2612241"/>
              <a:gd name="connsiteY8" fmla="*/ 8758136 h 875813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 name="connsiteX7" fmla="*/ 0 w 2612241"/>
              <a:gd name="connsiteY7" fmla="*/ 8666696 h 866669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241" h="8666696">
                <a:moveTo>
                  <a:pt x="0" y="8666696"/>
                </a:moveTo>
                <a:lnTo>
                  <a:pt x="0" y="163683"/>
                </a:lnTo>
                <a:cubicBezTo>
                  <a:pt x="0" y="73283"/>
                  <a:pt x="73283" y="0"/>
                  <a:pt x="163683" y="0"/>
                </a:cubicBezTo>
                <a:lnTo>
                  <a:pt x="2448558" y="0"/>
                </a:lnTo>
                <a:cubicBezTo>
                  <a:pt x="2538958" y="0"/>
                  <a:pt x="2612241" y="73283"/>
                  <a:pt x="2612241" y="163683"/>
                </a:cubicBezTo>
                <a:lnTo>
                  <a:pt x="2612241" y="8666696"/>
                </a:lnTo>
                <a:lnTo>
                  <a:pt x="2612241" y="8666696"/>
                </a:lnTo>
              </a:path>
            </a:pathLst>
          </a:custGeom>
          <a:ln w="15875" cap="flat">
            <a:gradFill flip="none" rotWithShape="1">
              <a:gsLst>
                <a:gs pos="80000">
                  <a:srgbClr val="0097F4"/>
                </a:gs>
                <a:gs pos="70000">
                  <a:srgbClr val="00B291"/>
                </a:gs>
                <a:gs pos="60000">
                  <a:srgbClr val="9BC72A"/>
                </a:gs>
                <a:gs pos="50000">
                  <a:srgbClr val="FFCE20"/>
                </a:gs>
                <a:gs pos="40000">
                  <a:srgbClr val="FFA200"/>
                </a:gs>
                <a:gs pos="30000">
                  <a:srgbClr val="FF32A3"/>
                </a:gs>
                <a:gs pos="20000">
                  <a:srgbClr val="CB85FF"/>
                </a:gs>
                <a:gs pos="10000">
                  <a:srgbClr val="323139"/>
                </a:gs>
                <a:gs pos="90000">
                  <a:srgbClr val="323139"/>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9" name="Group 48">
            <a:extLst>
              <a:ext uri="{FF2B5EF4-FFF2-40B4-BE49-F238E27FC236}">
                <a16:creationId xmlns:a16="http://schemas.microsoft.com/office/drawing/2014/main" id="{F8648319-FBD2-4290-73D3-8314FF2E022B}"/>
              </a:ext>
              <a:ext uri="{C183D7F6-B498-43B3-948B-1728B52AA6E4}">
                <adec:decorative xmlns:adec="http://schemas.microsoft.com/office/drawing/2017/decorative" val="1"/>
              </a:ext>
            </a:extLst>
          </p:cNvPr>
          <p:cNvGrpSpPr/>
          <p:nvPr userDrawn="1"/>
        </p:nvGrpSpPr>
        <p:grpSpPr>
          <a:xfrm>
            <a:off x="5459845" y="1542446"/>
            <a:ext cx="210652" cy="210652"/>
            <a:chOff x="5214995" y="-1168400"/>
            <a:chExt cx="431800" cy="431800"/>
          </a:xfrm>
          <a:blipFill dpi="0" rotWithShape="1">
            <a:blip r:embed="rId2"/>
            <a:srcRect/>
            <a:stretch>
              <a:fillRect t="-26822" b="-26822"/>
            </a:stretch>
          </a:blipFill>
        </p:grpSpPr>
        <p:sp>
          <p:nvSpPr>
            <p:cNvPr id="62" name="Oval 61">
              <a:extLst>
                <a:ext uri="{FF2B5EF4-FFF2-40B4-BE49-F238E27FC236}">
                  <a16:creationId xmlns:a16="http://schemas.microsoft.com/office/drawing/2014/main" id="{EE7C7FBD-0FF0-F826-BA1E-36D20D4A2048}"/>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63" name="Rectangle 89">
              <a:extLst>
                <a:ext uri="{FF2B5EF4-FFF2-40B4-BE49-F238E27FC236}">
                  <a16:creationId xmlns:a16="http://schemas.microsoft.com/office/drawing/2014/main" id="{86FF21F6-E441-6F52-1B51-A1AAA731FDA3}"/>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048B9027-8DF3-2B0C-67D6-236F8EB5557D}"/>
              </a:ext>
              <a:ext uri="{C183D7F6-B498-43B3-948B-1728B52AA6E4}">
                <adec:decorative xmlns:adec="http://schemas.microsoft.com/office/drawing/2017/decorative" val="1"/>
              </a:ext>
            </a:extLst>
          </p:cNvPr>
          <p:cNvGrpSpPr/>
          <p:nvPr userDrawn="1"/>
        </p:nvGrpSpPr>
        <p:grpSpPr>
          <a:xfrm>
            <a:off x="8609440" y="1542446"/>
            <a:ext cx="210652" cy="210652"/>
            <a:chOff x="5214995" y="-1168400"/>
            <a:chExt cx="431800" cy="431800"/>
          </a:xfrm>
          <a:blipFill>
            <a:blip r:embed="rId2"/>
            <a:stretch>
              <a:fillRect t="-26822" b="-26822"/>
            </a:stretch>
          </a:blipFill>
        </p:grpSpPr>
        <p:sp>
          <p:nvSpPr>
            <p:cNvPr id="60" name="Oval 59">
              <a:extLst>
                <a:ext uri="{FF2B5EF4-FFF2-40B4-BE49-F238E27FC236}">
                  <a16:creationId xmlns:a16="http://schemas.microsoft.com/office/drawing/2014/main" id="{A1AA6E2B-4185-0C3A-1431-F6769A010054}"/>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61" name="Rectangle 89">
              <a:extLst>
                <a:ext uri="{FF2B5EF4-FFF2-40B4-BE49-F238E27FC236}">
                  <a16:creationId xmlns:a16="http://schemas.microsoft.com/office/drawing/2014/main" id="{42282C1F-C82D-5536-EF9C-E09C5FCA21BD}"/>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1" name="Group 50">
            <a:extLst>
              <a:ext uri="{FF2B5EF4-FFF2-40B4-BE49-F238E27FC236}">
                <a16:creationId xmlns:a16="http://schemas.microsoft.com/office/drawing/2014/main" id="{B836B743-0D78-1F0D-919E-C3D83B8B5741}"/>
              </a:ext>
              <a:ext uri="{C183D7F6-B498-43B3-948B-1728B52AA6E4}">
                <adec:decorative xmlns:adec="http://schemas.microsoft.com/office/drawing/2017/decorative" val="1"/>
              </a:ext>
            </a:extLst>
          </p:cNvPr>
          <p:cNvGrpSpPr/>
          <p:nvPr userDrawn="1"/>
        </p:nvGrpSpPr>
        <p:grpSpPr>
          <a:xfrm rot="5400000">
            <a:off x="11716071" y="3034280"/>
            <a:ext cx="210652" cy="210652"/>
            <a:chOff x="5214995" y="-1168400"/>
            <a:chExt cx="431800" cy="431800"/>
          </a:xfrm>
          <a:blipFill>
            <a:blip r:embed="rId2"/>
            <a:stretch>
              <a:fillRect t="-26822" b="-26822"/>
            </a:stretch>
          </a:blipFill>
        </p:grpSpPr>
        <p:sp>
          <p:nvSpPr>
            <p:cNvPr id="58" name="Oval 57">
              <a:extLst>
                <a:ext uri="{FF2B5EF4-FFF2-40B4-BE49-F238E27FC236}">
                  <a16:creationId xmlns:a16="http://schemas.microsoft.com/office/drawing/2014/main" id="{C8D3742C-3AF9-C4D6-CFE4-9FF719F4299F}"/>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59" name="Rectangle 89">
              <a:extLst>
                <a:ext uri="{FF2B5EF4-FFF2-40B4-BE49-F238E27FC236}">
                  <a16:creationId xmlns:a16="http://schemas.microsoft.com/office/drawing/2014/main" id="{C93A2BCE-840F-495A-54B3-7CE5B06E29D0}"/>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2" name="Group 51">
            <a:extLst>
              <a:ext uri="{FF2B5EF4-FFF2-40B4-BE49-F238E27FC236}">
                <a16:creationId xmlns:a16="http://schemas.microsoft.com/office/drawing/2014/main" id="{520B36E2-4727-E8BF-0DA8-B33819F3C88B}"/>
              </a:ext>
              <a:ext uri="{C183D7F6-B498-43B3-948B-1728B52AA6E4}">
                <adec:decorative xmlns:adec="http://schemas.microsoft.com/office/drawing/2017/decorative" val="1"/>
              </a:ext>
            </a:extLst>
          </p:cNvPr>
          <p:cNvGrpSpPr/>
          <p:nvPr userDrawn="1"/>
        </p:nvGrpSpPr>
        <p:grpSpPr>
          <a:xfrm flipH="1">
            <a:off x="5450037" y="4528033"/>
            <a:ext cx="210652" cy="210652"/>
            <a:chOff x="5214995" y="-1168400"/>
            <a:chExt cx="431800" cy="431800"/>
          </a:xfrm>
          <a:blipFill dpi="0" rotWithShape="1">
            <a:blip r:embed="rId2"/>
            <a:srcRect/>
            <a:stretch>
              <a:fillRect t="-26822" b="-26822"/>
            </a:stretch>
          </a:blipFill>
        </p:grpSpPr>
        <p:sp>
          <p:nvSpPr>
            <p:cNvPr id="56" name="Oval 55">
              <a:extLst>
                <a:ext uri="{FF2B5EF4-FFF2-40B4-BE49-F238E27FC236}">
                  <a16:creationId xmlns:a16="http://schemas.microsoft.com/office/drawing/2014/main" id="{00337DA7-AF73-8F7A-500B-9C36D663073E}"/>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57" name="Rectangle 89">
              <a:extLst>
                <a:ext uri="{FF2B5EF4-FFF2-40B4-BE49-F238E27FC236}">
                  <a16:creationId xmlns:a16="http://schemas.microsoft.com/office/drawing/2014/main" id="{2BF21171-5E93-A7E8-7C6F-64DE2637EF35}"/>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3C74CDB4-9E92-6664-DEB5-2ED60356F155}"/>
              </a:ext>
              <a:ext uri="{C183D7F6-B498-43B3-948B-1728B52AA6E4}">
                <adec:decorative xmlns:adec="http://schemas.microsoft.com/office/drawing/2017/decorative" val="1"/>
              </a:ext>
            </a:extLst>
          </p:cNvPr>
          <p:cNvGrpSpPr/>
          <p:nvPr userDrawn="1"/>
        </p:nvGrpSpPr>
        <p:grpSpPr>
          <a:xfrm flipH="1">
            <a:off x="8609440" y="4528033"/>
            <a:ext cx="210652" cy="210652"/>
            <a:chOff x="5214995" y="-1168400"/>
            <a:chExt cx="431800" cy="431800"/>
          </a:xfrm>
          <a:blipFill>
            <a:blip r:embed="rId2"/>
            <a:stretch>
              <a:fillRect t="-26822" b="-26822"/>
            </a:stretch>
          </a:blipFill>
        </p:grpSpPr>
        <p:sp>
          <p:nvSpPr>
            <p:cNvPr id="54" name="Oval 53">
              <a:extLst>
                <a:ext uri="{FF2B5EF4-FFF2-40B4-BE49-F238E27FC236}">
                  <a16:creationId xmlns:a16="http://schemas.microsoft.com/office/drawing/2014/main" id="{545655B3-DF7C-3277-99F7-12793218E613}"/>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55" name="Rectangle 89">
              <a:extLst>
                <a:ext uri="{FF2B5EF4-FFF2-40B4-BE49-F238E27FC236}">
                  <a16:creationId xmlns:a16="http://schemas.microsoft.com/office/drawing/2014/main" id="{CFBBFEDF-BD96-C5A7-A5CE-6B53BA263B9F}"/>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6" name="Text Placeholder 4">
            <a:extLst>
              <a:ext uri="{FF2B5EF4-FFF2-40B4-BE49-F238E27FC236}">
                <a16:creationId xmlns:a16="http://schemas.microsoft.com/office/drawing/2014/main" id="{B83B28A8-2E85-79F4-46AD-6B1B057423FD}"/>
              </a:ext>
            </a:extLst>
          </p:cNvPr>
          <p:cNvSpPr txBox="1">
            <a:spLocks/>
          </p:cNvSpPr>
          <p:nvPr/>
        </p:nvSpPr>
        <p:spPr>
          <a:xfrm>
            <a:off x="2739289" y="1441192"/>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Open the Microsoft Admin Center (MAC)</a:t>
            </a:r>
          </a:p>
        </p:txBody>
      </p:sp>
      <p:sp>
        <p:nvSpPr>
          <p:cNvPr id="77" name="Text Placeholder 5">
            <a:extLst>
              <a:ext uri="{FF2B5EF4-FFF2-40B4-BE49-F238E27FC236}">
                <a16:creationId xmlns:a16="http://schemas.microsoft.com/office/drawing/2014/main" id="{47A0811E-3C3F-F392-E9B5-8481BEF060A1}"/>
              </a:ext>
            </a:extLst>
          </p:cNvPr>
          <p:cNvSpPr txBox="1">
            <a:spLocks/>
          </p:cNvSpPr>
          <p:nvPr/>
        </p:nvSpPr>
        <p:spPr>
          <a:xfrm>
            <a:off x="5890474" y="1441192"/>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2"/>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2"/>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Cost Management</a:t>
            </a:r>
          </a:p>
        </p:txBody>
      </p:sp>
      <p:sp>
        <p:nvSpPr>
          <p:cNvPr id="78" name="Text Placeholder 6">
            <a:extLst>
              <a:ext uri="{FF2B5EF4-FFF2-40B4-BE49-F238E27FC236}">
                <a16:creationId xmlns:a16="http://schemas.microsoft.com/office/drawing/2014/main" id="{17EBDA5F-2041-1549-12C1-5653ACB2CDC9}"/>
              </a:ext>
            </a:extLst>
          </p:cNvPr>
          <p:cNvSpPr txBox="1">
            <a:spLocks/>
          </p:cNvSpPr>
          <p:nvPr/>
        </p:nvSpPr>
        <p:spPr>
          <a:xfrm>
            <a:off x="9038480" y="1441192"/>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3"/>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3"/>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Configuration </a:t>
            </a:r>
          </a:p>
        </p:txBody>
      </p:sp>
      <p:sp>
        <p:nvSpPr>
          <p:cNvPr id="79" name="Text Placeholder 16">
            <a:extLst>
              <a:ext uri="{FF2B5EF4-FFF2-40B4-BE49-F238E27FC236}">
                <a16:creationId xmlns:a16="http://schemas.microsoft.com/office/drawing/2014/main" id="{54F8BBD4-D9D4-FFE6-7612-6BC574B5C398}"/>
              </a:ext>
            </a:extLst>
          </p:cNvPr>
          <p:cNvSpPr txBox="1">
            <a:spLocks/>
          </p:cNvSpPr>
          <p:nvPr/>
        </p:nvSpPr>
        <p:spPr>
          <a:xfrm>
            <a:off x="2633960" y="2327365"/>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80" name="Text Placeholder 17">
            <a:extLst>
              <a:ext uri="{FF2B5EF4-FFF2-40B4-BE49-F238E27FC236}">
                <a16:creationId xmlns:a16="http://schemas.microsoft.com/office/drawing/2014/main" id="{1BAA4B8A-DCAE-AB31-8B9D-8E064309025A}"/>
              </a:ext>
            </a:extLst>
          </p:cNvPr>
          <p:cNvSpPr txBox="1">
            <a:spLocks/>
          </p:cNvSpPr>
          <p:nvPr/>
        </p:nvSpPr>
        <p:spPr>
          <a:xfrm>
            <a:off x="2739289" y="1783768"/>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Go to </a:t>
            </a: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hlinkClick r:id="rId3"/>
              </a:rPr>
              <a:t>https://admin.microsoft.com/</a:t>
            </a: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to access MAC</a:t>
            </a:r>
          </a:p>
        </p:txBody>
      </p:sp>
      <p:sp>
        <p:nvSpPr>
          <p:cNvPr id="81" name="Text Placeholder 18">
            <a:extLst>
              <a:ext uri="{FF2B5EF4-FFF2-40B4-BE49-F238E27FC236}">
                <a16:creationId xmlns:a16="http://schemas.microsoft.com/office/drawing/2014/main" id="{B8720233-E499-263D-C122-ED45008E6EC3}"/>
              </a:ext>
            </a:extLst>
          </p:cNvPr>
          <p:cNvSpPr txBox="1">
            <a:spLocks/>
          </p:cNvSpPr>
          <p:nvPr/>
        </p:nvSpPr>
        <p:spPr>
          <a:xfrm>
            <a:off x="5890474" y="1783768"/>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Open the Copilot section and select Cost Management</a:t>
            </a:r>
          </a:p>
        </p:txBody>
      </p:sp>
      <p:sp>
        <p:nvSpPr>
          <p:cNvPr id="82" name="Text Placeholder 19">
            <a:extLst>
              <a:ext uri="{FF2B5EF4-FFF2-40B4-BE49-F238E27FC236}">
                <a16:creationId xmlns:a16="http://schemas.microsoft.com/office/drawing/2014/main" id="{2D51993B-BEB8-087E-FFB9-08FA1ABE79E6}"/>
              </a:ext>
            </a:extLst>
          </p:cNvPr>
          <p:cNvSpPr txBox="1">
            <a:spLocks/>
          </p:cNvSpPr>
          <p:nvPr/>
        </p:nvSpPr>
        <p:spPr>
          <a:xfrm>
            <a:off x="8977110" y="2327364"/>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83" name="Text Placeholder 20">
            <a:extLst>
              <a:ext uri="{FF2B5EF4-FFF2-40B4-BE49-F238E27FC236}">
                <a16:creationId xmlns:a16="http://schemas.microsoft.com/office/drawing/2014/main" id="{2EC06CB9-D9CF-FB74-9683-D5B8A19DF864}"/>
              </a:ext>
            </a:extLst>
          </p:cNvPr>
          <p:cNvSpPr txBox="1">
            <a:spLocks/>
          </p:cNvSpPr>
          <p:nvPr/>
        </p:nvSpPr>
        <p:spPr>
          <a:xfrm>
            <a:off x="9038480" y="1783768"/>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Select the configuration tab next to the overview section currently displayed</a:t>
            </a:r>
          </a:p>
        </p:txBody>
      </p:sp>
      <p:sp>
        <p:nvSpPr>
          <p:cNvPr id="84" name="Text Placeholder 21">
            <a:extLst>
              <a:ext uri="{FF2B5EF4-FFF2-40B4-BE49-F238E27FC236}">
                <a16:creationId xmlns:a16="http://schemas.microsoft.com/office/drawing/2014/main" id="{445A7FB9-8B19-354E-4857-0799A82BF738}"/>
              </a:ext>
            </a:extLst>
          </p:cNvPr>
          <p:cNvSpPr txBox="1">
            <a:spLocks/>
          </p:cNvSpPr>
          <p:nvPr/>
        </p:nvSpPr>
        <p:spPr>
          <a:xfrm>
            <a:off x="5805535" y="2327364"/>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pic>
        <p:nvPicPr>
          <p:cNvPr id="85" name="Picture 84" descr="A simplified dashboard for an MOD Administrator with various sections for user management, billing, support, apps, and upcoming changes.&#10;&#10;AI-generated content may be incorrect.">
            <a:extLst>
              <a:ext uri="{FF2B5EF4-FFF2-40B4-BE49-F238E27FC236}">
                <a16:creationId xmlns:a16="http://schemas.microsoft.com/office/drawing/2014/main" id="{266CFC01-78BA-C480-26E5-8DC662066974}"/>
              </a:ext>
            </a:extLst>
          </p:cNvPr>
          <p:cNvPicPr>
            <a:picLocks noChangeAspect="1"/>
          </p:cNvPicPr>
          <p:nvPr/>
        </p:nvPicPr>
        <p:blipFill>
          <a:blip r:embed="rId4"/>
          <a:srcRect r="61588" b="64450"/>
          <a:stretch>
            <a:fillRect/>
          </a:stretch>
        </p:blipFill>
        <p:spPr>
          <a:xfrm>
            <a:off x="2729820" y="2410469"/>
            <a:ext cx="2380542" cy="1217507"/>
          </a:xfrm>
          <a:prstGeom prst="rect">
            <a:avLst/>
          </a:prstGeom>
        </p:spPr>
      </p:pic>
      <p:sp>
        <p:nvSpPr>
          <p:cNvPr id="88" name="Text Placeholder 7">
            <a:extLst>
              <a:ext uri="{FF2B5EF4-FFF2-40B4-BE49-F238E27FC236}">
                <a16:creationId xmlns:a16="http://schemas.microsoft.com/office/drawing/2014/main" id="{FB1C3BD8-A65F-AED3-3F3E-E84BC0697FB9}"/>
              </a:ext>
            </a:extLst>
          </p:cNvPr>
          <p:cNvSpPr txBox="1">
            <a:spLocks/>
          </p:cNvSpPr>
          <p:nvPr/>
        </p:nvSpPr>
        <p:spPr>
          <a:xfrm>
            <a:off x="2633960" y="5271600"/>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89" name="Text Placeholder 8">
            <a:extLst>
              <a:ext uri="{FF2B5EF4-FFF2-40B4-BE49-F238E27FC236}">
                <a16:creationId xmlns:a16="http://schemas.microsoft.com/office/drawing/2014/main" id="{A72C03CB-D015-158D-1466-2ACD70608994}"/>
              </a:ext>
            </a:extLst>
          </p:cNvPr>
          <p:cNvSpPr txBox="1">
            <a:spLocks/>
          </p:cNvSpPr>
          <p:nvPr/>
        </p:nvSpPr>
        <p:spPr>
          <a:xfrm>
            <a:off x="2745426" y="4401197"/>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6"/>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6"/>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save changes</a:t>
            </a:r>
          </a:p>
        </p:txBody>
      </p:sp>
      <p:sp>
        <p:nvSpPr>
          <p:cNvPr id="90" name="Text Placeholder 9">
            <a:extLst>
              <a:ext uri="{FF2B5EF4-FFF2-40B4-BE49-F238E27FC236}">
                <a16:creationId xmlns:a16="http://schemas.microsoft.com/office/drawing/2014/main" id="{45397978-D3CA-7A99-C168-03AB75EB78F9}"/>
              </a:ext>
            </a:extLst>
          </p:cNvPr>
          <p:cNvSpPr txBox="1">
            <a:spLocks/>
          </p:cNvSpPr>
          <p:nvPr/>
        </p:nvSpPr>
        <p:spPr>
          <a:xfrm>
            <a:off x="2745426" y="4727051"/>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Once you have removed the service, you can then select Save changes to apply the policy.</a:t>
            </a:r>
          </a:p>
        </p:txBody>
      </p:sp>
      <p:sp>
        <p:nvSpPr>
          <p:cNvPr id="91" name="Text Placeholder 10">
            <a:extLst>
              <a:ext uri="{FF2B5EF4-FFF2-40B4-BE49-F238E27FC236}">
                <a16:creationId xmlns:a16="http://schemas.microsoft.com/office/drawing/2014/main" id="{424D6AEF-78D8-8EB8-6217-332832A4E7F1}"/>
              </a:ext>
            </a:extLst>
          </p:cNvPr>
          <p:cNvSpPr txBox="1">
            <a:spLocks/>
          </p:cNvSpPr>
          <p:nvPr/>
        </p:nvSpPr>
        <p:spPr>
          <a:xfrm>
            <a:off x="5890474" y="4401197"/>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5"/>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5"/>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Remove the services in question</a:t>
            </a:r>
          </a:p>
        </p:txBody>
      </p:sp>
      <p:sp>
        <p:nvSpPr>
          <p:cNvPr id="92" name="Text Placeholder 11">
            <a:extLst>
              <a:ext uri="{FF2B5EF4-FFF2-40B4-BE49-F238E27FC236}">
                <a16:creationId xmlns:a16="http://schemas.microsoft.com/office/drawing/2014/main" id="{D94714D1-4205-A5F5-1CFF-EB6A5011CD6C}"/>
              </a:ext>
            </a:extLst>
          </p:cNvPr>
          <p:cNvSpPr txBox="1">
            <a:spLocks/>
          </p:cNvSpPr>
          <p:nvPr/>
        </p:nvSpPr>
        <p:spPr>
          <a:xfrm>
            <a:off x="5895021" y="4727051"/>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Select Agents and Services to display what is currently being used. Select the service you want to remove.</a:t>
            </a:r>
          </a:p>
        </p:txBody>
      </p:sp>
      <p:sp>
        <p:nvSpPr>
          <p:cNvPr id="93" name="Text Placeholder 12">
            <a:extLst>
              <a:ext uri="{FF2B5EF4-FFF2-40B4-BE49-F238E27FC236}">
                <a16:creationId xmlns:a16="http://schemas.microsoft.com/office/drawing/2014/main" id="{CB5A493B-094E-28A7-9BA0-19D2175EADBB}"/>
              </a:ext>
            </a:extLst>
          </p:cNvPr>
          <p:cNvSpPr txBox="1">
            <a:spLocks/>
          </p:cNvSpPr>
          <p:nvPr/>
        </p:nvSpPr>
        <p:spPr>
          <a:xfrm>
            <a:off x="8974894" y="5271599"/>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94" name="Text Placeholder 13">
            <a:extLst>
              <a:ext uri="{FF2B5EF4-FFF2-40B4-BE49-F238E27FC236}">
                <a16:creationId xmlns:a16="http://schemas.microsoft.com/office/drawing/2014/main" id="{A0F86D29-22CB-BDA6-9160-8BF87A56AA8E}"/>
              </a:ext>
            </a:extLst>
          </p:cNvPr>
          <p:cNvSpPr txBox="1">
            <a:spLocks/>
          </p:cNvSpPr>
          <p:nvPr/>
        </p:nvSpPr>
        <p:spPr>
          <a:xfrm>
            <a:off x="9044617" y="4390077"/>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4"/>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4"/>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your current policy</a:t>
            </a:r>
          </a:p>
        </p:txBody>
      </p:sp>
      <p:sp>
        <p:nvSpPr>
          <p:cNvPr id="95" name="Text Placeholder 14">
            <a:extLst>
              <a:ext uri="{FF2B5EF4-FFF2-40B4-BE49-F238E27FC236}">
                <a16:creationId xmlns:a16="http://schemas.microsoft.com/office/drawing/2014/main" id="{D20B6DDE-144C-1999-CD04-C5113F3329DD}"/>
              </a:ext>
            </a:extLst>
          </p:cNvPr>
          <p:cNvSpPr txBox="1">
            <a:spLocks/>
          </p:cNvSpPr>
          <p:nvPr/>
        </p:nvSpPr>
        <p:spPr>
          <a:xfrm>
            <a:off x="9044616" y="4727051"/>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Select the policy name for the policy you want to change to open the policy review window</a:t>
            </a:r>
          </a:p>
        </p:txBody>
      </p:sp>
      <p:sp>
        <p:nvSpPr>
          <p:cNvPr id="96" name="Text Placeholder 15">
            <a:extLst>
              <a:ext uri="{FF2B5EF4-FFF2-40B4-BE49-F238E27FC236}">
                <a16:creationId xmlns:a16="http://schemas.microsoft.com/office/drawing/2014/main" id="{DAE69B64-7001-58C7-9C74-7A99B2D30EB8}"/>
              </a:ext>
            </a:extLst>
          </p:cNvPr>
          <p:cNvSpPr txBox="1">
            <a:spLocks/>
          </p:cNvSpPr>
          <p:nvPr/>
        </p:nvSpPr>
        <p:spPr>
          <a:xfrm>
            <a:off x="5805535" y="5271599"/>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pic>
        <p:nvPicPr>
          <p:cNvPr id="97" name="Picture 96">
            <a:extLst>
              <a:ext uri="{FF2B5EF4-FFF2-40B4-BE49-F238E27FC236}">
                <a16:creationId xmlns:a16="http://schemas.microsoft.com/office/drawing/2014/main" id="{4A8C4D78-E514-8559-1CD4-38E0128273D6}"/>
              </a:ext>
            </a:extLst>
          </p:cNvPr>
          <p:cNvPicPr>
            <a:picLocks noChangeAspect="1"/>
          </p:cNvPicPr>
          <p:nvPr/>
        </p:nvPicPr>
        <p:blipFill>
          <a:blip r:embed="rId5">
            <a:extLst>
              <a:ext uri="{28A0092B-C50C-407E-A947-70E740481C1C}">
                <a14:useLocalDpi xmlns:a14="http://schemas.microsoft.com/office/drawing/2010/main" val="0"/>
              </a:ext>
            </a:extLst>
          </a:blip>
          <a:srcRect l="50501" t="-661" r="-86" b="59852"/>
          <a:stretch>
            <a:fillRect/>
          </a:stretch>
        </p:blipFill>
        <p:spPr>
          <a:xfrm>
            <a:off x="9070754" y="5359965"/>
            <a:ext cx="2380542" cy="1217507"/>
          </a:xfrm>
          <a:prstGeom prst="rect">
            <a:avLst/>
          </a:prstGeom>
        </p:spPr>
      </p:pic>
      <p:pic>
        <p:nvPicPr>
          <p:cNvPr id="98" name="Picture 97">
            <a:extLst>
              <a:ext uri="{FF2B5EF4-FFF2-40B4-BE49-F238E27FC236}">
                <a16:creationId xmlns:a16="http://schemas.microsoft.com/office/drawing/2014/main" id="{F894224D-D36F-76FA-BEBB-1698BA2493E5}"/>
              </a:ext>
            </a:extLst>
          </p:cNvPr>
          <p:cNvPicPr>
            <a:picLocks noChangeAspect="1"/>
          </p:cNvPicPr>
          <p:nvPr/>
        </p:nvPicPr>
        <p:blipFill>
          <a:blip r:embed="rId6"/>
          <a:srcRect l="30635" t="1917" r="9346" b="50362"/>
          <a:stretch>
            <a:fillRect/>
          </a:stretch>
        </p:blipFill>
        <p:spPr>
          <a:xfrm>
            <a:off x="5901395" y="5359965"/>
            <a:ext cx="2380542" cy="1217507"/>
          </a:xfrm>
          <a:prstGeom prst="rect">
            <a:avLst/>
          </a:prstGeom>
        </p:spPr>
      </p:pic>
      <p:pic>
        <p:nvPicPr>
          <p:cNvPr id="99" name="Picture 98">
            <a:extLst>
              <a:ext uri="{FF2B5EF4-FFF2-40B4-BE49-F238E27FC236}">
                <a16:creationId xmlns:a16="http://schemas.microsoft.com/office/drawing/2014/main" id="{C7D1EC14-64BB-BBB1-5700-8AA1A3CE3500}"/>
              </a:ext>
            </a:extLst>
          </p:cNvPr>
          <p:cNvPicPr>
            <a:picLocks noChangeAspect="1"/>
          </p:cNvPicPr>
          <p:nvPr/>
        </p:nvPicPr>
        <p:blipFill>
          <a:blip r:embed="rId7">
            <a:extLst>
              <a:ext uri="{28A0092B-C50C-407E-A947-70E740481C1C}">
                <a14:useLocalDpi xmlns:a14="http://schemas.microsoft.com/office/drawing/2010/main" val="0"/>
              </a:ext>
            </a:extLst>
          </a:blip>
          <a:srcRect l="45875" t="59481" r="19385" b="684"/>
          <a:stretch>
            <a:fillRect/>
          </a:stretch>
        </p:blipFill>
        <p:spPr>
          <a:xfrm>
            <a:off x="2729820" y="5359965"/>
            <a:ext cx="2380542" cy="1217507"/>
          </a:xfrm>
          <a:prstGeom prst="rect">
            <a:avLst/>
          </a:prstGeom>
        </p:spPr>
      </p:pic>
      <p:sp>
        <p:nvSpPr>
          <p:cNvPr id="100" name="Text Placeholder 1">
            <a:extLst>
              <a:ext uri="{FF2B5EF4-FFF2-40B4-BE49-F238E27FC236}">
                <a16:creationId xmlns:a16="http://schemas.microsoft.com/office/drawing/2014/main" id="{EDEFD167-306B-7876-0CC2-86C7384E1BE7}"/>
              </a:ext>
            </a:extLst>
          </p:cNvPr>
          <p:cNvSpPr txBox="1">
            <a:spLocks/>
          </p:cNvSpPr>
          <p:nvPr/>
        </p:nvSpPr>
        <p:spPr>
          <a:xfrm>
            <a:off x="624047" y="1445795"/>
            <a:ext cx="1789936" cy="1937877"/>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kumimoji="0" lang="en-US" sz="1050" b="0" i="0" u="none" strike="noStrike" kern="100" cap="none" spc="0"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00" cap="none" spc="0" normalizeH="0" baseline="0" noProof="0">
                <a:ln>
                  <a:noFill/>
                </a:ln>
                <a:solidFill>
                  <a:srgbClr val="091F2C"/>
                </a:solidFill>
                <a:effectLst/>
                <a:uLnTx/>
                <a:uFillTx/>
                <a:latin typeface="Segoe Sans Display Semilight" pitchFamily="2" charset="0"/>
                <a:cs typeface="Segoe Sans Display Semilight" pitchFamily="2" charset="0"/>
              </a:rPr>
              <a:t>This example assumes an existing policy. If no policy is in place, admins can create one and apply it to the selected users or groups using a similar approach.</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endParaRPr kumimoji="0" lang="en-US" sz="1050" b="0" i="0" u="none" strike="noStrike" kern="100" cap="none" spc="0" normalizeH="0" baseline="0" noProof="0">
              <a:ln>
                <a:noFill/>
              </a:ln>
              <a:solidFill>
                <a:srgbClr val="091F2C"/>
              </a:solidFill>
              <a:effectLst/>
              <a:uLnTx/>
              <a:uFillTx/>
              <a:latin typeface="Segoe Sans Display Semilight" pitchFamily="2" charset="0"/>
              <a:cs typeface="Segoe Sans Display Semilight" pitchFamily="2" charset="0"/>
            </a:endParaRP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00" cap="none" spc="0" normalizeH="0" baseline="0" noProof="0">
                <a:ln>
                  <a:noFill/>
                </a:ln>
                <a:solidFill>
                  <a:srgbClr val="091F2C"/>
                </a:solidFill>
                <a:effectLst/>
                <a:uLnTx/>
                <a:uFillTx/>
                <a:latin typeface="Segoe Sans Display Semilight" pitchFamily="2" charset="0"/>
                <a:cs typeface="Segoe Sans Display Semilight" pitchFamily="2" charset="0"/>
              </a:rPr>
              <a:t>If a default policy is already in place and you'd prefer not to modify it, you can create a new policy with the specific changes instead.</a:t>
            </a:r>
          </a:p>
        </p:txBody>
      </p:sp>
      <p:sp>
        <p:nvSpPr>
          <p:cNvPr id="4" name="TextBox 3">
            <a:extLst>
              <a:ext uri="{FF2B5EF4-FFF2-40B4-BE49-F238E27FC236}">
                <a16:creationId xmlns:a16="http://schemas.microsoft.com/office/drawing/2014/main" id="{9B77BF90-A02B-6456-EB31-93DBC381436F}"/>
              </a:ext>
            </a:extLst>
          </p:cNvPr>
          <p:cNvSpPr txBox="1"/>
          <p:nvPr/>
        </p:nvSpPr>
        <p:spPr>
          <a:xfrm>
            <a:off x="10231937" y="6632781"/>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5" name="Picture 4" descr="The image displays a cost management dashboard for Monitor Al, showing usage statistics, consumption data, and alerts for users near or at their credit limits.&#10;&#10;AI-generated content may be incorrect.">
            <a:extLst>
              <a:ext uri="{FF2B5EF4-FFF2-40B4-BE49-F238E27FC236}">
                <a16:creationId xmlns:a16="http://schemas.microsoft.com/office/drawing/2014/main" id="{EFC0CECA-19A7-8A18-CD76-42F7D6717347}"/>
              </a:ext>
            </a:extLst>
          </p:cNvPr>
          <p:cNvPicPr>
            <a:picLocks noChangeAspect="1"/>
          </p:cNvPicPr>
          <p:nvPr/>
        </p:nvPicPr>
        <p:blipFill>
          <a:blip r:embed="rId8"/>
          <a:srcRect l="140" t="3996" r="47788" b="48018"/>
          <a:stretch>
            <a:fillRect/>
          </a:stretch>
        </p:blipFill>
        <p:spPr>
          <a:xfrm>
            <a:off x="5901395" y="2410468"/>
            <a:ext cx="2380542" cy="1217507"/>
          </a:xfrm>
          <a:prstGeom prst="rect">
            <a:avLst/>
          </a:prstGeom>
        </p:spPr>
      </p:pic>
      <p:pic>
        <p:nvPicPr>
          <p:cNvPr id="8" name="Picture 7" descr="The image displays a dashboard with various options for managing and monitoring the usage of Copilot credits, including configuring billing, setting spending limits, and granting access to services.&#10;&#10;AI-generated content may be incorrect.">
            <a:extLst>
              <a:ext uri="{FF2B5EF4-FFF2-40B4-BE49-F238E27FC236}">
                <a16:creationId xmlns:a16="http://schemas.microsoft.com/office/drawing/2014/main" id="{9776A724-47BA-D5B7-0B3D-71A52BFF3F29}"/>
              </a:ext>
            </a:extLst>
          </p:cNvPr>
          <p:cNvPicPr>
            <a:picLocks noChangeAspect="1"/>
          </p:cNvPicPr>
          <p:nvPr/>
        </p:nvPicPr>
        <p:blipFill>
          <a:blip r:embed="rId9"/>
          <a:srcRect l="-552" t="3863" r="50877" b="50532"/>
          <a:stretch>
            <a:fillRect/>
          </a:stretch>
        </p:blipFill>
        <p:spPr>
          <a:xfrm>
            <a:off x="9072970" y="2416394"/>
            <a:ext cx="2380542" cy="1217507"/>
          </a:xfrm>
          <a:prstGeom prst="rect">
            <a:avLst/>
          </a:prstGeom>
        </p:spPr>
      </p:pic>
    </p:spTree>
    <p:extLst>
      <p:ext uri="{BB962C8B-B14F-4D97-AF65-F5344CB8AC3E}">
        <p14:creationId xmlns:p14="http://schemas.microsoft.com/office/powerpoint/2010/main" val="331241227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D904D-019E-D6F2-8F05-BBA4B0B26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7FCAA-BAD0-5A7B-9DD7-0AF8A8483597}"/>
              </a:ext>
            </a:extLst>
          </p:cNvPr>
          <p:cNvSpPr>
            <a:spLocks noGrp="1"/>
          </p:cNvSpPr>
          <p:nvPr>
            <p:ph type="title"/>
          </p:nvPr>
        </p:nvSpPr>
        <p:spPr>
          <a:xfrm>
            <a:off x="588263" y="457200"/>
            <a:ext cx="11018520" cy="492443"/>
          </a:xfrm>
        </p:spPr>
        <p:txBody>
          <a:bodyPr/>
          <a:lstStyle/>
          <a:p>
            <a:r>
              <a:rPr lang="en-US" sz="3200"/>
              <a:t>Scenario 2 - Guide</a:t>
            </a:r>
          </a:p>
        </p:txBody>
      </p:sp>
      <p:sp>
        <p:nvSpPr>
          <p:cNvPr id="6" name="Text Placeholder 2">
            <a:extLst>
              <a:ext uri="{FF2B5EF4-FFF2-40B4-BE49-F238E27FC236}">
                <a16:creationId xmlns:a16="http://schemas.microsoft.com/office/drawing/2014/main" id="{E50E4B14-865A-E855-5130-B6E40067E0A1}"/>
              </a:ext>
            </a:extLst>
          </p:cNvPr>
          <p:cNvSpPr txBox="1">
            <a:spLocks/>
          </p:cNvSpPr>
          <p:nvPr/>
        </p:nvSpPr>
        <p:spPr>
          <a:xfrm>
            <a:off x="521638" y="980420"/>
            <a:ext cx="11082098" cy="332879"/>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323139"/>
                </a:solidFill>
                <a:effectLst/>
                <a:uLnTx/>
                <a:uFillTx/>
                <a:latin typeface="Segoe Sans Display Semilight"/>
                <a:ea typeface="+mn-ea"/>
                <a:cs typeface="Segoe Sans Display" pitchFamily="2" charset="0"/>
              </a:rPr>
              <a:t>Users using credits unchecked</a:t>
            </a:r>
          </a:p>
        </p:txBody>
      </p:sp>
      <p:sp>
        <p:nvSpPr>
          <p:cNvPr id="48" name="Rectangle: Top Corners Rounded 73">
            <a:extLst>
              <a:ext uri="{FF2B5EF4-FFF2-40B4-BE49-F238E27FC236}">
                <a16:creationId xmlns:a16="http://schemas.microsoft.com/office/drawing/2014/main" id="{DFF3B092-29E1-8DB4-0927-054AF29CCE16}"/>
              </a:ext>
            </a:extLst>
          </p:cNvPr>
          <p:cNvSpPr>
            <a:spLocks/>
          </p:cNvSpPr>
          <p:nvPr userDrawn="1"/>
        </p:nvSpPr>
        <p:spPr bwMode="auto">
          <a:xfrm rot="16200000" flipV="1">
            <a:off x="5735842" y="-1454110"/>
            <a:ext cx="2983670" cy="9187434"/>
          </a:xfrm>
          <a:custGeom>
            <a:avLst/>
            <a:gdLst>
              <a:gd name="connsiteX0" fmla="*/ 163683 w 2612241"/>
              <a:gd name="connsiteY0" fmla="*/ 0 h 8666696"/>
              <a:gd name="connsiteX1" fmla="*/ 2448558 w 2612241"/>
              <a:gd name="connsiteY1" fmla="*/ 0 h 8666696"/>
              <a:gd name="connsiteX2" fmla="*/ 2612241 w 2612241"/>
              <a:gd name="connsiteY2" fmla="*/ 163683 h 8666696"/>
              <a:gd name="connsiteX3" fmla="*/ 2612241 w 2612241"/>
              <a:gd name="connsiteY3" fmla="*/ 8666696 h 8666696"/>
              <a:gd name="connsiteX4" fmla="*/ 2612241 w 2612241"/>
              <a:gd name="connsiteY4" fmla="*/ 8666696 h 8666696"/>
              <a:gd name="connsiteX5" fmla="*/ 0 w 2612241"/>
              <a:gd name="connsiteY5" fmla="*/ 8666696 h 8666696"/>
              <a:gd name="connsiteX6" fmla="*/ 0 w 2612241"/>
              <a:gd name="connsiteY6" fmla="*/ 8666696 h 8666696"/>
              <a:gd name="connsiteX7" fmla="*/ 0 w 2612241"/>
              <a:gd name="connsiteY7" fmla="*/ 163683 h 8666696"/>
              <a:gd name="connsiteX8" fmla="*/ 163683 w 2612241"/>
              <a:gd name="connsiteY8" fmla="*/ 0 h 8666696"/>
              <a:gd name="connsiteX0" fmla="*/ 0 w 2612241"/>
              <a:gd name="connsiteY0" fmla="*/ 8666696 h 8758136"/>
              <a:gd name="connsiteX1" fmla="*/ 0 w 2612241"/>
              <a:gd name="connsiteY1" fmla="*/ 163683 h 8758136"/>
              <a:gd name="connsiteX2" fmla="*/ 163683 w 2612241"/>
              <a:gd name="connsiteY2" fmla="*/ 0 h 8758136"/>
              <a:gd name="connsiteX3" fmla="*/ 2448558 w 2612241"/>
              <a:gd name="connsiteY3" fmla="*/ 0 h 8758136"/>
              <a:gd name="connsiteX4" fmla="*/ 2612241 w 2612241"/>
              <a:gd name="connsiteY4" fmla="*/ 163683 h 8758136"/>
              <a:gd name="connsiteX5" fmla="*/ 2612241 w 2612241"/>
              <a:gd name="connsiteY5" fmla="*/ 8666696 h 8758136"/>
              <a:gd name="connsiteX6" fmla="*/ 2612241 w 2612241"/>
              <a:gd name="connsiteY6" fmla="*/ 8666696 h 8758136"/>
              <a:gd name="connsiteX7" fmla="*/ 0 w 2612241"/>
              <a:gd name="connsiteY7" fmla="*/ 8666696 h 8758136"/>
              <a:gd name="connsiteX8" fmla="*/ 91440 w 2612241"/>
              <a:gd name="connsiteY8" fmla="*/ 8758136 h 875813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 name="connsiteX7" fmla="*/ 0 w 2612241"/>
              <a:gd name="connsiteY7" fmla="*/ 8666696 h 866669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241" h="8666696">
                <a:moveTo>
                  <a:pt x="0" y="8666696"/>
                </a:moveTo>
                <a:lnTo>
                  <a:pt x="0" y="163683"/>
                </a:lnTo>
                <a:cubicBezTo>
                  <a:pt x="0" y="73283"/>
                  <a:pt x="73283" y="0"/>
                  <a:pt x="163683" y="0"/>
                </a:cubicBezTo>
                <a:lnTo>
                  <a:pt x="2448558" y="0"/>
                </a:lnTo>
                <a:cubicBezTo>
                  <a:pt x="2538958" y="0"/>
                  <a:pt x="2612241" y="73283"/>
                  <a:pt x="2612241" y="163683"/>
                </a:cubicBezTo>
                <a:lnTo>
                  <a:pt x="2612241" y="8666696"/>
                </a:lnTo>
                <a:lnTo>
                  <a:pt x="2612241" y="8666696"/>
                </a:lnTo>
              </a:path>
            </a:pathLst>
          </a:custGeom>
          <a:ln w="15875" cap="flat">
            <a:gradFill flip="none" rotWithShape="1">
              <a:gsLst>
                <a:gs pos="80000">
                  <a:srgbClr val="0097F4"/>
                </a:gs>
                <a:gs pos="70000">
                  <a:srgbClr val="00B291"/>
                </a:gs>
                <a:gs pos="60000">
                  <a:srgbClr val="9BC72A"/>
                </a:gs>
                <a:gs pos="50000">
                  <a:srgbClr val="FFCE20"/>
                </a:gs>
                <a:gs pos="40000">
                  <a:srgbClr val="FFA200"/>
                </a:gs>
                <a:gs pos="30000">
                  <a:srgbClr val="FF32A3"/>
                </a:gs>
                <a:gs pos="20000">
                  <a:srgbClr val="CB85FF"/>
                </a:gs>
                <a:gs pos="10000">
                  <a:srgbClr val="323139"/>
                </a:gs>
                <a:gs pos="90000">
                  <a:srgbClr val="323139"/>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9" name="Group 48">
            <a:extLst>
              <a:ext uri="{FF2B5EF4-FFF2-40B4-BE49-F238E27FC236}">
                <a16:creationId xmlns:a16="http://schemas.microsoft.com/office/drawing/2014/main" id="{A111D320-4721-F81D-EAC3-FB9D7CB6B703}"/>
              </a:ext>
              <a:ext uri="{C183D7F6-B498-43B3-948B-1728B52AA6E4}">
                <adec:decorative xmlns:adec="http://schemas.microsoft.com/office/drawing/2017/decorative" val="1"/>
              </a:ext>
            </a:extLst>
          </p:cNvPr>
          <p:cNvGrpSpPr/>
          <p:nvPr userDrawn="1"/>
        </p:nvGrpSpPr>
        <p:grpSpPr>
          <a:xfrm>
            <a:off x="5459845" y="1542446"/>
            <a:ext cx="210652" cy="210652"/>
            <a:chOff x="5214995" y="-1168400"/>
            <a:chExt cx="431800" cy="431800"/>
          </a:xfrm>
          <a:blipFill dpi="0" rotWithShape="1">
            <a:blip r:embed="rId2"/>
            <a:srcRect/>
            <a:stretch>
              <a:fillRect t="-26822" b="-26822"/>
            </a:stretch>
          </a:blipFill>
        </p:grpSpPr>
        <p:sp>
          <p:nvSpPr>
            <p:cNvPr id="62" name="Oval 61">
              <a:extLst>
                <a:ext uri="{FF2B5EF4-FFF2-40B4-BE49-F238E27FC236}">
                  <a16:creationId xmlns:a16="http://schemas.microsoft.com/office/drawing/2014/main" id="{10E418D2-687E-9E43-0539-529273BEB19E}"/>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63" name="Rectangle 89">
              <a:extLst>
                <a:ext uri="{FF2B5EF4-FFF2-40B4-BE49-F238E27FC236}">
                  <a16:creationId xmlns:a16="http://schemas.microsoft.com/office/drawing/2014/main" id="{FA3DC68E-7598-C3F6-621C-667F5406D8A0}"/>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9653020A-181D-55D1-A61A-5326C27D1456}"/>
              </a:ext>
              <a:ext uri="{C183D7F6-B498-43B3-948B-1728B52AA6E4}">
                <adec:decorative xmlns:adec="http://schemas.microsoft.com/office/drawing/2017/decorative" val="1"/>
              </a:ext>
            </a:extLst>
          </p:cNvPr>
          <p:cNvGrpSpPr/>
          <p:nvPr userDrawn="1"/>
        </p:nvGrpSpPr>
        <p:grpSpPr>
          <a:xfrm>
            <a:off x="8609440" y="1542446"/>
            <a:ext cx="210652" cy="210652"/>
            <a:chOff x="5214995" y="-1168400"/>
            <a:chExt cx="431800" cy="431800"/>
          </a:xfrm>
          <a:blipFill>
            <a:blip r:embed="rId2"/>
            <a:stretch>
              <a:fillRect t="-26822" b="-26822"/>
            </a:stretch>
          </a:blipFill>
        </p:grpSpPr>
        <p:sp>
          <p:nvSpPr>
            <p:cNvPr id="60" name="Oval 59">
              <a:extLst>
                <a:ext uri="{FF2B5EF4-FFF2-40B4-BE49-F238E27FC236}">
                  <a16:creationId xmlns:a16="http://schemas.microsoft.com/office/drawing/2014/main" id="{234F34AB-075B-D1D4-B40F-2747EACD24A4}"/>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61" name="Rectangle 89">
              <a:extLst>
                <a:ext uri="{FF2B5EF4-FFF2-40B4-BE49-F238E27FC236}">
                  <a16:creationId xmlns:a16="http://schemas.microsoft.com/office/drawing/2014/main" id="{A09CF8D2-70F6-E1E1-ECF2-322B1957AE73}"/>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1" name="Group 50">
            <a:extLst>
              <a:ext uri="{FF2B5EF4-FFF2-40B4-BE49-F238E27FC236}">
                <a16:creationId xmlns:a16="http://schemas.microsoft.com/office/drawing/2014/main" id="{060A8A42-4130-08E3-FA8C-1620AE885984}"/>
              </a:ext>
              <a:ext uri="{C183D7F6-B498-43B3-948B-1728B52AA6E4}">
                <adec:decorative xmlns:adec="http://schemas.microsoft.com/office/drawing/2017/decorative" val="1"/>
              </a:ext>
            </a:extLst>
          </p:cNvPr>
          <p:cNvGrpSpPr/>
          <p:nvPr userDrawn="1"/>
        </p:nvGrpSpPr>
        <p:grpSpPr>
          <a:xfrm rot="5400000">
            <a:off x="11716071" y="3034280"/>
            <a:ext cx="210652" cy="210652"/>
            <a:chOff x="5214995" y="-1168400"/>
            <a:chExt cx="431800" cy="431800"/>
          </a:xfrm>
          <a:blipFill>
            <a:blip r:embed="rId2"/>
            <a:stretch>
              <a:fillRect t="-26822" b="-26822"/>
            </a:stretch>
          </a:blipFill>
        </p:grpSpPr>
        <p:sp>
          <p:nvSpPr>
            <p:cNvPr id="58" name="Oval 57">
              <a:extLst>
                <a:ext uri="{FF2B5EF4-FFF2-40B4-BE49-F238E27FC236}">
                  <a16:creationId xmlns:a16="http://schemas.microsoft.com/office/drawing/2014/main" id="{BD63872A-41B0-D12C-9F62-554020644DFF}"/>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59" name="Rectangle 89">
              <a:extLst>
                <a:ext uri="{FF2B5EF4-FFF2-40B4-BE49-F238E27FC236}">
                  <a16:creationId xmlns:a16="http://schemas.microsoft.com/office/drawing/2014/main" id="{23D91056-C872-E0CB-C717-4DCA1AF36518}"/>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2" name="Group 51">
            <a:extLst>
              <a:ext uri="{FF2B5EF4-FFF2-40B4-BE49-F238E27FC236}">
                <a16:creationId xmlns:a16="http://schemas.microsoft.com/office/drawing/2014/main" id="{A57AAB8C-782A-3A29-A2BE-1EEB7E6076A8}"/>
              </a:ext>
              <a:ext uri="{C183D7F6-B498-43B3-948B-1728B52AA6E4}">
                <adec:decorative xmlns:adec="http://schemas.microsoft.com/office/drawing/2017/decorative" val="1"/>
              </a:ext>
            </a:extLst>
          </p:cNvPr>
          <p:cNvGrpSpPr/>
          <p:nvPr userDrawn="1"/>
        </p:nvGrpSpPr>
        <p:grpSpPr>
          <a:xfrm flipH="1">
            <a:off x="5450037" y="4528033"/>
            <a:ext cx="210652" cy="210652"/>
            <a:chOff x="5214995" y="-1168400"/>
            <a:chExt cx="431800" cy="431800"/>
          </a:xfrm>
          <a:blipFill dpi="0" rotWithShape="1">
            <a:blip r:embed="rId2"/>
            <a:srcRect/>
            <a:stretch>
              <a:fillRect t="-26822" b="-26822"/>
            </a:stretch>
          </a:blipFill>
        </p:grpSpPr>
        <p:sp>
          <p:nvSpPr>
            <p:cNvPr id="56" name="Oval 55">
              <a:extLst>
                <a:ext uri="{FF2B5EF4-FFF2-40B4-BE49-F238E27FC236}">
                  <a16:creationId xmlns:a16="http://schemas.microsoft.com/office/drawing/2014/main" id="{7C46ABC6-9B43-F0B1-BE53-146BAC036D4B}"/>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57" name="Rectangle 89">
              <a:extLst>
                <a:ext uri="{FF2B5EF4-FFF2-40B4-BE49-F238E27FC236}">
                  <a16:creationId xmlns:a16="http://schemas.microsoft.com/office/drawing/2014/main" id="{C1CF32FA-ABC8-07D9-DB35-F8CC303858A4}"/>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6B7C08C8-D72A-DEEF-9B3A-947B643EA3D9}"/>
              </a:ext>
              <a:ext uri="{C183D7F6-B498-43B3-948B-1728B52AA6E4}">
                <adec:decorative xmlns:adec="http://schemas.microsoft.com/office/drawing/2017/decorative" val="1"/>
              </a:ext>
            </a:extLst>
          </p:cNvPr>
          <p:cNvGrpSpPr/>
          <p:nvPr userDrawn="1"/>
        </p:nvGrpSpPr>
        <p:grpSpPr>
          <a:xfrm flipH="1">
            <a:off x="8609440" y="4528033"/>
            <a:ext cx="210652" cy="210652"/>
            <a:chOff x="5214995" y="-1168400"/>
            <a:chExt cx="431800" cy="431800"/>
          </a:xfrm>
          <a:blipFill>
            <a:blip r:embed="rId2"/>
            <a:stretch>
              <a:fillRect t="-26822" b="-26822"/>
            </a:stretch>
          </a:blipFill>
        </p:grpSpPr>
        <p:sp>
          <p:nvSpPr>
            <p:cNvPr id="54" name="Oval 53">
              <a:extLst>
                <a:ext uri="{FF2B5EF4-FFF2-40B4-BE49-F238E27FC236}">
                  <a16:creationId xmlns:a16="http://schemas.microsoft.com/office/drawing/2014/main" id="{F7A21E81-9E87-2D9F-0A45-0D56C1F0C44D}"/>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55" name="Rectangle 89">
              <a:extLst>
                <a:ext uri="{FF2B5EF4-FFF2-40B4-BE49-F238E27FC236}">
                  <a16:creationId xmlns:a16="http://schemas.microsoft.com/office/drawing/2014/main" id="{EA0AC91B-410F-D13A-8DC0-37BBB756763A}"/>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6" name="Text Placeholder 4">
            <a:extLst>
              <a:ext uri="{FF2B5EF4-FFF2-40B4-BE49-F238E27FC236}">
                <a16:creationId xmlns:a16="http://schemas.microsoft.com/office/drawing/2014/main" id="{F5C7C87B-FCF3-5F73-94EC-94C24B8D366C}"/>
              </a:ext>
            </a:extLst>
          </p:cNvPr>
          <p:cNvSpPr txBox="1">
            <a:spLocks/>
          </p:cNvSpPr>
          <p:nvPr/>
        </p:nvSpPr>
        <p:spPr>
          <a:xfrm>
            <a:off x="2739289" y="1441192"/>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Open the Microsoft Admin Center (MAC)</a:t>
            </a:r>
          </a:p>
        </p:txBody>
      </p:sp>
      <p:sp>
        <p:nvSpPr>
          <p:cNvPr id="77" name="Text Placeholder 5">
            <a:extLst>
              <a:ext uri="{FF2B5EF4-FFF2-40B4-BE49-F238E27FC236}">
                <a16:creationId xmlns:a16="http://schemas.microsoft.com/office/drawing/2014/main" id="{13FBFB75-032D-1293-3D08-E7FB92202B47}"/>
              </a:ext>
            </a:extLst>
          </p:cNvPr>
          <p:cNvSpPr txBox="1">
            <a:spLocks/>
          </p:cNvSpPr>
          <p:nvPr/>
        </p:nvSpPr>
        <p:spPr>
          <a:xfrm>
            <a:off x="5890474" y="1441192"/>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2"/>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2"/>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Cost Management</a:t>
            </a:r>
          </a:p>
        </p:txBody>
      </p:sp>
      <p:sp>
        <p:nvSpPr>
          <p:cNvPr id="78" name="Text Placeholder 6">
            <a:extLst>
              <a:ext uri="{FF2B5EF4-FFF2-40B4-BE49-F238E27FC236}">
                <a16:creationId xmlns:a16="http://schemas.microsoft.com/office/drawing/2014/main" id="{46777839-C0B2-5536-B5BD-1D53013ECF89}"/>
              </a:ext>
            </a:extLst>
          </p:cNvPr>
          <p:cNvSpPr txBox="1">
            <a:spLocks/>
          </p:cNvSpPr>
          <p:nvPr/>
        </p:nvSpPr>
        <p:spPr>
          <a:xfrm>
            <a:off x="9038480" y="1441192"/>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3"/>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3"/>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Configuration </a:t>
            </a:r>
          </a:p>
        </p:txBody>
      </p:sp>
      <p:sp>
        <p:nvSpPr>
          <p:cNvPr id="79" name="Text Placeholder 16">
            <a:extLst>
              <a:ext uri="{FF2B5EF4-FFF2-40B4-BE49-F238E27FC236}">
                <a16:creationId xmlns:a16="http://schemas.microsoft.com/office/drawing/2014/main" id="{B56CB91E-F00B-6EFA-1C1C-3D419A7C77E8}"/>
              </a:ext>
            </a:extLst>
          </p:cNvPr>
          <p:cNvSpPr txBox="1">
            <a:spLocks/>
          </p:cNvSpPr>
          <p:nvPr/>
        </p:nvSpPr>
        <p:spPr>
          <a:xfrm>
            <a:off x="2633960" y="2327365"/>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80" name="Text Placeholder 17">
            <a:extLst>
              <a:ext uri="{FF2B5EF4-FFF2-40B4-BE49-F238E27FC236}">
                <a16:creationId xmlns:a16="http://schemas.microsoft.com/office/drawing/2014/main" id="{4DFBD7E4-237F-3829-AAC6-BD38326D0389}"/>
              </a:ext>
            </a:extLst>
          </p:cNvPr>
          <p:cNvSpPr txBox="1">
            <a:spLocks/>
          </p:cNvSpPr>
          <p:nvPr/>
        </p:nvSpPr>
        <p:spPr>
          <a:xfrm>
            <a:off x="2739289" y="1783768"/>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Go to </a:t>
            </a: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hlinkClick r:id="rId3"/>
              </a:rPr>
              <a:t>https://admin.microsoft.com/</a:t>
            </a: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to access MAC</a:t>
            </a:r>
          </a:p>
        </p:txBody>
      </p:sp>
      <p:sp>
        <p:nvSpPr>
          <p:cNvPr id="81" name="Text Placeholder 18">
            <a:extLst>
              <a:ext uri="{FF2B5EF4-FFF2-40B4-BE49-F238E27FC236}">
                <a16:creationId xmlns:a16="http://schemas.microsoft.com/office/drawing/2014/main" id="{029ED0FB-5759-07AD-9450-1380E988C896}"/>
              </a:ext>
            </a:extLst>
          </p:cNvPr>
          <p:cNvSpPr txBox="1">
            <a:spLocks/>
          </p:cNvSpPr>
          <p:nvPr/>
        </p:nvSpPr>
        <p:spPr>
          <a:xfrm>
            <a:off x="5890474" y="1783768"/>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Open the Copilot section and select Cost Management</a:t>
            </a:r>
          </a:p>
        </p:txBody>
      </p:sp>
      <p:sp>
        <p:nvSpPr>
          <p:cNvPr id="82" name="Text Placeholder 19">
            <a:extLst>
              <a:ext uri="{FF2B5EF4-FFF2-40B4-BE49-F238E27FC236}">
                <a16:creationId xmlns:a16="http://schemas.microsoft.com/office/drawing/2014/main" id="{165EBEB8-D319-554F-F78F-A3EFA0C486D1}"/>
              </a:ext>
            </a:extLst>
          </p:cNvPr>
          <p:cNvSpPr txBox="1">
            <a:spLocks/>
          </p:cNvSpPr>
          <p:nvPr/>
        </p:nvSpPr>
        <p:spPr>
          <a:xfrm>
            <a:off x="8977110" y="2327364"/>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83" name="Text Placeholder 20">
            <a:extLst>
              <a:ext uri="{FF2B5EF4-FFF2-40B4-BE49-F238E27FC236}">
                <a16:creationId xmlns:a16="http://schemas.microsoft.com/office/drawing/2014/main" id="{0691F85B-C7F2-EBB2-7FEA-0EB6DB3B3FA3}"/>
              </a:ext>
            </a:extLst>
          </p:cNvPr>
          <p:cNvSpPr txBox="1">
            <a:spLocks/>
          </p:cNvSpPr>
          <p:nvPr/>
        </p:nvSpPr>
        <p:spPr>
          <a:xfrm>
            <a:off x="9038480" y="1783768"/>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Select the configuration tab next to the overview section currently displayed</a:t>
            </a:r>
          </a:p>
        </p:txBody>
      </p:sp>
      <p:sp>
        <p:nvSpPr>
          <p:cNvPr id="84" name="Text Placeholder 21">
            <a:extLst>
              <a:ext uri="{FF2B5EF4-FFF2-40B4-BE49-F238E27FC236}">
                <a16:creationId xmlns:a16="http://schemas.microsoft.com/office/drawing/2014/main" id="{B461375E-C86A-24F0-598F-BF374C29E46E}"/>
              </a:ext>
            </a:extLst>
          </p:cNvPr>
          <p:cNvSpPr txBox="1">
            <a:spLocks/>
          </p:cNvSpPr>
          <p:nvPr/>
        </p:nvSpPr>
        <p:spPr>
          <a:xfrm>
            <a:off x="5805535" y="2327364"/>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pic>
        <p:nvPicPr>
          <p:cNvPr id="85" name="Picture 84" descr="A simplified dashboard for an MOD Administrator with various sections for user management, billing, support, apps, and upcoming changes.&#10;&#10;AI-generated content may be incorrect.">
            <a:extLst>
              <a:ext uri="{FF2B5EF4-FFF2-40B4-BE49-F238E27FC236}">
                <a16:creationId xmlns:a16="http://schemas.microsoft.com/office/drawing/2014/main" id="{62DCEF5F-C77A-56C4-8E8A-B59D9C7E0369}"/>
              </a:ext>
            </a:extLst>
          </p:cNvPr>
          <p:cNvPicPr>
            <a:picLocks noChangeAspect="1"/>
          </p:cNvPicPr>
          <p:nvPr/>
        </p:nvPicPr>
        <p:blipFill>
          <a:blip r:embed="rId4"/>
          <a:srcRect r="61588" b="64450"/>
          <a:stretch>
            <a:fillRect/>
          </a:stretch>
        </p:blipFill>
        <p:spPr>
          <a:xfrm>
            <a:off x="2729820" y="2410469"/>
            <a:ext cx="2380542" cy="1217507"/>
          </a:xfrm>
          <a:prstGeom prst="rect">
            <a:avLst/>
          </a:prstGeom>
        </p:spPr>
      </p:pic>
      <p:pic>
        <p:nvPicPr>
          <p:cNvPr id="86" name="Picture 85">
            <a:extLst>
              <a:ext uri="{FF2B5EF4-FFF2-40B4-BE49-F238E27FC236}">
                <a16:creationId xmlns:a16="http://schemas.microsoft.com/office/drawing/2014/main" id="{84186637-1466-E521-999A-CDEED5173CFF}"/>
              </a:ext>
            </a:extLst>
          </p:cNvPr>
          <p:cNvPicPr>
            <a:picLocks noChangeAspect="1"/>
          </p:cNvPicPr>
          <p:nvPr/>
        </p:nvPicPr>
        <p:blipFill>
          <a:blip r:embed="rId5"/>
          <a:srcRect l="140" t="3996" r="47788" b="48018"/>
          <a:stretch>
            <a:fillRect/>
          </a:stretch>
        </p:blipFill>
        <p:spPr>
          <a:xfrm>
            <a:off x="5901395" y="2410468"/>
            <a:ext cx="2380542" cy="1217507"/>
          </a:xfrm>
          <a:prstGeom prst="rect">
            <a:avLst/>
          </a:prstGeom>
        </p:spPr>
      </p:pic>
      <p:sp>
        <p:nvSpPr>
          <p:cNvPr id="88" name="Text Placeholder 7">
            <a:extLst>
              <a:ext uri="{FF2B5EF4-FFF2-40B4-BE49-F238E27FC236}">
                <a16:creationId xmlns:a16="http://schemas.microsoft.com/office/drawing/2014/main" id="{61A885BC-8934-C059-2D48-21E561275CDE}"/>
              </a:ext>
            </a:extLst>
          </p:cNvPr>
          <p:cNvSpPr txBox="1">
            <a:spLocks/>
          </p:cNvSpPr>
          <p:nvPr/>
        </p:nvSpPr>
        <p:spPr>
          <a:xfrm>
            <a:off x="2633960" y="5271600"/>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89" name="Text Placeholder 8">
            <a:extLst>
              <a:ext uri="{FF2B5EF4-FFF2-40B4-BE49-F238E27FC236}">
                <a16:creationId xmlns:a16="http://schemas.microsoft.com/office/drawing/2014/main" id="{77B1C5CD-F9AA-804A-E017-E559369B5AD8}"/>
              </a:ext>
            </a:extLst>
          </p:cNvPr>
          <p:cNvSpPr txBox="1">
            <a:spLocks/>
          </p:cNvSpPr>
          <p:nvPr/>
        </p:nvSpPr>
        <p:spPr>
          <a:xfrm>
            <a:off x="2745426" y="4401197"/>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6"/>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6"/>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save changes</a:t>
            </a:r>
          </a:p>
        </p:txBody>
      </p:sp>
      <p:sp>
        <p:nvSpPr>
          <p:cNvPr id="90" name="Text Placeholder 9">
            <a:extLst>
              <a:ext uri="{FF2B5EF4-FFF2-40B4-BE49-F238E27FC236}">
                <a16:creationId xmlns:a16="http://schemas.microsoft.com/office/drawing/2014/main" id="{700E7886-3945-74F9-43AB-5F284D617478}"/>
              </a:ext>
            </a:extLst>
          </p:cNvPr>
          <p:cNvSpPr txBox="1">
            <a:spLocks/>
          </p:cNvSpPr>
          <p:nvPr/>
        </p:nvSpPr>
        <p:spPr>
          <a:xfrm>
            <a:off x="2745426" y="4727051"/>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Once you have decided on individual user limits to prevent one individual using a team's monthly credit, select save changes to implement this.</a:t>
            </a:r>
          </a:p>
        </p:txBody>
      </p:sp>
      <p:sp>
        <p:nvSpPr>
          <p:cNvPr id="91" name="Text Placeholder 10">
            <a:extLst>
              <a:ext uri="{FF2B5EF4-FFF2-40B4-BE49-F238E27FC236}">
                <a16:creationId xmlns:a16="http://schemas.microsoft.com/office/drawing/2014/main" id="{C9C5C700-30DB-2412-BEE8-56BAF3EF7314}"/>
              </a:ext>
            </a:extLst>
          </p:cNvPr>
          <p:cNvSpPr txBox="1">
            <a:spLocks/>
          </p:cNvSpPr>
          <p:nvPr/>
        </p:nvSpPr>
        <p:spPr>
          <a:xfrm>
            <a:off x="5890474" y="4401197"/>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5"/>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5"/>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Set a user limit within the group</a:t>
            </a:r>
          </a:p>
        </p:txBody>
      </p:sp>
      <p:sp>
        <p:nvSpPr>
          <p:cNvPr id="92" name="Text Placeholder 11">
            <a:extLst>
              <a:ext uri="{FF2B5EF4-FFF2-40B4-BE49-F238E27FC236}">
                <a16:creationId xmlns:a16="http://schemas.microsoft.com/office/drawing/2014/main" id="{6EE28254-2EAA-A433-B4EE-A33D1D41BDAF}"/>
              </a:ext>
            </a:extLst>
          </p:cNvPr>
          <p:cNvSpPr txBox="1">
            <a:spLocks/>
          </p:cNvSpPr>
          <p:nvPr/>
        </p:nvSpPr>
        <p:spPr>
          <a:xfrm>
            <a:off x="5895021" y="4727051"/>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Scroll down to the monthly budget limits for users' section, enable this and set a maximum credit limit users can spend each month.</a:t>
            </a:r>
          </a:p>
        </p:txBody>
      </p:sp>
      <p:sp>
        <p:nvSpPr>
          <p:cNvPr id="93" name="Text Placeholder 12">
            <a:extLst>
              <a:ext uri="{FF2B5EF4-FFF2-40B4-BE49-F238E27FC236}">
                <a16:creationId xmlns:a16="http://schemas.microsoft.com/office/drawing/2014/main" id="{C97BB733-AE75-C989-7B44-E493B3189482}"/>
              </a:ext>
            </a:extLst>
          </p:cNvPr>
          <p:cNvSpPr txBox="1">
            <a:spLocks/>
          </p:cNvSpPr>
          <p:nvPr/>
        </p:nvSpPr>
        <p:spPr>
          <a:xfrm>
            <a:off x="8974894" y="5271599"/>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94" name="Text Placeholder 13">
            <a:extLst>
              <a:ext uri="{FF2B5EF4-FFF2-40B4-BE49-F238E27FC236}">
                <a16:creationId xmlns:a16="http://schemas.microsoft.com/office/drawing/2014/main" id="{5FE52E03-1D9D-DBA2-C67B-C87EB8167555}"/>
              </a:ext>
            </a:extLst>
          </p:cNvPr>
          <p:cNvSpPr txBox="1">
            <a:spLocks/>
          </p:cNvSpPr>
          <p:nvPr/>
        </p:nvSpPr>
        <p:spPr>
          <a:xfrm>
            <a:off x="9044617" y="4390077"/>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4"/>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4"/>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limits and alerts</a:t>
            </a:r>
          </a:p>
        </p:txBody>
      </p:sp>
      <p:sp>
        <p:nvSpPr>
          <p:cNvPr id="95" name="Text Placeholder 14">
            <a:extLst>
              <a:ext uri="{FF2B5EF4-FFF2-40B4-BE49-F238E27FC236}">
                <a16:creationId xmlns:a16="http://schemas.microsoft.com/office/drawing/2014/main" id="{25B8FB75-C841-E4AE-A235-755E829155A5}"/>
              </a:ext>
            </a:extLst>
          </p:cNvPr>
          <p:cNvSpPr txBox="1">
            <a:spLocks/>
          </p:cNvSpPr>
          <p:nvPr/>
        </p:nvSpPr>
        <p:spPr>
          <a:xfrm>
            <a:off x="9044616" y="4727051"/>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Select the policy name for the policy you want to change to open the policy review window then select limits and alerts.</a:t>
            </a:r>
          </a:p>
        </p:txBody>
      </p:sp>
      <p:sp>
        <p:nvSpPr>
          <p:cNvPr id="96" name="Text Placeholder 15">
            <a:extLst>
              <a:ext uri="{FF2B5EF4-FFF2-40B4-BE49-F238E27FC236}">
                <a16:creationId xmlns:a16="http://schemas.microsoft.com/office/drawing/2014/main" id="{DCDA6991-C286-25BF-636D-132FA210EDAC}"/>
              </a:ext>
            </a:extLst>
          </p:cNvPr>
          <p:cNvSpPr txBox="1">
            <a:spLocks/>
          </p:cNvSpPr>
          <p:nvPr/>
        </p:nvSpPr>
        <p:spPr>
          <a:xfrm>
            <a:off x="5805535" y="5271599"/>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pic>
        <p:nvPicPr>
          <p:cNvPr id="99" name="Picture 98">
            <a:extLst>
              <a:ext uri="{FF2B5EF4-FFF2-40B4-BE49-F238E27FC236}">
                <a16:creationId xmlns:a16="http://schemas.microsoft.com/office/drawing/2014/main" id="{7A52C5F2-FA47-3FA0-0812-92710414590E}"/>
              </a:ext>
            </a:extLst>
          </p:cNvPr>
          <p:cNvPicPr>
            <a:picLocks noChangeAspect="1"/>
          </p:cNvPicPr>
          <p:nvPr/>
        </p:nvPicPr>
        <p:blipFill>
          <a:blip r:embed="rId6">
            <a:extLst>
              <a:ext uri="{28A0092B-C50C-407E-A947-70E740481C1C}">
                <a14:useLocalDpi xmlns:a14="http://schemas.microsoft.com/office/drawing/2010/main" val="0"/>
              </a:ext>
            </a:extLst>
          </a:blip>
          <a:srcRect l="45875" t="59481" r="19385" b="684"/>
          <a:stretch>
            <a:fillRect/>
          </a:stretch>
        </p:blipFill>
        <p:spPr>
          <a:xfrm>
            <a:off x="2729820" y="5359965"/>
            <a:ext cx="2380542" cy="1217507"/>
          </a:xfrm>
          <a:prstGeom prst="rect">
            <a:avLst/>
          </a:prstGeom>
        </p:spPr>
      </p:pic>
      <p:sp>
        <p:nvSpPr>
          <p:cNvPr id="100" name="Text Placeholder 1">
            <a:extLst>
              <a:ext uri="{FF2B5EF4-FFF2-40B4-BE49-F238E27FC236}">
                <a16:creationId xmlns:a16="http://schemas.microsoft.com/office/drawing/2014/main" id="{9A0363CD-AD78-F7C2-263A-646746112A26}"/>
              </a:ext>
            </a:extLst>
          </p:cNvPr>
          <p:cNvSpPr txBox="1">
            <a:spLocks/>
          </p:cNvSpPr>
          <p:nvPr/>
        </p:nvSpPr>
        <p:spPr>
          <a:xfrm>
            <a:off x="624047" y="1445795"/>
            <a:ext cx="1789936" cy="2275809"/>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kumimoji="0" lang="en-US" sz="1050" b="0" i="0" u="none" strike="noStrike" kern="100" cap="none" spc="0"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00" cap="none" spc="0" normalizeH="0" baseline="0" noProof="0">
                <a:ln>
                  <a:noFill/>
                </a:ln>
                <a:solidFill>
                  <a:srgbClr val="091F2C"/>
                </a:solidFill>
                <a:effectLst/>
                <a:uLnTx/>
                <a:uFillTx/>
                <a:latin typeface="Segoe Sans Display Semilight" pitchFamily="2" charset="0"/>
                <a:cs typeface="Segoe Sans Display Semilight" pitchFamily="2" charset="0"/>
              </a:rPr>
              <a:t>This example assumes an existing policy. If no policy is in place, admins can create one and apply it to the selected users or groups using a similar approach.</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endParaRPr kumimoji="0" lang="en-US" sz="1050" b="0" i="0" u="none" strike="noStrike" kern="100" cap="none" spc="0" normalizeH="0" baseline="0" noProof="0">
              <a:ln>
                <a:noFill/>
              </a:ln>
              <a:solidFill>
                <a:srgbClr val="091F2C"/>
              </a:solidFill>
              <a:effectLst/>
              <a:uLnTx/>
              <a:uFillTx/>
              <a:latin typeface="Segoe Sans Display Semilight" pitchFamily="2" charset="0"/>
              <a:cs typeface="Segoe Sans Display Semilight" pitchFamily="2" charset="0"/>
            </a:endParaRP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00" cap="none" spc="0" normalizeH="0" baseline="0" noProof="0">
                <a:ln>
                  <a:noFill/>
                </a:ln>
                <a:solidFill>
                  <a:srgbClr val="091F2C"/>
                </a:solidFill>
                <a:effectLst/>
                <a:uLnTx/>
                <a:uFillTx/>
                <a:latin typeface="Segoe Sans Display Semilight" pitchFamily="2" charset="0"/>
                <a:cs typeface="Segoe Sans Display Semilight" pitchFamily="2" charset="0"/>
              </a:rPr>
              <a:t>If a default policy is already in place and you'd prefer not to modify it, you can create a new policy with the specific changes via monthly, group and specific user limits instead.</a:t>
            </a:r>
          </a:p>
        </p:txBody>
      </p:sp>
      <p:pic>
        <p:nvPicPr>
          <p:cNvPr id="4" name="Picture 3" descr="The image displays a user interface with various settings for configuring spending limits and budget alerts for a service or application.&#10;&#10;AI-generated content may be incorrect.">
            <a:extLst>
              <a:ext uri="{FF2B5EF4-FFF2-40B4-BE49-F238E27FC236}">
                <a16:creationId xmlns:a16="http://schemas.microsoft.com/office/drawing/2014/main" id="{0499A408-CB39-F895-20FD-68BDFC151198}"/>
              </a:ext>
            </a:extLst>
          </p:cNvPr>
          <p:cNvPicPr>
            <a:picLocks noChangeAspect="1"/>
          </p:cNvPicPr>
          <p:nvPr/>
        </p:nvPicPr>
        <p:blipFill>
          <a:blip r:embed="rId7">
            <a:extLst>
              <a:ext uri="{28A0092B-C50C-407E-A947-70E740481C1C}">
                <a14:useLocalDpi xmlns:a14="http://schemas.microsoft.com/office/drawing/2010/main" val="0"/>
              </a:ext>
            </a:extLst>
          </a:blip>
          <a:srcRect l="54841" b="64119"/>
          <a:stretch>
            <a:fillRect/>
          </a:stretch>
        </p:blipFill>
        <p:spPr>
          <a:xfrm>
            <a:off x="9075583" y="5359965"/>
            <a:ext cx="2380542" cy="1217507"/>
          </a:xfrm>
          <a:prstGeom prst="rect">
            <a:avLst/>
          </a:prstGeom>
        </p:spPr>
      </p:pic>
      <p:pic>
        <p:nvPicPr>
          <p:cNvPr id="7" name="Picture 6" descr="The image displays a user interface with settings for managing a budget, including budget limits, credit alerts, and email notifications for a service platform.&#10;&#10;AI-generated content may be incorrect.">
            <a:extLst>
              <a:ext uri="{FF2B5EF4-FFF2-40B4-BE49-F238E27FC236}">
                <a16:creationId xmlns:a16="http://schemas.microsoft.com/office/drawing/2014/main" id="{A365FFB1-D0AD-9CFE-CE7F-0AF3573436B8}"/>
              </a:ext>
            </a:extLst>
          </p:cNvPr>
          <p:cNvPicPr>
            <a:picLocks noChangeAspect="1"/>
          </p:cNvPicPr>
          <p:nvPr/>
        </p:nvPicPr>
        <p:blipFill>
          <a:blip r:embed="rId8">
            <a:extLst>
              <a:ext uri="{28A0092B-C50C-407E-A947-70E740481C1C}">
                <a14:useLocalDpi xmlns:a14="http://schemas.microsoft.com/office/drawing/2010/main" val="0"/>
              </a:ext>
            </a:extLst>
          </a:blip>
          <a:srcRect l="56527" t="47978" r="3394" b="19143"/>
          <a:stretch>
            <a:fillRect/>
          </a:stretch>
        </p:blipFill>
        <p:spPr>
          <a:xfrm>
            <a:off x="5890474" y="5353752"/>
            <a:ext cx="2380542" cy="1217507"/>
          </a:xfrm>
          <a:prstGeom prst="rect">
            <a:avLst/>
          </a:prstGeom>
        </p:spPr>
      </p:pic>
      <p:sp>
        <p:nvSpPr>
          <p:cNvPr id="5" name="TextBox 4">
            <a:extLst>
              <a:ext uri="{FF2B5EF4-FFF2-40B4-BE49-F238E27FC236}">
                <a16:creationId xmlns:a16="http://schemas.microsoft.com/office/drawing/2014/main" id="{9E111932-278A-40C2-B9D5-FD806A859911}"/>
              </a:ext>
            </a:extLst>
          </p:cNvPr>
          <p:cNvSpPr txBox="1"/>
          <p:nvPr/>
        </p:nvSpPr>
        <p:spPr>
          <a:xfrm>
            <a:off x="10231937" y="6632781"/>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8" name="Picture 7" descr="The image displays a dashboard with various options for managing and monitoring the usage of Copilot credits, including configuring billing, setting spending limits, and granting access to services.&#10;&#10;AI-generated content may be incorrect.">
            <a:extLst>
              <a:ext uri="{FF2B5EF4-FFF2-40B4-BE49-F238E27FC236}">
                <a16:creationId xmlns:a16="http://schemas.microsoft.com/office/drawing/2014/main" id="{8B552FFD-D119-537E-9333-9A85D6C24A21}"/>
              </a:ext>
            </a:extLst>
          </p:cNvPr>
          <p:cNvPicPr>
            <a:picLocks noChangeAspect="1"/>
          </p:cNvPicPr>
          <p:nvPr/>
        </p:nvPicPr>
        <p:blipFill>
          <a:blip r:embed="rId9"/>
          <a:srcRect l="-552" t="3863" r="50877" b="50532"/>
          <a:stretch>
            <a:fillRect/>
          </a:stretch>
        </p:blipFill>
        <p:spPr>
          <a:xfrm>
            <a:off x="9072970" y="2416394"/>
            <a:ext cx="2380542" cy="1217507"/>
          </a:xfrm>
          <a:prstGeom prst="rect">
            <a:avLst/>
          </a:prstGeom>
        </p:spPr>
      </p:pic>
    </p:spTree>
    <p:extLst>
      <p:ext uri="{BB962C8B-B14F-4D97-AF65-F5344CB8AC3E}">
        <p14:creationId xmlns:p14="http://schemas.microsoft.com/office/powerpoint/2010/main" val="117631142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5941F-13DA-CEF4-4A1B-C04F6E876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81D3C-C2BF-DDA8-D7B4-0AA9D523738E}"/>
              </a:ext>
            </a:extLst>
          </p:cNvPr>
          <p:cNvSpPr>
            <a:spLocks noGrp="1"/>
          </p:cNvSpPr>
          <p:nvPr>
            <p:ph type="title"/>
          </p:nvPr>
        </p:nvSpPr>
        <p:spPr>
          <a:xfrm>
            <a:off x="588263" y="457200"/>
            <a:ext cx="11018520" cy="492443"/>
          </a:xfrm>
        </p:spPr>
        <p:txBody>
          <a:bodyPr/>
          <a:lstStyle/>
          <a:p>
            <a:r>
              <a:rPr lang="en-US" sz="3200"/>
              <a:t>Scenario 3 - Guide</a:t>
            </a:r>
          </a:p>
        </p:txBody>
      </p:sp>
      <p:sp>
        <p:nvSpPr>
          <p:cNvPr id="6" name="Text Placeholder 2">
            <a:extLst>
              <a:ext uri="{FF2B5EF4-FFF2-40B4-BE49-F238E27FC236}">
                <a16:creationId xmlns:a16="http://schemas.microsoft.com/office/drawing/2014/main" id="{7867EADC-A97C-A535-6B49-29B9DA0CC52B}"/>
              </a:ext>
            </a:extLst>
          </p:cNvPr>
          <p:cNvSpPr txBox="1">
            <a:spLocks/>
          </p:cNvSpPr>
          <p:nvPr/>
        </p:nvSpPr>
        <p:spPr>
          <a:xfrm>
            <a:off x="521638" y="980420"/>
            <a:ext cx="11082098" cy="332879"/>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323139"/>
                </a:solidFill>
                <a:effectLst/>
                <a:uLnTx/>
                <a:uFillTx/>
                <a:latin typeface="Segoe Sans Display Semilight"/>
                <a:ea typeface="+mn-ea"/>
                <a:cs typeface="Segoe Sans Display" pitchFamily="2" charset="0"/>
              </a:rPr>
              <a:t>Departments overspending against allocation</a:t>
            </a:r>
          </a:p>
        </p:txBody>
      </p:sp>
      <p:sp>
        <p:nvSpPr>
          <p:cNvPr id="48" name="Rectangle: Top Corners Rounded 73">
            <a:extLst>
              <a:ext uri="{FF2B5EF4-FFF2-40B4-BE49-F238E27FC236}">
                <a16:creationId xmlns:a16="http://schemas.microsoft.com/office/drawing/2014/main" id="{C03506FA-D8BF-0986-302E-085DB2821C5D}"/>
              </a:ext>
            </a:extLst>
          </p:cNvPr>
          <p:cNvSpPr>
            <a:spLocks/>
          </p:cNvSpPr>
          <p:nvPr userDrawn="1"/>
        </p:nvSpPr>
        <p:spPr bwMode="auto">
          <a:xfrm rot="16200000" flipV="1">
            <a:off x="5735842" y="-1477775"/>
            <a:ext cx="2983670" cy="9187434"/>
          </a:xfrm>
          <a:custGeom>
            <a:avLst/>
            <a:gdLst>
              <a:gd name="connsiteX0" fmla="*/ 163683 w 2612241"/>
              <a:gd name="connsiteY0" fmla="*/ 0 h 8666696"/>
              <a:gd name="connsiteX1" fmla="*/ 2448558 w 2612241"/>
              <a:gd name="connsiteY1" fmla="*/ 0 h 8666696"/>
              <a:gd name="connsiteX2" fmla="*/ 2612241 w 2612241"/>
              <a:gd name="connsiteY2" fmla="*/ 163683 h 8666696"/>
              <a:gd name="connsiteX3" fmla="*/ 2612241 w 2612241"/>
              <a:gd name="connsiteY3" fmla="*/ 8666696 h 8666696"/>
              <a:gd name="connsiteX4" fmla="*/ 2612241 w 2612241"/>
              <a:gd name="connsiteY4" fmla="*/ 8666696 h 8666696"/>
              <a:gd name="connsiteX5" fmla="*/ 0 w 2612241"/>
              <a:gd name="connsiteY5" fmla="*/ 8666696 h 8666696"/>
              <a:gd name="connsiteX6" fmla="*/ 0 w 2612241"/>
              <a:gd name="connsiteY6" fmla="*/ 8666696 h 8666696"/>
              <a:gd name="connsiteX7" fmla="*/ 0 w 2612241"/>
              <a:gd name="connsiteY7" fmla="*/ 163683 h 8666696"/>
              <a:gd name="connsiteX8" fmla="*/ 163683 w 2612241"/>
              <a:gd name="connsiteY8" fmla="*/ 0 h 8666696"/>
              <a:gd name="connsiteX0" fmla="*/ 0 w 2612241"/>
              <a:gd name="connsiteY0" fmla="*/ 8666696 h 8758136"/>
              <a:gd name="connsiteX1" fmla="*/ 0 w 2612241"/>
              <a:gd name="connsiteY1" fmla="*/ 163683 h 8758136"/>
              <a:gd name="connsiteX2" fmla="*/ 163683 w 2612241"/>
              <a:gd name="connsiteY2" fmla="*/ 0 h 8758136"/>
              <a:gd name="connsiteX3" fmla="*/ 2448558 w 2612241"/>
              <a:gd name="connsiteY3" fmla="*/ 0 h 8758136"/>
              <a:gd name="connsiteX4" fmla="*/ 2612241 w 2612241"/>
              <a:gd name="connsiteY4" fmla="*/ 163683 h 8758136"/>
              <a:gd name="connsiteX5" fmla="*/ 2612241 w 2612241"/>
              <a:gd name="connsiteY5" fmla="*/ 8666696 h 8758136"/>
              <a:gd name="connsiteX6" fmla="*/ 2612241 w 2612241"/>
              <a:gd name="connsiteY6" fmla="*/ 8666696 h 8758136"/>
              <a:gd name="connsiteX7" fmla="*/ 0 w 2612241"/>
              <a:gd name="connsiteY7" fmla="*/ 8666696 h 8758136"/>
              <a:gd name="connsiteX8" fmla="*/ 91440 w 2612241"/>
              <a:gd name="connsiteY8" fmla="*/ 8758136 h 875813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 name="connsiteX7" fmla="*/ 0 w 2612241"/>
              <a:gd name="connsiteY7" fmla="*/ 8666696 h 8666696"/>
              <a:gd name="connsiteX0" fmla="*/ 0 w 2612241"/>
              <a:gd name="connsiteY0" fmla="*/ 8666696 h 8666696"/>
              <a:gd name="connsiteX1" fmla="*/ 0 w 2612241"/>
              <a:gd name="connsiteY1" fmla="*/ 163683 h 8666696"/>
              <a:gd name="connsiteX2" fmla="*/ 163683 w 2612241"/>
              <a:gd name="connsiteY2" fmla="*/ 0 h 8666696"/>
              <a:gd name="connsiteX3" fmla="*/ 2448558 w 2612241"/>
              <a:gd name="connsiteY3" fmla="*/ 0 h 8666696"/>
              <a:gd name="connsiteX4" fmla="*/ 2612241 w 2612241"/>
              <a:gd name="connsiteY4" fmla="*/ 163683 h 8666696"/>
              <a:gd name="connsiteX5" fmla="*/ 2612241 w 2612241"/>
              <a:gd name="connsiteY5" fmla="*/ 8666696 h 8666696"/>
              <a:gd name="connsiteX6" fmla="*/ 2612241 w 2612241"/>
              <a:gd name="connsiteY6" fmla="*/ 8666696 h 86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241" h="8666696">
                <a:moveTo>
                  <a:pt x="0" y="8666696"/>
                </a:moveTo>
                <a:lnTo>
                  <a:pt x="0" y="163683"/>
                </a:lnTo>
                <a:cubicBezTo>
                  <a:pt x="0" y="73283"/>
                  <a:pt x="73283" y="0"/>
                  <a:pt x="163683" y="0"/>
                </a:cubicBezTo>
                <a:lnTo>
                  <a:pt x="2448558" y="0"/>
                </a:lnTo>
                <a:cubicBezTo>
                  <a:pt x="2538958" y="0"/>
                  <a:pt x="2612241" y="73283"/>
                  <a:pt x="2612241" y="163683"/>
                </a:cubicBezTo>
                <a:lnTo>
                  <a:pt x="2612241" y="8666696"/>
                </a:lnTo>
                <a:lnTo>
                  <a:pt x="2612241" y="8666696"/>
                </a:lnTo>
              </a:path>
            </a:pathLst>
          </a:custGeom>
          <a:ln w="15875" cap="flat">
            <a:gradFill flip="none" rotWithShape="1">
              <a:gsLst>
                <a:gs pos="80000">
                  <a:srgbClr val="0097F4"/>
                </a:gs>
                <a:gs pos="70000">
                  <a:srgbClr val="00B291"/>
                </a:gs>
                <a:gs pos="60000">
                  <a:srgbClr val="9BC72A"/>
                </a:gs>
                <a:gs pos="50000">
                  <a:srgbClr val="FFCE20"/>
                </a:gs>
                <a:gs pos="40000">
                  <a:srgbClr val="FFA200"/>
                </a:gs>
                <a:gs pos="30000">
                  <a:srgbClr val="FF32A3"/>
                </a:gs>
                <a:gs pos="20000">
                  <a:srgbClr val="CB85FF"/>
                </a:gs>
                <a:gs pos="10000">
                  <a:srgbClr val="323139"/>
                </a:gs>
                <a:gs pos="90000">
                  <a:srgbClr val="323139"/>
                </a:gs>
              </a:gsLst>
              <a:lin ang="1620000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9" name="Group 48">
            <a:extLst>
              <a:ext uri="{FF2B5EF4-FFF2-40B4-BE49-F238E27FC236}">
                <a16:creationId xmlns:a16="http://schemas.microsoft.com/office/drawing/2014/main" id="{DB392857-D00B-963D-409F-CC14C1B5108B}"/>
              </a:ext>
              <a:ext uri="{C183D7F6-B498-43B3-948B-1728B52AA6E4}">
                <adec:decorative xmlns:adec="http://schemas.microsoft.com/office/drawing/2017/decorative" val="1"/>
              </a:ext>
            </a:extLst>
          </p:cNvPr>
          <p:cNvGrpSpPr/>
          <p:nvPr userDrawn="1"/>
        </p:nvGrpSpPr>
        <p:grpSpPr>
          <a:xfrm>
            <a:off x="5459845" y="1542446"/>
            <a:ext cx="210652" cy="210652"/>
            <a:chOff x="5214995" y="-1168400"/>
            <a:chExt cx="431800" cy="431800"/>
          </a:xfrm>
          <a:blipFill dpi="0" rotWithShape="1">
            <a:blip r:embed="rId2"/>
            <a:srcRect/>
            <a:stretch>
              <a:fillRect t="-26822" b="-26822"/>
            </a:stretch>
          </a:blipFill>
        </p:grpSpPr>
        <p:sp>
          <p:nvSpPr>
            <p:cNvPr id="62" name="Oval 61">
              <a:extLst>
                <a:ext uri="{FF2B5EF4-FFF2-40B4-BE49-F238E27FC236}">
                  <a16:creationId xmlns:a16="http://schemas.microsoft.com/office/drawing/2014/main" id="{5030149B-9CFE-93E4-BE79-10A9512A2968}"/>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63" name="Rectangle 89">
              <a:extLst>
                <a:ext uri="{FF2B5EF4-FFF2-40B4-BE49-F238E27FC236}">
                  <a16:creationId xmlns:a16="http://schemas.microsoft.com/office/drawing/2014/main" id="{EED0F86D-61BC-CA01-2595-6705650E3534}"/>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0998907D-0142-F56B-351D-0839318191DB}"/>
              </a:ext>
              <a:ext uri="{C183D7F6-B498-43B3-948B-1728B52AA6E4}">
                <adec:decorative xmlns:adec="http://schemas.microsoft.com/office/drawing/2017/decorative" val="1"/>
              </a:ext>
            </a:extLst>
          </p:cNvPr>
          <p:cNvGrpSpPr/>
          <p:nvPr userDrawn="1"/>
        </p:nvGrpSpPr>
        <p:grpSpPr>
          <a:xfrm>
            <a:off x="8609440" y="1542446"/>
            <a:ext cx="210652" cy="210652"/>
            <a:chOff x="5214995" y="-1168400"/>
            <a:chExt cx="431800" cy="431800"/>
          </a:xfrm>
          <a:blipFill>
            <a:blip r:embed="rId2"/>
            <a:stretch>
              <a:fillRect t="-26822" b="-26822"/>
            </a:stretch>
          </a:blipFill>
        </p:grpSpPr>
        <p:sp>
          <p:nvSpPr>
            <p:cNvPr id="60" name="Oval 59">
              <a:extLst>
                <a:ext uri="{FF2B5EF4-FFF2-40B4-BE49-F238E27FC236}">
                  <a16:creationId xmlns:a16="http://schemas.microsoft.com/office/drawing/2014/main" id="{CAE357CB-1035-205C-56B8-90B8D4B7063D}"/>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61" name="Rectangle 89">
              <a:extLst>
                <a:ext uri="{FF2B5EF4-FFF2-40B4-BE49-F238E27FC236}">
                  <a16:creationId xmlns:a16="http://schemas.microsoft.com/office/drawing/2014/main" id="{91BED2EF-43EF-0FF4-8A5F-4A7A806B0AD8}"/>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1" name="Group 50">
            <a:extLst>
              <a:ext uri="{FF2B5EF4-FFF2-40B4-BE49-F238E27FC236}">
                <a16:creationId xmlns:a16="http://schemas.microsoft.com/office/drawing/2014/main" id="{287F5E5E-01EC-BE8A-4539-6DB796D08C79}"/>
              </a:ext>
              <a:ext uri="{C183D7F6-B498-43B3-948B-1728B52AA6E4}">
                <adec:decorative xmlns:adec="http://schemas.microsoft.com/office/drawing/2017/decorative" val="1"/>
              </a:ext>
            </a:extLst>
          </p:cNvPr>
          <p:cNvGrpSpPr/>
          <p:nvPr userDrawn="1"/>
        </p:nvGrpSpPr>
        <p:grpSpPr>
          <a:xfrm rot="5400000">
            <a:off x="11716071" y="3034280"/>
            <a:ext cx="210652" cy="210652"/>
            <a:chOff x="5214995" y="-1168400"/>
            <a:chExt cx="431800" cy="431800"/>
          </a:xfrm>
          <a:blipFill>
            <a:blip r:embed="rId2"/>
            <a:stretch>
              <a:fillRect t="-26822" b="-26822"/>
            </a:stretch>
          </a:blipFill>
        </p:grpSpPr>
        <p:sp>
          <p:nvSpPr>
            <p:cNvPr id="58" name="Oval 57">
              <a:extLst>
                <a:ext uri="{FF2B5EF4-FFF2-40B4-BE49-F238E27FC236}">
                  <a16:creationId xmlns:a16="http://schemas.microsoft.com/office/drawing/2014/main" id="{E8F37A8B-043A-38D6-96CA-624B63E7B038}"/>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59" name="Rectangle 89">
              <a:extLst>
                <a:ext uri="{FF2B5EF4-FFF2-40B4-BE49-F238E27FC236}">
                  <a16:creationId xmlns:a16="http://schemas.microsoft.com/office/drawing/2014/main" id="{5613943D-D947-B188-42CA-A04BB82730D8}"/>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2" name="Group 51">
            <a:extLst>
              <a:ext uri="{FF2B5EF4-FFF2-40B4-BE49-F238E27FC236}">
                <a16:creationId xmlns:a16="http://schemas.microsoft.com/office/drawing/2014/main" id="{F58B0006-247D-9DC3-8935-9B127B12F89E}"/>
              </a:ext>
              <a:ext uri="{C183D7F6-B498-43B3-948B-1728B52AA6E4}">
                <adec:decorative xmlns:adec="http://schemas.microsoft.com/office/drawing/2017/decorative" val="1"/>
              </a:ext>
            </a:extLst>
          </p:cNvPr>
          <p:cNvGrpSpPr/>
          <p:nvPr userDrawn="1"/>
        </p:nvGrpSpPr>
        <p:grpSpPr>
          <a:xfrm flipH="1">
            <a:off x="5450037" y="4504368"/>
            <a:ext cx="210652" cy="210652"/>
            <a:chOff x="5214995" y="-1168400"/>
            <a:chExt cx="431800" cy="431800"/>
          </a:xfrm>
          <a:blipFill dpi="0" rotWithShape="1">
            <a:blip r:embed="rId2"/>
            <a:srcRect/>
            <a:stretch>
              <a:fillRect t="-26822" b="-26822"/>
            </a:stretch>
          </a:blipFill>
        </p:grpSpPr>
        <p:sp>
          <p:nvSpPr>
            <p:cNvPr id="56" name="Oval 55">
              <a:extLst>
                <a:ext uri="{FF2B5EF4-FFF2-40B4-BE49-F238E27FC236}">
                  <a16:creationId xmlns:a16="http://schemas.microsoft.com/office/drawing/2014/main" id="{8ACDD481-1F4A-4BBC-5686-47D26C700BD1}"/>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57" name="Rectangle 89">
              <a:extLst>
                <a:ext uri="{FF2B5EF4-FFF2-40B4-BE49-F238E27FC236}">
                  <a16:creationId xmlns:a16="http://schemas.microsoft.com/office/drawing/2014/main" id="{8DCC9B02-3302-B811-8B74-D4DD8365CE68}"/>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D36490BF-0C1D-78CE-587C-11F975424715}"/>
              </a:ext>
              <a:ext uri="{C183D7F6-B498-43B3-948B-1728B52AA6E4}">
                <adec:decorative xmlns:adec="http://schemas.microsoft.com/office/drawing/2017/decorative" val="1"/>
              </a:ext>
            </a:extLst>
          </p:cNvPr>
          <p:cNvGrpSpPr/>
          <p:nvPr userDrawn="1"/>
        </p:nvGrpSpPr>
        <p:grpSpPr>
          <a:xfrm flipH="1">
            <a:off x="8609440" y="4504368"/>
            <a:ext cx="210652" cy="210652"/>
            <a:chOff x="5214995" y="-1168400"/>
            <a:chExt cx="431800" cy="431800"/>
          </a:xfrm>
          <a:blipFill>
            <a:blip r:embed="rId2"/>
            <a:stretch>
              <a:fillRect t="-26822" b="-26822"/>
            </a:stretch>
          </a:blipFill>
        </p:grpSpPr>
        <p:sp>
          <p:nvSpPr>
            <p:cNvPr id="54" name="Oval 53">
              <a:extLst>
                <a:ext uri="{FF2B5EF4-FFF2-40B4-BE49-F238E27FC236}">
                  <a16:creationId xmlns:a16="http://schemas.microsoft.com/office/drawing/2014/main" id="{F3BA88DF-8E68-B270-8CD2-0DC1074879A3}"/>
                </a:ext>
              </a:extLst>
            </p:cNvPr>
            <p:cNvSpPr/>
            <p:nvPr/>
          </p:nvSpPr>
          <p:spPr bwMode="auto">
            <a:xfrm>
              <a:off x="5214995" y="-1168400"/>
              <a:ext cx="431800" cy="431800"/>
            </a:xfrm>
            <a:prstGeom prst="ellipse">
              <a:avLst/>
            </a:prstGeom>
            <a:grpFill/>
            <a:ln w="15875">
              <a:solidFill>
                <a:schemeClr val="bg1"/>
              </a:solidFill>
            </a:ln>
            <a:effectLst>
              <a:outerShdw blurRad="254000" algn="ctr" rotWithShape="0">
                <a:schemeClr val="bg1">
                  <a:lumMod val="75000"/>
                  <a:alpha val="30000"/>
                </a:schemeClr>
              </a:outerShdw>
            </a:effectLst>
          </p:spPr>
          <p:txBody>
            <a:bodyPr vert="horz" wrap="square" lIns="320040" tIns="0" rIns="0" bIns="0" rtlCol="0" anchor="ctr" anchorCtr="0">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1" i="0" u="none" strike="noStrike" kern="1200" cap="none" spc="0" normalizeH="0" baseline="0" noProof="0">
                <a:ln>
                  <a:noFill/>
                </a:ln>
                <a:solidFill>
                  <a:srgbClr val="FFFFFF"/>
                </a:solidFill>
                <a:effectLst/>
                <a:uLnTx/>
                <a:uFillTx/>
                <a:latin typeface="Segoe UI Semibold"/>
                <a:ea typeface="+mn-ea"/>
                <a:cs typeface="Segoe UI Semibold" panose="020B0502040204020203" pitchFamily="34" charset="0"/>
              </a:endParaRPr>
            </a:p>
          </p:txBody>
        </p:sp>
        <p:sp>
          <p:nvSpPr>
            <p:cNvPr id="55" name="Rectangle 89">
              <a:extLst>
                <a:ext uri="{FF2B5EF4-FFF2-40B4-BE49-F238E27FC236}">
                  <a16:creationId xmlns:a16="http://schemas.microsoft.com/office/drawing/2014/main" id="{881D3302-0A8C-EBC7-41C1-0E572810FF74}"/>
                </a:ext>
              </a:extLst>
            </p:cNvPr>
            <p:cNvSpPr/>
            <p:nvPr/>
          </p:nvSpPr>
          <p:spPr bwMode="auto">
            <a:xfrm rot="2700000">
              <a:off x="5334303" y="-1026795"/>
              <a:ext cx="148589" cy="148589"/>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grpFill/>
            <a:ln w="25400" cap="rnd">
              <a:solidFill>
                <a:schemeClr val="bg1"/>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6" name="Text Placeholder 4">
            <a:extLst>
              <a:ext uri="{FF2B5EF4-FFF2-40B4-BE49-F238E27FC236}">
                <a16:creationId xmlns:a16="http://schemas.microsoft.com/office/drawing/2014/main" id="{D2BAA660-3849-5537-77B9-8BDA0FF11728}"/>
              </a:ext>
            </a:extLst>
          </p:cNvPr>
          <p:cNvSpPr txBox="1">
            <a:spLocks/>
          </p:cNvSpPr>
          <p:nvPr/>
        </p:nvSpPr>
        <p:spPr>
          <a:xfrm>
            <a:off x="2739289" y="1389130"/>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Open the Microsoft Admin Center (MAC)</a:t>
            </a:r>
          </a:p>
        </p:txBody>
      </p:sp>
      <p:sp>
        <p:nvSpPr>
          <p:cNvPr id="77" name="Text Placeholder 5">
            <a:extLst>
              <a:ext uri="{FF2B5EF4-FFF2-40B4-BE49-F238E27FC236}">
                <a16:creationId xmlns:a16="http://schemas.microsoft.com/office/drawing/2014/main" id="{DF50DB51-D3CA-6DEA-474F-3DDA06E4BF25}"/>
              </a:ext>
            </a:extLst>
          </p:cNvPr>
          <p:cNvSpPr txBox="1">
            <a:spLocks/>
          </p:cNvSpPr>
          <p:nvPr/>
        </p:nvSpPr>
        <p:spPr>
          <a:xfrm>
            <a:off x="5890474" y="1389130"/>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2"/>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2"/>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Cost Management</a:t>
            </a:r>
          </a:p>
        </p:txBody>
      </p:sp>
      <p:sp>
        <p:nvSpPr>
          <p:cNvPr id="78" name="Text Placeholder 6">
            <a:extLst>
              <a:ext uri="{FF2B5EF4-FFF2-40B4-BE49-F238E27FC236}">
                <a16:creationId xmlns:a16="http://schemas.microsoft.com/office/drawing/2014/main" id="{3401D73B-4A4C-E4C9-83ED-381C1DFA271B}"/>
              </a:ext>
            </a:extLst>
          </p:cNvPr>
          <p:cNvSpPr txBox="1">
            <a:spLocks/>
          </p:cNvSpPr>
          <p:nvPr/>
        </p:nvSpPr>
        <p:spPr>
          <a:xfrm>
            <a:off x="9038480" y="1389130"/>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3"/>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3"/>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Configuration </a:t>
            </a:r>
          </a:p>
        </p:txBody>
      </p:sp>
      <p:sp>
        <p:nvSpPr>
          <p:cNvPr id="79" name="Text Placeholder 16">
            <a:extLst>
              <a:ext uri="{FF2B5EF4-FFF2-40B4-BE49-F238E27FC236}">
                <a16:creationId xmlns:a16="http://schemas.microsoft.com/office/drawing/2014/main" id="{0977A092-7F54-DC83-DE82-E29DCD85DF0A}"/>
              </a:ext>
            </a:extLst>
          </p:cNvPr>
          <p:cNvSpPr txBox="1">
            <a:spLocks/>
          </p:cNvSpPr>
          <p:nvPr/>
        </p:nvSpPr>
        <p:spPr>
          <a:xfrm>
            <a:off x="2633960" y="2327365"/>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80" name="Text Placeholder 17">
            <a:extLst>
              <a:ext uri="{FF2B5EF4-FFF2-40B4-BE49-F238E27FC236}">
                <a16:creationId xmlns:a16="http://schemas.microsoft.com/office/drawing/2014/main" id="{1D58426D-D4AE-DBBC-8915-3970AC4199D4}"/>
              </a:ext>
            </a:extLst>
          </p:cNvPr>
          <p:cNvSpPr txBox="1">
            <a:spLocks/>
          </p:cNvSpPr>
          <p:nvPr/>
        </p:nvSpPr>
        <p:spPr>
          <a:xfrm>
            <a:off x="2739289" y="1717507"/>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Go to </a:t>
            </a: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hlinkClick r:id="rId3"/>
              </a:rPr>
              <a:t>https://admin.microsoft.com/</a:t>
            </a: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to access MAC</a:t>
            </a:r>
          </a:p>
        </p:txBody>
      </p:sp>
      <p:sp>
        <p:nvSpPr>
          <p:cNvPr id="81" name="Text Placeholder 18">
            <a:extLst>
              <a:ext uri="{FF2B5EF4-FFF2-40B4-BE49-F238E27FC236}">
                <a16:creationId xmlns:a16="http://schemas.microsoft.com/office/drawing/2014/main" id="{5A11665B-E219-BB00-7693-71AACE7C8AB5}"/>
              </a:ext>
            </a:extLst>
          </p:cNvPr>
          <p:cNvSpPr txBox="1">
            <a:spLocks/>
          </p:cNvSpPr>
          <p:nvPr/>
        </p:nvSpPr>
        <p:spPr>
          <a:xfrm>
            <a:off x="5890474" y="1717507"/>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Open the Copilot section and select Cost Management</a:t>
            </a:r>
          </a:p>
        </p:txBody>
      </p:sp>
      <p:sp>
        <p:nvSpPr>
          <p:cNvPr id="82" name="Text Placeholder 19">
            <a:extLst>
              <a:ext uri="{FF2B5EF4-FFF2-40B4-BE49-F238E27FC236}">
                <a16:creationId xmlns:a16="http://schemas.microsoft.com/office/drawing/2014/main" id="{338B9200-5501-DA13-9E53-2255F1BF7EA1}"/>
              </a:ext>
            </a:extLst>
          </p:cNvPr>
          <p:cNvSpPr txBox="1">
            <a:spLocks/>
          </p:cNvSpPr>
          <p:nvPr/>
        </p:nvSpPr>
        <p:spPr>
          <a:xfrm>
            <a:off x="8977110" y="2327364"/>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83" name="Text Placeholder 20">
            <a:extLst>
              <a:ext uri="{FF2B5EF4-FFF2-40B4-BE49-F238E27FC236}">
                <a16:creationId xmlns:a16="http://schemas.microsoft.com/office/drawing/2014/main" id="{4CD65021-C473-587C-E652-CFEF399A63E6}"/>
              </a:ext>
            </a:extLst>
          </p:cNvPr>
          <p:cNvSpPr txBox="1">
            <a:spLocks/>
          </p:cNvSpPr>
          <p:nvPr/>
        </p:nvSpPr>
        <p:spPr>
          <a:xfrm>
            <a:off x="9038480" y="1717507"/>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Select the configuration tab next to the overview section currently displayed</a:t>
            </a:r>
          </a:p>
        </p:txBody>
      </p:sp>
      <p:sp>
        <p:nvSpPr>
          <p:cNvPr id="84" name="Text Placeholder 21">
            <a:extLst>
              <a:ext uri="{FF2B5EF4-FFF2-40B4-BE49-F238E27FC236}">
                <a16:creationId xmlns:a16="http://schemas.microsoft.com/office/drawing/2014/main" id="{96551498-C64F-8D8E-5485-FB1AD0AAFD8C}"/>
              </a:ext>
            </a:extLst>
          </p:cNvPr>
          <p:cNvSpPr txBox="1">
            <a:spLocks/>
          </p:cNvSpPr>
          <p:nvPr/>
        </p:nvSpPr>
        <p:spPr>
          <a:xfrm>
            <a:off x="5805535" y="2327364"/>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pic>
        <p:nvPicPr>
          <p:cNvPr id="85" name="Picture 84" descr="A simplified dashboard for an MOD Administrator with various sections for user management, billing, support, apps, and upcoming changes.&#10;&#10;AI-generated content may be incorrect.">
            <a:extLst>
              <a:ext uri="{FF2B5EF4-FFF2-40B4-BE49-F238E27FC236}">
                <a16:creationId xmlns:a16="http://schemas.microsoft.com/office/drawing/2014/main" id="{8DE8D963-6466-78DD-44E1-61DC5F5CE525}"/>
              </a:ext>
            </a:extLst>
          </p:cNvPr>
          <p:cNvPicPr>
            <a:picLocks noChangeAspect="1"/>
          </p:cNvPicPr>
          <p:nvPr/>
        </p:nvPicPr>
        <p:blipFill>
          <a:blip r:embed="rId4"/>
          <a:srcRect r="61588" b="64450"/>
          <a:stretch>
            <a:fillRect/>
          </a:stretch>
        </p:blipFill>
        <p:spPr>
          <a:xfrm>
            <a:off x="2729820" y="2410469"/>
            <a:ext cx="2380542" cy="1217507"/>
          </a:xfrm>
          <a:prstGeom prst="rect">
            <a:avLst/>
          </a:prstGeom>
        </p:spPr>
      </p:pic>
      <p:pic>
        <p:nvPicPr>
          <p:cNvPr id="87" name="Picture 86">
            <a:extLst>
              <a:ext uri="{FF2B5EF4-FFF2-40B4-BE49-F238E27FC236}">
                <a16:creationId xmlns:a16="http://schemas.microsoft.com/office/drawing/2014/main" id="{AFD41C26-F281-2A10-E910-8C6BFE300DA1}"/>
              </a:ext>
            </a:extLst>
          </p:cNvPr>
          <p:cNvPicPr>
            <a:picLocks noChangeAspect="1"/>
          </p:cNvPicPr>
          <p:nvPr/>
        </p:nvPicPr>
        <p:blipFill>
          <a:blip r:embed="rId5"/>
          <a:srcRect l="-552" t="3863" r="50877" b="50532"/>
          <a:stretch>
            <a:fillRect/>
          </a:stretch>
        </p:blipFill>
        <p:spPr>
          <a:xfrm>
            <a:off x="9072970" y="2416394"/>
            <a:ext cx="2380542" cy="1217507"/>
          </a:xfrm>
          <a:prstGeom prst="rect">
            <a:avLst/>
          </a:prstGeom>
        </p:spPr>
      </p:pic>
      <p:sp>
        <p:nvSpPr>
          <p:cNvPr id="88" name="Text Placeholder 7">
            <a:extLst>
              <a:ext uri="{FF2B5EF4-FFF2-40B4-BE49-F238E27FC236}">
                <a16:creationId xmlns:a16="http://schemas.microsoft.com/office/drawing/2014/main" id="{55155EEF-AD64-803E-D57F-664F7BE06F81}"/>
              </a:ext>
            </a:extLst>
          </p:cNvPr>
          <p:cNvSpPr txBox="1">
            <a:spLocks/>
          </p:cNvSpPr>
          <p:nvPr/>
        </p:nvSpPr>
        <p:spPr>
          <a:xfrm>
            <a:off x="2633960" y="5271600"/>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89" name="Text Placeholder 8">
            <a:extLst>
              <a:ext uri="{FF2B5EF4-FFF2-40B4-BE49-F238E27FC236}">
                <a16:creationId xmlns:a16="http://schemas.microsoft.com/office/drawing/2014/main" id="{06E74C6E-DF7F-8FFA-4A07-EC108B244179}"/>
              </a:ext>
            </a:extLst>
          </p:cNvPr>
          <p:cNvSpPr txBox="1">
            <a:spLocks/>
          </p:cNvSpPr>
          <p:nvPr/>
        </p:nvSpPr>
        <p:spPr>
          <a:xfrm>
            <a:off x="2745426" y="4377532"/>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6"/>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6"/>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save changes</a:t>
            </a:r>
          </a:p>
        </p:txBody>
      </p:sp>
      <p:sp>
        <p:nvSpPr>
          <p:cNvPr id="90" name="Text Placeholder 9">
            <a:extLst>
              <a:ext uri="{FF2B5EF4-FFF2-40B4-BE49-F238E27FC236}">
                <a16:creationId xmlns:a16="http://schemas.microsoft.com/office/drawing/2014/main" id="{0C5A59BF-7216-E2AA-AAD5-7C7AAA7DE58C}"/>
              </a:ext>
            </a:extLst>
          </p:cNvPr>
          <p:cNvSpPr txBox="1">
            <a:spLocks/>
          </p:cNvSpPr>
          <p:nvPr/>
        </p:nvSpPr>
        <p:spPr>
          <a:xfrm>
            <a:off x="2745426" y="4689188"/>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Once you have decided on a limit for the department(s), select save changes to implement this.</a:t>
            </a:r>
          </a:p>
        </p:txBody>
      </p:sp>
      <p:sp>
        <p:nvSpPr>
          <p:cNvPr id="91" name="Text Placeholder 10">
            <a:extLst>
              <a:ext uri="{FF2B5EF4-FFF2-40B4-BE49-F238E27FC236}">
                <a16:creationId xmlns:a16="http://schemas.microsoft.com/office/drawing/2014/main" id="{A9380EDF-10AB-0730-7866-D9FF179A65E4}"/>
              </a:ext>
            </a:extLst>
          </p:cNvPr>
          <p:cNvSpPr txBox="1">
            <a:spLocks/>
          </p:cNvSpPr>
          <p:nvPr/>
        </p:nvSpPr>
        <p:spPr>
          <a:xfrm>
            <a:off x="5890474" y="4377532"/>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5"/>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5"/>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Set a limited monthly budget</a:t>
            </a:r>
          </a:p>
        </p:txBody>
      </p:sp>
      <p:sp>
        <p:nvSpPr>
          <p:cNvPr id="92" name="Text Placeholder 11">
            <a:extLst>
              <a:ext uri="{FF2B5EF4-FFF2-40B4-BE49-F238E27FC236}">
                <a16:creationId xmlns:a16="http://schemas.microsoft.com/office/drawing/2014/main" id="{8B1C1B7C-0C50-B3E7-CD10-23989FA33C4E}"/>
              </a:ext>
            </a:extLst>
          </p:cNvPr>
          <p:cNvSpPr txBox="1">
            <a:spLocks/>
          </p:cNvSpPr>
          <p:nvPr/>
        </p:nvSpPr>
        <p:spPr>
          <a:xfrm>
            <a:off x="5895021" y="4689188"/>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Select Limited monthly budget and enter a spend limit to prevent the department(s) exceeding their allocation. If Admin wants to limit single user spending, create a group with one user.</a:t>
            </a:r>
          </a:p>
        </p:txBody>
      </p:sp>
      <p:sp>
        <p:nvSpPr>
          <p:cNvPr id="93" name="Text Placeholder 12">
            <a:extLst>
              <a:ext uri="{FF2B5EF4-FFF2-40B4-BE49-F238E27FC236}">
                <a16:creationId xmlns:a16="http://schemas.microsoft.com/office/drawing/2014/main" id="{87D95068-E06A-8C31-9A11-36CD3954EC7D}"/>
              </a:ext>
            </a:extLst>
          </p:cNvPr>
          <p:cNvSpPr txBox="1">
            <a:spLocks/>
          </p:cNvSpPr>
          <p:nvPr/>
        </p:nvSpPr>
        <p:spPr>
          <a:xfrm>
            <a:off x="8974894" y="5271599"/>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
        <p:nvSpPr>
          <p:cNvPr id="94" name="Text Placeholder 13">
            <a:extLst>
              <a:ext uri="{FF2B5EF4-FFF2-40B4-BE49-F238E27FC236}">
                <a16:creationId xmlns:a16="http://schemas.microsoft.com/office/drawing/2014/main" id="{A3B78819-0940-C934-91F6-697EA850B12B}"/>
              </a:ext>
            </a:extLst>
          </p:cNvPr>
          <p:cNvSpPr txBox="1">
            <a:spLocks/>
          </p:cNvSpPr>
          <p:nvPr/>
        </p:nvSpPr>
        <p:spPr>
          <a:xfrm>
            <a:off x="9044617" y="4366412"/>
            <a:ext cx="2572262" cy="153888"/>
          </a:xfrm>
          <a:prstGeom prst="rect">
            <a:avLst/>
          </a:prstGeom>
          <a:noFill/>
          <a:effectLst/>
        </p:spPr>
        <p:txBody>
          <a:bodyPr vert="horz" wrap="square" lIns="0" tIns="0" rIns="0" bIns="0" rtlCol="0" anchor="ctr" anchorCtr="0">
            <a:spAutoFit/>
          </a:bodyPr>
          <a:lstStyle>
            <a:lvl1pPr marL="114300" marR="0" indent="-114300" algn="l" defTabSz="932742" rtl="0" eaLnBrk="1" fontAlgn="auto" latinLnBrk="0" hangingPunct="1">
              <a:lnSpc>
                <a:spcPct val="100000"/>
              </a:lnSpc>
              <a:spcBef>
                <a:spcPct val="20000"/>
              </a:spcBef>
              <a:spcAft>
                <a:spcPts val="0"/>
              </a:spcAft>
              <a:buClrTx/>
              <a:buSzPct val="100000"/>
              <a:buFont typeface="+mj-lt"/>
              <a:buAutoNum type="arabicPeriod" startAt="4"/>
              <a:tabLst/>
              <a:defRPr sz="1000" b="0" i="0" kern="1200" spc="0" baseline="0">
                <a:solidFill>
                  <a:schemeClr val="tx1"/>
                </a:solidFill>
                <a:latin typeface="+mj-lt"/>
                <a:ea typeface="+mn-ea"/>
                <a:cs typeface="Segoe UI Semibold"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marR="0" lvl="0" indent="-114300" algn="l" defTabSz="932742" rtl="0" eaLnBrk="1" fontAlgn="auto" latinLnBrk="0" hangingPunct="1">
              <a:lnSpc>
                <a:spcPct val="100000"/>
              </a:lnSpc>
              <a:spcBef>
                <a:spcPct val="20000"/>
              </a:spcBef>
              <a:spcAft>
                <a:spcPts val="0"/>
              </a:spcAft>
              <a:buClrTx/>
              <a:buSzPct val="100000"/>
              <a:buFont typeface="+mj-lt"/>
              <a:buAutoNum type="arabicPeriod" startAt="4"/>
              <a:tabLst/>
              <a:defRPr/>
            </a:pPr>
            <a:r>
              <a:rPr kumimoji="0" lang="en-US" sz="1000" b="0" i="0" u="none" strike="noStrike" kern="1200" cap="none" spc="0" normalizeH="0" baseline="0" noProof="0">
                <a:ln>
                  <a:noFill/>
                </a:ln>
                <a:solidFill>
                  <a:srgbClr val="091F2C"/>
                </a:solidFill>
                <a:effectLst/>
                <a:uLnTx/>
                <a:uFillTx/>
                <a:latin typeface="Segoe Sans Display Semibold"/>
                <a:ea typeface="+mn-ea"/>
                <a:cs typeface="Segoe UI Semibold" panose="020B0502040204020203" pitchFamily="34" charset="0"/>
              </a:rPr>
              <a:t>Select limits and alerts</a:t>
            </a:r>
          </a:p>
        </p:txBody>
      </p:sp>
      <p:sp>
        <p:nvSpPr>
          <p:cNvPr id="95" name="Text Placeholder 14">
            <a:extLst>
              <a:ext uri="{FF2B5EF4-FFF2-40B4-BE49-F238E27FC236}">
                <a16:creationId xmlns:a16="http://schemas.microsoft.com/office/drawing/2014/main" id="{FD4532CF-23BA-B146-37D5-1B9E4FABC429}"/>
              </a:ext>
            </a:extLst>
          </p:cNvPr>
          <p:cNvSpPr txBox="1">
            <a:spLocks/>
          </p:cNvSpPr>
          <p:nvPr/>
        </p:nvSpPr>
        <p:spPr>
          <a:xfrm>
            <a:off x="9044616" y="4689188"/>
            <a:ext cx="2572262" cy="626701"/>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Select the department’s policy name to open the policy review window then select limits and alerts.</a:t>
            </a:r>
          </a:p>
        </p:txBody>
      </p:sp>
      <p:sp>
        <p:nvSpPr>
          <p:cNvPr id="96" name="Text Placeholder 15">
            <a:extLst>
              <a:ext uri="{FF2B5EF4-FFF2-40B4-BE49-F238E27FC236}">
                <a16:creationId xmlns:a16="http://schemas.microsoft.com/office/drawing/2014/main" id="{951A4682-760B-1156-ED75-719EFF934CA3}"/>
              </a:ext>
            </a:extLst>
          </p:cNvPr>
          <p:cNvSpPr txBox="1">
            <a:spLocks/>
          </p:cNvSpPr>
          <p:nvPr/>
        </p:nvSpPr>
        <p:spPr>
          <a:xfrm>
            <a:off x="5805535" y="5271599"/>
            <a:ext cx="2572262" cy="1394240"/>
          </a:xfrm>
          <a:prstGeom prst="roundRect">
            <a:avLst>
              <a:gd name="adj" fmla="val 9576"/>
            </a:avLst>
          </a:prstGeom>
          <a:solidFill>
            <a:srgbClr val="FFFFFF">
              <a:lumMod val="95000"/>
              <a:alpha val="50000"/>
            </a:srgbClr>
          </a:solidFill>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0"/>
              </a:spcBef>
              <a:spcAft>
                <a:spcPts val="200"/>
              </a:spcAft>
              <a:buClrTx/>
              <a:buSzPct val="90000"/>
              <a:buFont typeface="Wingdings" panose="05000000000000000000" pitchFamily="2" charset="2"/>
              <a:buNone/>
              <a:tabLst/>
              <a:defRPr sz="900" kern="1200" spc="0" baseline="0">
                <a:solidFill>
                  <a:schemeClr val="tx1"/>
                </a:solidFill>
                <a:latin typeface="+mn-lt"/>
                <a:ea typeface="+mn-ea"/>
                <a:cs typeface="+mn-cs"/>
              </a:defRPr>
            </a:lvl2pPr>
            <a:lvl3pPr marL="0" marR="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sz="900" kern="1200" spc="0" baseline="0">
                <a:solidFill>
                  <a:schemeClr val="tx1"/>
                </a:solidFill>
                <a:latin typeface="+mj-lt"/>
                <a:ea typeface="+mn-ea"/>
                <a:cs typeface="+mn-cs"/>
              </a:defRPr>
            </a:lvl3pPr>
            <a:lvl4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900" kern="1200" spc="0" baseline="0">
                <a:solidFill>
                  <a:schemeClr val="tx1"/>
                </a:solidFill>
                <a:latin typeface="+mj-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100"/>
              </a:spcAft>
              <a:buClrTx/>
              <a:buSzPct val="90000"/>
              <a:buFont typeface="Wingdings" panose="05000000000000000000" pitchFamily="2" charset="2"/>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pic>
        <p:nvPicPr>
          <p:cNvPr id="99" name="Picture 98">
            <a:extLst>
              <a:ext uri="{FF2B5EF4-FFF2-40B4-BE49-F238E27FC236}">
                <a16:creationId xmlns:a16="http://schemas.microsoft.com/office/drawing/2014/main" id="{D531C3C8-267D-350D-F472-E5AD99E35F1C}"/>
              </a:ext>
            </a:extLst>
          </p:cNvPr>
          <p:cNvPicPr>
            <a:picLocks noChangeAspect="1"/>
          </p:cNvPicPr>
          <p:nvPr/>
        </p:nvPicPr>
        <p:blipFill>
          <a:blip r:embed="rId6">
            <a:extLst>
              <a:ext uri="{28A0092B-C50C-407E-A947-70E740481C1C}">
                <a14:useLocalDpi xmlns:a14="http://schemas.microsoft.com/office/drawing/2010/main" val="0"/>
              </a:ext>
            </a:extLst>
          </a:blip>
          <a:srcRect l="45875" t="59481" r="19385" b="684"/>
          <a:stretch>
            <a:fillRect/>
          </a:stretch>
        </p:blipFill>
        <p:spPr>
          <a:xfrm>
            <a:off x="2729820" y="5359965"/>
            <a:ext cx="2380542" cy="1217507"/>
          </a:xfrm>
          <a:prstGeom prst="rect">
            <a:avLst/>
          </a:prstGeom>
        </p:spPr>
      </p:pic>
      <p:sp>
        <p:nvSpPr>
          <p:cNvPr id="100" name="Text Placeholder 1">
            <a:extLst>
              <a:ext uri="{FF2B5EF4-FFF2-40B4-BE49-F238E27FC236}">
                <a16:creationId xmlns:a16="http://schemas.microsoft.com/office/drawing/2014/main" id="{0E4A5EF5-221F-005F-7327-C8566320D947}"/>
              </a:ext>
            </a:extLst>
          </p:cNvPr>
          <p:cNvSpPr txBox="1">
            <a:spLocks/>
          </p:cNvSpPr>
          <p:nvPr/>
        </p:nvSpPr>
        <p:spPr>
          <a:xfrm>
            <a:off x="624047" y="1445795"/>
            <a:ext cx="1789936" cy="2340680"/>
          </a:xfrm>
          <a:prstGeom prst="rect">
            <a:avLst/>
          </a:prstGeom>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kumimoji="0" lang="en-US" sz="1050" b="0" i="0" u="none" strike="noStrike" kern="100" cap="none" spc="0" normalizeH="0" baseline="0" dirty="0">
                <a:ln>
                  <a:noFill/>
                </a:ln>
                <a:solidFill>
                  <a:schemeClr val="tx1"/>
                </a:solidFill>
                <a:effectLst/>
                <a:uLnTx/>
                <a:uFillTx/>
                <a:latin typeface="+mn-lt"/>
                <a:ea typeface="Aptos" panose="020B0004020202020204" pitchFamily="34" charset="0"/>
                <a:cs typeface="Times New Roman" panose="02020603050405020304" pitchFamily="18"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00" cap="none" spc="0" normalizeH="0" baseline="0" noProof="0">
                <a:ln>
                  <a:noFill/>
                </a:ln>
                <a:solidFill>
                  <a:srgbClr val="091F2C"/>
                </a:solidFill>
                <a:effectLst/>
                <a:uLnTx/>
                <a:uFillTx/>
                <a:latin typeface="Segoe Sans Display Semilight" pitchFamily="2" charset="0"/>
                <a:cs typeface="Segoe Sans Display Semilight" pitchFamily="2" charset="0"/>
              </a:rPr>
              <a:t>This example assumes an existing policy. If no policy is in place, admins can create one and apply it to the selected users or groups using a similar approach.</a:t>
            </a: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endParaRPr kumimoji="0" lang="en-US" sz="1050" b="0" i="0" u="none" strike="noStrike" kern="100" cap="none" spc="0" normalizeH="0" baseline="0" noProof="0">
              <a:ln>
                <a:noFill/>
              </a:ln>
              <a:solidFill>
                <a:srgbClr val="091F2C"/>
              </a:solidFill>
              <a:effectLst/>
              <a:uLnTx/>
              <a:uFillTx/>
              <a:latin typeface="Segoe Sans Display Semilight" pitchFamily="2" charset="0"/>
              <a:cs typeface="Segoe Sans Display Semilight" pitchFamily="2" charset="0"/>
            </a:endParaRPr>
          </a:p>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050" b="0" i="0" u="none" strike="noStrike" kern="100" cap="none" spc="0" normalizeH="0" baseline="0" noProof="0">
                <a:ln>
                  <a:noFill/>
                </a:ln>
                <a:solidFill>
                  <a:srgbClr val="091F2C"/>
                </a:solidFill>
                <a:effectLst/>
                <a:uLnTx/>
                <a:uFillTx/>
                <a:latin typeface="Segoe Sans Display Semilight" pitchFamily="2" charset="0"/>
                <a:cs typeface="Segoe Sans Display Semilight" pitchFamily="2" charset="0"/>
              </a:rPr>
              <a:t>If a default policy is already in place and you'd prefer not to modify it, you can create a new policy with the specific department changes via monthly and group limits instead.</a:t>
            </a:r>
          </a:p>
        </p:txBody>
      </p:sp>
      <p:pic>
        <p:nvPicPr>
          <p:cNvPr id="5" name="Picture 4" descr="The image displays a user interface with various settings for managing a service's budget, including limits, alerts, and credit options.&#10;&#10;AI-generated content may be incorrect.">
            <a:extLst>
              <a:ext uri="{FF2B5EF4-FFF2-40B4-BE49-F238E27FC236}">
                <a16:creationId xmlns:a16="http://schemas.microsoft.com/office/drawing/2014/main" id="{973975C9-0C8D-C2A3-205D-7C31D4256B95}"/>
              </a:ext>
            </a:extLst>
          </p:cNvPr>
          <p:cNvPicPr>
            <a:picLocks noChangeAspect="1"/>
          </p:cNvPicPr>
          <p:nvPr/>
        </p:nvPicPr>
        <p:blipFill>
          <a:blip r:embed="rId7">
            <a:extLst>
              <a:ext uri="{28A0092B-C50C-407E-A947-70E740481C1C}">
                <a14:useLocalDpi xmlns:a14="http://schemas.microsoft.com/office/drawing/2010/main" val="0"/>
              </a:ext>
            </a:extLst>
          </a:blip>
          <a:srcRect l="56385" t="2754" b="59139"/>
          <a:stretch>
            <a:fillRect/>
          </a:stretch>
        </p:blipFill>
        <p:spPr>
          <a:xfrm>
            <a:off x="9072970" y="5353752"/>
            <a:ext cx="2380542" cy="1217507"/>
          </a:xfrm>
          <a:prstGeom prst="rect">
            <a:avLst/>
          </a:prstGeom>
        </p:spPr>
      </p:pic>
      <p:pic>
        <p:nvPicPr>
          <p:cNvPr id="9" name="Picture 8" descr="The image displays a user interface for setting up and managing budget limits and usage alerts for a service, such as a coworking platform.&#10;&#10;AI-generated content may be incorrect.">
            <a:extLst>
              <a:ext uri="{FF2B5EF4-FFF2-40B4-BE49-F238E27FC236}">
                <a16:creationId xmlns:a16="http://schemas.microsoft.com/office/drawing/2014/main" id="{2C295BF0-71BC-345D-2443-C6ED36BA5CF2}"/>
              </a:ext>
            </a:extLst>
          </p:cNvPr>
          <p:cNvPicPr>
            <a:picLocks noChangeAspect="1"/>
          </p:cNvPicPr>
          <p:nvPr/>
        </p:nvPicPr>
        <p:blipFill>
          <a:blip r:embed="rId8">
            <a:extLst>
              <a:ext uri="{28A0092B-C50C-407E-A947-70E740481C1C}">
                <a14:useLocalDpi xmlns:a14="http://schemas.microsoft.com/office/drawing/2010/main" val="0"/>
              </a:ext>
            </a:extLst>
          </a:blip>
          <a:srcRect l="61664" t="19150" b="43036"/>
          <a:stretch>
            <a:fillRect/>
          </a:stretch>
        </p:blipFill>
        <p:spPr>
          <a:xfrm>
            <a:off x="5901395" y="5353751"/>
            <a:ext cx="2380542" cy="1217507"/>
          </a:xfrm>
          <a:prstGeom prst="rect">
            <a:avLst/>
          </a:prstGeom>
        </p:spPr>
      </p:pic>
      <p:sp>
        <p:nvSpPr>
          <p:cNvPr id="4" name="TextBox 3">
            <a:extLst>
              <a:ext uri="{FF2B5EF4-FFF2-40B4-BE49-F238E27FC236}">
                <a16:creationId xmlns:a16="http://schemas.microsoft.com/office/drawing/2014/main" id="{4997385A-DEDC-E6C5-77CD-493EC476E3D6}"/>
              </a:ext>
            </a:extLst>
          </p:cNvPr>
          <p:cNvSpPr txBox="1"/>
          <p:nvPr/>
        </p:nvSpPr>
        <p:spPr>
          <a:xfrm>
            <a:off x="10231937" y="6632781"/>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7" name="Picture 6" descr="The image displays a cost management dashboard for Monitor Al, showing usage statistics, consumption data, and alerts for users near or at their credit limits.&#10;&#10;AI-generated content may be incorrect.">
            <a:extLst>
              <a:ext uri="{FF2B5EF4-FFF2-40B4-BE49-F238E27FC236}">
                <a16:creationId xmlns:a16="http://schemas.microsoft.com/office/drawing/2014/main" id="{D6480FD7-39EF-1E20-EDD5-E39995988518}"/>
              </a:ext>
            </a:extLst>
          </p:cNvPr>
          <p:cNvPicPr>
            <a:picLocks noChangeAspect="1"/>
          </p:cNvPicPr>
          <p:nvPr/>
        </p:nvPicPr>
        <p:blipFill>
          <a:blip r:embed="rId9"/>
          <a:srcRect l="140" t="3996" r="47788" b="48018"/>
          <a:stretch>
            <a:fillRect/>
          </a:stretch>
        </p:blipFill>
        <p:spPr>
          <a:xfrm>
            <a:off x="5901395" y="2410468"/>
            <a:ext cx="2380542" cy="1217507"/>
          </a:xfrm>
          <a:prstGeom prst="rect">
            <a:avLst/>
          </a:prstGeom>
        </p:spPr>
      </p:pic>
    </p:spTree>
    <p:extLst>
      <p:ext uri="{BB962C8B-B14F-4D97-AF65-F5344CB8AC3E}">
        <p14:creationId xmlns:p14="http://schemas.microsoft.com/office/powerpoint/2010/main" val="36449642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33ED2-36A0-4663-730C-39F2AB58FB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2810A-36F9-6C02-6F05-09A48D311E79}"/>
              </a:ext>
            </a:extLst>
          </p:cNvPr>
          <p:cNvSpPr>
            <a:spLocks noGrp="1"/>
          </p:cNvSpPr>
          <p:nvPr>
            <p:ph type="title"/>
          </p:nvPr>
        </p:nvSpPr>
        <p:spPr/>
        <p:txBody>
          <a:bodyPr/>
          <a:lstStyle/>
          <a:p>
            <a:r>
              <a:rPr lang="en-US"/>
              <a:t>Feature Walkthrough</a:t>
            </a:r>
          </a:p>
        </p:txBody>
      </p:sp>
    </p:spTree>
    <p:extLst>
      <p:ext uri="{BB962C8B-B14F-4D97-AF65-F5344CB8AC3E}">
        <p14:creationId xmlns:p14="http://schemas.microsoft.com/office/powerpoint/2010/main" val="382222120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58D81-88C9-DD5F-AC34-67BCF45C9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8B6E9-6926-96B0-106F-3C3764E056E7}"/>
              </a:ext>
            </a:extLst>
          </p:cNvPr>
          <p:cNvSpPr>
            <a:spLocks noGrp="1"/>
          </p:cNvSpPr>
          <p:nvPr>
            <p:ph type="title"/>
          </p:nvPr>
        </p:nvSpPr>
        <p:spPr>
          <a:xfrm>
            <a:off x="588263" y="457200"/>
            <a:ext cx="11018520" cy="492443"/>
          </a:xfrm>
        </p:spPr>
        <p:txBody>
          <a:bodyPr/>
          <a:lstStyle/>
          <a:p>
            <a:r>
              <a:rPr lang="en-US" sz="3200">
                <a:cs typeface="Segoe Sans Display"/>
              </a:rPr>
              <a:t>Core Cost Management workflow for admins</a:t>
            </a:r>
          </a:p>
        </p:txBody>
      </p:sp>
      <p:sp>
        <p:nvSpPr>
          <p:cNvPr id="6" name="Text Placeholder 2">
            <a:extLst>
              <a:ext uri="{FF2B5EF4-FFF2-40B4-BE49-F238E27FC236}">
                <a16:creationId xmlns:a16="http://schemas.microsoft.com/office/drawing/2014/main" id="{562C7CA7-7E03-10B3-48C1-1A8C3EDF2B88}"/>
              </a:ext>
            </a:extLst>
          </p:cNvPr>
          <p:cNvSpPr txBox="1">
            <a:spLocks/>
          </p:cNvSpPr>
          <p:nvPr/>
        </p:nvSpPr>
        <p:spPr>
          <a:xfrm>
            <a:off x="521638" y="980420"/>
            <a:ext cx="11082098" cy="332879"/>
          </a:xfrm>
          <a:prstGeom prst="rect">
            <a:avLst/>
          </a:prstGeom>
        </p:spPr>
        <p:txBody>
          <a:bodyPr lIns="91440" tIns="45720" rIns="91440" bIns="45720" anchor="t"/>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323139"/>
                </a:solidFill>
                <a:effectLst/>
                <a:uLnTx/>
                <a:uFillTx/>
                <a:latin typeface="Segoe Sans Display Semilight"/>
                <a:ea typeface="+mn-ea"/>
                <a:cs typeface="Segoe Sans Display"/>
              </a:rPr>
              <a:t>The key steps to unlocking AI experiences and managing spend with usage-based billing</a:t>
            </a:r>
          </a:p>
        </p:txBody>
      </p:sp>
      <p:sp>
        <p:nvSpPr>
          <p:cNvPr id="56" name="Rectangle: Rounded Corners 55">
            <a:extLst>
              <a:ext uri="{FF2B5EF4-FFF2-40B4-BE49-F238E27FC236}">
                <a16:creationId xmlns:a16="http://schemas.microsoft.com/office/drawing/2014/main" id="{70181FA2-7E96-C5C5-1729-60262430C29F}"/>
              </a:ext>
            </a:extLst>
          </p:cNvPr>
          <p:cNvSpPr/>
          <p:nvPr/>
        </p:nvSpPr>
        <p:spPr bwMode="auto">
          <a:xfrm rot="16200000">
            <a:off x="1065763" y="2702797"/>
            <a:ext cx="2468705" cy="2197893"/>
          </a:xfrm>
          <a:prstGeom prst="roundRect">
            <a:avLst>
              <a:gd name="adj" fmla="val 2384"/>
            </a:avLst>
          </a:prstGeom>
          <a:solidFill>
            <a:srgbClr val="F8F8F8">
              <a:alpha val="50000"/>
            </a:srgbClr>
          </a:solidFill>
          <a:ln w="12700" cap="flat">
            <a:gradFill flip="none" rotWithShape="1">
              <a:gsLst>
                <a:gs pos="60000">
                  <a:srgbClr val="9BC72A"/>
                </a:gs>
                <a:gs pos="80000">
                  <a:srgbClr val="0097F4"/>
                </a:gs>
                <a:gs pos="70000">
                  <a:srgbClr val="00B291"/>
                </a:gs>
                <a:gs pos="50000">
                  <a:srgbClr val="FFCE20"/>
                </a:gs>
                <a:gs pos="40000">
                  <a:srgbClr val="FFA200"/>
                </a:gs>
                <a:gs pos="30000">
                  <a:srgbClr val="FF32A3"/>
                </a:gs>
                <a:gs pos="20000">
                  <a:srgbClr val="CB85FF"/>
                </a:gs>
                <a:gs pos="90000">
                  <a:srgbClr val="323139"/>
                </a:gs>
                <a:gs pos="10000">
                  <a:srgbClr val="323139"/>
                </a:gs>
              </a:gsLst>
              <a:lin ang="18900000" scaled="1"/>
              <a:tileRect/>
            </a:gradFill>
            <a:prstDash val="dash"/>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0097F4"/>
              </a:solidFill>
              <a:effectLst/>
              <a:uLnTx/>
              <a:uFillTx/>
              <a:latin typeface="Segoe Sans Display"/>
              <a:ea typeface="+mn-ea"/>
              <a:cs typeface="+mn-cs"/>
            </a:endParaRPr>
          </a:p>
        </p:txBody>
      </p:sp>
      <p:sp>
        <p:nvSpPr>
          <p:cNvPr id="31" name="TextBox 30">
            <a:extLst>
              <a:ext uri="{FF2B5EF4-FFF2-40B4-BE49-F238E27FC236}">
                <a16:creationId xmlns:a16="http://schemas.microsoft.com/office/drawing/2014/main" id="{E429F0A9-1BFF-5206-C525-B04EB564780D}"/>
              </a:ext>
            </a:extLst>
          </p:cNvPr>
          <p:cNvSpPr txBox="1"/>
          <p:nvPr/>
        </p:nvSpPr>
        <p:spPr>
          <a:xfrm>
            <a:off x="1243808" y="2786277"/>
            <a:ext cx="1684476" cy="369332"/>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rPr>
              <a:t>Action</a:t>
            </a:r>
          </a:p>
        </p:txBody>
      </p:sp>
      <p:sp>
        <p:nvSpPr>
          <p:cNvPr id="32" name="TextBox 31">
            <a:extLst>
              <a:ext uri="{FF2B5EF4-FFF2-40B4-BE49-F238E27FC236}">
                <a16:creationId xmlns:a16="http://schemas.microsoft.com/office/drawing/2014/main" id="{74A61FF5-97A6-5BCE-BDF3-F6D1F31DCE19}"/>
              </a:ext>
            </a:extLst>
          </p:cNvPr>
          <p:cNvSpPr txBox="1"/>
          <p:nvPr/>
        </p:nvSpPr>
        <p:spPr>
          <a:xfrm>
            <a:off x="1243808" y="3468937"/>
            <a:ext cx="1684476" cy="646331"/>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rPr>
              <a:t>Global admin</a:t>
            </a: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rPr>
              <a:t>Billing admin</a:t>
            </a:r>
          </a:p>
        </p:txBody>
      </p:sp>
      <p:sp>
        <p:nvSpPr>
          <p:cNvPr id="35" name="TextBox 34">
            <a:extLst>
              <a:ext uri="{FF2B5EF4-FFF2-40B4-BE49-F238E27FC236}">
                <a16:creationId xmlns:a16="http://schemas.microsoft.com/office/drawing/2014/main" id="{84E4B623-C52E-808E-1D5A-162F4E1FBF7C}"/>
              </a:ext>
            </a:extLst>
          </p:cNvPr>
          <p:cNvSpPr txBox="1">
            <a:spLocks/>
          </p:cNvSpPr>
          <p:nvPr/>
        </p:nvSpPr>
        <p:spPr>
          <a:xfrm>
            <a:off x="1256369" y="4297688"/>
            <a:ext cx="1684476" cy="646331"/>
          </a:xfrm>
          <a:prstGeom prst="rect">
            <a:avLst/>
          </a:prstGeom>
          <a:noFill/>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rPr>
              <a:t>AI admin</a:t>
            </a: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Segoe Sans Display" pitchFamily="2" charset="0"/>
              </a:rPr>
              <a:t>License admin</a:t>
            </a:r>
          </a:p>
        </p:txBody>
      </p:sp>
      <p:cxnSp>
        <p:nvCxnSpPr>
          <p:cNvPr id="36" name="Straight Connector 35">
            <a:extLst>
              <a:ext uri="{FF2B5EF4-FFF2-40B4-BE49-F238E27FC236}">
                <a16:creationId xmlns:a16="http://schemas.microsoft.com/office/drawing/2014/main" id="{7986DED0-2295-BA7E-AED9-007B69A00782}"/>
              </a:ext>
            </a:extLst>
          </p:cNvPr>
          <p:cNvCxnSpPr>
            <a:cxnSpLocks/>
          </p:cNvCxnSpPr>
          <p:nvPr/>
        </p:nvCxnSpPr>
        <p:spPr>
          <a:xfrm>
            <a:off x="1256369" y="3374497"/>
            <a:ext cx="1684476"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09788FF-678B-990B-5C0E-2AE6E92E17D1}"/>
              </a:ext>
            </a:extLst>
          </p:cNvPr>
          <p:cNvCxnSpPr>
            <a:cxnSpLocks/>
          </p:cNvCxnSpPr>
          <p:nvPr/>
        </p:nvCxnSpPr>
        <p:spPr>
          <a:xfrm>
            <a:off x="1256369" y="4181605"/>
            <a:ext cx="1684476"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Rounded Rectangle 17">
            <a:extLst>
              <a:ext uri="{FF2B5EF4-FFF2-40B4-BE49-F238E27FC236}">
                <a16:creationId xmlns:a16="http://schemas.microsoft.com/office/drawing/2014/main" id="{7CBD1C23-BE5E-C60C-1EB6-95AD80FDDEF0}"/>
              </a:ext>
            </a:extLst>
          </p:cNvPr>
          <p:cNvSpPr>
            <a:spLocks/>
          </p:cNvSpPr>
          <p:nvPr/>
        </p:nvSpPr>
        <p:spPr bwMode="auto">
          <a:xfrm>
            <a:off x="5263659" y="1723299"/>
            <a:ext cx="1958897" cy="531563"/>
          </a:xfrm>
          <a:prstGeom prst="roundRect">
            <a:avLst>
              <a:gd name="adj" fmla="val 17166"/>
            </a:avLst>
          </a:prstGeom>
          <a:solidFill>
            <a:srgbClr val="0078D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mn-cs"/>
              </a:rPr>
              <a:t>Configure spending policies</a:t>
            </a:r>
          </a:p>
        </p:txBody>
      </p:sp>
      <p:sp>
        <p:nvSpPr>
          <p:cNvPr id="4" name="Rounded Rectangle 17">
            <a:extLst>
              <a:ext uri="{FF2B5EF4-FFF2-40B4-BE49-F238E27FC236}">
                <a16:creationId xmlns:a16="http://schemas.microsoft.com/office/drawing/2014/main" id="{0262184C-7EA4-0F3C-3F28-F2D5356CFBA0}"/>
              </a:ext>
            </a:extLst>
          </p:cNvPr>
          <p:cNvSpPr>
            <a:spLocks/>
          </p:cNvSpPr>
          <p:nvPr/>
        </p:nvSpPr>
        <p:spPr bwMode="auto">
          <a:xfrm>
            <a:off x="3195621" y="1723300"/>
            <a:ext cx="1958897" cy="531563"/>
          </a:xfrm>
          <a:prstGeom prst="roundRect">
            <a:avLst>
              <a:gd name="adj" fmla="val 17166"/>
            </a:avLst>
          </a:prstGeom>
          <a:solidFill>
            <a:srgbClr val="0078D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mn-cs"/>
              </a:rPr>
              <a:t>Activate default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mn-cs"/>
              </a:rPr>
              <a:t>policy</a:t>
            </a:r>
          </a:p>
        </p:txBody>
      </p:sp>
      <p:sp>
        <p:nvSpPr>
          <p:cNvPr id="9" name="Freeform: Shape 8">
            <a:extLst>
              <a:ext uri="{FF2B5EF4-FFF2-40B4-BE49-F238E27FC236}">
                <a16:creationId xmlns:a16="http://schemas.microsoft.com/office/drawing/2014/main" id="{FC5B4A2D-E3CE-C631-8E3C-D00C1B4C4993}"/>
              </a:ext>
            </a:extLst>
          </p:cNvPr>
          <p:cNvSpPr>
            <a:spLocks/>
          </p:cNvSpPr>
          <p:nvPr/>
        </p:nvSpPr>
        <p:spPr bwMode="auto">
          <a:xfrm>
            <a:off x="3129757" y="2567390"/>
            <a:ext cx="4150806" cy="2468707"/>
          </a:xfrm>
          <a:custGeom>
            <a:avLst/>
            <a:gdLst>
              <a:gd name="csX0" fmla="*/ 144440 w 8483598"/>
              <a:gd name="csY0" fmla="*/ 0 h 3228431"/>
              <a:gd name="csX1" fmla="*/ 4005919 w 8483598"/>
              <a:gd name="csY1" fmla="*/ 0 h 3228431"/>
              <a:gd name="csX2" fmla="*/ 4150359 w 8483598"/>
              <a:gd name="csY2" fmla="*/ 144440 h 3228431"/>
              <a:gd name="csX3" fmla="*/ 4150359 w 8483598"/>
              <a:gd name="csY3" fmla="*/ 415459 h 3228431"/>
              <a:gd name="csX4" fmla="*/ 4150360 w 8483598"/>
              <a:gd name="csY4" fmla="*/ 415459 h 3228431"/>
              <a:gd name="csX5" fmla="*/ 4150360 w 8483598"/>
              <a:gd name="csY5" fmla="*/ 604225 h 3228431"/>
              <a:gd name="csX6" fmla="*/ 4241800 w 8483598"/>
              <a:gd name="csY6" fmla="*/ 695665 h 3228431"/>
              <a:gd name="csX7" fmla="*/ 4333240 w 8483598"/>
              <a:gd name="csY7" fmla="*/ 604225 h 3228431"/>
              <a:gd name="csX8" fmla="*/ 4333240 w 8483598"/>
              <a:gd name="csY8" fmla="*/ 233067 h 3228431"/>
              <a:gd name="csX9" fmla="*/ 4333239 w 8483598"/>
              <a:gd name="csY9" fmla="*/ 233062 h 3228431"/>
              <a:gd name="csX10" fmla="*/ 4333239 w 8483598"/>
              <a:gd name="csY10" fmla="*/ 144440 h 3228431"/>
              <a:gd name="csX11" fmla="*/ 4477679 w 8483598"/>
              <a:gd name="csY11" fmla="*/ 0 h 3228431"/>
              <a:gd name="csX12" fmla="*/ 8339158 w 8483598"/>
              <a:gd name="csY12" fmla="*/ 0 h 3228431"/>
              <a:gd name="csX13" fmla="*/ 8483598 w 8483598"/>
              <a:gd name="csY13" fmla="*/ 144440 h 3228431"/>
              <a:gd name="csX14" fmla="*/ 8483598 w 8483598"/>
              <a:gd name="csY14" fmla="*/ 3083991 h 3228431"/>
              <a:gd name="csX15" fmla="*/ 8339158 w 8483598"/>
              <a:gd name="csY15" fmla="*/ 3228431 h 3228431"/>
              <a:gd name="csX16" fmla="*/ 4477679 w 8483598"/>
              <a:gd name="csY16" fmla="*/ 3228431 h 3228431"/>
              <a:gd name="csX17" fmla="*/ 4333239 w 8483598"/>
              <a:gd name="csY17" fmla="*/ 3083991 h 3228431"/>
              <a:gd name="csX18" fmla="*/ 4333239 w 8483598"/>
              <a:gd name="csY18" fmla="*/ 3019182 h 3228431"/>
              <a:gd name="csX19" fmla="*/ 4333240 w 8483598"/>
              <a:gd name="csY19" fmla="*/ 3019177 h 3228431"/>
              <a:gd name="csX20" fmla="*/ 4333240 w 8483598"/>
              <a:gd name="csY20" fmla="*/ 2648019 h 3228431"/>
              <a:gd name="csX21" fmla="*/ 4241800 w 8483598"/>
              <a:gd name="csY21" fmla="*/ 2556579 h 3228431"/>
              <a:gd name="csX22" fmla="*/ 4150360 w 8483598"/>
              <a:gd name="csY22" fmla="*/ 2648019 h 3228431"/>
              <a:gd name="csX23" fmla="*/ 4150360 w 8483598"/>
              <a:gd name="csY23" fmla="*/ 2812971 h 3228431"/>
              <a:gd name="csX24" fmla="*/ 4150359 w 8483598"/>
              <a:gd name="csY24" fmla="*/ 2812971 h 3228431"/>
              <a:gd name="csX25" fmla="*/ 4150359 w 8483598"/>
              <a:gd name="csY25" fmla="*/ 3083991 h 3228431"/>
              <a:gd name="csX26" fmla="*/ 4005919 w 8483598"/>
              <a:gd name="csY26" fmla="*/ 3228431 h 3228431"/>
              <a:gd name="csX27" fmla="*/ 144440 w 8483598"/>
              <a:gd name="csY27" fmla="*/ 3228431 h 3228431"/>
              <a:gd name="csX28" fmla="*/ 0 w 8483598"/>
              <a:gd name="csY28" fmla="*/ 3083991 h 3228431"/>
              <a:gd name="csX29" fmla="*/ 0 w 8483598"/>
              <a:gd name="csY29" fmla="*/ 144440 h 3228431"/>
              <a:gd name="csX30" fmla="*/ 144440 w 8483598"/>
              <a:gd name="csY30" fmla="*/ 0 h 3228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483598" h="3228431">
                <a:moveTo>
                  <a:pt x="144440" y="0"/>
                </a:moveTo>
                <a:lnTo>
                  <a:pt x="4005919" y="0"/>
                </a:lnTo>
                <a:cubicBezTo>
                  <a:pt x="4085691" y="0"/>
                  <a:pt x="4150359" y="64668"/>
                  <a:pt x="4150359" y="144440"/>
                </a:cubicBezTo>
                <a:lnTo>
                  <a:pt x="4150359" y="415459"/>
                </a:lnTo>
                <a:lnTo>
                  <a:pt x="4150360" y="415459"/>
                </a:lnTo>
                <a:lnTo>
                  <a:pt x="4150360" y="604225"/>
                </a:lnTo>
                <a:cubicBezTo>
                  <a:pt x="4150360" y="654726"/>
                  <a:pt x="4191299" y="695665"/>
                  <a:pt x="4241800" y="695665"/>
                </a:cubicBezTo>
                <a:cubicBezTo>
                  <a:pt x="4292301" y="695665"/>
                  <a:pt x="4333240" y="654726"/>
                  <a:pt x="4333240" y="604225"/>
                </a:cubicBezTo>
                <a:lnTo>
                  <a:pt x="4333240" y="233067"/>
                </a:lnTo>
                <a:lnTo>
                  <a:pt x="4333239" y="233062"/>
                </a:lnTo>
                <a:lnTo>
                  <a:pt x="4333239" y="144440"/>
                </a:lnTo>
                <a:cubicBezTo>
                  <a:pt x="4333239" y="64668"/>
                  <a:pt x="4397907" y="0"/>
                  <a:pt x="4477679" y="0"/>
                </a:cubicBezTo>
                <a:lnTo>
                  <a:pt x="8339158" y="0"/>
                </a:lnTo>
                <a:cubicBezTo>
                  <a:pt x="8418930" y="0"/>
                  <a:pt x="8483598" y="64668"/>
                  <a:pt x="8483598" y="144440"/>
                </a:cubicBezTo>
                <a:lnTo>
                  <a:pt x="8483598" y="3083991"/>
                </a:lnTo>
                <a:cubicBezTo>
                  <a:pt x="8483598" y="3163763"/>
                  <a:pt x="8418930" y="3228431"/>
                  <a:pt x="8339158" y="3228431"/>
                </a:cubicBezTo>
                <a:lnTo>
                  <a:pt x="4477679" y="3228431"/>
                </a:lnTo>
                <a:cubicBezTo>
                  <a:pt x="4397907" y="3228431"/>
                  <a:pt x="4333239" y="3163763"/>
                  <a:pt x="4333239" y="3083991"/>
                </a:cubicBezTo>
                <a:lnTo>
                  <a:pt x="4333239" y="3019182"/>
                </a:lnTo>
                <a:lnTo>
                  <a:pt x="4333240" y="3019177"/>
                </a:lnTo>
                <a:lnTo>
                  <a:pt x="4333240" y="2648019"/>
                </a:lnTo>
                <a:cubicBezTo>
                  <a:pt x="4333240" y="2597518"/>
                  <a:pt x="4292301" y="2556579"/>
                  <a:pt x="4241800" y="2556579"/>
                </a:cubicBezTo>
                <a:cubicBezTo>
                  <a:pt x="4191299" y="2556579"/>
                  <a:pt x="4150360" y="2597518"/>
                  <a:pt x="4150360" y="2648019"/>
                </a:cubicBezTo>
                <a:lnTo>
                  <a:pt x="4150360" y="2812971"/>
                </a:lnTo>
                <a:lnTo>
                  <a:pt x="4150359" y="2812971"/>
                </a:lnTo>
                <a:lnTo>
                  <a:pt x="4150359" y="3083991"/>
                </a:lnTo>
                <a:cubicBezTo>
                  <a:pt x="4150359" y="3163763"/>
                  <a:pt x="4085691" y="3228431"/>
                  <a:pt x="4005919" y="3228431"/>
                </a:cubicBezTo>
                <a:lnTo>
                  <a:pt x="144440" y="3228431"/>
                </a:lnTo>
                <a:cubicBezTo>
                  <a:pt x="64670" y="3228431"/>
                  <a:pt x="0" y="3163763"/>
                  <a:pt x="0" y="3083991"/>
                </a:cubicBezTo>
                <a:lnTo>
                  <a:pt x="0" y="144440"/>
                </a:lnTo>
                <a:cubicBezTo>
                  <a:pt x="0" y="64668"/>
                  <a:pt x="64670" y="0"/>
                  <a:pt x="144440" y="0"/>
                </a:cubicBezTo>
                <a:close/>
              </a:path>
            </a:pathLst>
          </a:custGeom>
          <a:solidFill>
            <a:schemeClr val="bg1"/>
          </a:solidFill>
          <a:ln w="19050">
            <a:noFill/>
          </a:ln>
          <a:effectLst>
            <a:outerShdw blurRad="127000" algn="ctr" rotWithShape="0">
              <a:schemeClr val="bg1">
                <a:lumMod val="50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ts val="1200"/>
              </a:spcAft>
              <a:buClrTx/>
              <a:buSzTx/>
              <a:buFontTx/>
              <a:buNone/>
              <a:tabLst/>
              <a:defRPr/>
            </a:pPr>
            <a:endParaRPr kumimoji="0" lang="en-US" sz="11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11" name="TextBox 10">
            <a:extLst>
              <a:ext uri="{FF2B5EF4-FFF2-40B4-BE49-F238E27FC236}">
                <a16:creationId xmlns:a16="http://schemas.microsoft.com/office/drawing/2014/main" id="{A521907A-2AE3-55DF-0B1B-7125172D752F}"/>
              </a:ext>
            </a:extLst>
          </p:cNvPr>
          <p:cNvSpPr txBox="1">
            <a:spLocks/>
          </p:cNvSpPr>
          <p:nvPr/>
        </p:nvSpPr>
        <p:spPr>
          <a:xfrm>
            <a:off x="5226284" y="2724449"/>
            <a:ext cx="1996272" cy="600164"/>
          </a:xfrm>
          <a:prstGeom prst="rect">
            <a:avLst/>
          </a:prstGeom>
          <a:no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light"/>
                <a:ea typeface="+mn-ea"/>
                <a:cs typeface="Segoe Sans Display" pitchFamily="2" charset="0"/>
              </a:rPr>
              <a:t>Create spending controls at the tenant, group, and user level</a:t>
            </a:r>
          </a:p>
        </p:txBody>
      </p:sp>
      <p:sp>
        <p:nvSpPr>
          <p:cNvPr id="15" name="TextBox 14">
            <a:extLst>
              <a:ext uri="{FF2B5EF4-FFF2-40B4-BE49-F238E27FC236}">
                <a16:creationId xmlns:a16="http://schemas.microsoft.com/office/drawing/2014/main" id="{F399DDA1-2895-C95B-62E8-57AA84487589}"/>
              </a:ext>
            </a:extLst>
          </p:cNvPr>
          <p:cNvSpPr txBox="1">
            <a:spLocks/>
          </p:cNvSpPr>
          <p:nvPr/>
        </p:nvSpPr>
        <p:spPr>
          <a:xfrm>
            <a:off x="3195621" y="2724449"/>
            <a:ext cx="1958897" cy="600164"/>
          </a:xfrm>
          <a:prstGeom prst="rect">
            <a:avLst/>
          </a:prstGeom>
          <a:no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light"/>
                <a:ea typeface="+mn-ea"/>
                <a:cs typeface="Segoe Sans Display" pitchFamily="2" charset="0"/>
              </a:rPr>
              <a:t>Turn on usage-based AI services with a default policy for your organization</a:t>
            </a:r>
          </a:p>
        </p:txBody>
      </p:sp>
      <p:cxnSp>
        <p:nvCxnSpPr>
          <p:cNvPr id="20" name="Straight Connector 19">
            <a:extLst>
              <a:ext uri="{FF2B5EF4-FFF2-40B4-BE49-F238E27FC236}">
                <a16:creationId xmlns:a16="http://schemas.microsoft.com/office/drawing/2014/main" id="{70ADDEAB-9A6C-C001-61F5-BCFC0AC8645D}"/>
              </a:ext>
            </a:extLst>
          </p:cNvPr>
          <p:cNvCxnSpPr>
            <a:cxnSpLocks/>
          </p:cNvCxnSpPr>
          <p:nvPr/>
        </p:nvCxnSpPr>
        <p:spPr>
          <a:xfrm>
            <a:off x="5329558" y="3403043"/>
            <a:ext cx="1827099"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56CB4F1-8BC1-1ABA-85C7-7830D0C6F0A4}"/>
              </a:ext>
            </a:extLst>
          </p:cNvPr>
          <p:cNvCxnSpPr>
            <a:cxnSpLocks/>
          </p:cNvCxnSpPr>
          <p:nvPr/>
        </p:nvCxnSpPr>
        <p:spPr>
          <a:xfrm>
            <a:off x="5329558" y="4210151"/>
            <a:ext cx="1827099"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C9E9D2B-1249-D106-AF0F-89FCCC243F69}"/>
              </a:ext>
            </a:extLst>
          </p:cNvPr>
          <p:cNvCxnSpPr>
            <a:cxnSpLocks/>
          </p:cNvCxnSpPr>
          <p:nvPr/>
        </p:nvCxnSpPr>
        <p:spPr>
          <a:xfrm>
            <a:off x="3261520" y="3403043"/>
            <a:ext cx="1827099"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8759B8E-6FA5-3979-2F56-FAE0891135A1}"/>
              </a:ext>
            </a:extLst>
          </p:cNvPr>
          <p:cNvCxnSpPr>
            <a:cxnSpLocks/>
          </p:cNvCxnSpPr>
          <p:nvPr/>
        </p:nvCxnSpPr>
        <p:spPr>
          <a:xfrm>
            <a:off x="3261520" y="4210151"/>
            <a:ext cx="1827099"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Freeform: Shape 39">
            <a:extLst>
              <a:ext uri="{FF2B5EF4-FFF2-40B4-BE49-F238E27FC236}">
                <a16:creationId xmlns:a16="http://schemas.microsoft.com/office/drawing/2014/main" id="{508A74C4-CF8C-E54F-190D-1499E0E87B5B}"/>
              </a:ext>
            </a:extLst>
          </p:cNvPr>
          <p:cNvSpPr/>
          <p:nvPr/>
        </p:nvSpPr>
        <p:spPr bwMode="auto">
          <a:xfrm flipH="1" flipV="1">
            <a:off x="5329558" y="2254861"/>
            <a:ext cx="1827099" cy="354329"/>
          </a:xfrm>
          <a:custGeom>
            <a:avLst/>
            <a:gdLst>
              <a:gd name="csX0" fmla="*/ 3734304 w 3734304"/>
              <a:gd name="csY0" fmla="*/ 354329 h 354329"/>
              <a:gd name="csX1" fmla="*/ 3415689 w 3734304"/>
              <a:gd name="csY1" fmla="*/ 354329 h 354329"/>
              <a:gd name="csX2" fmla="*/ 2591826 w 3734304"/>
              <a:gd name="csY2" fmla="*/ 354329 h 354329"/>
              <a:gd name="csX3" fmla="*/ 2309283 w 3734304"/>
              <a:gd name="csY3" fmla="*/ 354329 h 354329"/>
              <a:gd name="csX4" fmla="*/ 1973896 w 3734304"/>
              <a:gd name="csY4" fmla="*/ 354329 h 354329"/>
              <a:gd name="csX5" fmla="*/ 1684721 w 3734304"/>
              <a:gd name="csY5" fmla="*/ 354329 h 354329"/>
              <a:gd name="csX6" fmla="*/ 1684720 w 3734304"/>
              <a:gd name="csY6" fmla="*/ 354329 h 354329"/>
              <a:gd name="csX7" fmla="*/ 907106 w 3734304"/>
              <a:gd name="csY7" fmla="*/ 354329 h 354329"/>
              <a:gd name="csX8" fmla="*/ 502627 w 3734304"/>
              <a:gd name="csY8" fmla="*/ 354329 h 354329"/>
              <a:gd name="csX9" fmla="*/ 0 w 3734304"/>
              <a:gd name="csY9" fmla="*/ 354329 h 354329"/>
              <a:gd name="csX10" fmla="*/ 210762 w 3734304"/>
              <a:gd name="csY10" fmla="*/ 0 h 354329"/>
              <a:gd name="csX11" fmla="*/ 502627 w 3734304"/>
              <a:gd name="csY11" fmla="*/ 0 h 354329"/>
              <a:gd name="csX12" fmla="*/ 1117868 w 3734304"/>
              <a:gd name="csY12" fmla="*/ 0 h 354329"/>
              <a:gd name="csX13" fmla="*/ 1684720 w 3734304"/>
              <a:gd name="csY13" fmla="*/ 0 h 354329"/>
              <a:gd name="csX14" fmla="*/ 1684721 w 3734304"/>
              <a:gd name="csY14" fmla="*/ 0 h 354329"/>
              <a:gd name="csX15" fmla="*/ 1973896 w 3734304"/>
              <a:gd name="csY15" fmla="*/ 0 h 354329"/>
              <a:gd name="csX16" fmla="*/ 2309283 w 3734304"/>
              <a:gd name="csY16" fmla="*/ 0 h 354329"/>
              <a:gd name="csX17" fmla="*/ 2591826 w 3734304"/>
              <a:gd name="csY17" fmla="*/ 0 h 354329"/>
              <a:gd name="csX18" fmla="*/ 3415689 w 3734304"/>
              <a:gd name="csY18" fmla="*/ 0 h 354329"/>
              <a:gd name="csX19" fmla="*/ 3523541 w 3734304"/>
              <a:gd name="csY19" fmla="*/ 0 h 354329"/>
              <a:gd name="csX20" fmla="*/ 3734304 w 3734304"/>
              <a:gd name="csY20" fmla="*/ 354329 h 354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734304" h="354329">
                <a:moveTo>
                  <a:pt x="3734304" y="354329"/>
                </a:moveTo>
                <a:lnTo>
                  <a:pt x="3415689" y="354329"/>
                </a:lnTo>
                <a:lnTo>
                  <a:pt x="2591826" y="354329"/>
                </a:lnTo>
                <a:lnTo>
                  <a:pt x="2309283" y="354329"/>
                </a:lnTo>
                <a:lnTo>
                  <a:pt x="1973896" y="354329"/>
                </a:lnTo>
                <a:lnTo>
                  <a:pt x="1684721" y="354329"/>
                </a:lnTo>
                <a:lnTo>
                  <a:pt x="1684720" y="354329"/>
                </a:lnTo>
                <a:lnTo>
                  <a:pt x="907106" y="354329"/>
                </a:lnTo>
                <a:lnTo>
                  <a:pt x="502627" y="354329"/>
                </a:lnTo>
                <a:lnTo>
                  <a:pt x="0" y="354329"/>
                </a:lnTo>
                <a:cubicBezTo>
                  <a:pt x="159113" y="255966"/>
                  <a:pt x="244177" y="137856"/>
                  <a:pt x="210762" y="0"/>
                </a:cubicBezTo>
                <a:lnTo>
                  <a:pt x="502627" y="0"/>
                </a:lnTo>
                <a:lnTo>
                  <a:pt x="1117868" y="0"/>
                </a:lnTo>
                <a:lnTo>
                  <a:pt x="1684720" y="0"/>
                </a:lnTo>
                <a:lnTo>
                  <a:pt x="1684721" y="0"/>
                </a:lnTo>
                <a:lnTo>
                  <a:pt x="1973896" y="0"/>
                </a:lnTo>
                <a:lnTo>
                  <a:pt x="2309283" y="0"/>
                </a:lnTo>
                <a:lnTo>
                  <a:pt x="2591826" y="0"/>
                </a:lnTo>
                <a:lnTo>
                  <a:pt x="3415689" y="0"/>
                </a:lnTo>
                <a:lnTo>
                  <a:pt x="3523541" y="0"/>
                </a:lnTo>
                <a:cubicBezTo>
                  <a:pt x="3490126" y="137856"/>
                  <a:pt x="3575190" y="255966"/>
                  <a:pt x="3734304" y="354329"/>
                </a:cubicBezTo>
                <a:close/>
              </a:path>
            </a:pathLst>
          </a:custGeom>
          <a:gradFill flip="none" rotWithShape="1">
            <a:gsLst>
              <a:gs pos="100000">
                <a:schemeClr val="accent1">
                  <a:lumMod val="20000"/>
                  <a:lumOff val="80000"/>
                </a:schemeClr>
              </a:gs>
              <a:gs pos="0">
                <a:schemeClr val="accent1">
                  <a:lumMod val="20000"/>
                  <a:lumOff val="80000"/>
                  <a:alpha val="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41" name="Freeform: Shape 40">
            <a:extLst>
              <a:ext uri="{FF2B5EF4-FFF2-40B4-BE49-F238E27FC236}">
                <a16:creationId xmlns:a16="http://schemas.microsoft.com/office/drawing/2014/main" id="{60B2A0E8-1FD8-5B89-A5C4-AC1067ACED14}"/>
              </a:ext>
            </a:extLst>
          </p:cNvPr>
          <p:cNvSpPr/>
          <p:nvPr/>
        </p:nvSpPr>
        <p:spPr bwMode="auto">
          <a:xfrm flipH="1" flipV="1">
            <a:off x="3261520" y="2254862"/>
            <a:ext cx="1827099" cy="354329"/>
          </a:xfrm>
          <a:custGeom>
            <a:avLst/>
            <a:gdLst>
              <a:gd name="csX0" fmla="*/ 3734304 w 3734304"/>
              <a:gd name="csY0" fmla="*/ 354329 h 354329"/>
              <a:gd name="csX1" fmla="*/ 3415689 w 3734304"/>
              <a:gd name="csY1" fmla="*/ 354329 h 354329"/>
              <a:gd name="csX2" fmla="*/ 2591826 w 3734304"/>
              <a:gd name="csY2" fmla="*/ 354329 h 354329"/>
              <a:gd name="csX3" fmla="*/ 2309283 w 3734304"/>
              <a:gd name="csY3" fmla="*/ 354329 h 354329"/>
              <a:gd name="csX4" fmla="*/ 1973896 w 3734304"/>
              <a:gd name="csY4" fmla="*/ 354329 h 354329"/>
              <a:gd name="csX5" fmla="*/ 1684721 w 3734304"/>
              <a:gd name="csY5" fmla="*/ 354329 h 354329"/>
              <a:gd name="csX6" fmla="*/ 1684720 w 3734304"/>
              <a:gd name="csY6" fmla="*/ 354329 h 354329"/>
              <a:gd name="csX7" fmla="*/ 907106 w 3734304"/>
              <a:gd name="csY7" fmla="*/ 354329 h 354329"/>
              <a:gd name="csX8" fmla="*/ 502627 w 3734304"/>
              <a:gd name="csY8" fmla="*/ 354329 h 354329"/>
              <a:gd name="csX9" fmla="*/ 0 w 3734304"/>
              <a:gd name="csY9" fmla="*/ 354329 h 354329"/>
              <a:gd name="csX10" fmla="*/ 210762 w 3734304"/>
              <a:gd name="csY10" fmla="*/ 0 h 354329"/>
              <a:gd name="csX11" fmla="*/ 502627 w 3734304"/>
              <a:gd name="csY11" fmla="*/ 0 h 354329"/>
              <a:gd name="csX12" fmla="*/ 1117868 w 3734304"/>
              <a:gd name="csY12" fmla="*/ 0 h 354329"/>
              <a:gd name="csX13" fmla="*/ 1684720 w 3734304"/>
              <a:gd name="csY13" fmla="*/ 0 h 354329"/>
              <a:gd name="csX14" fmla="*/ 1684721 w 3734304"/>
              <a:gd name="csY14" fmla="*/ 0 h 354329"/>
              <a:gd name="csX15" fmla="*/ 1973896 w 3734304"/>
              <a:gd name="csY15" fmla="*/ 0 h 354329"/>
              <a:gd name="csX16" fmla="*/ 2309283 w 3734304"/>
              <a:gd name="csY16" fmla="*/ 0 h 354329"/>
              <a:gd name="csX17" fmla="*/ 2591826 w 3734304"/>
              <a:gd name="csY17" fmla="*/ 0 h 354329"/>
              <a:gd name="csX18" fmla="*/ 3415689 w 3734304"/>
              <a:gd name="csY18" fmla="*/ 0 h 354329"/>
              <a:gd name="csX19" fmla="*/ 3523541 w 3734304"/>
              <a:gd name="csY19" fmla="*/ 0 h 354329"/>
              <a:gd name="csX20" fmla="*/ 3734304 w 3734304"/>
              <a:gd name="csY20" fmla="*/ 354329 h 354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734304" h="354329">
                <a:moveTo>
                  <a:pt x="3734304" y="354329"/>
                </a:moveTo>
                <a:lnTo>
                  <a:pt x="3415689" y="354329"/>
                </a:lnTo>
                <a:lnTo>
                  <a:pt x="2591826" y="354329"/>
                </a:lnTo>
                <a:lnTo>
                  <a:pt x="2309283" y="354329"/>
                </a:lnTo>
                <a:lnTo>
                  <a:pt x="1973896" y="354329"/>
                </a:lnTo>
                <a:lnTo>
                  <a:pt x="1684721" y="354329"/>
                </a:lnTo>
                <a:lnTo>
                  <a:pt x="1684720" y="354329"/>
                </a:lnTo>
                <a:lnTo>
                  <a:pt x="907106" y="354329"/>
                </a:lnTo>
                <a:lnTo>
                  <a:pt x="502627" y="354329"/>
                </a:lnTo>
                <a:lnTo>
                  <a:pt x="0" y="354329"/>
                </a:lnTo>
                <a:cubicBezTo>
                  <a:pt x="159113" y="255966"/>
                  <a:pt x="244177" y="137856"/>
                  <a:pt x="210762" y="0"/>
                </a:cubicBezTo>
                <a:lnTo>
                  <a:pt x="502627" y="0"/>
                </a:lnTo>
                <a:lnTo>
                  <a:pt x="1117868" y="0"/>
                </a:lnTo>
                <a:lnTo>
                  <a:pt x="1684720" y="0"/>
                </a:lnTo>
                <a:lnTo>
                  <a:pt x="1684721" y="0"/>
                </a:lnTo>
                <a:lnTo>
                  <a:pt x="1973896" y="0"/>
                </a:lnTo>
                <a:lnTo>
                  <a:pt x="2309283" y="0"/>
                </a:lnTo>
                <a:lnTo>
                  <a:pt x="2591826" y="0"/>
                </a:lnTo>
                <a:lnTo>
                  <a:pt x="3415689" y="0"/>
                </a:lnTo>
                <a:lnTo>
                  <a:pt x="3523541" y="0"/>
                </a:lnTo>
                <a:cubicBezTo>
                  <a:pt x="3490126" y="137856"/>
                  <a:pt x="3575190" y="255966"/>
                  <a:pt x="3734304" y="354329"/>
                </a:cubicBezTo>
                <a:close/>
              </a:path>
            </a:pathLst>
          </a:custGeom>
          <a:gradFill flip="none" rotWithShape="1">
            <a:gsLst>
              <a:gs pos="100000">
                <a:schemeClr val="accent1">
                  <a:lumMod val="20000"/>
                  <a:lumOff val="80000"/>
                </a:schemeClr>
              </a:gs>
              <a:gs pos="0">
                <a:schemeClr val="accent1">
                  <a:lumMod val="20000"/>
                  <a:lumOff val="80000"/>
                  <a:alpha val="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8" name="Rounded Rectangle 17">
            <a:extLst>
              <a:ext uri="{FF2B5EF4-FFF2-40B4-BE49-F238E27FC236}">
                <a16:creationId xmlns:a16="http://schemas.microsoft.com/office/drawing/2014/main" id="{174163D8-813E-9022-D483-3065B8773E00}"/>
              </a:ext>
            </a:extLst>
          </p:cNvPr>
          <p:cNvSpPr>
            <a:spLocks/>
          </p:cNvSpPr>
          <p:nvPr/>
        </p:nvSpPr>
        <p:spPr bwMode="auto">
          <a:xfrm>
            <a:off x="9480330" y="1723299"/>
            <a:ext cx="1958897" cy="542235"/>
          </a:xfrm>
          <a:prstGeom prst="roundRect">
            <a:avLst>
              <a:gd name="adj" fmla="val 17166"/>
            </a:avLst>
          </a:prstGeom>
          <a:solidFill>
            <a:srgbClr val="0078D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mn-cs"/>
              </a:rPr>
              <a:t>Monitor usage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mn-cs"/>
              </a:rPr>
              <a:t>and optimize</a:t>
            </a:r>
          </a:p>
        </p:txBody>
      </p:sp>
      <p:sp>
        <p:nvSpPr>
          <p:cNvPr id="10" name="Rounded Rectangle 17">
            <a:extLst>
              <a:ext uri="{FF2B5EF4-FFF2-40B4-BE49-F238E27FC236}">
                <a16:creationId xmlns:a16="http://schemas.microsoft.com/office/drawing/2014/main" id="{DC8D0393-9FB1-F2BC-5EFA-413031EB3309}"/>
              </a:ext>
            </a:extLst>
          </p:cNvPr>
          <p:cNvSpPr>
            <a:spLocks/>
          </p:cNvSpPr>
          <p:nvPr/>
        </p:nvSpPr>
        <p:spPr bwMode="auto">
          <a:xfrm>
            <a:off x="7412292" y="1723300"/>
            <a:ext cx="1958897" cy="542235"/>
          </a:xfrm>
          <a:prstGeom prst="roundRect">
            <a:avLst>
              <a:gd name="adj" fmla="val 17166"/>
            </a:avLst>
          </a:prstGeom>
          <a:solidFill>
            <a:srgbClr val="0078D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mn-cs"/>
              </a:rPr>
              <a:t>Purchase Copilot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mn-cs"/>
              </a:rPr>
              <a:t>Credits</a:t>
            </a:r>
          </a:p>
        </p:txBody>
      </p:sp>
      <p:sp>
        <p:nvSpPr>
          <p:cNvPr id="12" name="Freeform: Shape 11">
            <a:extLst>
              <a:ext uri="{FF2B5EF4-FFF2-40B4-BE49-F238E27FC236}">
                <a16:creationId xmlns:a16="http://schemas.microsoft.com/office/drawing/2014/main" id="{2D5446E5-57E5-551E-0491-9FDBA2606019}"/>
              </a:ext>
            </a:extLst>
          </p:cNvPr>
          <p:cNvSpPr>
            <a:spLocks/>
          </p:cNvSpPr>
          <p:nvPr/>
        </p:nvSpPr>
        <p:spPr bwMode="auto">
          <a:xfrm>
            <a:off x="7346428" y="2584335"/>
            <a:ext cx="4150806" cy="2468707"/>
          </a:xfrm>
          <a:custGeom>
            <a:avLst/>
            <a:gdLst>
              <a:gd name="csX0" fmla="*/ 144440 w 8483598"/>
              <a:gd name="csY0" fmla="*/ 0 h 3228431"/>
              <a:gd name="csX1" fmla="*/ 4005919 w 8483598"/>
              <a:gd name="csY1" fmla="*/ 0 h 3228431"/>
              <a:gd name="csX2" fmla="*/ 4150359 w 8483598"/>
              <a:gd name="csY2" fmla="*/ 144440 h 3228431"/>
              <a:gd name="csX3" fmla="*/ 4150359 w 8483598"/>
              <a:gd name="csY3" fmla="*/ 415459 h 3228431"/>
              <a:gd name="csX4" fmla="*/ 4150360 w 8483598"/>
              <a:gd name="csY4" fmla="*/ 415459 h 3228431"/>
              <a:gd name="csX5" fmla="*/ 4150360 w 8483598"/>
              <a:gd name="csY5" fmla="*/ 604225 h 3228431"/>
              <a:gd name="csX6" fmla="*/ 4241800 w 8483598"/>
              <a:gd name="csY6" fmla="*/ 695665 h 3228431"/>
              <a:gd name="csX7" fmla="*/ 4333240 w 8483598"/>
              <a:gd name="csY7" fmla="*/ 604225 h 3228431"/>
              <a:gd name="csX8" fmla="*/ 4333240 w 8483598"/>
              <a:gd name="csY8" fmla="*/ 233067 h 3228431"/>
              <a:gd name="csX9" fmla="*/ 4333239 w 8483598"/>
              <a:gd name="csY9" fmla="*/ 233062 h 3228431"/>
              <a:gd name="csX10" fmla="*/ 4333239 w 8483598"/>
              <a:gd name="csY10" fmla="*/ 144440 h 3228431"/>
              <a:gd name="csX11" fmla="*/ 4477679 w 8483598"/>
              <a:gd name="csY11" fmla="*/ 0 h 3228431"/>
              <a:gd name="csX12" fmla="*/ 8339158 w 8483598"/>
              <a:gd name="csY12" fmla="*/ 0 h 3228431"/>
              <a:gd name="csX13" fmla="*/ 8483598 w 8483598"/>
              <a:gd name="csY13" fmla="*/ 144440 h 3228431"/>
              <a:gd name="csX14" fmla="*/ 8483598 w 8483598"/>
              <a:gd name="csY14" fmla="*/ 3083991 h 3228431"/>
              <a:gd name="csX15" fmla="*/ 8339158 w 8483598"/>
              <a:gd name="csY15" fmla="*/ 3228431 h 3228431"/>
              <a:gd name="csX16" fmla="*/ 4477679 w 8483598"/>
              <a:gd name="csY16" fmla="*/ 3228431 h 3228431"/>
              <a:gd name="csX17" fmla="*/ 4333239 w 8483598"/>
              <a:gd name="csY17" fmla="*/ 3083991 h 3228431"/>
              <a:gd name="csX18" fmla="*/ 4333239 w 8483598"/>
              <a:gd name="csY18" fmla="*/ 3019182 h 3228431"/>
              <a:gd name="csX19" fmla="*/ 4333240 w 8483598"/>
              <a:gd name="csY19" fmla="*/ 3019177 h 3228431"/>
              <a:gd name="csX20" fmla="*/ 4333240 w 8483598"/>
              <a:gd name="csY20" fmla="*/ 2648019 h 3228431"/>
              <a:gd name="csX21" fmla="*/ 4241800 w 8483598"/>
              <a:gd name="csY21" fmla="*/ 2556579 h 3228431"/>
              <a:gd name="csX22" fmla="*/ 4150360 w 8483598"/>
              <a:gd name="csY22" fmla="*/ 2648019 h 3228431"/>
              <a:gd name="csX23" fmla="*/ 4150360 w 8483598"/>
              <a:gd name="csY23" fmla="*/ 2812971 h 3228431"/>
              <a:gd name="csX24" fmla="*/ 4150359 w 8483598"/>
              <a:gd name="csY24" fmla="*/ 2812971 h 3228431"/>
              <a:gd name="csX25" fmla="*/ 4150359 w 8483598"/>
              <a:gd name="csY25" fmla="*/ 3083991 h 3228431"/>
              <a:gd name="csX26" fmla="*/ 4005919 w 8483598"/>
              <a:gd name="csY26" fmla="*/ 3228431 h 3228431"/>
              <a:gd name="csX27" fmla="*/ 144440 w 8483598"/>
              <a:gd name="csY27" fmla="*/ 3228431 h 3228431"/>
              <a:gd name="csX28" fmla="*/ 0 w 8483598"/>
              <a:gd name="csY28" fmla="*/ 3083991 h 3228431"/>
              <a:gd name="csX29" fmla="*/ 0 w 8483598"/>
              <a:gd name="csY29" fmla="*/ 144440 h 3228431"/>
              <a:gd name="csX30" fmla="*/ 144440 w 8483598"/>
              <a:gd name="csY30" fmla="*/ 0 h 3228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483598" h="3228431">
                <a:moveTo>
                  <a:pt x="144440" y="0"/>
                </a:moveTo>
                <a:lnTo>
                  <a:pt x="4005919" y="0"/>
                </a:lnTo>
                <a:cubicBezTo>
                  <a:pt x="4085691" y="0"/>
                  <a:pt x="4150359" y="64668"/>
                  <a:pt x="4150359" y="144440"/>
                </a:cubicBezTo>
                <a:lnTo>
                  <a:pt x="4150359" y="415459"/>
                </a:lnTo>
                <a:lnTo>
                  <a:pt x="4150360" y="415459"/>
                </a:lnTo>
                <a:lnTo>
                  <a:pt x="4150360" y="604225"/>
                </a:lnTo>
                <a:cubicBezTo>
                  <a:pt x="4150360" y="654726"/>
                  <a:pt x="4191299" y="695665"/>
                  <a:pt x="4241800" y="695665"/>
                </a:cubicBezTo>
                <a:cubicBezTo>
                  <a:pt x="4292301" y="695665"/>
                  <a:pt x="4333240" y="654726"/>
                  <a:pt x="4333240" y="604225"/>
                </a:cubicBezTo>
                <a:lnTo>
                  <a:pt x="4333240" y="233067"/>
                </a:lnTo>
                <a:lnTo>
                  <a:pt x="4333239" y="233062"/>
                </a:lnTo>
                <a:lnTo>
                  <a:pt x="4333239" y="144440"/>
                </a:lnTo>
                <a:cubicBezTo>
                  <a:pt x="4333239" y="64668"/>
                  <a:pt x="4397907" y="0"/>
                  <a:pt x="4477679" y="0"/>
                </a:cubicBezTo>
                <a:lnTo>
                  <a:pt x="8339158" y="0"/>
                </a:lnTo>
                <a:cubicBezTo>
                  <a:pt x="8418930" y="0"/>
                  <a:pt x="8483598" y="64668"/>
                  <a:pt x="8483598" y="144440"/>
                </a:cubicBezTo>
                <a:lnTo>
                  <a:pt x="8483598" y="3083991"/>
                </a:lnTo>
                <a:cubicBezTo>
                  <a:pt x="8483598" y="3163763"/>
                  <a:pt x="8418930" y="3228431"/>
                  <a:pt x="8339158" y="3228431"/>
                </a:cubicBezTo>
                <a:lnTo>
                  <a:pt x="4477679" y="3228431"/>
                </a:lnTo>
                <a:cubicBezTo>
                  <a:pt x="4397907" y="3228431"/>
                  <a:pt x="4333239" y="3163763"/>
                  <a:pt x="4333239" y="3083991"/>
                </a:cubicBezTo>
                <a:lnTo>
                  <a:pt x="4333239" y="3019182"/>
                </a:lnTo>
                <a:lnTo>
                  <a:pt x="4333240" y="3019177"/>
                </a:lnTo>
                <a:lnTo>
                  <a:pt x="4333240" y="2648019"/>
                </a:lnTo>
                <a:cubicBezTo>
                  <a:pt x="4333240" y="2597518"/>
                  <a:pt x="4292301" y="2556579"/>
                  <a:pt x="4241800" y="2556579"/>
                </a:cubicBezTo>
                <a:cubicBezTo>
                  <a:pt x="4191299" y="2556579"/>
                  <a:pt x="4150360" y="2597518"/>
                  <a:pt x="4150360" y="2648019"/>
                </a:cubicBezTo>
                <a:lnTo>
                  <a:pt x="4150360" y="2812971"/>
                </a:lnTo>
                <a:lnTo>
                  <a:pt x="4150359" y="2812971"/>
                </a:lnTo>
                <a:lnTo>
                  <a:pt x="4150359" y="3083991"/>
                </a:lnTo>
                <a:cubicBezTo>
                  <a:pt x="4150359" y="3163763"/>
                  <a:pt x="4085691" y="3228431"/>
                  <a:pt x="4005919" y="3228431"/>
                </a:cubicBezTo>
                <a:lnTo>
                  <a:pt x="144440" y="3228431"/>
                </a:lnTo>
                <a:cubicBezTo>
                  <a:pt x="64670" y="3228431"/>
                  <a:pt x="0" y="3163763"/>
                  <a:pt x="0" y="3083991"/>
                </a:cubicBezTo>
                <a:lnTo>
                  <a:pt x="0" y="144440"/>
                </a:lnTo>
                <a:cubicBezTo>
                  <a:pt x="0" y="64668"/>
                  <a:pt x="64670" y="0"/>
                  <a:pt x="144440" y="0"/>
                </a:cubicBezTo>
                <a:close/>
              </a:path>
            </a:pathLst>
          </a:custGeom>
          <a:solidFill>
            <a:schemeClr val="bg1"/>
          </a:solidFill>
          <a:ln w="19050">
            <a:noFill/>
          </a:ln>
          <a:effectLst>
            <a:outerShdw blurRad="127000" algn="ctr" rotWithShape="0">
              <a:schemeClr val="bg1">
                <a:lumMod val="50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ts val="1200"/>
              </a:spcAft>
              <a:buClrTx/>
              <a:buSzTx/>
              <a:buFontTx/>
              <a:buNone/>
              <a:tabLst/>
              <a:defRPr/>
            </a:pPr>
            <a:endParaRPr kumimoji="0" lang="en-US" sz="1100" b="0"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22" name="TextBox 21">
            <a:extLst>
              <a:ext uri="{FF2B5EF4-FFF2-40B4-BE49-F238E27FC236}">
                <a16:creationId xmlns:a16="http://schemas.microsoft.com/office/drawing/2014/main" id="{FC61CF62-18B3-90A9-14D0-B5494B1B0B92}"/>
              </a:ext>
            </a:extLst>
          </p:cNvPr>
          <p:cNvSpPr txBox="1">
            <a:spLocks/>
          </p:cNvSpPr>
          <p:nvPr/>
        </p:nvSpPr>
        <p:spPr>
          <a:xfrm>
            <a:off x="9546229" y="2724449"/>
            <a:ext cx="1827099" cy="600164"/>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light"/>
                <a:ea typeface="+mn-ea"/>
                <a:cs typeface="+mn-cs"/>
              </a:rPr>
              <a:t>Analyze usage trends across groups, users, polices, and services</a:t>
            </a:r>
          </a:p>
        </p:txBody>
      </p:sp>
      <p:sp>
        <p:nvSpPr>
          <p:cNvPr id="28" name="TextBox 27">
            <a:extLst>
              <a:ext uri="{FF2B5EF4-FFF2-40B4-BE49-F238E27FC236}">
                <a16:creationId xmlns:a16="http://schemas.microsoft.com/office/drawing/2014/main" id="{F30CE171-D594-EB1A-A161-C98216CC2F6F}"/>
              </a:ext>
            </a:extLst>
          </p:cNvPr>
          <p:cNvSpPr txBox="1">
            <a:spLocks/>
          </p:cNvSpPr>
          <p:nvPr/>
        </p:nvSpPr>
        <p:spPr>
          <a:xfrm>
            <a:off x="7412292" y="2724449"/>
            <a:ext cx="1958897" cy="600164"/>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Display Semilight"/>
                <a:ea typeface="+mn-ea"/>
                <a:cs typeface="+mn-cs"/>
              </a:rPr>
              <a:t>Buy credits through pay-as-you-go or Prepurchase Plans (P3) at a discount  </a:t>
            </a:r>
          </a:p>
        </p:txBody>
      </p:sp>
      <p:cxnSp>
        <p:nvCxnSpPr>
          <p:cNvPr id="58" name="Straight Connector 57">
            <a:extLst>
              <a:ext uri="{FF2B5EF4-FFF2-40B4-BE49-F238E27FC236}">
                <a16:creationId xmlns:a16="http://schemas.microsoft.com/office/drawing/2014/main" id="{4C4B985F-49C3-91BF-C9FC-4075568569ED}"/>
              </a:ext>
            </a:extLst>
          </p:cNvPr>
          <p:cNvCxnSpPr>
            <a:cxnSpLocks/>
          </p:cNvCxnSpPr>
          <p:nvPr/>
        </p:nvCxnSpPr>
        <p:spPr>
          <a:xfrm>
            <a:off x="9546229" y="3403043"/>
            <a:ext cx="1827099"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9CD3BFF-70C4-5A0E-0DD0-C033ADCC0F3B}"/>
              </a:ext>
            </a:extLst>
          </p:cNvPr>
          <p:cNvCxnSpPr>
            <a:cxnSpLocks/>
          </p:cNvCxnSpPr>
          <p:nvPr/>
        </p:nvCxnSpPr>
        <p:spPr>
          <a:xfrm>
            <a:off x="9546229" y="4210151"/>
            <a:ext cx="1827099"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E2D2D20-4665-C312-60F5-AB3CCC71324A}"/>
              </a:ext>
            </a:extLst>
          </p:cNvPr>
          <p:cNvCxnSpPr>
            <a:cxnSpLocks/>
          </p:cNvCxnSpPr>
          <p:nvPr/>
        </p:nvCxnSpPr>
        <p:spPr>
          <a:xfrm>
            <a:off x="7478191" y="3403043"/>
            <a:ext cx="1827099"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B38ACAB-E7C8-F9F3-F501-31832ABE8ACC}"/>
              </a:ext>
            </a:extLst>
          </p:cNvPr>
          <p:cNvCxnSpPr>
            <a:cxnSpLocks/>
          </p:cNvCxnSpPr>
          <p:nvPr/>
        </p:nvCxnSpPr>
        <p:spPr>
          <a:xfrm>
            <a:off x="7478191" y="4210151"/>
            <a:ext cx="1827099"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4" name="Freeform: Shape 63">
            <a:extLst>
              <a:ext uri="{FF2B5EF4-FFF2-40B4-BE49-F238E27FC236}">
                <a16:creationId xmlns:a16="http://schemas.microsoft.com/office/drawing/2014/main" id="{573F4C0E-101F-D8F9-E1FD-A64E02F74010}"/>
              </a:ext>
            </a:extLst>
          </p:cNvPr>
          <p:cNvSpPr/>
          <p:nvPr/>
        </p:nvSpPr>
        <p:spPr bwMode="auto">
          <a:xfrm flipH="1" flipV="1">
            <a:off x="9546229" y="2265533"/>
            <a:ext cx="1827099" cy="361443"/>
          </a:xfrm>
          <a:custGeom>
            <a:avLst/>
            <a:gdLst>
              <a:gd name="csX0" fmla="*/ 3734304 w 3734304"/>
              <a:gd name="csY0" fmla="*/ 354329 h 354329"/>
              <a:gd name="csX1" fmla="*/ 3415689 w 3734304"/>
              <a:gd name="csY1" fmla="*/ 354329 h 354329"/>
              <a:gd name="csX2" fmla="*/ 2591826 w 3734304"/>
              <a:gd name="csY2" fmla="*/ 354329 h 354329"/>
              <a:gd name="csX3" fmla="*/ 2309283 w 3734304"/>
              <a:gd name="csY3" fmla="*/ 354329 h 354329"/>
              <a:gd name="csX4" fmla="*/ 1973896 w 3734304"/>
              <a:gd name="csY4" fmla="*/ 354329 h 354329"/>
              <a:gd name="csX5" fmla="*/ 1684721 w 3734304"/>
              <a:gd name="csY5" fmla="*/ 354329 h 354329"/>
              <a:gd name="csX6" fmla="*/ 1684720 w 3734304"/>
              <a:gd name="csY6" fmla="*/ 354329 h 354329"/>
              <a:gd name="csX7" fmla="*/ 907106 w 3734304"/>
              <a:gd name="csY7" fmla="*/ 354329 h 354329"/>
              <a:gd name="csX8" fmla="*/ 502627 w 3734304"/>
              <a:gd name="csY8" fmla="*/ 354329 h 354329"/>
              <a:gd name="csX9" fmla="*/ 0 w 3734304"/>
              <a:gd name="csY9" fmla="*/ 354329 h 354329"/>
              <a:gd name="csX10" fmla="*/ 210762 w 3734304"/>
              <a:gd name="csY10" fmla="*/ 0 h 354329"/>
              <a:gd name="csX11" fmla="*/ 502627 w 3734304"/>
              <a:gd name="csY11" fmla="*/ 0 h 354329"/>
              <a:gd name="csX12" fmla="*/ 1117868 w 3734304"/>
              <a:gd name="csY12" fmla="*/ 0 h 354329"/>
              <a:gd name="csX13" fmla="*/ 1684720 w 3734304"/>
              <a:gd name="csY13" fmla="*/ 0 h 354329"/>
              <a:gd name="csX14" fmla="*/ 1684721 w 3734304"/>
              <a:gd name="csY14" fmla="*/ 0 h 354329"/>
              <a:gd name="csX15" fmla="*/ 1973896 w 3734304"/>
              <a:gd name="csY15" fmla="*/ 0 h 354329"/>
              <a:gd name="csX16" fmla="*/ 2309283 w 3734304"/>
              <a:gd name="csY16" fmla="*/ 0 h 354329"/>
              <a:gd name="csX17" fmla="*/ 2591826 w 3734304"/>
              <a:gd name="csY17" fmla="*/ 0 h 354329"/>
              <a:gd name="csX18" fmla="*/ 3415689 w 3734304"/>
              <a:gd name="csY18" fmla="*/ 0 h 354329"/>
              <a:gd name="csX19" fmla="*/ 3523541 w 3734304"/>
              <a:gd name="csY19" fmla="*/ 0 h 354329"/>
              <a:gd name="csX20" fmla="*/ 3734304 w 3734304"/>
              <a:gd name="csY20" fmla="*/ 354329 h 354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734304" h="354329">
                <a:moveTo>
                  <a:pt x="3734304" y="354329"/>
                </a:moveTo>
                <a:lnTo>
                  <a:pt x="3415689" y="354329"/>
                </a:lnTo>
                <a:lnTo>
                  <a:pt x="2591826" y="354329"/>
                </a:lnTo>
                <a:lnTo>
                  <a:pt x="2309283" y="354329"/>
                </a:lnTo>
                <a:lnTo>
                  <a:pt x="1973896" y="354329"/>
                </a:lnTo>
                <a:lnTo>
                  <a:pt x="1684721" y="354329"/>
                </a:lnTo>
                <a:lnTo>
                  <a:pt x="1684720" y="354329"/>
                </a:lnTo>
                <a:lnTo>
                  <a:pt x="907106" y="354329"/>
                </a:lnTo>
                <a:lnTo>
                  <a:pt x="502627" y="354329"/>
                </a:lnTo>
                <a:lnTo>
                  <a:pt x="0" y="354329"/>
                </a:lnTo>
                <a:cubicBezTo>
                  <a:pt x="159113" y="255966"/>
                  <a:pt x="244177" y="137856"/>
                  <a:pt x="210762" y="0"/>
                </a:cubicBezTo>
                <a:lnTo>
                  <a:pt x="502627" y="0"/>
                </a:lnTo>
                <a:lnTo>
                  <a:pt x="1117868" y="0"/>
                </a:lnTo>
                <a:lnTo>
                  <a:pt x="1684720" y="0"/>
                </a:lnTo>
                <a:lnTo>
                  <a:pt x="1684721" y="0"/>
                </a:lnTo>
                <a:lnTo>
                  <a:pt x="1973896" y="0"/>
                </a:lnTo>
                <a:lnTo>
                  <a:pt x="2309283" y="0"/>
                </a:lnTo>
                <a:lnTo>
                  <a:pt x="2591826" y="0"/>
                </a:lnTo>
                <a:lnTo>
                  <a:pt x="3415689" y="0"/>
                </a:lnTo>
                <a:lnTo>
                  <a:pt x="3523541" y="0"/>
                </a:lnTo>
                <a:cubicBezTo>
                  <a:pt x="3490126" y="137856"/>
                  <a:pt x="3575190" y="255966"/>
                  <a:pt x="3734304" y="354329"/>
                </a:cubicBezTo>
                <a:close/>
              </a:path>
            </a:pathLst>
          </a:custGeom>
          <a:gradFill flip="none" rotWithShape="1">
            <a:gsLst>
              <a:gs pos="100000">
                <a:schemeClr val="accent1">
                  <a:lumMod val="20000"/>
                  <a:lumOff val="80000"/>
                </a:schemeClr>
              </a:gs>
              <a:gs pos="0">
                <a:schemeClr val="accent1">
                  <a:lumMod val="20000"/>
                  <a:lumOff val="80000"/>
                  <a:alpha val="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65" name="Freeform: Shape 64">
            <a:extLst>
              <a:ext uri="{FF2B5EF4-FFF2-40B4-BE49-F238E27FC236}">
                <a16:creationId xmlns:a16="http://schemas.microsoft.com/office/drawing/2014/main" id="{60DC388F-CA6E-463A-1ECC-5E2036FABF80}"/>
              </a:ext>
            </a:extLst>
          </p:cNvPr>
          <p:cNvSpPr/>
          <p:nvPr/>
        </p:nvSpPr>
        <p:spPr bwMode="auto">
          <a:xfrm flipH="1" flipV="1">
            <a:off x="7478191" y="2265534"/>
            <a:ext cx="1827099" cy="361443"/>
          </a:xfrm>
          <a:custGeom>
            <a:avLst/>
            <a:gdLst>
              <a:gd name="csX0" fmla="*/ 3734304 w 3734304"/>
              <a:gd name="csY0" fmla="*/ 354329 h 354329"/>
              <a:gd name="csX1" fmla="*/ 3415689 w 3734304"/>
              <a:gd name="csY1" fmla="*/ 354329 h 354329"/>
              <a:gd name="csX2" fmla="*/ 2591826 w 3734304"/>
              <a:gd name="csY2" fmla="*/ 354329 h 354329"/>
              <a:gd name="csX3" fmla="*/ 2309283 w 3734304"/>
              <a:gd name="csY3" fmla="*/ 354329 h 354329"/>
              <a:gd name="csX4" fmla="*/ 1973896 w 3734304"/>
              <a:gd name="csY4" fmla="*/ 354329 h 354329"/>
              <a:gd name="csX5" fmla="*/ 1684721 w 3734304"/>
              <a:gd name="csY5" fmla="*/ 354329 h 354329"/>
              <a:gd name="csX6" fmla="*/ 1684720 w 3734304"/>
              <a:gd name="csY6" fmla="*/ 354329 h 354329"/>
              <a:gd name="csX7" fmla="*/ 907106 w 3734304"/>
              <a:gd name="csY7" fmla="*/ 354329 h 354329"/>
              <a:gd name="csX8" fmla="*/ 502627 w 3734304"/>
              <a:gd name="csY8" fmla="*/ 354329 h 354329"/>
              <a:gd name="csX9" fmla="*/ 0 w 3734304"/>
              <a:gd name="csY9" fmla="*/ 354329 h 354329"/>
              <a:gd name="csX10" fmla="*/ 210762 w 3734304"/>
              <a:gd name="csY10" fmla="*/ 0 h 354329"/>
              <a:gd name="csX11" fmla="*/ 502627 w 3734304"/>
              <a:gd name="csY11" fmla="*/ 0 h 354329"/>
              <a:gd name="csX12" fmla="*/ 1117868 w 3734304"/>
              <a:gd name="csY12" fmla="*/ 0 h 354329"/>
              <a:gd name="csX13" fmla="*/ 1684720 w 3734304"/>
              <a:gd name="csY13" fmla="*/ 0 h 354329"/>
              <a:gd name="csX14" fmla="*/ 1684721 w 3734304"/>
              <a:gd name="csY14" fmla="*/ 0 h 354329"/>
              <a:gd name="csX15" fmla="*/ 1973896 w 3734304"/>
              <a:gd name="csY15" fmla="*/ 0 h 354329"/>
              <a:gd name="csX16" fmla="*/ 2309283 w 3734304"/>
              <a:gd name="csY16" fmla="*/ 0 h 354329"/>
              <a:gd name="csX17" fmla="*/ 2591826 w 3734304"/>
              <a:gd name="csY17" fmla="*/ 0 h 354329"/>
              <a:gd name="csX18" fmla="*/ 3415689 w 3734304"/>
              <a:gd name="csY18" fmla="*/ 0 h 354329"/>
              <a:gd name="csX19" fmla="*/ 3523541 w 3734304"/>
              <a:gd name="csY19" fmla="*/ 0 h 354329"/>
              <a:gd name="csX20" fmla="*/ 3734304 w 3734304"/>
              <a:gd name="csY20" fmla="*/ 354329 h 354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734304" h="354329">
                <a:moveTo>
                  <a:pt x="3734304" y="354329"/>
                </a:moveTo>
                <a:lnTo>
                  <a:pt x="3415689" y="354329"/>
                </a:lnTo>
                <a:lnTo>
                  <a:pt x="2591826" y="354329"/>
                </a:lnTo>
                <a:lnTo>
                  <a:pt x="2309283" y="354329"/>
                </a:lnTo>
                <a:lnTo>
                  <a:pt x="1973896" y="354329"/>
                </a:lnTo>
                <a:lnTo>
                  <a:pt x="1684721" y="354329"/>
                </a:lnTo>
                <a:lnTo>
                  <a:pt x="1684720" y="354329"/>
                </a:lnTo>
                <a:lnTo>
                  <a:pt x="907106" y="354329"/>
                </a:lnTo>
                <a:lnTo>
                  <a:pt x="502627" y="354329"/>
                </a:lnTo>
                <a:lnTo>
                  <a:pt x="0" y="354329"/>
                </a:lnTo>
                <a:cubicBezTo>
                  <a:pt x="159113" y="255966"/>
                  <a:pt x="244177" y="137856"/>
                  <a:pt x="210762" y="0"/>
                </a:cubicBezTo>
                <a:lnTo>
                  <a:pt x="502627" y="0"/>
                </a:lnTo>
                <a:lnTo>
                  <a:pt x="1117868" y="0"/>
                </a:lnTo>
                <a:lnTo>
                  <a:pt x="1684720" y="0"/>
                </a:lnTo>
                <a:lnTo>
                  <a:pt x="1684721" y="0"/>
                </a:lnTo>
                <a:lnTo>
                  <a:pt x="1973896" y="0"/>
                </a:lnTo>
                <a:lnTo>
                  <a:pt x="2309283" y="0"/>
                </a:lnTo>
                <a:lnTo>
                  <a:pt x="2591826" y="0"/>
                </a:lnTo>
                <a:lnTo>
                  <a:pt x="3415689" y="0"/>
                </a:lnTo>
                <a:lnTo>
                  <a:pt x="3523541" y="0"/>
                </a:lnTo>
                <a:cubicBezTo>
                  <a:pt x="3490126" y="137856"/>
                  <a:pt x="3575190" y="255966"/>
                  <a:pt x="3734304" y="354329"/>
                </a:cubicBezTo>
                <a:close/>
              </a:path>
            </a:pathLst>
          </a:custGeom>
          <a:gradFill flip="none" rotWithShape="1">
            <a:gsLst>
              <a:gs pos="100000">
                <a:schemeClr val="accent1">
                  <a:lumMod val="20000"/>
                  <a:lumOff val="80000"/>
                </a:schemeClr>
              </a:gs>
              <a:gs pos="0">
                <a:schemeClr val="accent1">
                  <a:lumMod val="20000"/>
                  <a:lumOff val="80000"/>
                  <a:alpha val="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57" name="Graphic 56" descr="Checkmark with solid fill">
            <a:extLst>
              <a:ext uri="{FF2B5EF4-FFF2-40B4-BE49-F238E27FC236}">
                <a16:creationId xmlns:a16="http://schemas.microsoft.com/office/drawing/2014/main" id="{5A3CD8CC-0201-B8EE-AFAA-471ACE2A71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44706" y="3576234"/>
            <a:ext cx="460726" cy="460726"/>
          </a:xfrm>
          <a:prstGeom prst="rect">
            <a:avLst/>
          </a:prstGeom>
        </p:spPr>
      </p:pic>
      <p:pic>
        <p:nvPicPr>
          <p:cNvPr id="68" name="Graphic 67" descr="Checkmark with solid fill">
            <a:extLst>
              <a:ext uri="{FF2B5EF4-FFF2-40B4-BE49-F238E27FC236}">
                <a16:creationId xmlns:a16="http://schemas.microsoft.com/office/drawing/2014/main" id="{9314349A-471C-B85C-5D91-8CF4632857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32324" y="4329853"/>
            <a:ext cx="460726" cy="460726"/>
          </a:xfrm>
          <a:prstGeom prst="rect">
            <a:avLst/>
          </a:prstGeom>
        </p:spPr>
      </p:pic>
      <p:pic>
        <p:nvPicPr>
          <p:cNvPr id="70" name="Graphic 69" descr="Checkmark with solid fill">
            <a:extLst>
              <a:ext uri="{FF2B5EF4-FFF2-40B4-BE49-F238E27FC236}">
                <a16:creationId xmlns:a16="http://schemas.microsoft.com/office/drawing/2014/main" id="{703379FB-0B4D-404F-A4B0-8CB622F6E4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34627" y="3576234"/>
            <a:ext cx="460726" cy="460726"/>
          </a:xfrm>
          <a:prstGeom prst="rect">
            <a:avLst/>
          </a:prstGeom>
        </p:spPr>
      </p:pic>
      <p:pic>
        <p:nvPicPr>
          <p:cNvPr id="72" name="Graphic 71" descr="Checkmark with solid fill">
            <a:extLst>
              <a:ext uri="{FF2B5EF4-FFF2-40B4-BE49-F238E27FC236}">
                <a16:creationId xmlns:a16="http://schemas.microsoft.com/office/drawing/2014/main" id="{D7DD47EA-CB10-365C-7E25-114FCD69EC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94329" y="3576234"/>
            <a:ext cx="460726" cy="460726"/>
          </a:xfrm>
          <a:prstGeom prst="rect">
            <a:avLst/>
          </a:prstGeom>
        </p:spPr>
      </p:pic>
      <p:pic>
        <p:nvPicPr>
          <p:cNvPr id="74" name="Graphic 73" descr="Checkmark with solid fill">
            <a:extLst>
              <a:ext uri="{FF2B5EF4-FFF2-40B4-BE49-F238E27FC236}">
                <a16:creationId xmlns:a16="http://schemas.microsoft.com/office/drawing/2014/main" id="{BE6FCF37-A2E5-A8EF-7116-D2F3437DBC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32324" y="3576234"/>
            <a:ext cx="460726" cy="460726"/>
          </a:xfrm>
          <a:prstGeom prst="rect">
            <a:avLst/>
          </a:prstGeom>
        </p:spPr>
      </p:pic>
      <p:pic>
        <p:nvPicPr>
          <p:cNvPr id="7" name="Picture 6">
            <a:extLst>
              <a:ext uri="{FF2B5EF4-FFF2-40B4-BE49-F238E27FC236}">
                <a16:creationId xmlns:a16="http://schemas.microsoft.com/office/drawing/2014/main" id="{0118073D-E183-C704-7988-C80A582EC156}"/>
              </a:ext>
            </a:extLst>
          </p:cNvPr>
          <p:cNvPicPr>
            <a:picLocks noChangeAspect="1"/>
          </p:cNvPicPr>
          <p:nvPr/>
        </p:nvPicPr>
        <p:blipFill>
          <a:blip r:embed="rId4"/>
          <a:stretch>
            <a:fillRect/>
          </a:stretch>
        </p:blipFill>
        <p:spPr>
          <a:xfrm>
            <a:off x="10086501" y="4383343"/>
            <a:ext cx="666293" cy="541363"/>
          </a:xfrm>
          <a:prstGeom prst="rect">
            <a:avLst/>
          </a:prstGeom>
        </p:spPr>
      </p:pic>
    </p:spTree>
    <p:extLst>
      <p:ext uri="{BB962C8B-B14F-4D97-AF65-F5344CB8AC3E}">
        <p14:creationId xmlns:p14="http://schemas.microsoft.com/office/powerpoint/2010/main" val="229021391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11036-D9DF-2D30-FAF9-DD2BA48DB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E3663-3C1F-7671-DC07-02F6F8297BE2}"/>
              </a:ext>
            </a:extLst>
          </p:cNvPr>
          <p:cNvSpPr>
            <a:spLocks noGrp="1"/>
          </p:cNvSpPr>
          <p:nvPr>
            <p:ph type="title"/>
          </p:nvPr>
        </p:nvSpPr>
        <p:spPr/>
        <p:txBody>
          <a:bodyPr/>
          <a:lstStyle/>
          <a:p>
            <a:r>
              <a:rPr lang="en-US"/>
              <a:t>Activate Default Policy</a:t>
            </a:r>
          </a:p>
        </p:txBody>
      </p:sp>
    </p:spTree>
    <p:extLst>
      <p:ext uri="{BB962C8B-B14F-4D97-AF65-F5344CB8AC3E}">
        <p14:creationId xmlns:p14="http://schemas.microsoft.com/office/powerpoint/2010/main" val="380143298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42588-FAA8-A58F-1536-0EF47C6F6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3EF4A-72B5-EB8C-D4BE-C47204507201}"/>
              </a:ext>
            </a:extLst>
          </p:cNvPr>
          <p:cNvSpPr>
            <a:spLocks noGrp="1"/>
          </p:cNvSpPr>
          <p:nvPr>
            <p:ph type="title"/>
          </p:nvPr>
        </p:nvSpPr>
        <p:spPr>
          <a:xfrm>
            <a:off x="588263" y="457200"/>
            <a:ext cx="11018520" cy="492443"/>
          </a:xfrm>
        </p:spPr>
        <p:txBody>
          <a:bodyPr/>
          <a:lstStyle/>
          <a:p>
            <a:r>
              <a:rPr lang="en-US" sz="3200">
                <a:cs typeface="Segoe Sans Display"/>
              </a:rPr>
              <a:t>Activate default spending policy</a:t>
            </a:r>
          </a:p>
        </p:txBody>
      </p:sp>
      <p:sp>
        <p:nvSpPr>
          <p:cNvPr id="4" name="Rectangle: Rounded Corners 3">
            <a:extLst>
              <a:ext uri="{FF2B5EF4-FFF2-40B4-BE49-F238E27FC236}">
                <a16:creationId xmlns:a16="http://schemas.microsoft.com/office/drawing/2014/main" id="{1ADF7CCB-1D82-46E5-A5FD-DBEA65B6E488}"/>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7" name="Freeform: Shape 6">
            <a:extLst>
              <a:ext uri="{FF2B5EF4-FFF2-40B4-BE49-F238E27FC236}">
                <a16:creationId xmlns:a16="http://schemas.microsoft.com/office/drawing/2014/main" id="{83ABAC98-C2BE-E05C-3B3A-1706AB608422}"/>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 name="TextBox 10">
            <a:extLst>
              <a:ext uri="{FF2B5EF4-FFF2-40B4-BE49-F238E27FC236}">
                <a16:creationId xmlns:a16="http://schemas.microsoft.com/office/drawing/2014/main" id="{42EDAD3E-9B2F-5686-93AF-28D56D2B867C}"/>
              </a:ext>
            </a:extLst>
          </p:cNvPr>
          <p:cNvSpPr txBox="1"/>
          <p:nvPr/>
        </p:nvSpPr>
        <p:spPr>
          <a:xfrm>
            <a:off x="723899" y="1953638"/>
            <a:ext cx="3724276" cy="341580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Enable usage-based billing for AI experiences with a default policy</a:t>
            </a:r>
            <a:br>
              <a:rPr kumimoji="0" lang="en-US" sz="1765" b="0" i="0" u="none" strike="noStrike" kern="1200" cap="none" spc="0" normalizeH="0" baseline="0" noProof="0">
                <a:ln>
                  <a:noFill/>
                </a:ln>
                <a:solidFill>
                  <a:srgbClr val="0097F4"/>
                </a:solidFill>
                <a:effectLst/>
                <a:uLnTx/>
                <a:uFillTx/>
                <a:latin typeface="Segoe Sans Display"/>
                <a:ea typeface="+mn-ea"/>
                <a:cs typeface="Segoe UI"/>
              </a:rPr>
            </a:b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View pending credit requests to understand demand</a:t>
            </a:r>
            <a:b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b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Select a billing method from existing subscriptions or create a new subscription</a:t>
            </a:r>
          </a:p>
          <a:p>
            <a:pPr marL="0" marR="0" lvl="0" indent="0" algn="l" defTabSz="914400" rtl="0" eaLnBrk="1" fontAlgn="auto" latinLnBrk="0" hangingPunct="1">
              <a:lnSpc>
                <a:spcPct val="100000"/>
              </a:lnSpc>
              <a:spcBef>
                <a:spcPts val="0"/>
              </a:spcBef>
              <a:spcAft>
                <a:spcPts val="800"/>
              </a:spcAft>
              <a:buClrTx/>
              <a:buSzTx/>
              <a:buFontTx/>
              <a:buNone/>
              <a:tabLst/>
              <a:defRPr/>
            </a:pPr>
            <a:b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b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Set spending limits and set user caps</a:t>
            </a:r>
          </a:p>
          <a:p>
            <a:pPr marL="0" marR="0" lvl="0" indent="0" algn="l" defTabSz="914400" rtl="0" eaLnBrk="1" fontAlgn="auto" latinLnBrk="0" hangingPunct="1">
              <a:lnSpc>
                <a:spcPct val="100000"/>
              </a:lnSpc>
              <a:spcBef>
                <a:spcPts val="0"/>
              </a:spcBef>
              <a:spcAft>
                <a:spcPts val="800"/>
              </a:spcAft>
              <a:buClrTx/>
              <a:buSzTx/>
              <a:buFontTx/>
              <a:buNone/>
              <a:tabLst/>
              <a:defRPr/>
            </a:pPr>
            <a:b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b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Create proactive alerts on spending limits</a:t>
            </a:r>
          </a:p>
        </p:txBody>
      </p:sp>
      <p:sp>
        <p:nvSpPr>
          <p:cNvPr id="5" name="TextBox 4">
            <a:extLst>
              <a:ext uri="{FF2B5EF4-FFF2-40B4-BE49-F238E27FC236}">
                <a16:creationId xmlns:a16="http://schemas.microsoft.com/office/drawing/2014/main" id="{6F2FE14D-DE0F-4685-30EA-75F7A085279F}"/>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13" name="Picture 12" descr="The image shows a computer screen with a search bar, a Microsoft logo, and a query symbol.&#10;&#10;AI-generated content may be incorrect.">
            <a:extLst>
              <a:ext uri="{FF2B5EF4-FFF2-40B4-BE49-F238E27FC236}">
                <a16:creationId xmlns:a16="http://schemas.microsoft.com/office/drawing/2014/main" id="{7107C961-C72E-6BA7-3010-3476A207687B}"/>
              </a:ext>
            </a:extLst>
          </p:cNvPr>
          <p:cNvPicPr>
            <a:picLocks noChangeAspect="1"/>
          </p:cNvPicPr>
          <p:nvPr/>
        </p:nvPicPr>
        <p:blipFill>
          <a:blip r:embed="rId3"/>
          <a:srcRect l="3297" t="1" r="672" b="1243"/>
          <a:stretch>
            <a:fillRect/>
          </a:stretch>
        </p:blipFill>
        <p:spPr>
          <a:xfrm>
            <a:off x="4977383" y="1851413"/>
            <a:ext cx="7214616" cy="226300"/>
          </a:xfrm>
          <a:prstGeom prst="rect">
            <a:avLst/>
          </a:prstGeom>
        </p:spPr>
      </p:pic>
      <p:pic>
        <p:nvPicPr>
          <p:cNvPr id="8" name="Picture 7">
            <a:extLst>
              <a:ext uri="{FF2B5EF4-FFF2-40B4-BE49-F238E27FC236}">
                <a16:creationId xmlns:a16="http://schemas.microsoft.com/office/drawing/2014/main" id="{C9DF689E-F8BE-F898-7F14-31C57F0228B4}"/>
              </a:ext>
            </a:extLst>
          </p:cNvPr>
          <p:cNvPicPr>
            <a:picLocks noChangeAspect="1"/>
          </p:cNvPicPr>
          <p:nvPr/>
        </p:nvPicPr>
        <p:blipFill>
          <a:blip r:embed="rId4"/>
          <a:stretch>
            <a:fillRect/>
          </a:stretch>
        </p:blipFill>
        <p:spPr>
          <a:xfrm>
            <a:off x="4977382" y="2077713"/>
            <a:ext cx="7179367" cy="3983326"/>
          </a:xfrm>
          <a:prstGeom prst="rect">
            <a:avLst/>
          </a:prstGeom>
        </p:spPr>
      </p:pic>
    </p:spTree>
    <p:extLst>
      <p:ext uri="{BB962C8B-B14F-4D97-AF65-F5344CB8AC3E}">
        <p14:creationId xmlns:p14="http://schemas.microsoft.com/office/powerpoint/2010/main" val="132056061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9A0F2-5529-0175-8B0B-14B70F04D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E310E-3A00-44A9-53C7-ADDAA04211ED}"/>
              </a:ext>
            </a:extLst>
          </p:cNvPr>
          <p:cNvSpPr>
            <a:spLocks noGrp="1"/>
          </p:cNvSpPr>
          <p:nvPr>
            <p:ph type="title"/>
          </p:nvPr>
        </p:nvSpPr>
        <p:spPr/>
        <p:txBody>
          <a:bodyPr/>
          <a:lstStyle/>
          <a:p>
            <a:r>
              <a:rPr lang="en-US"/>
              <a:t>Configure Spending Policies</a:t>
            </a:r>
          </a:p>
        </p:txBody>
      </p:sp>
    </p:spTree>
    <p:extLst>
      <p:ext uri="{BB962C8B-B14F-4D97-AF65-F5344CB8AC3E}">
        <p14:creationId xmlns:p14="http://schemas.microsoft.com/office/powerpoint/2010/main" val="413757431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85F20-8E26-545B-247F-B2121A2D6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47E03-9275-2C3C-5417-9C85870208B2}"/>
              </a:ext>
            </a:extLst>
          </p:cNvPr>
          <p:cNvSpPr>
            <a:spLocks noGrp="1"/>
          </p:cNvSpPr>
          <p:nvPr>
            <p:ph type="title"/>
          </p:nvPr>
        </p:nvSpPr>
        <p:spPr>
          <a:xfrm>
            <a:off x="588263" y="457200"/>
            <a:ext cx="11018520" cy="492443"/>
          </a:xfrm>
        </p:spPr>
        <p:txBody>
          <a:bodyPr/>
          <a:lstStyle/>
          <a:p>
            <a:r>
              <a:rPr lang="en-US" sz="3200"/>
              <a:t>Set spending policy scope</a:t>
            </a:r>
          </a:p>
        </p:txBody>
      </p:sp>
      <p:sp>
        <p:nvSpPr>
          <p:cNvPr id="3" name="Rectangle: Rounded Corners 2">
            <a:extLst>
              <a:ext uri="{FF2B5EF4-FFF2-40B4-BE49-F238E27FC236}">
                <a16:creationId xmlns:a16="http://schemas.microsoft.com/office/drawing/2014/main" id="{3F5585C1-8929-40C5-3DE6-9873339AA45A}"/>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 name="Freeform: Shape 3">
            <a:extLst>
              <a:ext uri="{FF2B5EF4-FFF2-40B4-BE49-F238E27FC236}">
                <a16:creationId xmlns:a16="http://schemas.microsoft.com/office/drawing/2014/main" id="{EDC9D9F3-C8F8-AC88-0BB3-3F1636903068}"/>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5" name="TextBox 4">
            <a:extLst>
              <a:ext uri="{FF2B5EF4-FFF2-40B4-BE49-F238E27FC236}">
                <a16:creationId xmlns:a16="http://schemas.microsoft.com/office/drawing/2014/main" id="{52486E1D-81EC-7092-07E2-5DB2AEEF63EF}"/>
              </a:ext>
            </a:extLst>
          </p:cNvPr>
          <p:cNvSpPr txBox="1"/>
          <p:nvPr/>
        </p:nvSpPr>
        <p:spPr>
          <a:xfrm>
            <a:off x="723898" y="1953638"/>
            <a:ext cx="3825029" cy="369819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Set policy scope for group or users</a:t>
            </a:r>
          </a:p>
          <a:p>
            <a:pPr marL="0" marR="0" lvl="0" indent="0" algn="l" defTabSz="914400" rtl="0" eaLnBrk="1" fontAlgn="auto" latinLnBrk="0" hangingPunct="1">
              <a:lnSpc>
                <a:spcPct val="100000"/>
              </a:lnSpc>
              <a:spcBef>
                <a:spcPts val="0"/>
              </a:spcBef>
              <a:spcAft>
                <a:spcPts val="800"/>
              </a:spcAft>
              <a:buClrTx/>
              <a:buSzTx/>
              <a:buFontTx/>
              <a:buNone/>
              <a:tabLst/>
              <a:defRPr/>
            </a:pPr>
            <a:b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b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Create a spending policy to manage budget, services and alerts </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Control department spend with user groups </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Manage individual spending with a group of one (User level policies coming soon)</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Users can belong in multiple policies, but the most targeted policy applies*</a:t>
            </a:r>
          </a:p>
        </p:txBody>
      </p:sp>
      <p:sp>
        <p:nvSpPr>
          <p:cNvPr id="8" name="TextBox 7">
            <a:extLst>
              <a:ext uri="{FF2B5EF4-FFF2-40B4-BE49-F238E27FC236}">
                <a16:creationId xmlns:a16="http://schemas.microsoft.com/office/drawing/2014/main" id="{F39EC340-656C-6691-B2AF-61361B5E8E2B}"/>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7" name="Picture 6">
            <a:extLst>
              <a:ext uri="{FF2B5EF4-FFF2-40B4-BE49-F238E27FC236}">
                <a16:creationId xmlns:a16="http://schemas.microsoft.com/office/drawing/2014/main" id="{F0BDFCCC-77A3-E691-BB2C-CB820375B2F8}"/>
              </a:ext>
            </a:extLst>
          </p:cNvPr>
          <p:cNvPicPr>
            <a:picLocks noChangeAspect="1"/>
          </p:cNvPicPr>
          <p:nvPr/>
        </p:nvPicPr>
        <p:blipFill>
          <a:blip r:embed="rId3"/>
          <a:srcRect r="8658"/>
          <a:stretch>
            <a:fillRect/>
          </a:stretch>
        </p:blipFill>
        <p:spPr>
          <a:xfrm>
            <a:off x="4977966" y="1799578"/>
            <a:ext cx="7214034" cy="4218789"/>
          </a:xfrm>
          <a:prstGeom prst="rect">
            <a:avLst/>
          </a:prstGeom>
        </p:spPr>
      </p:pic>
      <p:sp>
        <p:nvSpPr>
          <p:cNvPr id="11" name="TextBox 10">
            <a:extLst>
              <a:ext uri="{FF2B5EF4-FFF2-40B4-BE49-F238E27FC236}">
                <a16:creationId xmlns:a16="http://schemas.microsoft.com/office/drawing/2014/main" id="{CCA299CC-4F79-0242-3A39-B62EE214287E}"/>
              </a:ext>
            </a:extLst>
          </p:cNvPr>
          <p:cNvSpPr txBox="1"/>
          <p:nvPr/>
        </p:nvSpPr>
        <p:spPr>
          <a:xfrm>
            <a:off x="2419914" y="6318915"/>
            <a:ext cx="7746699" cy="461665"/>
          </a:xfrm>
          <a:prstGeom prst="rect">
            <a:avLst/>
          </a:prstGeom>
          <a:noFill/>
        </p:spPr>
        <p:txBody>
          <a:bodyPr wrap="square">
            <a:spAutoFit/>
          </a:bodyPr>
          <a:lstStyle/>
          <a:p>
            <a:pPr marL="0" marR="0" lvl="0" indent="0" algn="ctr" defTabSz="914367"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Sans Display Semilight"/>
                <a:ea typeface="Arial" panose="020B0604020202020204" pitchFamily="34" charset="0"/>
                <a:cs typeface="+mn-cs"/>
              </a:rPr>
              <a:t>* For example, let’s say your star engineer may be capped in a larger group policy but is given more budget in a smaller, targeted policy. The bigger budget will apply since that’s a more targeted policy. </a:t>
            </a:r>
          </a:p>
        </p:txBody>
      </p:sp>
    </p:spTree>
    <p:extLst>
      <p:ext uri="{BB962C8B-B14F-4D97-AF65-F5344CB8AC3E}">
        <p14:creationId xmlns:p14="http://schemas.microsoft.com/office/powerpoint/2010/main" val="281750888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85D8A-25C8-D215-881A-084FED83D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01B80-CFC5-77CF-8C80-C68FF2B7B221}"/>
              </a:ext>
            </a:extLst>
          </p:cNvPr>
          <p:cNvSpPr>
            <a:spLocks noGrp="1"/>
          </p:cNvSpPr>
          <p:nvPr>
            <p:ph type="title"/>
          </p:nvPr>
        </p:nvSpPr>
        <p:spPr>
          <a:xfrm>
            <a:off x="588263" y="457200"/>
            <a:ext cx="11018520" cy="492443"/>
          </a:xfrm>
        </p:spPr>
        <p:txBody>
          <a:bodyPr/>
          <a:lstStyle/>
          <a:p>
            <a:r>
              <a:rPr lang="en-US" sz="3200"/>
              <a:t>Set limits and alerts</a:t>
            </a:r>
          </a:p>
        </p:txBody>
      </p:sp>
      <p:sp>
        <p:nvSpPr>
          <p:cNvPr id="3" name="Rectangle: Rounded Corners 2">
            <a:extLst>
              <a:ext uri="{FF2B5EF4-FFF2-40B4-BE49-F238E27FC236}">
                <a16:creationId xmlns:a16="http://schemas.microsoft.com/office/drawing/2014/main" id="{0F8E9879-A4B3-5AA9-2CCE-5023D69FAEC1}"/>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 name="Freeform: Shape 3">
            <a:extLst>
              <a:ext uri="{FF2B5EF4-FFF2-40B4-BE49-F238E27FC236}">
                <a16:creationId xmlns:a16="http://schemas.microsoft.com/office/drawing/2014/main" id="{76E4A40A-3A95-ED7E-C64A-D8C13CBA4805}"/>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5" name="TextBox 4">
            <a:extLst>
              <a:ext uri="{FF2B5EF4-FFF2-40B4-BE49-F238E27FC236}">
                <a16:creationId xmlns:a16="http://schemas.microsoft.com/office/drawing/2014/main" id="{7ACB7E12-7BC9-AE28-B3A6-C21A15D73BA6}"/>
              </a:ext>
            </a:extLst>
          </p:cNvPr>
          <p:cNvSpPr txBox="1"/>
          <p:nvPr/>
        </p:nvSpPr>
        <p:spPr>
          <a:xfrm>
            <a:off x="723899" y="1953638"/>
            <a:ext cx="3724276" cy="380078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Set limits and alerts for credit usage</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Configure a limited monthly budget or not for credit usage</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Set monthly hard caps </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Apply optional user-level limits (ceilings) to protect shared credit capacity</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Create alerts to admins and stakeholders as usage approaches defined limits</a:t>
            </a:r>
          </a:p>
        </p:txBody>
      </p:sp>
      <p:sp>
        <p:nvSpPr>
          <p:cNvPr id="8" name="TextBox 7">
            <a:extLst>
              <a:ext uri="{FF2B5EF4-FFF2-40B4-BE49-F238E27FC236}">
                <a16:creationId xmlns:a16="http://schemas.microsoft.com/office/drawing/2014/main" id="{0A3D8717-5B01-40A6-BEF1-05497745AAC1}"/>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11" name="Picture 10">
            <a:extLst>
              <a:ext uri="{FF2B5EF4-FFF2-40B4-BE49-F238E27FC236}">
                <a16:creationId xmlns:a16="http://schemas.microsoft.com/office/drawing/2014/main" id="{C3CE1238-6A46-4547-3391-114F130AA87E}"/>
              </a:ext>
            </a:extLst>
          </p:cNvPr>
          <p:cNvPicPr>
            <a:picLocks noChangeAspect="1"/>
          </p:cNvPicPr>
          <p:nvPr/>
        </p:nvPicPr>
        <p:blipFill>
          <a:blip r:embed="rId3"/>
          <a:stretch>
            <a:fillRect/>
          </a:stretch>
        </p:blipFill>
        <p:spPr>
          <a:xfrm>
            <a:off x="4986244" y="1916711"/>
            <a:ext cx="7200782" cy="3872717"/>
          </a:xfrm>
          <a:prstGeom prst="rect">
            <a:avLst/>
          </a:prstGeom>
        </p:spPr>
      </p:pic>
    </p:spTree>
    <p:extLst>
      <p:ext uri="{BB962C8B-B14F-4D97-AF65-F5344CB8AC3E}">
        <p14:creationId xmlns:p14="http://schemas.microsoft.com/office/powerpoint/2010/main" val="377935657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718A8-C993-A757-1BB4-068C83880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72BEC-15EF-09A7-24B7-DD848FB0CBF2}"/>
              </a:ext>
            </a:extLst>
          </p:cNvPr>
          <p:cNvSpPr>
            <a:spLocks noGrp="1"/>
          </p:cNvSpPr>
          <p:nvPr>
            <p:ph type="title"/>
          </p:nvPr>
        </p:nvSpPr>
        <p:spPr>
          <a:xfrm>
            <a:off x="588263" y="457200"/>
            <a:ext cx="11018520" cy="492443"/>
          </a:xfrm>
        </p:spPr>
        <p:txBody>
          <a:bodyPr/>
          <a:lstStyle/>
          <a:p>
            <a:r>
              <a:rPr lang="en-US" sz="3200"/>
              <a:t>Select AI services</a:t>
            </a:r>
          </a:p>
        </p:txBody>
      </p:sp>
      <p:sp>
        <p:nvSpPr>
          <p:cNvPr id="4" name="Rectangle: Rounded Corners 3">
            <a:extLst>
              <a:ext uri="{FF2B5EF4-FFF2-40B4-BE49-F238E27FC236}">
                <a16:creationId xmlns:a16="http://schemas.microsoft.com/office/drawing/2014/main" id="{E69B03FB-4B28-5C9A-49DF-410ECBBD9DEE}"/>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6" name="Freeform: Shape 5">
            <a:extLst>
              <a:ext uri="{FF2B5EF4-FFF2-40B4-BE49-F238E27FC236}">
                <a16:creationId xmlns:a16="http://schemas.microsoft.com/office/drawing/2014/main" id="{EDBFF6F9-598E-0D83-532D-80B4FBB6504B}"/>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0" name="TextBox 9">
            <a:extLst>
              <a:ext uri="{FF2B5EF4-FFF2-40B4-BE49-F238E27FC236}">
                <a16:creationId xmlns:a16="http://schemas.microsoft.com/office/drawing/2014/main" id="{E6E07C5A-E848-C0D9-22D3-F972C29ACDA0}"/>
              </a:ext>
            </a:extLst>
          </p:cNvPr>
          <p:cNvSpPr txBox="1"/>
          <p:nvPr/>
        </p:nvSpPr>
        <p:spPr>
          <a:xfrm>
            <a:off x="723899" y="1953638"/>
            <a:ext cx="3724276" cy="350275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Select the AI services that align to this policy</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765" b="0" i="0" u="none" strike="noStrike" kern="1200" cap="none" spc="0" normalizeH="0" baseline="0" noProof="0">
              <a:ln>
                <a:noFill/>
              </a:ln>
              <a:solidFill>
                <a:srgbClr val="0097F4"/>
              </a:solidFill>
              <a:effectLst/>
              <a:uLnTx/>
              <a:uFillTx/>
              <a:latin typeface="Segoe Sans Display"/>
              <a:ea typeface="+mn-ea"/>
              <a:cs typeface="Segoe UI"/>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Choose which AI services can be used in this policy</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Limit access to services</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Include newly added services when available</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p:txBody>
      </p:sp>
      <p:sp>
        <p:nvSpPr>
          <p:cNvPr id="5" name="TextBox 4">
            <a:extLst>
              <a:ext uri="{FF2B5EF4-FFF2-40B4-BE49-F238E27FC236}">
                <a16:creationId xmlns:a16="http://schemas.microsoft.com/office/drawing/2014/main" id="{E1EBCBDB-A3C9-079C-21AD-8626CF563059}"/>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7" name="Picture 6">
            <a:extLst>
              <a:ext uri="{FF2B5EF4-FFF2-40B4-BE49-F238E27FC236}">
                <a16:creationId xmlns:a16="http://schemas.microsoft.com/office/drawing/2014/main" id="{4AED19AF-F08B-670F-57E2-D9F9C2AE3EB9}"/>
              </a:ext>
            </a:extLst>
          </p:cNvPr>
          <p:cNvPicPr>
            <a:picLocks noChangeAspect="1"/>
          </p:cNvPicPr>
          <p:nvPr/>
        </p:nvPicPr>
        <p:blipFill>
          <a:blip r:embed="rId3"/>
          <a:srcRect r="4282"/>
          <a:stretch>
            <a:fillRect/>
          </a:stretch>
        </p:blipFill>
        <p:spPr>
          <a:xfrm>
            <a:off x="4977966" y="1808742"/>
            <a:ext cx="7214033" cy="4228962"/>
          </a:xfrm>
          <a:prstGeom prst="rect">
            <a:avLst/>
          </a:prstGeom>
        </p:spPr>
      </p:pic>
    </p:spTree>
    <p:extLst>
      <p:ext uri="{BB962C8B-B14F-4D97-AF65-F5344CB8AC3E}">
        <p14:creationId xmlns:p14="http://schemas.microsoft.com/office/powerpoint/2010/main" val="311076606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A4F9F-5227-590B-DF13-D8525A1AD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462C4-A3C7-CCAB-53BC-638063461063}"/>
              </a:ext>
            </a:extLst>
          </p:cNvPr>
          <p:cNvSpPr>
            <a:spLocks noGrp="1"/>
          </p:cNvSpPr>
          <p:nvPr>
            <p:ph type="title"/>
          </p:nvPr>
        </p:nvSpPr>
        <p:spPr>
          <a:xfrm>
            <a:off x="588263" y="457200"/>
            <a:ext cx="11018520" cy="492443"/>
          </a:xfrm>
        </p:spPr>
        <p:txBody>
          <a:bodyPr/>
          <a:lstStyle/>
          <a:p>
            <a:r>
              <a:rPr lang="en-US" sz="3200"/>
              <a:t>Billing method</a:t>
            </a:r>
          </a:p>
        </p:txBody>
      </p:sp>
      <p:sp>
        <p:nvSpPr>
          <p:cNvPr id="5" name="Rectangle: Rounded Corners 4">
            <a:extLst>
              <a:ext uri="{FF2B5EF4-FFF2-40B4-BE49-F238E27FC236}">
                <a16:creationId xmlns:a16="http://schemas.microsoft.com/office/drawing/2014/main" id="{FC96F4F0-A834-762B-2DFE-61C8E10CADE4}"/>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8" name="Freeform: Shape 7">
            <a:extLst>
              <a:ext uri="{FF2B5EF4-FFF2-40B4-BE49-F238E27FC236}">
                <a16:creationId xmlns:a16="http://schemas.microsoft.com/office/drawing/2014/main" id="{912652E3-3202-42A0-A804-EBB364603B12}"/>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5" name="TextBox 14">
            <a:extLst>
              <a:ext uri="{FF2B5EF4-FFF2-40B4-BE49-F238E27FC236}">
                <a16:creationId xmlns:a16="http://schemas.microsoft.com/office/drawing/2014/main" id="{3CC56EF5-4157-37BA-6F3D-2FC3CDE70220}"/>
              </a:ext>
            </a:extLst>
          </p:cNvPr>
          <p:cNvSpPr txBox="1"/>
          <p:nvPr/>
        </p:nvSpPr>
        <p:spPr>
          <a:xfrm>
            <a:off x="723899" y="1953638"/>
            <a:ext cx="3724276" cy="382617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Confirm or update billing method for this policy</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EE0000"/>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Use a default billing method or select other methods for customization</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Supports billing methods for different groups at the policy level</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Combine prepaid credits for predictability with pay-as-you-go for flexibility</a:t>
            </a:r>
            <a:endParaRPr kumimoji="0" lang="en-US" sz="1600" b="0" i="0" u="none" strike="noStrike" kern="1200" cap="none" spc="0" normalizeH="0" baseline="0" noProof="0">
              <a:ln>
                <a:noFill/>
              </a:ln>
              <a:solidFill>
                <a:srgbClr val="EE0000"/>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EE0000"/>
              </a:solidFill>
              <a:effectLst/>
              <a:uLnTx/>
              <a:uFillTx/>
              <a:latin typeface="Segoe Sans Display Semilight"/>
              <a:ea typeface="+mn-ea"/>
              <a:cs typeface="+mn-cs"/>
            </a:endParaRPr>
          </a:p>
        </p:txBody>
      </p:sp>
      <p:sp>
        <p:nvSpPr>
          <p:cNvPr id="4" name="TextBox 3">
            <a:extLst>
              <a:ext uri="{FF2B5EF4-FFF2-40B4-BE49-F238E27FC236}">
                <a16:creationId xmlns:a16="http://schemas.microsoft.com/office/drawing/2014/main" id="{744D9A82-2A27-34D0-C09B-4881628E84A1}"/>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9" name="Picture 8">
            <a:extLst>
              <a:ext uri="{FF2B5EF4-FFF2-40B4-BE49-F238E27FC236}">
                <a16:creationId xmlns:a16="http://schemas.microsoft.com/office/drawing/2014/main" id="{7BAC732E-191C-EA70-9796-1342862B2A42}"/>
              </a:ext>
            </a:extLst>
          </p:cNvPr>
          <p:cNvPicPr>
            <a:picLocks noChangeAspect="1"/>
          </p:cNvPicPr>
          <p:nvPr/>
        </p:nvPicPr>
        <p:blipFill>
          <a:blip r:embed="rId3"/>
          <a:srcRect r="5321"/>
          <a:stretch>
            <a:fillRect/>
          </a:stretch>
        </p:blipFill>
        <p:spPr>
          <a:xfrm>
            <a:off x="4977965" y="1808741"/>
            <a:ext cx="7214033" cy="4209625"/>
          </a:xfrm>
          <a:prstGeom prst="rect">
            <a:avLst/>
          </a:prstGeom>
        </p:spPr>
      </p:pic>
    </p:spTree>
    <p:extLst>
      <p:ext uri="{BB962C8B-B14F-4D97-AF65-F5344CB8AC3E}">
        <p14:creationId xmlns:p14="http://schemas.microsoft.com/office/powerpoint/2010/main" val="285828151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0620-7036-4D34-38C4-14C23FBE5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737DB-EC87-C520-5717-0D4563739558}"/>
              </a:ext>
            </a:extLst>
          </p:cNvPr>
          <p:cNvSpPr>
            <a:spLocks noGrp="1"/>
          </p:cNvSpPr>
          <p:nvPr>
            <p:ph type="title"/>
          </p:nvPr>
        </p:nvSpPr>
        <p:spPr>
          <a:xfrm>
            <a:off x="588263" y="457200"/>
            <a:ext cx="11018520" cy="492443"/>
          </a:xfrm>
        </p:spPr>
        <p:txBody>
          <a:bodyPr/>
          <a:lstStyle/>
          <a:p>
            <a:r>
              <a:rPr lang="en-US" sz="3200"/>
              <a:t>Review &amp; create policy</a:t>
            </a:r>
          </a:p>
        </p:txBody>
      </p:sp>
      <p:sp>
        <p:nvSpPr>
          <p:cNvPr id="4" name="Rectangle: Rounded Corners 3">
            <a:extLst>
              <a:ext uri="{FF2B5EF4-FFF2-40B4-BE49-F238E27FC236}">
                <a16:creationId xmlns:a16="http://schemas.microsoft.com/office/drawing/2014/main" id="{6B044D86-836F-D8E4-AE7A-05A5B22F06DE}"/>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6" name="Freeform: Shape 5">
            <a:extLst>
              <a:ext uri="{FF2B5EF4-FFF2-40B4-BE49-F238E27FC236}">
                <a16:creationId xmlns:a16="http://schemas.microsoft.com/office/drawing/2014/main" id="{AF5F2904-6A5A-3FB1-59B2-8D8872C9738F}"/>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0" name="TextBox 9">
            <a:extLst>
              <a:ext uri="{FF2B5EF4-FFF2-40B4-BE49-F238E27FC236}">
                <a16:creationId xmlns:a16="http://schemas.microsoft.com/office/drawing/2014/main" id="{376261A3-37CE-104E-F943-F023B7670E67}"/>
              </a:ext>
            </a:extLst>
          </p:cNvPr>
          <p:cNvSpPr txBox="1"/>
          <p:nvPr/>
        </p:nvSpPr>
        <p:spPr>
          <a:xfrm>
            <a:off x="723899" y="1953638"/>
            <a:ext cx="3724276" cy="225112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Review and create your spending policy</a:t>
            </a:r>
            <a:br>
              <a:rPr kumimoji="0" lang="en-US" sz="1765" b="0" i="0" u="none" strike="noStrike" kern="1200" cap="none" spc="0" normalizeH="0" baseline="0" noProof="0">
                <a:ln>
                  <a:noFill/>
                </a:ln>
                <a:solidFill>
                  <a:srgbClr val="0097F4"/>
                </a:solidFill>
                <a:effectLst/>
                <a:uLnTx/>
                <a:uFillTx/>
                <a:latin typeface="Segoe Sans Display"/>
                <a:ea typeface="+mn-ea"/>
                <a:cs typeface="Segoe UI"/>
              </a:rPr>
            </a:br>
            <a:endParaRPr kumimoji="0" lang="en-US" sz="1765" b="0" i="0" u="none" strike="noStrike" kern="1200" cap="none" spc="0" normalizeH="0" baseline="0" noProof="0">
              <a:ln>
                <a:noFill/>
              </a:ln>
              <a:solidFill>
                <a:srgbClr val="0097F4"/>
              </a:solidFill>
              <a:effectLst/>
              <a:uLnTx/>
              <a:uFillTx/>
              <a:latin typeface="Segoe Sans Display"/>
              <a:ea typeface="+mn-ea"/>
              <a:cs typeface="Segoe UI"/>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Review your billing policy settings before creation</a:t>
            </a:r>
            <a:b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b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Enables final validation and immediately applies to scoped users</a:t>
            </a:r>
            <a:endParaRPr kumimoji="0" lang="en-US" sz="1600" b="0" i="0" u="none" strike="noStrike" kern="1200" cap="none" spc="0" normalizeH="0" baseline="0" noProof="0">
              <a:ln>
                <a:noFill/>
              </a:ln>
              <a:solidFill>
                <a:srgbClr val="323139"/>
              </a:solidFill>
              <a:effectLst/>
              <a:uLnTx/>
              <a:uFillTx/>
              <a:latin typeface="Segoe Sans Display Semilight"/>
              <a:ea typeface="+mn-ea"/>
              <a:cs typeface="Segoe Sans Display Semilight"/>
            </a:endParaRPr>
          </a:p>
        </p:txBody>
      </p:sp>
      <p:sp>
        <p:nvSpPr>
          <p:cNvPr id="5" name="TextBox 4">
            <a:extLst>
              <a:ext uri="{FF2B5EF4-FFF2-40B4-BE49-F238E27FC236}">
                <a16:creationId xmlns:a16="http://schemas.microsoft.com/office/drawing/2014/main" id="{20A85D65-B27E-4240-CB74-3A77C0164B55}"/>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7" name="Picture 6">
            <a:extLst>
              <a:ext uri="{FF2B5EF4-FFF2-40B4-BE49-F238E27FC236}">
                <a16:creationId xmlns:a16="http://schemas.microsoft.com/office/drawing/2014/main" id="{FF3D9588-4479-E2FB-F6EA-67FBD06A9313}"/>
              </a:ext>
            </a:extLst>
          </p:cNvPr>
          <p:cNvPicPr>
            <a:picLocks noChangeAspect="1"/>
          </p:cNvPicPr>
          <p:nvPr/>
        </p:nvPicPr>
        <p:blipFill>
          <a:blip r:embed="rId3"/>
          <a:srcRect r="4889"/>
          <a:stretch>
            <a:fillRect/>
          </a:stretch>
        </p:blipFill>
        <p:spPr>
          <a:xfrm>
            <a:off x="4977967" y="1804611"/>
            <a:ext cx="7214032" cy="4212995"/>
          </a:xfrm>
          <a:prstGeom prst="rect">
            <a:avLst/>
          </a:prstGeom>
        </p:spPr>
      </p:pic>
    </p:spTree>
    <p:extLst>
      <p:ext uri="{BB962C8B-B14F-4D97-AF65-F5344CB8AC3E}">
        <p14:creationId xmlns:p14="http://schemas.microsoft.com/office/powerpoint/2010/main" val="295004970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D6D04-B05A-AFEA-50E0-1DD6AD014C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DBA92-5263-A6C8-B841-902038136D13}"/>
              </a:ext>
            </a:extLst>
          </p:cNvPr>
          <p:cNvSpPr>
            <a:spLocks noGrp="1"/>
          </p:cNvSpPr>
          <p:nvPr>
            <p:ph type="title"/>
          </p:nvPr>
        </p:nvSpPr>
        <p:spPr>
          <a:xfrm>
            <a:off x="588263" y="457200"/>
            <a:ext cx="11018520" cy="492443"/>
          </a:xfrm>
        </p:spPr>
        <p:txBody>
          <a:bodyPr/>
          <a:lstStyle/>
          <a:p>
            <a:r>
              <a:rPr lang="en-US" sz="3200"/>
              <a:t>Buy prepaid credits with a Pre-Purchase Plan (P3)</a:t>
            </a:r>
          </a:p>
        </p:txBody>
      </p:sp>
      <p:sp>
        <p:nvSpPr>
          <p:cNvPr id="4" name="Rectangle: Rounded Corners 3">
            <a:extLst>
              <a:ext uri="{FF2B5EF4-FFF2-40B4-BE49-F238E27FC236}">
                <a16:creationId xmlns:a16="http://schemas.microsoft.com/office/drawing/2014/main" id="{8AD92008-1EB4-8B01-9867-AF401E78B618}"/>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6" name="Freeform: Shape 5">
            <a:extLst>
              <a:ext uri="{FF2B5EF4-FFF2-40B4-BE49-F238E27FC236}">
                <a16:creationId xmlns:a16="http://schemas.microsoft.com/office/drawing/2014/main" id="{D3E4CCAE-C41C-3E71-A014-0102DB93A9A5}"/>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0" name="TextBox 9">
            <a:extLst>
              <a:ext uri="{FF2B5EF4-FFF2-40B4-BE49-F238E27FC236}">
                <a16:creationId xmlns:a16="http://schemas.microsoft.com/office/drawing/2014/main" id="{6153B418-BA28-9D1F-07FA-8D393A696775}"/>
              </a:ext>
            </a:extLst>
          </p:cNvPr>
          <p:cNvSpPr txBox="1"/>
          <p:nvPr/>
        </p:nvSpPr>
        <p:spPr>
          <a:xfrm>
            <a:off x="723899" y="1953638"/>
            <a:ext cx="3724276" cy="345197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Support better budget planning</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Buy an annual Pre-Purchase Plan (P3) credit packs to receive a discount</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Choose from a range of credit pack sizes to match expected demand</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Prepaid credits are used before pay-as-you-go credits</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p:txBody>
      </p:sp>
      <p:sp>
        <p:nvSpPr>
          <p:cNvPr id="5" name="TextBox 4">
            <a:extLst>
              <a:ext uri="{FF2B5EF4-FFF2-40B4-BE49-F238E27FC236}">
                <a16:creationId xmlns:a16="http://schemas.microsoft.com/office/drawing/2014/main" id="{65189517-062C-06B0-CEC6-20BACEF84E5C}"/>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12" name="Picture 11" descr="The image shows a computer screen with a search bar, a Microsoft logo, and a query symbol.&#10;&#10;AI-generated content may be incorrect.">
            <a:extLst>
              <a:ext uri="{FF2B5EF4-FFF2-40B4-BE49-F238E27FC236}">
                <a16:creationId xmlns:a16="http://schemas.microsoft.com/office/drawing/2014/main" id="{7793E412-C04C-D4CB-D5EB-D132A88285B5}"/>
              </a:ext>
            </a:extLst>
          </p:cNvPr>
          <p:cNvPicPr>
            <a:picLocks noChangeAspect="1"/>
          </p:cNvPicPr>
          <p:nvPr/>
        </p:nvPicPr>
        <p:blipFill>
          <a:blip r:embed="rId3"/>
          <a:srcRect l="3297" t="1" r="672" b="1243"/>
          <a:stretch>
            <a:fillRect/>
          </a:stretch>
        </p:blipFill>
        <p:spPr>
          <a:xfrm>
            <a:off x="4977383" y="1807049"/>
            <a:ext cx="7214616" cy="226300"/>
          </a:xfrm>
          <a:prstGeom prst="rect">
            <a:avLst/>
          </a:prstGeom>
        </p:spPr>
      </p:pic>
      <p:pic>
        <p:nvPicPr>
          <p:cNvPr id="9" name="Picture 8">
            <a:extLst>
              <a:ext uri="{FF2B5EF4-FFF2-40B4-BE49-F238E27FC236}">
                <a16:creationId xmlns:a16="http://schemas.microsoft.com/office/drawing/2014/main" id="{0A0DA8D0-B3B3-90A8-84DE-A1A63962D136}"/>
              </a:ext>
            </a:extLst>
          </p:cNvPr>
          <p:cNvPicPr>
            <a:picLocks noChangeAspect="1"/>
          </p:cNvPicPr>
          <p:nvPr/>
        </p:nvPicPr>
        <p:blipFill>
          <a:blip r:embed="rId4"/>
          <a:stretch>
            <a:fillRect/>
          </a:stretch>
        </p:blipFill>
        <p:spPr>
          <a:xfrm>
            <a:off x="4977382" y="2033348"/>
            <a:ext cx="7262593" cy="4048223"/>
          </a:xfrm>
          <a:prstGeom prst="rect">
            <a:avLst/>
          </a:prstGeom>
        </p:spPr>
      </p:pic>
    </p:spTree>
    <p:extLst>
      <p:ext uri="{BB962C8B-B14F-4D97-AF65-F5344CB8AC3E}">
        <p14:creationId xmlns:p14="http://schemas.microsoft.com/office/powerpoint/2010/main" val="412357890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5DA1A-EA3F-40EC-D882-86E7E13ED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E6494-4CB2-2CBA-0FD0-DADB08B33500}"/>
              </a:ext>
            </a:extLst>
          </p:cNvPr>
          <p:cNvSpPr>
            <a:spLocks noGrp="1"/>
          </p:cNvSpPr>
          <p:nvPr>
            <p:ph type="title"/>
          </p:nvPr>
        </p:nvSpPr>
        <p:spPr/>
        <p:txBody>
          <a:bodyPr/>
          <a:lstStyle/>
          <a:p>
            <a:r>
              <a:rPr lang="en-US"/>
              <a:t>Reporting</a:t>
            </a:r>
          </a:p>
        </p:txBody>
      </p:sp>
    </p:spTree>
    <p:extLst>
      <p:ext uri="{BB962C8B-B14F-4D97-AF65-F5344CB8AC3E}">
        <p14:creationId xmlns:p14="http://schemas.microsoft.com/office/powerpoint/2010/main" val="317951051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A9EC-AB22-5FAD-110D-F83713FE0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235C48-F810-66DA-4813-D5D7C53C1225}"/>
              </a:ext>
            </a:extLst>
          </p:cNvPr>
          <p:cNvSpPr>
            <a:spLocks noGrp="1"/>
          </p:cNvSpPr>
          <p:nvPr>
            <p:ph type="title"/>
          </p:nvPr>
        </p:nvSpPr>
        <p:spPr>
          <a:xfrm>
            <a:off x="588263" y="457200"/>
            <a:ext cx="11018520" cy="492443"/>
          </a:xfrm>
        </p:spPr>
        <p:txBody>
          <a:bodyPr/>
          <a:lstStyle/>
          <a:p>
            <a:r>
              <a:rPr lang="en-US" sz="3200">
                <a:cs typeface="Segoe Sans Display"/>
              </a:rPr>
              <a:t>Cost Management - overview</a:t>
            </a:r>
            <a:endParaRPr lang="en-US" sz="3200"/>
          </a:p>
        </p:txBody>
      </p:sp>
      <p:sp>
        <p:nvSpPr>
          <p:cNvPr id="4" name="Rectangle: Rounded Corners 3">
            <a:extLst>
              <a:ext uri="{FF2B5EF4-FFF2-40B4-BE49-F238E27FC236}">
                <a16:creationId xmlns:a16="http://schemas.microsoft.com/office/drawing/2014/main" id="{6DEBCE3B-B5D9-EC1D-B5BD-E00F57E4D810}"/>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6" name="Freeform: Shape 5">
            <a:extLst>
              <a:ext uri="{FF2B5EF4-FFF2-40B4-BE49-F238E27FC236}">
                <a16:creationId xmlns:a16="http://schemas.microsoft.com/office/drawing/2014/main" id="{50AC0186-AFC5-D632-1E7B-097B27CBF359}"/>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0" name="TextBox 9">
            <a:extLst>
              <a:ext uri="{FF2B5EF4-FFF2-40B4-BE49-F238E27FC236}">
                <a16:creationId xmlns:a16="http://schemas.microsoft.com/office/drawing/2014/main" id="{9C7124C2-EEBE-9E89-27F5-A4439B13C027}"/>
              </a:ext>
            </a:extLst>
          </p:cNvPr>
          <p:cNvSpPr txBox="1"/>
          <p:nvPr/>
        </p:nvSpPr>
        <p:spPr>
          <a:xfrm>
            <a:off x="723899" y="1953638"/>
            <a:ext cx="3724276" cy="332886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Copilot Credit consumption</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Track total credit consumption over time across prepaid and pay-as-you-go usage</a:t>
            </a:r>
          </a:p>
          <a:p>
            <a:pPr marL="285750" marR="0" lvl="0" indent="-285750" algn="l" defTabSz="914367"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View month-to-date totals, daily averages, and week-over-week trends</a:t>
            </a:r>
          </a:p>
          <a:p>
            <a:pPr marL="285750" marR="0" lvl="0" indent="-285750" algn="l" defTabSz="914367"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Surface group-level consumption patterns for prepaid and pay-as-you-go credits</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Adjust and rebalance as needed</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p:txBody>
      </p:sp>
      <p:sp>
        <p:nvSpPr>
          <p:cNvPr id="5" name="TextBox 4">
            <a:extLst>
              <a:ext uri="{FF2B5EF4-FFF2-40B4-BE49-F238E27FC236}">
                <a16:creationId xmlns:a16="http://schemas.microsoft.com/office/drawing/2014/main" id="{3C34FBBF-BD8C-639E-2BE9-703A0AAF132E}"/>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7" name="Picture 6">
            <a:extLst>
              <a:ext uri="{FF2B5EF4-FFF2-40B4-BE49-F238E27FC236}">
                <a16:creationId xmlns:a16="http://schemas.microsoft.com/office/drawing/2014/main" id="{3BBC6B9A-B8E3-BEEA-E076-B9F47C50A582}"/>
              </a:ext>
            </a:extLst>
          </p:cNvPr>
          <p:cNvPicPr>
            <a:picLocks noChangeAspect="1"/>
          </p:cNvPicPr>
          <p:nvPr/>
        </p:nvPicPr>
        <p:blipFill>
          <a:blip r:embed="rId3"/>
          <a:srcRect r="4281"/>
          <a:stretch>
            <a:fillRect/>
          </a:stretch>
        </p:blipFill>
        <p:spPr>
          <a:xfrm>
            <a:off x="4977383" y="1823270"/>
            <a:ext cx="7214615" cy="4239977"/>
          </a:xfrm>
          <a:prstGeom prst="rect">
            <a:avLst/>
          </a:prstGeom>
        </p:spPr>
      </p:pic>
      <p:pic>
        <p:nvPicPr>
          <p:cNvPr id="12" name="Picture 11" descr="The image shows a computer screen with a search bar, a Microsoft logo, and a query symbol.&#10;&#10;AI-generated content may be incorrect.">
            <a:extLst>
              <a:ext uri="{FF2B5EF4-FFF2-40B4-BE49-F238E27FC236}">
                <a16:creationId xmlns:a16="http://schemas.microsoft.com/office/drawing/2014/main" id="{5D85262D-9F93-5138-DCAA-50E87AC9500D}"/>
              </a:ext>
            </a:extLst>
          </p:cNvPr>
          <p:cNvPicPr>
            <a:picLocks noChangeAspect="1"/>
          </p:cNvPicPr>
          <p:nvPr/>
        </p:nvPicPr>
        <p:blipFill>
          <a:blip r:embed="rId4"/>
          <a:srcRect l="3297" t="1" r="672" b="1243"/>
          <a:stretch>
            <a:fillRect/>
          </a:stretch>
        </p:blipFill>
        <p:spPr>
          <a:xfrm>
            <a:off x="4977383" y="1807049"/>
            <a:ext cx="7214616" cy="226300"/>
          </a:xfrm>
          <a:prstGeom prst="rect">
            <a:avLst/>
          </a:prstGeom>
        </p:spPr>
      </p:pic>
    </p:spTree>
    <p:extLst>
      <p:ext uri="{BB962C8B-B14F-4D97-AF65-F5344CB8AC3E}">
        <p14:creationId xmlns:p14="http://schemas.microsoft.com/office/powerpoint/2010/main" val="130644387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E6531-B572-9180-7A13-82B243EEB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E4616-8FFC-19CB-D996-B411A60CEB54}"/>
              </a:ext>
            </a:extLst>
          </p:cNvPr>
          <p:cNvSpPr>
            <a:spLocks noGrp="1"/>
          </p:cNvSpPr>
          <p:nvPr>
            <p:ph type="title"/>
          </p:nvPr>
        </p:nvSpPr>
        <p:spPr>
          <a:xfrm>
            <a:off x="588263" y="457200"/>
            <a:ext cx="11018520" cy="492443"/>
          </a:xfrm>
        </p:spPr>
        <p:txBody>
          <a:bodyPr/>
          <a:lstStyle/>
          <a:p>
            <a:r>
              <a:rPr lang="en-US" sz="3200"/>
              <a:t>Cost Management – Consumption - Users</a:t>
            </a:r>
          </a:p>
        </p:txBody>
      </p:sp>
      <p:sp>
        <p:nvSpPr>
          <p:cNvPr id="4" name="Rectangle: Rounded Corners 3">
            <a:extLst>
              <a:ext uri="{FF2B5EF4-FFF2-40B4-BE49-F238E27FC236}">
                <a16:creationId xmlns:a16="http://schemas.microsoft.com/office/drawing/2014/main" id="{492579D8-43A9-5046-ABAA-0844AC7B3352}"/>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6" name="Freeform: Shape 5">
            <a:extLst>
              <a:ext uri="{FF2B5EF4-FFF2-40B4-BE49-F238E27FC236}">
                <a16:creationId xmlns:a16="http://schemas.microsoft.com/office/drawing/2014/main" id="{303F080C-4BFF-61F9-579B-BA562D348ECB}"/>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0" name="TextBox 9">
            <a:extLst>
              <a:ext uri="{FF2B5EF4-FFF2-40B4-BE49-F238E27FC236}">
                <a16:creationId xmlns:a16="http://schemas.microsoft.com/office/drawing/2014/main" id="{94028117-EFBA-766B-B71D-D395D54D8DD0}"/>
              </a:ext>
            </a:extLst>
          </p:cNvPr>
          <p:cNvSpPr txBox="1"/>
          <p:nvPr/>
        </p:nvSpPr>
        <p:spPr>
          <a:xfrm>
            <a:off x="723899" y="1953638"/>
            <a:ext cx="3724276" cy="357277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50" b="0" i="0" u="none" strike="noStrike" kern="1200" cap="none" spc="0" normalizeH="0" baseline="0" noProof="0">
                <a:ln>
                  <a:noFill/>
                </a:ln>
                <a:solidFill>
                  <a:srgbClr val="0097F4"/>
                </a:solidFill>
                <a:effectLst/>
                <a:uLnTx/>
                <a:uFillTx/>
                <a:latin typeface="Segoe Sans Display"/>
                <a:ea typeface="+mn-ea"/>
                <a:cs typeface="Segoe UI"/>
              </a:rPr>
              <a:t>Copilot Credit usage</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Track credit usage across active users, groups, and services from a centralized view</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Monitor monthly limits, usage totals, and recent activity by individual user</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Understand adoption patterns with usage intensity and session count insights</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Supports more informed cost management and optimization decisions</a:t>
            </a:r>
            <a:endParaRPr kumimoji="0" lang="en-US" sz="1600" b="0" i="0" u="none" strike="noStrike" kern="1200" cap="none" spc="0" normalizeH="0" baseline="0" noProof="0">
              <a:ln>
                <a:noFill/>
              </a:ln>
              <a:solidFill>
                <a:srgbClr val="323139"/>
              </a:solidFill>
              <a:effectLst/>
              <a:uLnTx/>
              <a:uFillTx/>
              <a:latin typeface="Segoe Sans Display Semilight"/>
              <a:ea typeface="+mn-ea"/>
              <a:cs typeface="Segoe Sans Display Semilight"/>
            </a:endParaRPr>
          </a:p>
        </p:txBody>
      </p:sp>
      <p:sp>
        <p:nvSpPr>
          <p:cNvPr id="5" name="TextBox 4">
            <a:extLst>
              <a:ext uri="{FF2B5EF4-FFF2-40B4-BE49-F238E27FC236}">
                <a16:creationId xmlns:a16="http://schemas.microsoft.com/office/drawing/2014/main" id="{772A4AE1-5F90-9974-8DCA-16E0BB9B15F9}"/>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pic>
        <p:nvPicPr>
          <p:cNvPr id="11" name="Picture 10">
            <a:extLst>
              <a:ext uri="{FF2B5EF4-FFF2-40B4-BE49-F238E27FC236}">
                <a16:creationId xmlns:a16="http://schemas.microsoft.com/office/drawing/2014/main" id="{AA4E5F19-5A20-3EC7-4E02-77E31899B607}"/>
              </a:ext>
            </a:extLst>
          </p:cNvPr>
          <p:cNvPicPr>
            <a:picLocks noChangeAspect="1"/>
          </p:cNvPicPr>
          <p:nvPr/>
        </p:nvPicPr>
        <p:blipFill>
          <a:blip r:embed="rId3"/>
          <a:srcRect r="3676"/>
          <a:stretch>
            <a:fillRect/>
          </a:stretch>
        </p:blipFill>
        <p:spPr>
          <a:xfrm>
            <a:off x="4977383" y="1807049"/>
            <a:ext cx="7214616" cy="4211319"/>
          </a:xfrm>
          <a:prstGeom prst="rect">
            <a:avLst/>
          </a:prstGeom>
        </p:spPr>
      </p:pic>
      <p:pic>
        <p:nvPicPr>
          <p:cNvPr id="12" name="Picture 11" descr="The image shows a computer screen with a search bar, a Microsoft logo, and a query symbol.&#10;&#10;AI-generated content may be incorrect.">
            <a:extLst>
              <a:ext uri="{FF2B5EF4-FFF2-40B4-BE49-F238E27FC236}">
                <a16:creationId xmlns:a16="http://schemas.microsoft.com/office/drawing/2014/main" id="{21E8BA46-017D-9F8B-75E3-94E377B2C345}"/>
              </a:ext>
            </a:extLst>
          </p:cNvPr>
          <p:cNvPicPr>
            <a:picLocks noChangeAspect="1"/>
          </p:cNvPicPr>
          <p:nvPr/>
        </p:nvPicPr>
        <p:blipFill>
          <a:blip r:embed="rId4"/>
          <a:srcRect l="3297" t="1" r="672" b="1243"/>
          <a:stretch>
            <a:fillRect/>
          </a:stretch>
        </p:blipFill>
        <p:spPr>
          <a:xfrm>
            <a:off x="4977383" y="1807049"/>
            <a:ext cx="7214616" cy="226300"/>
          </a:xfrm>
          <a:prstGeom prst="rect">
            <a:avLst/>
          </a:prstGeom>
        </p:spPr>
      </p:pic>
    </p:spTree>
    <p:extLst>
      <p:ext uri="{BB962C8B-B14F-4D97-AF65-F5344CB8AC3E}">
        <p14:creationId xmlns:p14="http://schemas.microsoft.com/office/powerpoint/2010/main" val="51846558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A7C28-06B9-A22B-62CE-871B5A1E3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7C832-5F19-5848-1EB3-DCB59995DC01}"/>
              </a:ext>
            </a:extLst>
          </p:cNvPr>
          <p:cNvSpPr>
            <a:spLocks noGrp="1"/>
          </p:cNvSpPr>
          <p:nvPr>
            <p:ph type="title"/>
          </p:nvPr>
        </p:nvSpPr>
        <p:spPr>
          <a:xfrm>
            <a:off x="588263" y="457200"/>
            <a:ext cx="11018520" cy="492443"/>
          </a:xfrm>
        </p:spPr>
        <p:txBody>
          <a:bodyPr/>
          <a:lstStyle/>
          <a:p>
            <a:r>
              <a:rPr lang="en-US" sz="3200"/>
              <a:t>Cost Management – Consumption - Users</a:t>
            </a:r>
          </a:p>
        </p:txBody>
      </p:sp>
      <p:sp>
        <p:nvSpPr>
          <p:cNvPr id="4" name="Rectangle: Rounded Corners 3">
            <a:extLst>
              <a:ext uri="{FF2B5EF4-FFF2-40B4-BE49-F238E27FC236}">
                <a16:creationId xmlns:a16="http://schemas.microsoft.com/office/drawing/2014/main" id="{425127CC-363E-B452-0FFB-9E200BF7B333}"/>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6" name="Freeform: Shape 5">
            <a:extLst>
              <a:ext uri="{FF2B5EF4-FFF2-40B4-BE49-F238E27FC236}">
                <a16:creationId xmlns:a16="http://schemas.microsoft.com/office/drawing/2014/main" id="{6206759D-221D-9E4B-7461-2B865C554E5C}"/>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8" name="Picture 7" descr="The image displays a credit management dashboard, showing various user profiles and their respective Copilot credit usage, including the number of credits requested, used, and remaining limits.&#10;&#10;AI-generated content may be incorrect.">
            <a:extLst>
              <a:ext uri="{FF2B5EF4-FFF2-40B4-BE49-F238E27FC236}">
                <a16:creationId xmlns:a16="http://schemas.microsoft.com/office/drawing/2014/main" id="{86BD1418-441F-B85F-279D-599A1D3FD4E2}"/>
              </a:ext>
            </a:extLst>
          </p:cNvPr>
          <p:cNvPicPr>
            <a:picLocks noChangeAspect="1"/>
          </p:cNvPicPr>
          <p:nvPr/>
        </p:nvPicPr>
        <p:blipFill>
          <a:blip r:embed="rId3">
            <a:extLst>
              <a:ext uri="{28A0092B-C50C-407E-A947-70E740481C1C}">
                <a14:useLocalDpi xmlns:a14="http://schemas.microsoft.com/office/drawing/2010/main" val="0"/>
              </a:ext>
            </a:extLst>
          </a:blip>
          <a:srcRect t="58" b="58"/>
          <a:stretch/>
        </p:blipFill>
        <p:spPr>
          <a:xfrm>
            <a:off x="4977382" y="2033349"/>
            <a:ext cx="7214617" cy="3985019"/>
          </a:xfrm>
          <a:prstGeom prst="rect">
            <a:avLst/>
          </a:prstGeom>
          <a:solidFill>
            <a:schemeClr val="bg1"/>
          </a:solidFill>
          <a:ln w="28575">
            <a:noFill/>
          </a:ln>
          <a:effectLst/>
        </p:spPr>
      </p:pic>
      <p:sp>
        <p:nvSpPr>
          <p:cNvPr id="10" name="TextBox 9">
            <a:extLst>
              <a:ext uri="{FF2B5EF4-FFF2-40B4-BE49-F238E27FC236}">
                <a16:creationId xmlns:a16="http://schemas.microsoft.com/office/drawing/2014/main" id="{9DAA43CD-FA47-8C6B-3F4C-CB4856DA3A1F}"/>
              </a:ext>
            </a:extLst>
          </p:cNvPr>
          <p:cNvSpPr txBox="1"/>
          <p:nvPr/>
        </p:nvSpPr>
        <p:spPr>
          <a:xfrm>
            <a:off x="723899" y="1953638"/>
            <a:ext cx="3724276" cy="357508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Copilot Credit credits requested</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Filter users by requested credits, license status, and usage intensity</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Surface users who have asked for additional credits alongside current usage and limits</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Review recent activity, session volume, and total credits used in one view</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Supports faster credit limit decisions with clearer user-level context</a:t>
            </a:r>
          </a:p>
        </p:txBody>
      </p:sp>
      <p:pic>
        <p:nvPicPr>
          <p:cNvPr id="12" name="Picture 11" descr="The image shows a computer screen with a search bar, a Microsoft logo, and a query symbol.&#10;&#10;AI-generated content may be incorrect.">
            <a:extLst>
              <a:ext uri="{FF2B5EF4-FFF2-40B4-BE49-F238E27FC236}">
                <a16:creationId xmlns:a16="http://schemas.microsoft.com/office/drawing/2014/main" id="{D0C00AF9-E754-B80D-BC66-EBC706A0D1E5}"/>
              </a:ext>
            </a:extLst>
          </p:cNvPr>
          <p:cNvPicPr>
            <a:picLocks noChangeAspect="1"/>
          </p:cNvPicPr>
          <p:nvPr/>
        </p:nvPicPr>
        <p:blipFill>
          <a:blip r:embed="rId4"/>
          <a:srcRect l="3297" t="1" r="672" b="1243"/>
          <a:stretch>
            <a:fillRect/>
          </a:stretch>
        </p:blipFill>
        <p:spPr>
          <a:xfrm>
            <a:off x="4977383" y="1807049"/>
            <a:ext cx="7214616" cy="226300"/>
          </a:xfrm>
          <a:prstGeom prst="rect">
            <a:avLst/>
          </a:prstGeom>
        </p:spPr>
      </p:pic>
      <p:sp>
        <p:nvSpPr>
          <p:cNvPr id="5" name="TextBox 4">
            <a:extLst>
              <a:ext uri="{FF2B5EF4-FFF2-40B4-BE49-F238E27FC236}">
                <a16:creationId xmlns:a16="http://schemas.microsoft.com/office/drawing/2014/main" id="{EA5D9783-7E9F-120A-5400-BEBCAE7A72E8}"/>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spTree>
    <p:extLst>
      <p:ext uri="{BB962C8B-B14F-4D97-AF65-F5344CB8AC3E}">
        <p14:creationId xmlns:p14="http://schemas.microsoft.com/office/powerpoint/2010/main" val="90906010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8675C-C3AC-6D49-82CD-6A1750756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C367ED-491E-5C51-3E0D-C7FB558A95BF}"/>
              </a:ext>
            </a:extLst>
          </p:cNvPr>
          <p:cNvSpPr>
            <a:spLocks noGrp="1"/>
          </p:cNvSpPr>
          <p:nvPr>
            <p:ph type="title"/>
          </p:nvPr>
        </p:nvSpPr>
        <p:spPr>
          <a:xfrm>
            <a:off x="588263" y="457200"/>
            <a:ext cx="11018520" cy="492443"/>
          </a:xfrm>
        </p:spPr>
        <p:txBody>
          <a:bodyPr/>
          <a:lstStyle/>
          <a:p>
            <a:r>
              <a:rPr lang="en-US" sz="3200"/>
              <a:t>Cost Management – Consumption - Groups</a:t>
            </a:r>
          </a:p>
        </p:txBody>
      </p:sp>
      <p:sp>
        <p:nvSpPr>
          <p:cNvPr id="4" name="Rectangle: Rounded Corners 3">
            <a:extLst>
              <a:ext uri="{FF2B5EF4-FFF2-40B4-BE49-F238E27FC236}">
                <a16:creationId xmlns:a16="http://schemas.microsoft.com/office/drawing/2014/main" id="{AEE89D2C-8366-4D12-E12C-B3EC9AC5D92E}"/>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6" name="Freeform: Shape 5">
            <a:extLst>
              <a:ext uri="{FF2B5EF4-FFF2-40B4-BE49-F238E27FC236}">
                <a16:creationId xmlns:a16="http://schemas.microsoft.com/office/drawing/2014/main" id="{DABCCC4F-0E96-B00D-FE17-5828C6ABC03E}"/>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8" name="Picture 7" descr="The image displays a dashboard for managing credit usage within an organization, showing various departments, their assigned credit limits, and their consumption.&#10;&#10;AI-generated content may be incorrect.">
            <a:extLst>
              <a:ext uri="{FF2B5EF4-FFF2-40B4-BE49-F238E27FC236}">
                <a16:creationId xmlns:a16="http://schemas.microsoft.com/office/drawing/2014/main" id="{ECDBA6D8-19B6-F059-CCA4-93D45C9557BD}"/>
              </a:ext>
            </a:extLst>
          </p:cNvPr>
          <p:cNvPicPr>
            <a:picLocks noChangeAspect="1"/>
          </p:cNvPicPr>
          <p:nvPr/>
        </p:nvPicPr>
        <p:blipFill>
          <a:blip r:embed="rId3">
            <a:extLst>
              <a:ext uri="{28A0092B-C50C-407E-A947-70E740481C1C}">
                <a14:useLocalDpi xmlns:a14="http://schemas.microsoft.com/office/drawing/2010/main" val="0"/>
              </a:ext>
            </a:extLst>
          </a:blip>
          <a:srcRect t="416" b="416"/>
          <a:stretch/>
        </p:blipFill>
        <p:spPr>
          <a:xfrm>
            <a:off x="4977382" y="2033349"/>
            <a:ext cx="7214617" cy="3985019"/>
          </a:xfrm>
          <a:prstGeom prst="rect">
            <a:avLst/>
          </a:prstGeom>
          <a:solidFill>
            <a:schemeClr val="bg1"/>
          </a:solidFill>
          <a:ln w="28575">
            <a:noFill/>
          </a:ln>
          <a:effectLst/>
        </p:spPr>
      </p:pic>
      <p:sp>
        <p:nvSpPr>
          <p:cNvPr id="10" name="TextBox 9">
            <a:extLst>
              <a:ext uri="{FF2B5EF4-FFF2-40B4-BE49-F238E27FC236}">
                <a16:creationId xmlns:a16="http://schemas.microsoft.com/office/drawing/2014/main" id="{F1414391-7A0E-EF30-0F1D-C57B40C34BE5}"/>
              </a:ext>
            </a:extLst>
          </p:cNvPr>
          <p:cNvSpPr txBox="1"/>
          <p:nvPr/>
        </p:nvSpPr>
        <p:spPr>
          <a:xfrm>
            <a:off x="723899" y="1953638"/>
            <a:ext cx="3724276" cy="332886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Copilot Credit group usage</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Monitor group credit usage, limits, and member consumption</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Identify unblocked and blocked groups based on credit threshold status</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Analyze total credits used, and average daily usage per user</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Enables stronger oversight and group-based cost management</a:t>
            </a:r>
          </a:p>
        </p:txBody>
      </p:sp>
      <p:pic>
        <p:nvPicPr>
          <p:cNvPr id="12" name="Picture 11" descr="The image shows a computer screen with a search bar, a Microsoft logo, and a query symbol.&#10;&#10;AI-generated content may be incorrect.">
            <a:extLst>
              <a:ext uri="{FF2B5EF4-FFF2-40B4-BE49-F238E27FC236}">
                <a16:creationId xmlns:a16="http://schemas.microsoft.com/office/drawing/2014/main" id="{F6901A37-8E2B-603B-3B72-A43DFE126B81}"/>
              </a:ext>
            </a:extLst>
          </p:cNvPr>
          <p:cNvPicPr>
            <a:picLocks noChangeAspect="1"/>
          </p:cNvPicPr>
          <p:nvPr/>
        </p:nvPicPr>
        <p:blipFill>
          <a:blip r:embed="rId4"/>
          <a:srcRect l="3297" t="1" r="672" b="1243"/>
          <a:stretch>
            <a:fillRect/>
          </a:stretch>
        </p:blipFill>
        <p:spPr>
          <a:xfrm>
            <a:off x="4977383" y="1807049"/>
            <a:ext cx="7214616" cy="226300"/>
          </a:xfrm>
          <a:prstGeom prst="rect">
            <a:avLst/>
          </a:prstGeom>
        </p:spPr>
      </p:pic>
      <p:sp>
        <p:nvSpPr>
          <p:cNvPr id="5" name="TextBox 4">
            <a:extLst>
              <a:ext uri="{FF2B5EF4-FFF2-40B4-BE49-F238E27FC236}">
                <a16:creationId xmlns:a16="http://schemas.microsoft.com/office/drawing/2014/main" id="{28BE86D4-7E66-B4A3-D977-E5307D248DB7}"/>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spTree>
    <p:extLst>
      <p:ext uri="{BB962C8B-B14F-4D97-AF65-F5344CB8AC3E}">
        <p14:creationId xmlns:p14="http://schemas.microsoft.com/office/powerpoint/2010/main" val="144986616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01DF1-0831-0135-40D9-41C0D588E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6F7E87-BB1F-2B27-5C0B-BDA2413E681C}"/>
              </a:ext>
            </a:extLst>
          </p:cNvPr>
          <p:cNvSpPr>
            <a:spLocks noGrp="1"/>
          </p:cNvSpPr>
          <p:nvPr>
            <p:ph type="title"/>
          </p:nvPr>
        </p:nvSpPr>
        <p:spPr>
          <a:xfrm>
            <a:off x="588263" y="457200"/>
            <a:ext cx="11018520" cy="492443"/>
          </a:xfrm>
        </p:spPr>
        <p:txBody>
          <a:bodyPr/>
          <a:lstStyle/>
          <a:p>
            <a:r>
              <a:rPr lang="en-US" sz="3200"/>
              <a:t>Cost Management – Agents and services</a:t>
            </a:r>
          </a:p>
        </p:txBody>
      </p:sp>
      <p:sp>
        <p:nvSpPr>
          <p:cNvPr id="4" name="Rectangle: Rounded Corners 3">
            <a:extLst>
              <a:ext uri="{FF2B5EF4-FFF2-40B4-BE49-F238E27FC236}">
                <a16:creationId xmlns:a16="http://schemas.microsoft.com/office/drawing/2014/main" id="{813FAF98-925B-E20A-E0C1-1EA3813BB1BD}"/>
              </a:ext>
              <a:ext uri="{C183D7F6-B498-43B3-948B-1728B52AA6E4}">
                <adec:decorative xmlns:adec="http://schemas.microsoft.com/office/drawing/2017/decorative" val="1"/>
              </a:ext>
            </a:extLst>
          </p:cNvPr>
          <p:cNvSpPr>
            <a:spLocks/>
          </p:cNvSpPr>
          <p:nvPr/>
        </p:nvSpPr>
        <p:spPr bwMode="auto">
          <a:xfrm>
            <a:off x="571500" y="1808742"/>
            <a:ext cx="4406466" cy="4209626"/>
          </a:xfrm>
          <a:prstGeom prst="roundRect">
            <a:avLst>
              <a:gd name="adj" fmla="val 2632"/>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6" name="Freeform: Shape 5">
            <a:extLst>
              <a:ext uri="{FF2B5EF4-FFF2-40B4-BE49-F238E27FC236}">
                <a16:creationId xmlns:a16="http://schemas.microsoft.com/office/drawing/2014/main" id="{CC418F86-8C24-1BE2-C9F9-771A32C283FC}"/>
              </a:ext>
              <a:ext uri="{C183D7F6-B498-43B3-948B-1728B52AA6E4}">
                <adec:decorative xmlns:adec="http://schemas.microsoft.com/office/drawing/2017/decorative" val="1"/>
              </a:ext>
            </a:extLst>
          </p:cNvPr>
          <p:cNvSpPr/>
          <p:nvPr/>
        </p:nvSpPr>
        <p:spPr bwMode="auto">
          <a:xfrm rot="16200000">
            <a:off x="6172381" y="205809"/>
            <a:ext cx="4618143" cy="7421093"/>
          </a:xfrm>
          <a:custGeom>
            <a:avLst/>
            <a:gdLst>
              <a:gd name="connsiteX0" fmla="*/ 4940906 w 4940906"/>
              <a:gd name="connsiteY0" fmla="*/ 148672 h 7610472"/>
              <a:gd name="connsiteX1" fmla="*/ 4940906 w 4940906"/>
              <a:gd name="connsiteY1" fmla="*/ 7610472 h 7610472"/>
              <a:gd name="connsiteX2" fmla="*/ 0 w 4940906"/>
              <a:gd name="connsiteY2" fmla="*/ 7610472 h 7610472"/>
              <a:gd name="connsiteX3" fmla="*/ 0 w 4940906"/>
              <a:gd name="connsiteY3" fmla="*/ 148672 h 7610472"/>
              <a:gd name="connsiteX4" fmla="*/ 148672 w 4940906"/>
              <a:gd name="connsiteY4" fmla="*/ 0 h 7610472"/>
              <a:gd name="connsiteX5" fmla="*/ 4792234 w 4940906"/>
              <a:gd name="connsiteY5" fmla="*/ 0 h 7610472"/>
              <a:gd name="connsiteX6" fmla="*/ 4940906 w 4940906"/>
              <a:gd name="connsiteY6" fmla="*/ 148672 h 761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0906" h="7610472">
                <a:moveTo>
                  <a:pt x="4940906" y="148672"/>
                </a:moveTo>
                <a:lnTo>
                  <a:pt x="4940906" y="7610472"/>
                </a:lnTo>
                <a:lnTo>
                  <a:pt x="0" y="7610472"/>
                </a:lnTo>
                <a:lnTo>
                  <a:pt x="0" y="148672"/>
                </a:lnTo>
                <a:cubicBezTo>
                  <a:pt x="0" y="66563"/>
                  <a:pt x="66563" y="0"/>
                  <a:pt x="148672" y="0"/>
                </a:cubicBezTo>
                <a:lnTo>
                  <a:pt x="4792234" y="0"/>
                </a:lnTo>
                <a:cubicBezTo>
                  <a:pt x="4874343" y="0"/>
                  <a:pt x="4940906" y="66563"/>
                  <a:pt x="4940906" y="148672"/>
                </a:cubicBezTo>
                <a:close/>
              </a:path>
            </a:pathLst>
          </a:cu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8" name="Picture 7">
            <a:extLst>
              <a:ext uri="{FF2B5EF4-FFF2-40B4-BE49-F238E27FC236}">
                <a16:creationId xmlns:a16="http://schemas.microsoft.com/office/drawing/2014/main" id="{5A6693F0-1761-67ED-46F5-05E59DB7AEE4}"/>
              </a:ext>
            </a:extLst>
          </p:cNvPr>
          <p:cNvPicPr>
            <a:picLocks noChangeAspect="1"/>
          </p:cNvPicPr>
          <p:nvPr/>
        </p:nvPicPr>
        <p:blipFill>
          <a:blip r:embed="rId3"/>
          <a:srcRect t="261" b="261"/>
          <a:stretch/>
        </p:blipFill>
        <p:spPr>
          <a:xfrm>
            <a:off x="4977382" y="2033349"/>
            <a:ext cx="7214617" cy="3985019"/>
          </a:xfrm>
          <a:prstGeom prst="rect">
            <a:avLst/>
          </a:prstGeom>
          <a:solidFill>
            <a:schemeClr val="bg1"/>
          </a:solidFill>
          <a:ln w="28575">
            <a:noFill/>
          </a:ln>
          <a:effectLst/>
        </p:spPr>
      </p:pic>
      <p:sp>
        <p:nvSpPr>
          <p:cNvPr id="10" name="TextBox 9">
            <a:extLst>
              <a:ext uri="{FF2B5EF4-FFF2-40B4-BE49-F238E27FC236}">
                <a16:creationId xmlns:a16="http://schemas.microsoft.com/office/drawing/2014/main" id="{B18924DA-7506-51A4-70CA-8AFE4C57CC57}"/>
              </a:ext>
            </a:extLst>
          </p:cNvPr>
          <p:cNvSpPr txBox="1"/>
          <p:nvPr/>
        </p:nvSpPr>
        <p:spPr>
          <a:xfrm>
            <a:off x="723899" y="1953638"/>
            <a:ext cx="3724276" cy="323601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765" b="0" i="0" u="none" strike="noStrike" kern="1200" cap="none" spc="0" normalizeH="0" baseline="0" noProof="0">
                <a:ln>
                  <a:noFill/>
                </a:ln>
                <a:solidFill>
                  <a:srgbClr val="0097F4"/>
                </a:solidFill>
                <a:effectLst/>
                <a:uLnTx/>
                <a:uFillTx/>
                <a:latin typeface="Segoe Sans Display"/>
                <a:ea typeface="+mn-ea"/>
                <a:cs typeface="Segoe UI"/>
              </a:rPr>
              <a:t>Copilot Credit agent and services spend attribution</a:t>
            </a:r>
          </a:p>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765" b="0" i="0" u="none" strike="noStrike" kern="1200" cap="none" spc="0" normalizeH="0" baseline="0" noProof="0">
              <a:ln>
                <a:noFill/>
              </a:ln>
              <a:solidFill>
                <a:srgbClr val="0097F4"/>
              </a:solidFill>
              <a:effectLst/>
              <a:uLnTx/>
              <a:uFillTx/>
              <a:latin typeface="Segoe Sans Display"/>
              <a:ea typeface="+mn-ea"/>
              <a:cs typeface="Segoe UI"/>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Track which Copilot experiences are driving usage.</a:t>
            </a:r>
            <a:endParaRPr kumimoji="0" lang="en-US" altLang="zh-CN"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Identify key users of high consumption </a:t>
            </a: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323139"/>
              </a:solidFill>
              <a:effectLst/>
              <a:uLnTx/>
              <a:uFillTx/>
              <a:latin typeface="Segoe Sans Display Semilight"/>
              <a:ea typeface="+mn-ea"/>
              <a:cs typeface="+mn-cs"/>
            </a:endParaRPr>
          </a:p>
          <a:p>
            <a:pPr marL="0" marR="0" lvl="0" indent="0" algn="l" defTabSz="914367" rtl="0" eaLnBrk="1" fontAlgn="base"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23139"/>
                </a:solidFill>
                <a:effectLst/>
                <a:uLnTx/>
                <a:uFillTx/>
                <a:latin typeface="Segoe Sans Display Semilight"/>
                <a:ea typeface="+mn-ea"/>
                <a:cs typeface="+mn-cs"/>
              </a:rPr>
              <a:t>Enable service-based cost management for granular oversight</a:t>
            </a:r>
          </a:p>
        </p:txBody>
      </p:sp>
      <p:pic>
        <p:nvPicPr>
          <p:cNvPr id="12" name="Picture 11" descr="The image shows a computer screen with a search bar, a Microsoft logo, and a query symbol.&#10;&#10;AI-generated content may be incorrect.">
            <a:extLst>
              <a:ext uri="{FF2B5EF4-FFF2-40B4-BE49-F238E27FC236}">
                <a16:creationId xmlns:a16="http://schemas.microsoft.com/office/drawing/2014/main" id="{9D13DD72-0408-A796-7541-E17CDE2A17F3}"/>
              </a:ext>
            </a:extLst>
          </p:cNvPr>
          <p:cNvPicPr>
            <a:picLocks noChangeAspect="1"/>
          </p:cNvPicPr>
          <p:nvPr/>
        </p:nvPicPr>
        <p:blipFill>
          <a:blip r:embed="rId4"/>
          <a:srcRect l="3297" t="1" r="672" b="1243"/>
          <a:stretch>
            <a:fillRect/>
          </a:stretch>
        </p:blipFill>
        <p:spPr>
          <a:xfrm>
            <a:off x="4977383" y="1807049"/>
            <a:ext cx="7214616" cy="226300"/>
          </a:xfrm>
          <a:prstGeom prst="rect">
            <a:avLst/>
          </a:prstGeom>
        </p:spPr>
      </p:pic>
      <p:sp>
        <p:nvSpPr>
          <p:cNvPr id="5" name="TextBox 4">
            <a:extLst>
              <a:ext uri="{FF2B5EF4-FFF2-40B4-BE49-F238E27FC236}">
                <a16:creationId xmlns:a16="http://schemas.microsoft.com/office/drawing/2014/main" id="{655CE610-9C4D-02B9-9007-784D138AB1B0}"/>
              </a:ext>
            </a:extLst>
          </p:cNvPr>
          <p:cNvSpPr txBox="1"/>
          <p:nvPr/>
        </p:nvSpPr>
        <p:spPr>
          <a:xfrm>
            <a:off x="10231936" y="6234590"/>
            <a:ext cx="1960063"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FFFFFF">
                    <a:lumMod val="50000"/>
                  </a:srgbClr>
                </a:solidFill>
                <a:effectLst/>
                <a:uLnTx/>
                <a:uFillTx/>
                <a:latin typeface="Segoe Sans Display"/>
                <a:ea typeface="+mn-ea"/>
                <a:cs typeface="+mn-cs"/>
              </a:rPr>
              <a:t>Product images subject to change</a:t>
            </a:r>
          </a:p>
        </p:txBody>
      </p:sp>
    </p:spTree>
    <p:extLst>
      <p:ext uri="{BB962C8B-B14F-4D97-AF65-F5344CB8AC3E}">
        <p14:creationId xmlns:p14="http://schemas.microsoft.com/office/powerpoint/2010/main" val="381571330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27177-EBA1-CCD4-4AF3-27A86B633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9A6E2-8E8E-E3EB-EC66-69C6766C01D7}"/>
              </a:ext>
            </a:extLst>
          </p:cNvPr>
          <p:cNvSpPr>
            <a:spLocks noGrp="1"/>
          </p:cNvSpPr>
          <p:nvPr>
            <p:ph type="title"/>
          </p:nvPr>
        </p:nvSpPr>
        <p:spPr>
          <a:xfrm>
            <a:off x="588264" y="2690337"/>
            <a:ext cx="4511274" cy="1477328"/>
          </a:xfrm>
        </p:spPr>
        <p:txBody>
          <a:bodyPr/>
          <a:lstStyle/>
          <a:p>
            <a:r>
              <a:rPr lang="en-US"/>
              <a:t>Next steps</a:t>
            </a:r>
          </a:p>
        </p:txBody>
      </p:sp>
      <p:sp>
        <p:nvSpPr>
          <p:cNvPr id="7" name="Rectangle: Rounded Corners 6">
            <a:extLst>
              <a:ext uri="{FF2B5EF4-FFF2-40B4-BE49-F238E27FC236}">
                <a16:creationId xmlns:a16="http://schemas.microsoft.com/office/drawing/2014/main" id="{5CBA72E1-C35F-12A1-713D-66F0A29D0D70}"/>
              </a:ext>
            </a:extLst>
          </p:cNvPr>
          <p:cNvSpPr/>
          <p:nvPr/>
        </p:nvSpPr>
        <p:spPr bwMode="auto">
          <a:xfrm>
            <a:off x="4065588" y="590550"/>
            <a:ext cx="7554912" cy="5676900"/>
          </a:xfrm>
          <a:prstGeom prst="roundRect">
            <a:avLst>
              <a:gd name="adj" fmla="val 2992"/>
            </a:avLst>
          </a:prstGeom>
          <a:noFill/>
          <a:ln w="9525" cap="flat">
            <a:solidFill>
              <a:schemeClr val="tx1"/>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17626"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blipFill>
                <a:blip r:embed="rId3"/>
                <a:stretch>
                  <a:fillRect t="-26822" b="-26822"/>
                </a:stretch>
              </a:blipFill>
              <a:effectLst/>
              <a:uLnTx/>
              <a:uFillTx/>
              <a:latin typeface="Segoe Sans Display Semibold" pitchFamily="2" charset="0"/>
              <a:ea typeface="+mn-ea"/>
              <a:cs typeface="Segoe Sans Display Semibold" pitchFamily="2" charset="0"/>
            </a:endParaRPr>
          </a:p>
        </p:txBody>
      </p:sp>
      <p:sp>
        <p:nvSpPr>
          <p:cNvPr id="40" name="Rectangle: Rounded Corners 39">
            <a:extLst>
              <a:ext uri="{FF2B5EF4-FFF2-40B4-BE49-F238E27FC236}">
                <a16:creationId xmlns:a16="http://schemas.microsoft.com/office/drawing/2014/main" id="{4B9BFDDA-F2AC-4862-9647-420EF8132337}"/>
              </a:ext>
            </a:extLst>
          </p:cNvPr>
          <p:cNvSpPr>
            <a:spLocks/>
          </p:cNvSpPr>
          <p:nvPr/>
        </p:nvSpPr>
        <p:spPr bwMode="auto">
          <a:xfrm>
            <a:off x="4264831" y="789792"/>
            <a:ext cx="7156426" cy="2537608"/>
          </a:xfrm>
          <a:prstGeom prst="roundRect">
            <a:avLst>
              <a:gd name="adj" fmla="val 4204"/>
            </a:avLst>
          </a:prstGeom>
          <a:solidFill>
            <a:srgbClr val="EEF1F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8580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Display Semilight"/>
              <a:ea typeface="+mn-ea"/>
              <a:cs typeface="+mn-cs"/>
            </a:endParaRPr>
          </a:p>
        </p:txBody>
      </p:sp>
      <p:sp>
        <p:nvSpPr>
          <p:cNvPr id="42" name="Rectangle: Rounded Corners 41">
            <a:extLst>
              <a:ext uri="{FF2B5EF4-FFF2-40B4-BE49-F238E27FC236}">
                <a16:creationId xmlns:a16="http://schemas.microsoft.com/office/drawing/2014/main" id="{615B0ACC-8FAE-0D18-FE5D-C0752BF11B37}"/>
              </a:ext>
            </a:extLst>
          </p:cNvPr>
          <p:cNvSpPr>
            <a:spLocks/>
          </p:cNvSpPr>
          <p:nvPr/>
        </p:nvSpPr>
        <p:spPr bwMode="auto">
          <a:xfrm>
            <a:off x="4264831" y="3530600"/>
            <a:ext cx="7156426" cy="2537608"/>
          </a:xfrm>
          <a:prstGeom prst="roundRect">
            <a:avLst>
              <a:gd name="adj" fmla="val 4204"/>
            </a:avLst>
          </a:prstGeom>
          <a:solidFill>
            <a:srgbClr val="EEF1F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8580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Sans Display Semilight"/>
              <a:ea typeface="+mn-ea"/>
              <a:cs typeface="+mn-cs"/>
            </a:endParaRPr>
          </a:p>
        </p:txBody>
      </p:sp>
      <p:sp>
        <p:nvSpPr>
          <p:cNvPr id="43" name="Oval 42">
            <a:extLst>
              <a:ext uri="{FF2B5EF4-FFF2-40B4-BE49-F238E27FC236}">
                <a16:creationId xmlns:a16="http://schemas.microsoft.com/office/drawing/2014/main" id="{644D2A87-A0E6-FAB7-BC5C-1375D533E431}"/>
              </a:ext>
            </a:extLst>
          </p:cNvPr>
          <p:cNvSpPr/>
          <p:nvPr/>
        </p:nvSpPr>
        <p:spPr bwMode="auto">
          <a:xfrm>
            <a:off x="4596770" y="4374951"/>
            <a:ext cx="848990" cy="848906"/>
          </a:xfrm>
          <a:prstGeom prst="ellipse">
            <a:avLst/>
          </a:prstGeom>
          <a:solidFill>
            <a:schemeClr val="bg1"/>
          </a:solidFill>
          <a:ln>
            <a:noFill/>
            <a:headEnd type="none" w="med" len="med"/>
            <a:tailEnd type="none" w="med" len="med"/>
          </a:ln>
          <a:effectLst>
            <a:outerShdw blurRad="63500" dist="63500" dir="2700000" algn="ctr" rotWithShape="0">
              <a:srgbClr val="323139">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17626"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323139"/>
                </a:solidFill>
                <a:effectLst/>
                <a:uLnTx/>
                <a:uFillTx/>
                <a:latin typeface="Segoe Sans Display Semibold" pitchFamily="2" charset="0"/>
                <a:ea typeface="+mn-ea"/>
                <a:cs typeface="Segoe Sans Display Semibold" pitchFamily="2" charset="0"/>
              </a:rPr>
              <a:t>2</a:t>
            </a:r>
            <a:endParaRPr kumimoji="0" lang="en-IN" sz="3200" b="0" i="0" u="none" strike="noStrike" kern="1200" cap="none" spc="0" normalizeH="0" baseline="0" noProof="0">
              <a:ln>
                <a:noFill/>
              </a:ln>
              <a:solidFill>
                <a:srgbClr val="323139"/>
              </a:solidFill>
              <a:effectLst/>
              <a:uLnTx/>
              <a:uFillTx/>
              <a:latin typeface="Segoe Sans Display Semibold" pitchFamily="2" charset="0"/>
              <a:ea typeface="+mn-ea"/>
              <a:cs typeface="Segoe Sans Display Semibold" pitchFamily="2" charset="0"/>
            </a:endParaRPr>
          </a:p>
        </p:txBody>
      </p:sp>
      <p:sp>
        <p:nvSpPr>
          <p:cNvPr id="44" name="Oval 43">
            <a:extLst>
              <a:ext uri="{FF2B5EF4-FFF2-40B4-BE49-F238E27FC236}">
                <a16:creationId xmlns:a16="http://schemas.microsoft.com/office/drawing/2014/main" id="{E28FC30A-108C-CA8E-B8E1-24EB668138AA}"/>
              </a:ext>
            </a:extLst>
          </p:cNvPr>
          <p:cNvSpPr/>
          <p:nvPr/>
        </p:nvSpPr>
        <p:spPr bwMode="auto">
          <a:xfrm>
            <a:off x="4596770" y="1634143"/>
            <a:ext cx="848990" cy="848906"/>
          </a:xfrm>
          <a:prstGeom prst="ellipse">
            <a:avLst/>
          </a:prstGeom>
          <a:solidFill>
            <a:schemeClr val="bg1"/>
          </a:solidFill>
          <a:ln>
            <a:noFill/>
            <a:headEnd type="none" w="med" len="med"/>
            <a:tailEnd type="none" w="med" len="med"/>
          </a:ln>
          <a:effectLst>
            <a:outerShdw blurRad="63500" dist="63500" dir="2700000" algn="ctr" rotWithShape="0">
              <a:srgbClr val="323139">
                <a:alpha val="20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717626"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323139"/>
                </a:solidFill>
                <a:effectLst/>
                <a:uLnTx/>
                <a:uFillTx/>
                <a:latin typeface="Segoe Sans Display Semibold" pitchFamily="2" charset="0"/>
                <a:ea typeface="+mn-ea"/>
                <a:cs typeface="Segoe Sans Display Semibold" pitchFamily="2" charset="0"/>
              </a:rPr>
              <a:t>1</a:t>
            </a:r>
            <a:endParaRPr kumimoji="0" lang="en-IN" sz="3200" b="0" i="0" u="none" strike="noStrike" kern="1200" cap="none" spc="0" normalizeH="0" baseline="0" noProof="0">
              <a:ln>
                <a:noFill/>
              </a:ln>
              <a:solidFill>
                <a:srgbClr val="323139"/>
              </a:solidFill>
              <a:effectLst/>
              <a:uLnTx/>
              <a:uFillTx/>
              <a:latin typeface="Segoe Sans Display Semibold" pitchFamily="2" charset="0"/>
              <a:ea typeface="+mn-ea"/>
              <a:cs typeface="Segoe Sans Display Semibold" pitchFamily="2" charset="0"/>
            </a:endParaRPr>
          </a:p>
        </p:txBody>
      </p:sp>
      <p:sp>
        <p:nvSpPr>
          <p:cNvPr id="47" name="TextBox 46">
            <a:extLst>
              <a:ext uri="{FF2B5EF4-FFF2-40B4-BE49-F238E27FC236}">
                <a16:creationId xmlns:a16="http://schemas.microsoft.com/office/drawing/2014/main" id="{C60BB0DD-CAA5-CA4F-F051-630FCBAE2837}"/>
              </a:ext>
            </a:extLst>
          </p:cNvPr>
          <p:cNvSpPr txBox="1"/>
          <p:nvPr/>
        </p:nvSpPr>
        <p:spPr>
          <a:xfrm>
            <a:off x="5747656" y="1873930"/>
            <a:ext cx="5196115" cy="369332"/>
          </a:xfrm>
          <a:prstGeom prst="rect">
            <a:avLst/>
          </a:prstGeom>
          <a:noFill/>
        </p:spPr>
        <p:txBody>
          <a:bodyPr wrap="square" lIns="0" tIns="0" rIns="0" bIns="0">
            <a:spAutoFit/>
          </a:bodyPr>
          <a:lstStyle/>
          <a:p>
            <a:pPr marL="0" marR="0" lvl="0" indent="0" algn="l" defTabSz="932472" rtl="0" eaLnBrk="1" fontAlgn="base" latinLnBrk="0" hangingPunct="1">
              <a:lnSpc>
                <a:spcPct val="100000"/>
              </a:lnSpc>
              <a:spcBef>
                <a:spcPct val="0"/>
              </a:spcBef>
              <a:spcAft>
                <a:spcPts val="2400"/>
              </a:spcAft>
              <a:buClrTx/>
              <a:buSzTx/>
              <a:buFontTx/>
              <a:buNone/>
              <a:tabLst/>
              <a:defRPr/>
            </a:pPr>
            <a:r>
              <a:rPr kumimoji="0" lang="en-US" sz="2400" b="0" i="0" u="none" strike="noStrike" kern="0" cap="none" spc="0" normalizeH="0" baseline="0" noProof="0">
                <a:ln>
                  <a:noFill/>
                </a:ln>
                <a:solidFill>
                  <a:srgbClr val="323139"/>
                </a:solidFill>
                <a:effectLst/>
                <a:uLnTx/>
                <a:uFillTx/>
                <a:latin typeface="Segoe Sans Display Semilight"/>
                <a:ea typeface="+mn-ea"/>
                <a:cs typeface="Segoe UI" pitchFamily="34" charset="0"/>
              </a:rPr>
              <a:t>Learn more about Copilot Credits </a:t>
            </a:r>
            <a:r>
              <a:rPr kumimoji="0" lang="en-US" sz="2400" b="0" i="0" u="none" strike="noStrike" kern="0" cap="none" spc="0" normalizeH="0" baseline="0" noProof="0">
                <a:ln>
                  <a:noFill/>
                </a:ln>
                <a:solidFill>
                  <a:srgbClr val="323139"/>
                </a:solidFill>
                <a:effectLst/>
                <a:uLnTx/>
                <a:uFillTx/>
                <a:latin typeface="Segoe Sans Display Semilight"/>
                <a:ea typeface="+mn-ea"/>
                <a:cs typeface="Segoe UI" pitchFamily="34" charset="0"/>
                <a:hlinkClick r:id="rId4"/>
              </a:rPr>
              <a:t>here</a:t>
            </a:r>
            <a:r>
              <a:rPr kumimoji="0" lang="en-US" sz="2400" b="0" i="0" u="none" strike="noStrike" kern="0" cap="none" spc="0" normalizeH="0" baseline="0" noProof="0">
                <a:ln>
                  <a:noFill/>
                </a:ln>
                <a:solidFill>
                  <a:srgbClr val="323139"/>
                </a:solidFill>
                <a:effectLst/>
                <a:uLnTx/>
                <a:uFillTx/>
                <a:latin typeface="Segoe Sans Display Semilight"/>
                <a:ea typeface="+mn-ea"/>
                <a:cs typeface="Segoe UI" pitchFamily="34" charset="0"/>
              </a:rPr>
              <a:t> </a:t>
            </a:r>
          </a:p>
        </p:txBody>
      </p:sp>
      <p:sp>
        <p:nvSpPr>
          <p:cNvPr id="49" name="TextBox 48">
            <a:extLst>
              <a:ext uri="{FF2B5EF4-FFF2-40B4-BE49-F238E27FC236}">
                <a16:creationId xmlns:a16="http://schemas.microsoft.com/office/drawing/2014/main" id="{EFA3404F-358F-7C08-FBA2-2053F1A03A2A}"/>
              </a:ext>
            </a:extLst>
          </p:cNvPr>
          <p:cNvSpPr txBox="1"/>
          <p:nvPr/>
        </p:nvSpPr>
        <p:spPr>
          <a:xfrm>
            <a:off x="5747656" y="4430072"/>
            <a:ext cx="5196115" cy="738664"/>
          </a:xfrm>
          <a:prstGeom prst="rect">
            <a:avLst/>
          </a:prstGeom>
          <a:noFill/>
        </p:spPr>
        <p:txBody>
          <a:bodyPr wrap="square" lIns="0" tIns="0" rIns="0" bIns="0">
            <a:spAutoFit/>
          </a:bodyPr>
          <a:lstStyle/>
          <a:p>
            <a:pPr marL="0" marR="0" lvl="0" indent="0" algn="l" defTabSz="932472" rtl="0" eaLnBrk="1" fontAlgn="base" latinLnBrk="0" hangingPunct="1">
              <a:lnSpc>
                <a:spcPct val="100000"/>
              </a:lnSpc>
              <a:spcBef>
                <a:spcPct val="0"/>
              </a:spcBef>
              <a:spcAft>
                <a:spcPts val="2400"/>
              </a:spcAft>
              <a:buClrTx/>
              <a:buSzTx/>
              <a:buFontTx/>
              <a:buNone/>
              <a:tabLst/>
              <a:defRPr/>
            </a:pPr>
            <a:r>
              <a:rPr kumimoji="0" lang="en-US" sz="2400" b="0" i="0" u="none" strike="noStrike" kern="0" cap="none" spc="0" normalizeH="0" baseline="0" noProof="0">
                <a:ln>
                  <a:noFill/>
                </a:ln>
                <a:solidFill>
                  <a:srgbClr val="323139"/>
                </a:solidFill>
                <a:effectLst/>
                <a:uLnTx/>
                <a:uFillTx/>
                <a:latin typeface="Segoe Sans Display Semilight"/>
                <a:ea typeface="+mn-ea"/>
                <a:cs typeface="Segoe UI" pitchFamily="34" charset="0"/>
              </a:rPr>
              <a:t>Activate usage-based AI services in the Cost Management dashboard</a:t>
            </a:r>
          </a:p>
        </p:txBody>
      </p:sp>
    </p:spTree>
    <p:extLst>
      <p:ext uri="{BB962C8B-B14F-4D97-AF65-F5344CB8AC3E}">
        <p14:creationId xmlns:p14="http://schemas.microsoft.com/office/powerpoint/2010/main" val="2812409668"/>
      </p:ext>
    </p:extLst>
  </p:cSld>
  <p:clrMapOvr>
    <a:masterClrMapping/>
  </p:clrMapOvr>
  <p:transition>
    <p:fade/>
  </p:transition>
</p:sld>
</file>

<file path=ppt/theme/theme1.xml><?xml version="1.0" encoding="utf-8"?>
<a:theme xmlns:a="http://schemas.openxmlformats.org/drawingml/2006/main" name="Microsoft 365 Copilot Template">
  <a:themeElements>
    <a:clrScheme name="MSFT Copilot 2026">
      <a:dk1>
        <a:srgbClr val="323139"/>
      </a:dk1>
      <a:lt1>
        <a:srgbClr val="FFFFFF"/>
      </a:lt1>
      <a:dk2>
        <a:srgbClr val="000000"/>
      </a:dk2>
      <a:lt2>
        <a:srgbClr val="EEF1F4"/>
      </a:lt2>
      <a:accent1>
        <a:srgbClr val="0097F4"/>
      </a:accent1>
      <a:accent2>
        <a:srgbClr val="CB85FF"/>
      </a:accent2>
      <a:accent3>
        <a:srgbClr val="FFA200"/>
      </a:accent3>
      <a:accent4>
        <a:srgbClr val="9BC72A"/>
      </a:accent4>
      <a:accent5>
        <a:srgbClr val="FF32A3"/>
      </a:accent5>
      <a:accent6>
        <a:srgbClr val="FFCE20"/>
      </a:accent6>
      <a:hlink>
        <a:srgbClr val="0097F4"/>
      </a:hlink>
      <a:folHlink>
        <a:srgbClr val="CB85FF"/>
      </a:folHlink>
    </a:clrScheme>
    <a:fontScheme name="Custom 5">
      <a:majorFont>
        <a:latin typeface="Segoe Sans Display"/>
        <a:ea typeface=""/>
        <a:cs typeface=""/>
      </a:majorFont>
      <a:minorFont>
        <a:latin typeface="Segoe Sans Display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365-Copilot-PowerPoint-template-2605" id="{E02A0F4E-1562-C14F-AE4C-1C40487469A5}" vid="{E5BCED4C-CF40-0F44-997B-4F080B9A7D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5E4FF88926DE4D8EBFD40472F33552" ma:contentTypeVersion="34" ma:contentTypeDescription="Create a new document." ma:contentTypeScope="" ma:versionID="be8c4b47e2947554f380241a10845ab3">
  <xsd:schema xmlns:xsd="http://www.w3.org/2001/XMLSchema" xmlns:xs="http://www.w3.org/2001/XMLSchema" xmlns:p="http://schemas.microsoft.com/office/2006/metadata/properties" xmlns:ns1="http://schemas.microsoft.com/sharepoint/v3" xmlns:ns2="45b0b320-c1ad-4efd-8138-0825bb5fbbc0" xmlns:ns3="5a69c1ac-c916-4f5e-9023-48da1b1a0d0f" xmlns:ns4="230e9df3-be65-4c73-a93b-d1236ebd677e" targetNamespace="http://schemas.microsoft.com/office/2006/metadata/properties" ma:root="true" ma:fieldsID="c752becb6702b4ec5d1451588aa8a924" ns1:_="" ns2:_="" ns3:_="" ns4:_="">
    <xsd:import namespace="http://schemas.microsoft.com/sharepoint/v3"/>
    <xsd:import namespace="45b0b320-c1ad-4efd-8138-0825bb5fbbc0"/>
    <xsd:import namespace="5a69c1ac-c916-4f5e-9023-48da1b1a0d0f"/>
    <xsd:import namespace="230e9df3-be65-4c73-a93b-d1236ebd677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ImageTagsTaxHTField" minOccurs="0"/>
                <xsd:element ref="ns4:TaxCatchAll" minOccurs="0"/>
                <xsd:element ref="ns3:MediaServiceAutoKeyPoints" minOccurs="0"/>
                <xsd:element ref="ns3:MediaServiceKeyPoints" minOccurs="0"/>
                <xsd:element ref="ns3:MediaServiceDateTaken" minOccurs="0"/>
                <xsd:element ref="ns3:MediaLengthInSeconds" minOccurs="0"/>
                <xsd:element ref="ns1:_ip_UnifiedCompliancePolicyProperties" minOccurs="0"/>
                <xsd:element ref="ns1:_ip_UnifiedCompliancePolicyUIAction" minOccurs="0"/>
                <xsd:element ref="ns3:MediaServiceSearchProperties" minOccurs="0"/>
                <xsd:element ref="ns3:MediaServiceObjectDetectorVersions" minOccurs="0"/>
                <xsd:element ref="ns3:MediaServiceOCR" minOccurs="0"/>
                <xsd:element ref="ns3:MediaServiceGenerationTime" minOccurs="0"/>
                <xsd:element ref="ns3:MediaServiceEventHashCode" minOccurs="0"/>
                <xsd:element ref="ns3:MediaServiceLocation" minOccurs="0"/>
                <xsd:element ref="ns3:MediaServiceBillingMetadata" minOccurs="0"/>
                <xsd:element ref="ns3:HasDigitalSignature" minOccurs="0"/>
                <xsd:element ref="ns3:DigitalSignatureProvider" minOccurs="0"/>
                <xsd:element ref="ns3: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b0b320-c1ad-4efd-8138-0825bb5fbbc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a69c1ac-c916-4f5e-9023-48da1b1a0d0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ImageTagsTaxHTField" ma:index="13"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Location" ma:index="26" nillable="true" ma:displayName="Location" ma:indexed="true" ma:internalName="MediaServiceLocation"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Text"/>
      </xsd:simpleType>
    </xsd:element>
    <xsd:element name="HasDigitalSignature" ma:index="28" nillable="true" ma:displayName="Signed electronically" ma:internalName="HasDigitalSignature" ma:readOnly="true">
      <xsd:simpleType>
        <xsd:restriction base="dms:Boolean"/>
      </xsd:simpleType>
    </xsd:element>
    <xsd:element name="DigitalSignatureProvider" ma:index="29" nillable="true" ma:displayName="Signature provider" ma:internalName="DigitalSignatureProvider" ma:readOnly="true">
      <xsd:simpleType>
        <xsd:restriction base="dms:Text"/>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8af803c-be60-400c-9f91-58d5646696aa}" ma:internalName="TaxCatchAll" ma:showField="CatchAllData" ma:web="45b0b320-c1ad-4efd-8138-0825bb5fbb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TagsTaxHTField xmlns="5a69c1ac-c916-4f5e-9023-48da1b1a0d0f">
      <Terms xmlns="http://schemas.microsoft.com/office/infopath/2007/PartnerControls"/>
    </ImageTagsTaxHTField>
  </documentManagement>
</p:properties>
</file>

<file path=customXml/itemProps1.xml><?xml version="1.0" encoding="utf-8"?>
<ds:datastoreItem xmlns:ds="http://schemas.openxmlformats.org/officeDocument/2006/customXml" ds:itemID="{41CC433B-53DE-4633-8E11-771320D0832B}">
  <ds:schemaRefs>
    <ds:schemaRef ds:uri="230e9df3-be65-4c73-a93b-d1236ebd677e"/>
    <ds:schemaRef ds:uri="45b0b320-c1ad-4efd-8138-0825bb5fbbc0"/>
    <ds:schemaRef ds:uri="5a69c1ac-c916-4f5e-9023-48da1b1a0d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990F116-B58F-4255-B05B-DA3808E0E5C6}">
  <ds:schemaRefs>
    <ds:schemaRef ds:uri="5a69c1ac-c916-4f5e-9023-48da1b1a0d0f"/>
    <ds:schemaRef ds:uri="http://schemas.microsoft.com/sharepoint/v3"/>
    <ds:schemaRef ds:uri="http://schemas.microsoft.com/office/2006/metadata/properties"/>
    <ds:schemaRef ds:uri="http://www.w3.org/XML/1998/namespace"/>
    <ds:schemaRef ds:uri="http://schemas.microsoft.com/office/2006/documentManagement/types"/>
    <ds:schemaRef ds:uri="http://schemas.openxmlformats.org/package/2006/metadata/core-properties"/>
    <ds:schemaRef ds:uri="http://purl.org/dc/elements/1.1/"/>
    <ds:schemaRef ds:uri="http://purl.org/dc/dcmitype/"/>
    <ds:schemaRef ds:uri="http://schemas.microsoft.com/office/infopath/2007/PartnerControls"/>
    <ds:schemaRef ds:uri="230e9df3-be65-4c73-a93b-d1236ebd677e"/>
    <ds:schemaRef ds:uri="45b0b320-c1ad-4efd-8138-0825bb5fbbc0"/>
    <ds:schemaRef ds:uri="http://purl.org/dc/te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Microsoft365-Copilot-PowerPoint-template-2605</Template>
  <TotalTime>0</TotalTime>
  <Words>3508</Words>
  <Application>Microsoft Office PowerPoint</Application>
  <PresentationFormat>Widescreen</PresentationFormat>
  <Paragraphs>399</Paragraphs>
  <Slides>29</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Aptos</vt:lpstr>
      <vt:lpstr>Arial</vt:lpstr>
      <vt:lpstr>Calibri</vt:lpstr>
      <vt:lpstr>Consolas</vt:lpstr>
      <vt:lpstr>Segoe Sans Display</vt:lpstr>
      <vt:lpstr>Segoe Sans Display Semibold</vt:lpstr>
      <vt:lpstr>Segoe Sans Display Semilight</vt:lpstr>
      <vt:lpstr>Segoe UI</vt:lpstr>
      <vt:lpstr>Segoe UI Semibold</vt:lpstr>
      <vt:lpstr>Wingdings</vt:lpstr>
      <vt:lpstr>Microsoft 365 Copilot Template</vt:lpstr>
      <vt:lpstr>Cost Management</vt:lpstr>
      <vt:lpstr>Agenda</vt:lpstr>
      <vt:lpstr>PowerPoint Presentation</vt:lpstr>
      <vt:lpstr>Flat licensing falls short for power users and complex agents</vt:lpstr>
      <vt:lpstr>Moving to credit-based billing for Copilot agents and services</vt:lpstr>
      <vt:lpstr>Copilot Credits: pay for usage-based scenarios</vt:lpstr>
      <vt:lpstr>PowerPoint Presentation</vt:lpstr>
      <vt:lpstr>Scenarios</vt:lpstr>
      <vt:lpstr>Scenario 1 - Guide</vt:lpstr>
      <vt:lpstr>Scenario 2 - Guide</vt:lpstr>
      <vt:lpstr>Scenario 3 - Guide</vt:lpstr>
      <vt:lpstr>Feature Walkthrough</vt:lpstr>
      <vt:lpstr>Core Cost Management workflow for admins</vt:lpstr>
      <vt:lpstr>Activate Default Policy</vt:lpstr>
      <vt:lpstr>Activate default spending policy</vt:lpstr>
      <vt:lpstr>Configure Spending Policies</vt:lpstr>
      <vt:lpstr>Set spending policy scope</vt:lpstr>
      <vt:lpstr>Set limits and alerts</vt:lpstr>
      <vt:lpstr>Select AI services</vt:lpstr>
      <vt:lpstr>Billing method</vt:lpstr>
      <vt:lpstr>Review &amp; create policy</vt:lpstr>
      <vt:lpstr>Buy prepaid credits with a Pre-Purchase Plan (P3)</vt:lpstr>
      <vt:lpstr>Reporting</vt:lpstr>
      <vt:lpstr>Cost Management - overview</vt:lpstr>
      <vt:lpstr>Cost Management – Consumption - Users</vt:lpstr>
      <vt:lpstr>Cost Management – Consumption - Users</vt:lpstr>
      <vt:lpstr>Cost Management – Consumption - Groups</vt:lpstr>
      <vt:lpstr>Cost Management – Agents and services</vt:lpstr>
      <vt:lpstr>Next steps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Joe Unwin</dc:creator>
  <cp:keywords/>
  <dc:description/>
  <cp:lastModifiedBy>Sandi Olson (NAYAMODE INC)</cp:lastModifiedBy>
  <cp:revision>1</cp:revision>
  <cp:lastPrinted>2023-02-15T20:48:24Z</cp:lastPrinted>
  <dcterms:created xsi:type="dcterms:W3CDTF">2026-05-21T19:42:28Z</dcterms:created>
  <dcterms:modified xsi:type="dcterms:W3CDTF">2026-06-16T14:46:53Z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oduct">
    <vt:lpwstr/>
  </property>
  <property fmtid="{D5CDD505-2E9C-101B-9397-08002B2CF9AE}" pid="3" name="Event1">
    <vt:lpwstr>622;#Unassigned|2c8af875-f38a-40b8-a0a9-056aed3fc8c0</vt:lpwstr>
  </property>
  <property fmtid="{D5CDD505-2E9C-101B-9397-08002B2CF9AE}" pid="4" name="Audience">
    <vt:lpwstr/>
  </property>
  <property fmtid="{D5CDD505-2E9C-101B-9397-08002B2CF9AE}" pid="5" name="Event Venue">
    <vt:lpwstr/>
  </property>
  <property fmtid="{D5CDD505-2E9C-101B-9397-08002B2CF9AE}" pid="6" name="Track">
    <vt:lpwstr/>
  </property>
  <property fmtid="{D5CDD505-2E9C-101B-9397-08002B2CF9AE}" pid="7" name="Event Location">
    <vt:lpwstr/>
  </property>
  <property fmtid="{D5CDD505-2E9C-101B-9397-08002B2CF9AE}" pid="8" name="Campaign">
    <vt:lpwstr/>
  </property>
  <property fmtid="{D5CDD505-2E9C-101B-9397-08002B2CF9AE}" pid="9" name="IsMyDocuments">
    <vt:bool>true</vt:bool>
  </property>
  <property fmtid="{D5CDD505-2E9C-101B-9397-08002B2CF9AE}" pid="10" name="MSIP_Label_f42aa342-8706-4288-bd11-ebb85995028c_Enabled">
    <vt:lpwstr>True</vt:lpwstr>
  </property>
  <property fmtid="{D5CDD505-2E9C-101B-9397-08002B2CF9AE}" pid="11" name="MSIP_Label_f42aa342-8706-4288-bd11-ebb85995028c_SiteId">
    <vt:lpwstr>72f988bf-86f1-41af-91ab-2d7cd011db47</vt:lpwstr>
  </property>
  <property fmtid="{D5CDD505-2E9C-101B-9397-08002B2CF9AE}" pid="12" name="MSIP_Label_f42aa342-8706-4288-bd11-ebb85995028c_Ref">
    <vt:lpwstr>https://api.informationprotection.azure.com/api/72f988bf-86f1-41af-91ab-2d7cd011db47</vt:lpwstr>
  </property>
  <property fmtid="{D5CDD505-2E9C-101B-9397-08002B2CF9AE}" pid="13" name="MSIP_Label_f42aa342-8706-4288-bd11-ebb85995028c_SetDate">
    <vt:lpwstr>2017-08-29T14:27:20.8568347-07:00</vt:lpwstr>
  </property>
  <property fmtid="{D5CDD505-2E9C-101B-9397-08002B2CF9AE}" pid="14" name="MSIP_Label_f42aa342-8706-4288-bd11-ebb85995028c_Name">
    <vt:lpwstr>General</vt:lpwstr>
  </property>
  <property fmtid="{D5CDD505-2E9C-101B-9397-08002B2CF9AE}" pid="15" name="MSIP_Label_f42aa342-8706-4288-bd11-ebb85995028c_Extended_MSFT_Method">
    <vt:lpwstr>Automatic</vt:lpwstr>
  </property>
  <property fmtid="{D5CDD505-2E9C-101B-9397-08002B2CF9AE}" pid="16" name="Sensitivity">
    <vt:lpwstr>General</vt:lpwstr>
  </property>
  <property fmtid="{D5CDD505-2E9C-101B-9397-08002B2CF9AE}" pid="17" name="j7ed6b1749d644c580569ee38d7710d7">
    <vt:lpwstr/>
  </property>
  <property fmtid="{D5CDD505-2E9C-101B-9397-08002B2CF9AE}" pid="18" name="e93e2550f0ac4199ae3cf1406d72085e">
    <vt:lpwstr/>
  </property>
  <property fmtid="{D5CDD505-2E9C-101B-9397-08002B2CF9AE}" pid="19" name="o92d4232daec467abb08246282070aa9">
    <vt:lpwstr/>
  </property>
  <property fmtid="{D5CDD505-2E9C-101B-9397-08002B2CF9AE}" pid="20" name="bc8cca776fa8455c8c00307ee3c527ad">
    <vt:lpwstr/>
  </property>
  <property fmtid="{D5CDD505-2E9C-101B-9397-08002B2CF9AE}" pid="21" name="_dlc_DocIdItemGuid">
    <vt:lpwstr>4230617f-e31b-4f22-8a5a-7761a22ded76</vt:lpwstr>
  </property>
  <property fmtid="{D5CDD505-2E9C-101B-9397-08002B2CF9AE}" pid="22" name="o1dbacbd0e564fc293d11b6c4775302e">
    <vt:lpwstr/>
  </property>
  <property fmtid="{D5CDD505-2E9C-101B-9397-08002B2CF9AE}" pid="23" name="MediaServiceImageTags">
    <vt:lpwstr/>
  </property>
  <property fmtid="{D5CDD505-2E9C-101B-9397-08002B2CF9AE}" pid="24" name="epPlatforms">
    <vt:lpwstr/>
  </property>
  <property fmtid="{D5CDD505-2E9C-101B-9397-08002B2CF9AE}" pid="25" name="ContentTypeId">
    <vt:lpwstr>0x010100E55E4FF88926DE4D8EBFD40472F33552</vt:lpwstr>
  </property>
</Properties>
</file>