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3.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 id="2147483716" r:id="rId6"/>
    <p:sldMasterId id="2147483798" r:id="rId7"/>
    <p:sldMasterId id="2147483860" r:id="rId8"/>
  </p:sldMasterIdLst>
  <p:notesMasterIdLst>
    <p:notesMasterId r:id="rId35"/>
  </p:notesMasterIdLst>
  <p:sldIdLst>
    <p:sldId id="2076138278" r:id="rId9"/>
    <p:sldId id="2147483444" r:id="rId10"/>
    <p:sldId id="277" r:id="rId11"/>
    <p:sldId id="366" r:id="rId12"/>
    <p:sldId id="2147483390" r:id="rId13"/>
    <p:sldId id="2147483474" r:id="rId14"/>
    <p:sldId id="2147483475" r:id="rId15"/>
    <p:sldId id="2147483477" r:id="rId16"/>
    <p:sldId id="2147483478" r:id="rId17"/>
    <p:sldId id="2147478282" r:id="rId18"/>
    <p:sldId id="2147483486" r:id="rId19"/>
    <p:sldId id="2147483479" r:id="rId20"/>
    <p:sldId id="2147483480" r:id="rId21"/>
    <p:sldId id="2147483481" r:id="rId22"/>
    <p:sldId id="2147483482" r:id="rId23"/>
    <p:sldId id="2147483489" r:id="rId24"/>
    <p:sldId id="270" r:id="rId25"/>
    <p:sldId id="2147483487" r:id="rId26"/>
    <p:sldId id="2147483492" r:id="rId27"/>
    <p:sldId id="2147483484" r:id="rId28"/>
    <p:sldId id="2147483485" r:id="rId29"/>
    <p:sldId id="2147483490" r:id="rId30"/>
    <p:sldId id="2147483491" r:id="rId31"/>
    <p:sldId id="2147483493" r:id="rId32"/>
    <p:sldId id="275" r:id="rId33"/>
    <p:sldId id="26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D492FCC-0BB5-4E13-9032-B66F6CEE4A01}">
          <p14:sldIdLst>
            <p14:sldId id="2076138278"/>
            <p14:sldId id="2147483444"/>
            <p14:sldId id="277"/>
            <p14:sldId id="366"/>
            <p14:sldId id="2147483390"/>
            <p14:sldId id="2147483474"/>
            <p14:sldId id="2147483475"/>
            <p14:sldId id="2147483477"/>
            <p14:sldId id="2147483478"/>
            <p14:sldId id="2147478282"/>
            <p14:sldId id="2147483486"/>
            <p14:sldId id="2147483479"/>
            <p14:sldId id="2147483480"/>
            <p14:sldId id="2147483481"/>
            <p14:sldId id="2147483482"/>
            <p14:sldId id="2147483489"/>
            <p14:sldId id="270"/>
            <p14:sldId id="2147483487"/>
            <p14:sldId id="2147483492"/>
            <p14:sldId id="2147483484"/>
            <p14:sldId id="2147483485"/>
            <p14:sldId id="2147483490"/>
            <p14:sldId id="2147483491"/>
            <p14:sldId id="2147483493"/>
          </p14:sldIdLst>
        </p14:section>
        <p14:section name="Copilot Practice Capability Areas" id="{B6B95F03-0404-4ED4-B26E-472823802560}">
          <p14:sldIdLst>
            <p14:sldId id="275"/>
            <p14:sldId id="26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C93AB18-2855-F333-BD0E-12BEA5092FDC}" name="Aman Bhandari" initials="AB" userId="S::ambhand@microsoft.com::af16d42f-8d48-4b8f-b07a-331b116ea09a" providerId="AD"/>
  <p188:author id="{6D949B24-5270-77BC-008C-A2A64EBA6E7B}" name="Monica Yen (BEYONDSOFT CONSULTING INC)" initials="MY" userId="S::v-yenmonica@microsoft.com::1f3638de-e51d-4215-934a-6644f586fae0" providerId="AD"/>
  <p188:author id="{F3A5ED81-4AF7-8078-80A6-DB4D37702549}" name="Ronit Ben-Sheffer" initials="RB" userId="S::robenshe@microsoft.com::d25f0585-7cab-43e2-a10d-7e8081bede76" providerId="AD"/>
  <p188:author id="{1FDB258B-9A64-FFCC-3643-D260BBFB3383}" name="Olga Gordon" initials="OG" userId="S::ogordon@microsoft.com::102a02ab-8cd3-475b-8633-7a419b8c421c" providerId="AD"/>
  <p188:author id="{6249A2A6-AC6C-38D0-692F-B441C1D3DCCB}" name="Matthew Davis" initials="MD" userId="S::madavi@microsoft.com::f894bc4c-9671-4caf-a615-a1f8c3bc7c93" providerId="AD"/>
  <p188:author id="{656FFFBC-3A0E-EAB4-A6FF-2CBD0DC9C80C}" name="Sarah Burg" initials="SB" userId="S::sarahburg@microsoft.com::38bb9561-b5c9-403e-870e-c77866c16c13" providerId="AD"/>
  <p188:author id="{5F6883CC-0B37-A646-C3A4-72FF9377E2E4}" name="Richard Ing (CAPITAL TALENT CONSULTING PTY LTD)" initials="RI" userId="S::v-richarding@microsoft.com::4aebbb6f-289e-4e6b-800c-e9b18ba0f316" providerId="AD"/>
  <p188:author id="{A9BB88F5-CAAB-34F6-E859-2872151CF582}" name="Oscar Meza (KFORCE INC)" initials="OM" userId="S::v-oscarme@microsoft.com::9c53e31b-a37f-4406-9368-9225689c29d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374FF"/>
    <a:srgbClr val="476CC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FF048C-30B4-4DDF-AC09-6BDC91D663D7}" v="4" dt="2025-09-10T17:06:43.443"/>
    <p1510:client id="{50E3B8A5-CE99-C48A-3603-ABB7324844A7}" v="2" dt="2025-09-10T16:58:18.6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tableStyles" Target="tableStyles.xml"/><Relationship Id="rId21" Type="http://schemas.openxmlformats.org/officeDocument/2006/relationships/slide" Target="slides/slide13.xml"/><Relationship Id="rId34" Type="http://schemas.openxmlformats.org/officeDocument/2006/relationships/slide" Target="slides/slide26.xml"/><Relationship Id="rId42"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notesMaster" Target="notesMasters/notesMaster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ca Yen (BEYONDSOFT CONSULTING INC)" userId="1f3638de-e51d-4215-934a-6644f586fae0" providerId="ADAL" clId="{D5DAFB2F-6741-4673-A8A7-27DC8F5E76CC}"/>
    <pc:docChg chg="addSld delSld modSld modSection">
      <pc:chgData name="Monica Yen (BEYONDSOFT CONSULTING INC)" userId="1f3638de-e51d-4215-934a-6644f586fae0" providerId="ADAL" clId="{D5DAFB2F-6741-4673-A8A7-27DC8F5E76CC}" dt="2025-09-10T17:06:39.830" v="1" actId="47"/>
      <pc:docMkLst>
        <pc:docMk/>
      </pc:docMkLst>
      <pc:sldChg chg="del">
        <pc:chgData name="Monica Yen (BEYONDSOFT CONSULTING INC)" userId="1f3638de-e51d-4215-934a-6644f586fae0" providerId="ADAL" clId="{D5DAFB2F-6741-4673-A8A7-27DC8F5E76CC}" dt="2025-09-10T17:06:39.830" v="1" actId="47"/>
        <pc:sldMkLst>
          <pc:docMk/>
          <pc:sldMk cId="3697007787" sldId="271"/>
        </pc:sldMkLst>
      </pc:sldChg>
      <pc:sldChg chg="add">
        <pc:chgData name="Monica Yen (BEYONDSOFT CONSULTING INC)" userId="1f3638de-e51d-4215-934a-6644f586fae0" providerId="ADAL" clId="{D5DAFB2F-6741-4673-A8A7-27DC8F5E76CC}" dt="2025-09-10T17:06:32.861" v="0"/>
        <pc:sldMkLst>
          <pc:docMk/>
          <pc:sldMk cId="1397031463" sldId="2147483493"/>
        </pc:sldMkLst>
      </pc:sldChg>
    </pc:docChg>
  </pc:docChgLst>
  <pc:docChgLst>
    <pc:chgData name="Monica Yen (BEYONDSOFT CONSULTING INC)" userId="S::v-yenmonica@microsoft.com::1f3638de-e51d-4215-934a-6644f586fae0" providerId="AD" clId="Web-{50E3B8A5-CE99-C48A-3603-ABB7324844A7}"/>
    <pc:docChg chg="addSld delSld modSection">
      <pc:chgData name="Monica Yen (BEYONDSOFT CONSULTING INC)" userId="S::v-yenmonica@microsoft.com::1f3638de-e51d-4215-934a-6644f586fae0" providerId="AD" clId="Web-{50E3B8A5-CE99-C48A-3603-ABB7324844A7}" dt="2025-09-10T16:58:18.636" v="1"/>
      <pc:docMkLst>
        <pc:docMk/>
      </pc:docMkLst>
      <pc:sldChg chg="del">
        <pc:chgData name="Monica Yen (BEYONDSOFT CONSULTING INC)" userId="S::v-yenmonica@microsoft.com::1f3638de-e51d-4215-934a-6644f586fae0" providerId="AD" clId="Web-{50E3B8A5-CE99-C48A-3603-ABB7324844A7}" dt="2025-09-10T16:58:18.636" v="1"/>
        <pc:sldMkLst>
          <pc:docMk/>
          <pc:sldMk cId="273583859" sldId="2147483483"/>
        </pc:sldMkLst>
      </pc:sldChg>
      <pc:sldChg chg="add">
        <pc:chgData name="Monica Yen (BEYONDSOFT CONSULTING INC)" userId="S::v-yenmonica@microsoft.com::1f3638de-e51d-4215-934a-6644f586fae0" providerId="AD" clId="Web-{50E3B8A5-CE99-C48A-3603-ABB7324844A7}" dt="2025-09-10T16:57:49.072" v="0"/>
        <pc:sldMkLst>
          <pc:docMk/>
          <pc:sldMk cId="4028236442" sldId="21474834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DEEE2F-DD0A-4A4B-88A1-79768F0162C5}" type="datetimeFigureOut">
              <a:rPr lang="en-US" smtClean="0"/>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281786-B9CB-40FC-95D1-570FE887D2E6}" type="slidenum">
              <a:rPr lang="en-US" smtClean="0"/>
              <a:t>‹#›</a:t>
            </a:fld>
            <a:endParaRPr lang="en-US"/>
          </a:p>
        </p:txBody>
      </p:sp>
    </p:spTree>
    <p:extLst>
      <p:ext uri="{BB962C8B-B14F-4D97-AF65-F5344CB8AC3E}">
        <p14:creationId xmlns:p14="http://schemas.microsoft.com/office/powerpoint/2010/main" val="2645728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290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p:cNvSpPr>
            <a:spLocks noGrp="1"/>
          </p:cNvSpPr>
          <p:nvPr>
            <p:ph type="dt" idx="12"/>
          </p:nvPr>
        </p:nvSpPr>
        <p:spPr/>
        <p:txBody>
          <a:bodyPr/>
          <a:lstStyle/>
          <a:p>
            <a:pPr marL="0" marR="0" lvl="0" indent="0" algn="r" defTabSz="912904"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12904" rtl="0" eaLnBrk="1" fontAlgn="auto" latinLnBrk="0" hangingPunct="1">
                <a:lnSpc>
                  <a:spcPct val="100000"/>
                </a:lnSpc>
                <a:spcBef>
                  <a:spcPts val="0"/>
                </a:spcBef>
                <a:spcAft>
                  <a:spcPts val="0"/>
                </a:spcAft>
                <a:buClrTx/>
                <a:buSzTx/>
                <a:buFontTx/>
                <a:buNone/>
                <a:tabLst/>
                <a:defRPr/>
              </a:pPr>
              <a:t>9/10/2025 10:06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2904"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12904"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8" name="Footer Placeholder 4">
            <a:extLst>
              <a:ext uri="{FF2B5EF4-FFF2-40B4-BE49-F238E27FC236}">
                <a16:creationId xmlns:a16="http://schemas.microsoft.com/office/drawing/2014/main" id="{F3A8A467-042B-39B3-674F-BD752E45A2A1}"/>
              </a:ext>
            </a:extLst>
          </p:cNvPr>
          <p:cNvSpPr>
            <a:spLocks noGrp="1"/>
          </p:cNvSpPr>
          <p:nvPr>
            <p:ph type="ftr" sz="quarter" idx="4"/>
          </p:nvPr>
        </p:nvSpPr>
        <p:spPr>
          <a:xfrm>
            <a:off x="536027" y="8417198"/>
            <a:ext cx="5785945" cy="458788"/>
          </a:xfrm>
        </p:spPr>
        <p:txBody>
          <a:bodyPr/>
          <a:lstStyle/>
          <a:p>
            <a:pPr marL="583211" marR="0" lvl="0" indent="0" algn="l" defTabSz="931338"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Copyright © 2024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1318583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31338"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B050647C-F8EB-4BAB-B726-E279B8F7439B}" type="datetime8">
              <a:rPr lang="en-CA" smtClean="0"/>
              <a:t>2025-09-10 10:06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751066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endParaRPr lang="en-US"/>
          </a:p>
        </p:txBody>
      </p:sp>
      <p:sp>
        <p:nvSpPr>
          <p:cNvPr id="4" name="Header Placeholder 3"/>
          <p:cNvSpPr>
            <a:spLocks noGrp="1"/>
          </p:cNvSpPr>
          <p:nvPr>
            <p:ph type="hdr" sz="quarter"/>
          </p:nvPr>
        </p:nvSpPr>
        <p:spPr/>
        <p:txBody>
          <a:bodyPr/>
          <a:lstStyle/>
          <a:p>
            <a:pPr marL="0" marR="0" lvl="0" indent="0" algn="l" defTabSz="94225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600999" marR="0" lvl="0" indent="0" algn="l" defTabSz="95974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42255" rtl="0" eaLnBrk="1" fontAlgn="auto" latinLnBrk="0" hangingPunct="1">
              <a:lnSpc>
                <a:spcPct val="100000"/>
              </a:lnSpc>
              <a:spcBef>
                <a:spcPts val="0"/>
              </a:spcBef>
              <a:spcAft>
                <a:spcPts val="0"/>
              </a:spcAft>
              <a:buClrTx/>
              <a:buSzTx/>
              <a:buFontTx/>
              <a:buNone/>
              <a:tabLst/>
              <a:defRPr/>
            </a:pPr>
            <a:fld id="{B050647C-F8EB-4BAB-B726-E279B8F7439B}" type="datetime8">
              <a:rPr kumimoji="0" lang="en-CA"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42255" rtl="0" eaLnBrk="1" fontAlgn="auto" latinLnBrk="0" hangingPunct="1">
                <a:lnSpc>
                  <a:spcPct val="100000"/>
                </a:lnSpc>
                <a:spcBef>
                  <a:spcPts val="0"/>
                </a:spcBef>
                <a:spcAft>
                  <a:spcPts val="0"/>
                </a:spcAft>
                <a:buClrTx/>
                <a:buSzTx/>
                <a:buFontTx/>
                <a:buNone/>
                <a:tabLst/>
                <a:defRPr/>
              </a:pPr>
              <a:t>2025-09-10 10:06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42255"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42255"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01181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8C414-E24F-E3FB-C5AD-AEC14DD30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A9487-418C-D4CF-B760-301D0F7D1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E4A3D-EAF6-115F-A9AE-748A05495DC2}"/>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46F6359E-F250-6103-1181-0111637F13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6343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D50F5-06A5-CEB9-2633-3F3FEAF40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AD2B8-8410-89B0-6E86-FD37903D9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D8369-9534-9B80-7802-2EECD2BC2C04}"/>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E219E73D-2A18-D34E-B30D-6DF660EDA8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0606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C05C0-C5D8-E553-D4C4-0CDE053AB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58200-D6D9-DBF0-4423-76FE04DC5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EF745-BBCD-AAC7-C137-E0A581AB2A9A}"/>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2FB76352-29A6-7553-F7DD-04A8B9F6D6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9302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8F4A2-CBD0-9B36-F1E8-336C4BF7C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EDF7A-4BBB-9C7A-1323-1CCA238E3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2BF5-8051-2125-47A5-BFC61880D87F}"/>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10476013-C8EE-13BE-4462-5982E21901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8629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20197-6927-100C-56E8-8C8C5C9CD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DE191-1B0F-71D1-6355-39B2902B5D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60EC4-06BD-D9C9-88B4-8448DADB3A3C}"/>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48D9D1E5-6EDD-7971-0474-DEA9AA7EC9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4554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cs typeface="Segoe UI"/>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t>2025-09-10 10:06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98678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F12F3-DDB5-E4FF-907C-C7E017E45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7E83F-A12D-C1C0-86B9-A24FC93E7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C0AA0-005E-4904-C7C5-6215548D4629}"/>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438DA2DD-7DFB-90EE-896C-38DDE54201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455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15A56-9012-0AE1-1F56-839AA86FF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5CF20-4A69-1742-498C-D8C99EBB1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82D895-9AC9-2D79-78A9-70B0873A0C49}"/>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2CF54DB7-E0C6-3F96-68D3-EB233CFB4C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5403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1669D-51ED-A43F-CF5F-E00D3FC7B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D548C-1096-97D7-4DCC-DA56FAEA8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338A9-9442-DAB7-F13A-DD4A5A8A7613}"/>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6EB73E05-3F0C-E565-9BC8-1E216A0330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3308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B1F3F-E696-7A13-2115-36F637903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539A8-1417-ED64-CE52-3719C639A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EA4BB-A402-73F9-FB01-8A401F0E6D6F}"/>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A614F962-2BE3-81B4-B0FF-3BC61FC72D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97563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E2A56-8EAA-ED02-6C8B-0ED82D468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9A9BF-CB63-A554-BBA9-E053FD36F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6C288-BF68-0E0C-888F-E874C333DD21}"/>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55F4EFAA-2C7F-0F90-073B-141B570CF8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7576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cs typeface="Segoe UI"/>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t>2025-09-10 10:06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76026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6EDE-39A5-F5B4-82D4-B8A31AABE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D1852-2EC9-FADE-CD95-BE3844EB9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A43D1-C3D0-6487-8C2C-6EA953EE8694}"/>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84EFC65C-9C68-A980-3ADA-25F4E46A1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02525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7A472-FA44-3122-B951-4A4328DFC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A9E68-CF35-2F13-6AE5-1F0046899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A556A8-9D00-A590-D3A5-46B1A2F151BE}"/>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0C4A4F80-28C4-3003-4710-EDBA8446DA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7218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FC6E5-66BF-2299-385A-B118F2305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D3D57-E618-4E75-CA78-A58CA0126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62B3C-5872-4F9A-B93F-E305473533D5}"/>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09FC619E-33C1-0564-3E3C-9D46577038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4955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845DB-BA45-0696-F250-8C5F98847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D69CD-3097-03AE-AD71-88A97C641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B0663-2E38-ECB0-957D-EF165BA4B151}"/>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5A7A77AF-7B7D-3D55-5546-E192F64124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95678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EBDF-23BC-C5AF-831F-CC6C8C68E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B8332-4955-7D74-4055-04EB64A07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5EC00-EF60-AD1A-7DAD-CD6784A86963}"/>
              </a:ext>
            </a:extLst>
          </p:cNvPr>
          <p:cNvSpPr>
            <a:spLocks noGrp="1"/>
          </p:cNvSpPr>
          <p:nvPr>
            <p:ph type="body" idx="1"/>
          </p:nvPr>
        </p:nvSpPr>
        <p:spPr/>
        <p:txBody>
          <a:bodyPr/>
          <a:lstStyle/>
          <a:p>
            <a:endParaRPr lang="en-US" sz="120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CC599B61-14CD-9C11-225C-508994EEC1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F3CD4-DD8A-40CC-B614-19C92594B3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84889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cs typeface="Segoe UI"/>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2025-09-10 10:06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044528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the market needs and our conversations with many customers across the world, we have identified four pillars of an effective M365 Copilot Practice, let me briefly define each one of these in turn:</a:t>
            </a:r>
          </a:p>
          <a:p>
            <a:pPr marL="228600" indent="-228600">
              <a:buAutoNum type="arabicPeriod"/>
            </a:pPr>
            <a:r>
              <a:rPr lang="en-US"/>
              <a:t>AI &amp; Copilot Advisory – advising customers on AI strategy and help them understand the business value of AI transformation</a:t>
            </a:r>
          </a:p>
          <a:p>
            <a:pPr marL="228600" indent="-228600">
              <a:buAutoNum type="arabicPeriod"/>
            </a:pPr>
            <a:r>
              <a:rPr lang="en-US"/>
              <a:t>Deployment &amp; Readiness – helping customers deploy the value of Copilot within their environment, addressing security and compliance needs and helping them set up governance</a:t>
            </a:r>
          </a:p>
          <a:p>
            <a:pPr marL="228600" indent="-228600">
              <a:buAutoNum type="arabicPeriod"/>
            </a:pPr>
            <a:r>
              <a:rPr lang="en-US"/>
              <a:t>Adoption &amp; Change management – helping the users utilize the value of Copilot thereby helping organizations realize the value</a:t>
            </a:r>
          </a:p>
          <a:p>
            <a:pPr marL="228600" indent="-228600">
              <a:buAutoNum type="arabicPeriod"/>
            </a:pPr>
            <a:r>
              <a:rPr lang="en-US"/>
              <a:t>Extensibility – extending Copilot to meet the business needs by bringing Copilot into the flow of work of users; includes creating agents to meet the needs where OOB features of Copilot cannot meet.</a:t>
            </a:r>
          </a:p>
          <a:p>
            <a:endParaRPr lang="en-US"/>
          </a:p>
        </p:txBody>
      </p:sp>
      <p:sp>
        <p:nvSpPr>
          <p:cNvPr id="4" name="Slide Number Placeholder 3"/>
          <p:cNvSpPr>
            <a:spLocks noGrp="1"/>
          </p:cNvSpPr>
          <p:nvPr>
            <p:ph type="sldNum" sz="quarter" idx="5"/>
          </p:nvPr>
        </p:nvSpPr>
        <p:spPr/>
        <p:txBody>
          <a:bodyPr/>
          <a:lstStyle/>
          <a:p>
            <a:fld id="{0F388434-0FFD-4BD7-AC11-BE1BAC8C3FB9}" type="slidenum">
              <a:rPr lang="en-US" smtClean="0"/>
              <a:t>25</a:t>
            </a:fld>
            <a:endParaRPr lang="en-US"/>
          </a:p>
        </p:txBody>
      </p:sp>
    </p:spTree>
    <p:extLst>
      <p:ext uri="{BB962C8B-B14F-4D97-AF65-F5344CB8AC3E}">
        <p14:creationId xmlns:p14="http://schemas.microsoft.com/office/powerpoint/2010/main" val="3209079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the data that we are seeing with customers, we have identified some essential attributes that exhibit successful practices in each of these capability areas.</a:t>
            </a:r>
          </a:p>
          <a:p>
            <a:r>
              <a:rPr lang="en-US"/>
              <a:t>For AI &amp; Copilot Advisory – </a:t>
            </a:r>
          </a:p>
          <a:p>
            <a:pPr marL="171450" indent="-171450">
              <a:buFont typeface="Arial" panose="020B0604020202020204" pitchFamily="34" charset="0"/>
              <a:buChar char="•"/>
            </a:pPr>
            <a:r>
              <a:rPr lang="en-US"/>
              <a:t>it is having a well-defined framework or methodology to advise customers on GenAI technologies and helping them incorporate AI into their overall business strategy</a:t>
            </a:r>
          </a:p>
          <a:p>
            <a:pPr marL="171450" indent="-171450">
              <a:buFont typeface="Arial" panose="020B0604020202020204" pitchFamily="34" charset="0"/>
              <a:buChar char="•"/>
            </a:pPr>
            <a:r>
              <a:rPr lang="en-US"/>
              <a:t>Being able to identify high-value use cases for AI led transformation and prioritize them to help customers unlock value faster (time to value)</a:t>
            </a:r>
          </a:p>
          <a:p>
            <a:pPr marL="171450" indent="-171450">
              <a:buFont typeface="Arial" panose="020B0604020202020204" pitchFamily="34" charset="0"/>
              <a:buChar char="•"/>
            </a:pPr>
            <a:r>
              <a:rPr lang="en-US"/>
              <a:t>And helping customers understand the business value and ROI from their investments in the technology</a:t>
            </a:r>
          </a:p>
          <a:p>
            <a:pPr marL="171450" indent="-171450">
              <a:buFont typeface="Arial" panose="020B0604020202020204" pitchFamily="34" charset="0"/>
              <a:buChar char="•"/>
            </a:pPr>
            <a:endParaRPr lang="en-US"/>
          </a:p>
          <a:p>
            <a:pPr marL="0" indent="0">
              <a:buFont typeface="Arial" panose="020B0604020202020204" pitchFamily="34" charset="0"/>
              <a:buNone/>
            </a:pPr>
            <a:r>
              <a:rPr lang="en-US"/>
              <a:t>In Deployment &amp; Readiness – </a:t>
            </a:r>
          </a:p>
          <a:p>
            <a:pPr marL="171450" indent="-171450">
              <a:buFont typeface="Arial" panose="020B0604020202020204" pitchFamily="34" charset="0"/>
              <a:buChar char="•"/>
            </a:pPr>
            <a:r>
              <a:rPr lang="en-US"/>
              <a:t>Ensuring that customers environment is ready to deploy the value of Copilot and being able to identify and remediate any blockers to deployment</a:t>
            </a:r>
          </a:p>
          <a:p>
            <a:pPr marL="171450" indent="-171450">
              <a:buFont typeface="Arial" panose="020B0604020202020204" pitchFamily="34" charset="0"/>
              <a:buChar char="•"/>
            </a:pPr>
            <a:r>
              <a:rPr lang="en-US"/>
              <a:t>Helping them solidify their security and compliance posture to mitigate risks</a:t>
            </a:r>
          </a:p>
          <a:p>
            <a:pPr marL="171450" indent="-171450">
              <a:buFont typeface="Arial" panose="020B0604020202020204" pitchFamily="34" charset="0"/>
              <a:buChar char="•"/>
            </a:pPr>
            <a:r>
              <a:rPr lang="en-US"/>
              <a:t>And finally deploying the required licenses and applications so they can start benefiting from Copilot</a:t>
            </a:r>
          </a:p>
          <a:p>
            <a:pPr marL="171450" indent="-171450">
              <a:buFont typeface="Arial" panose="020B0604020202020204" pitchFamily="34" charset="0"/>
              <a:buChar char="•"/>
            </a:pPr>
            <a:endParaRPr lang="en-US"/>
          </a:p>
          <a:p>
            <a:pPr marL="0" indent="0">
              <a:buFont typeface="Arial" panose="020B0604020202020204" pitchFamily="34" charset="0"/>
              <a:buNone/>
            </a:pPr>
            <a:r>
              <a:rPr lang="en-US"/>
              <a:t>Within Adoption &amp; Change Management it is about -</a:t>
            </a:r>
          </a:p>
          <a:p>
            <a:pPr marL="171450" indent="-171450">
              <a:buFont typeface="Arial" panose="020B0604020202020204" pitchFamily="34" charset="0"/>
              <a:buChar char="•"/>
            </a:pPr>
            <a:r>
              <a:rPr lang="en-US"/>
              <a:t>Ensuring that there is an engagement strategy for ACM</a:t>
            </a:r>
          </a:p>
          <a:p>
            <a:pPr marL="171450" indent="-171450">
              <a:buFont typeface="Arial" panose="020B0604020202020204" pitchFamily="34" charset="0"/>
              <a:buChar char="•"/>
            </a:pPr>
            <a:r>
              <a:rPr lang="en-US"/>
              <a:t>Have considered the people side of the change and included it in your plans</a:t>
            </a:r>
          </a:p>
          <a:p>
            <a:pPr marL="171450" indent="-171450">
              <a:buFont typeface="Arial" panose="020B0604020202020204" pitchFamily="34" charset="0"/>
              <a:buChar char="•"/>
            </a:pPr>
            <a:r>
              <a:rPr lang="en-US"/>
              <a:t>Have defined success measure and how are you going to measure impact</a:t>
            </a:r>
          </a:p>
          <a:p>
            <a:pPr marL="171450" indent="-171450">
              <a:buFont typeface="Arial" panose="020B0604020202020204" pitchFamily="34" charset="0"/>
              <a:buChar char="•"/>
            </a:pPr>
            <a:r>
              <a:rPr lang="en-US"/>
              <a:t>And have a strategy on how you are going to handle end-user training.</a:t>
            </a:r>
          </a:p>
          <a:p>
            <a:pPr marL="171450" indent="-171450">
              <a:buFont typeface="Arial" panose="020B0604020202020204" pitchFamily="34" charset="0"/>
              <a:buChar char="•"/>
            </a:pPr>
            <a:endParaRPr lang="en-US"/>
          </a:p>
          <a:p>
            <a:pPr marL="0" indent="0">
              <a:buFont typeface="Arial" panose="020B0604020202020204" pitchFamily="34" charset="0"/>
              <a:buNone/>
            </a:pPr>
            <a:r>
              <a:rPr lang="en-US"/>
              <a:t>Finally, last but the most important area extensibility-</a:t>
            </a:r>
          </a:p>
          <a:p>
            <a:pPr marL="171450" indent="-171450">
              <a:buFont typeface="Arial" panose="020B0604020202020204" pitchFamily="34" charset="0"/>
              <a:buChar char="•"/>
            </a:pPr>
            <a:r>
              <a:rPr lang="en-US"/>
              <a:t>Sufficient proficiency and knowledge of agent development tools and when to use what</a:t>
            </a:r>
          </a:p>
          <a:p>
            <a:pPr marL="171450" indent="-171450">
              <a:buFont typeface="Arial" panose="020B0604020202020204" pitchFamily="34" charset="0"/>
              <a:buChar char="•"/>
            </a:pPr>
            <a:r>
              <a:rPr lang="en-US"/>
              <a:t>Have knowledge of and understand the differences between plugins, connectors and the various ways of bring LOB data into the flow of work</a:t>
            </a:r>
          </a:p>
          <a:p>
            <a:pPr marL="171450" indent="-171450">
              <a:buFont typeface="Arial" panose="020B0604020202020204" pitchFamily="34" charset="0"/>
              <a:buChar char="•"/>
            </a:pPr>
            <a:r>
              <a:rPr lang="en-US"/>
              <a:t>Have build or have advanced knowledge of building custom AI Agents </a:t>
            </a:r>
          </a:p>
          <a:p>
            <a:pPr marL="171450" indent="-171450">
              <a:buFont typeface="Arial" panose="020B0604020202020204" pitchFamily="34" charset="0"/>
              <a:buChar char="•"/>
            </a:pPr>
            <a:r>
              <a:rPr lang="en-US"/>
              <a:t>And consider data privacy and compliance in every agent, plugin or connector that you build or use</a:t>
            </a:r>
          </a:p>
          <a:p>
            <a:pPr marL="171450" indent="-171450">
              <a:buFont typeface="Arial" panose="020B0604020202020204" pitchFamily="34" charset="0"/>
              <a:buChar char="•"/>
            </a:pPr>
            <a:endParaRPr lang="en-US"/>
          </a:p>
          <a:p>
            <a:pPr marL="0" indent="0">
              <a:buFont typeface="Arial" panose="020B0604020202020204" pitchFamily="34" charset="0"/>
              <a:buNone/>
            </a:pPr>
            <a:r>
              <a:rPr lang="en-US"/>
              <a:t>Please note that the areas with a star are the must-haves for prioritized tier.</a:t>
            </a:r>
          </a:p>
          <a:p>
            <a:endParaRPr lang="en-US"/>
          </a:p>
        </p:txBody>
      </p:sp>
      <p:sp>
        <p:nvSpPr>
          <p:cNvPr id="4" name="Slide Number Placeholder 3"/>
          <p:cNvSpPr>
            <a:spLocks noGrp="1"/>
          </p:cNvSpPr>
          <p:nvPr>
            <p:ph type="sldNum" sz="quarter" idx="5"/>
          </p:nvPr>
        </p:nvSpPr>
        <p:spPr/>
        <p:txBody>
          <a:bodyPr/>
          <a:lstStyle/>
          <a:p>
            <a:fld id="{0F388434-0FFD-4BD7-AC11-BE1BAC8C3FB9}" type="slidenum">
              <a:rPr lang="en-US" smtClean="0"/>
              <a:t>26</a:t>
            </a:fld>
            <a:endParaRPr lang="en-US"/>
          </a:p>
        </p:txBody>
      </p:sp>
    </p:spTree>
    <p:extLst>
      <p:ext uri="{BB962C8B-B14F-4D97-AF65-F5344CB8AC3E}">
        <p14:creationId xmlns:p14="http://schemas.microsoft.com/office/powerpoint/2010/main" val="3193038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Master" Target="../slideMasters/slideMaster3.xml"/><Relationship Id="rId5" Type="http://schemas.openxmlformats.org/officeDocument/2006/relationships/image" Target="../media/image33.jpeg"/><Relationship Id="rId4" Type="http://schemas.openxmlformats.org/officeDocument/2006/relationships/image" Target="../media/image32.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3.xml"/><Relationship Id="rId4" Type="http://schemas.openxmlformats.org/officeDocument/2006/relationships/image" Target="../media/image33.jpe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4.jpeg"/><Relationship Id="rId1" Type="http://schemas.openxmlformats.org/officeDocument/2006/relationships/slideMaster" Target="../slideMasters/slideMaster3.xml"/><Relationship Id="rId4" Type="http://schemas.openxmlformats.org/officeDocument/2006/relationships/image" Target="../media/image32.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Master" Target="../slideMasters/slideMaster3.xml"/><Relationship Id="rId4" Type="http://schemas.openxmlformats.org/officeDocument/2006/relationships/image" Target="../media/image37.svg"/></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41.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3.xml"/><Relationship Id="rId4" Type="http://schemas.openxmlformats.org/officeDocument/2006/relationships/image" Target="../media/image46.jpe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3.xml"/><Relationship Id="rId5" Type="http://schemas.openxmlformats.org/officeDocument/2006/relationships/image" Target="../media/image53.jpeg"/><Relationship Id="rId4" Type="http://schemas.openxmlformats.org/officeDocument/2006/relationships/image" Target="../media/image46.jpe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Master" Target="../slideMasters/slideMaster3.xml"/><Relationship Id="rId4" Type="http://schemas.openxmlformats.org/officeDocument/2006/relationships/image" Target="../media/image58.jpe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Master" Target="../slideMasters/slideMaster3.xml"/><Relationship Id="rId5" Type="http://schemas.openxmlformats.org/officeDocument/2006/relationships/image" Target="../media/image62.jpeg"/><Relationship Id="rId4" Type="http://schemas.openxmlformats.org/officeDocument/2006/relationships/image" Target="../media/image61.jpe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3.xml"/><Relationship Id="rId6" Type="http://schemas.openxmlformats.org/officeDocument/2006/relationships/image" Target="../media/image63.jpeg"/><Relationship Id="rId5" Type="http://schemas.openxmlformats.org/officeDocument/2006/relationships/image" Target="../media/image53.jpeg"/><Relationship Id="rId4" Type="http://schemas.openxmlformats.org/officeDocument/2006/relationships/image" Target="../media/image46.jpe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3.xml"/><Relationship Id="rId4" Type="http://schemas.openxmlformats.org/officeDocument/2006/relationships/image" Target="../media/image46.jpe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3.xml"/><Relationship Id="rId5" Type="http://schemas.openxmlformats.org/officeDocument/2006/relationships/image" Target="../media/image53.jpeg"/><Relationship Id="rId4" Type="http://schemas.openxmlformats.org/officeDocument/2006/relationships/image" Target="../media/image46.jpe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3.xml"/><Relationship Id="rId6" Type="http://schemas.openxmlformats.org/officeDocument/2006/relationships/image" Target="../media/image63.jpeg"/><Relationship Id="rId5" Type="http://schemas.openxmlformats.org/officeDocument/2006/relationships/image" Target="../media/image53.jpeg"/><Relationship Id="rId4" Type="http://schemas.openxmlformats.org/officeDocument/2006/relationships/image" Target="../media/image46.jpe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3.xml"/><Relationship Id="rId4" Type="http://schemas.openxmlformats.org/officeDocument/2006/relationships/image" Target="../media/image33.jpe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Master" Target="../slideMasters/slideMaster4.xml"/><Relationship Id="rId4" Type="http://schemas.openxmlformats.org/officeDocument/2006/relationships/image" Target="../media/image70.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Master" Target="../slideMasters/slideMaster4.xml"/><Relationship Id="rId6" Type="http://schemas.openxmlformats.org/officeDocument/2006/relationships/image" Target="../media/image70.png"/><Relationship Id="rId5" Type="http://schemas.microsoft.com/office/2007/relationships/hdphoto" Target="../media/hdphoto2.wdp"/><Relationship Id="rId4" Type="http://schemas.openxmlformats.org/officeDocument/2006/relationships/image" Target="../media/image71.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8.png"/><Relationship Id="rId1" Type="http://schemas.openxmlformats.org/officeDocument/2006/relationships/slideMaster" Target="../slideMasters/slideMaster4.xml"/><Relationship Id="rId6" Type="http://schemas.openxmlformats.org/officeDocument/2006/relationships/image" Target="../media/image70.png"/><Relationship Id="rId5" Type="http://schemas.openxmlformats.org/officeDocument/2006/relationships/image" Target="../media/image69.png"/><Relationship Id="rId4" Type="http://schemas.microsoft.com/office/2007/relationships/hdphoto" Target="../media/hdphoto3.wdp"/></Relationships>
</file>

<file path=ppt/slideLayouts/_rels/slideLayout13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70.png"/><Relationship Id="rId5" Type="http://schemas.openxmlformats.org/officeDocument/2006/relationships/image" Target="../media/image3.png"/><Relationship Id="rId4" Type="http://schemas.openxmlformats.org/officeDocument/2006/relationships/image" Target="../media/image69.png"/></Relationships>
</file>

<file path=ppt/slideLayouts/_rels/slideLayout134.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70.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69.png"/><Relationship Id="rId5" Type="http://schemas.openxmlformats.org/officeDocument/2006/relationships/image" Target="../media/image73.jpeg"/><Relationship Id="rId4" Type="http://schemas.openxmlformats.org/officeDocument/2006/relationships/image" Target="../media/image72.jpe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4.png"/><Relationship Id="rId1" Type="http://schemas.openxmlformats.org/officeDocument/2006/relationships/slideMaster" Target="../slideMasters/slideMaster4.xml"/><Relationship Id="rId4" Type="http://schemas.openxmlformats.org/officeDocument/2006/relationships/image" Target="../media/image70.png"/></Relationships>
</file>

<file path=ppt/slideLayouts/_rels/slideLayout15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4.png"/><Relationship Id="rId1" Type="http://schemas.openxmlformats.org/officeDocument/2006/relationships/slideMaster" Target="../slideMasters/slideMaster4.xml"/><Relationship Id="rId4" Type="http://schemas.openxmlformats.org/officeDocument/2006/relationships/image" Target="../media/image75.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4.xml"/><Relationship Id="rId4" Type="http://schemas.openxmlformats.org/officeDocument/2006/relationships/image" Target="../media/image46.jpe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4.xml"/><Relationship Id="rId5" Type="http://schemas.openxmlformats.org/officeDocument/2006/relationships/image" Target="../media/image53.jpeg"/><Relationship Id="rId4" Type="http://schemas.openxmlformats.org/officeDocument/2006/relationships/image" Target="../media/image46.jpe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Master" Target="../slideMasters/slideMaster4.xml"/><Relationship Id="rId4" Type="http://schemas.openxmlformats.org/officeDocument/2006/relationships/image" Target="../media/image58.jpe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Master" Target="../slideMasters/slideMaster4.xml"/><Relationship Id="rId5" Type="http://schemas.openxmlformats.org/officeDocument/2006/relationships/image" Target="../media/image62.jpeg"/><Relationship Id="rId4" Type="http://schemas.openxmlformats.org/officeDocument/2006/relationships/image" Target="../media/image61.jpe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4.xml"/><Relationship Id="rId6" Type="http://schemas.openxmlformats.org/officeDocument/2006/relationships/image" Target="../media/image63.jpeg"/><Relationship Id="rId5" Type="http://schemas.openxmlformats.org/officeDocument/2006/relationships/image" Target="../media/image53.jpeg"/><Relationship Id="rId4" Type="http://schemas.openxmlformats.org/officeDocument/2006/relationships/image" Target="../media/image46.jpe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4.xml"/><Relationship Id="rId4" Type="http://schemas.openxmlformats.org/officeDocument/2006/relationships/image" Target="../media/image46.jpe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4.xml"/><Relationship Id="rId5" Type="http://schemas.openxmlformats.org/officeDocument/2006/relationships/image" Target="../media/image53.jpeg"/><Relationship Id="rId4" Type="http://schemas.openxmlformats.org/officeDocument/2006/relationships/image" Target="../media/image46.jpe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4.xml"/><Relationship Id="rId6" Type="http://schemas.openxmlformats.org/officeDocument/2006/relationships/image" Target="../media/image63.jpeg"/><Relationship Id="rId5" Type="http://schemas.openxmlformats.org/officeDocument/2006/relationships/image" Target="../media/image53.jpeg"/><Relationship Id="rId4" Type="http://schemas.openxmlformats.org/officeDocument/2006/relationships/image" Target="../media/image46.jpeg"/></Relationships>
</file>

<file path=ppt/slideLayouts/_rels/slideLayout17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5.png"/><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Master" Target="../slideMasters/slideMaster4.xml"/><Relationship Id="rId5" Type="http://schemas.openxmlformats.org/officeDocument/2006/relationships/image" Target="../media/image81.png"/><Relationship Id="rId4" Type="http://schemas.microsoft.com/office/2007/relationships/hdphoto" Target="../media/hdphoto6.wdp"/></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8.png"/><Relationship Id="rId1" Type="http://schemas.openxmlformats.org/officeDocument/2006/relationships/slideMaster" Target="../slideMasters/slideMaster4.xml"/><Relationship Id="rId5" Type="http://schemas.openxmlformats.org/officeDocument/2006/relationships/image" Target="../media/image70.png"/><Relationship Id="rId4" Type="http://schemas.microsoft.com/office/2007/relationships/hdphoto" Target="../media/hdphoto2.wdp"/></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jpeg"/><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jpeg"/><Relationship Id="rId1" Type="http://schemas.openxmlformats.org/officeDocument/2006/relationships/slideMaster" Target="../slideMasters/slideMaster4.xml"/><Relationship Id="rId5" Type="http://schemas.openxmlformats.org/officeDocument/2006/relationships/image" Target="../media/image88.svg"/><Relationship Id="rId4" Type="http://schemas.openxmlformats.org/officeDocument/2006/relationships/image" Target="../media/image87.png"/></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9.jpeg"/><Relationship Id="rId1" Type="http://schemas.openxmlformats.org/officeDocument/2006/relationships/slideMaster" Target="../slideMasters/slideMaster4.xml"/><Relationship Id="rId4" Type="http://schemas.openxmlformats.org/officeDocument/2006/relationships/image" Target="../media/image88.svg"/></Relationships>
</file>

<file path=ppt/slideLayouts/_rels/slideLayout195.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90.pn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2.jpeg"/><Relationship Id="rId1" Type="http://schemas.openxmlformats.org/officeDocument/2006/relationships/slideMaster" Target="../slideMasters/slideMaster5.xml"/><Relationship Id="rId4" Type="http://schemas.openxmlformats.org/officeDocument/2006/relationships/image" Target="../media/image88.svg"/></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2.jpeg"/><Relationship Id="rId1" Type="http://schemas.openxmlformats.org/officeDocument/2006/relationships/slideMaster" Target="../slideMasters/slideMaster5.xml"/><Relationship Id="rId5" Type="http://schemas.openxmlformats.org/officeDocument/2006/relationships/image" Target="../media/image93.png"/><Relationship Id="rId4" Type="http://schemas.openxmlformats.org/officeDocument/2006/relationships/image" Target="../media/image88.svg"/></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2.jpeg"/><Relationship Id="rId1" Type="http://schemas.openxmlformats.org/officeDocument/2006/relationships/slideMaster" Target="../slideMasters/slideMaster5.xml"/><Relationship Id="rId4" Type="http://schemas.openxmlformats.org/officeDocument/2006/relationships/image" Target="../media/image88.sv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Master" Target="../slideMasters/slideMaster5.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65.png"/><Relationship Id="rId1" Type="http://schemas.openxmlformats.org/officeDocument/2006/relationships/slideMaster" Target="../slideMasters/slideMaster5.xml"/></Relationships>
</file>

<file path=ppt/slideLayouts/_rels/slideLayout21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1.jpeg"/><Relationship Id="rId1" Type="http://schemas.openxmlformats.org/officeDocument/2006/relationships/slideMaster" Target="../slideMasters/slideMaster5.xml"/><Relationship Id="rId4" Type="http://schemas.openxmlformats.org/officeDocument/2006/relationships/image" Target="../media/image96.svg"/></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7.png"/><Relationship Id="rId1" Type="http://schemas.openxmlformats.org/officeDocument/2006/relationships/slideMaster" Target="../slideMasters/slideMaster5.xml"/><Relationship Id="rId5" Type="http://schemas.openxmlformats.org/officeDocument/2006/relationships/image" Target="../media/image28.png"/><Relationship Id="rId4" Type="http://schemas.microsoft.com/office/2007/relationships/hdphoto" Target="../media/hdphoto7.wdp"/></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8.jpeg"/><Relationship Id="rId1" Type="http://schemas.openxmlformats.org/officeDocument/2006/relationships/slideMaster" Target="../slideMasters/slideMaster5.xml"/><Relationship Id="rId4" Type="http://schemas.openxmlformats.org/officeDocument/2006/relationships/image" Target="../media/image96.svg"/></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9.jpeg"/><Relationship Id="rId1" Type="http://schemas.openxmlformats.org/officeDocument/2006/relationships/slideMaster" Target="../slideMasters/slideMaster5.xml"/><Relationship Id="rId6" Type="http://schemas.openxmlformats.org/officeDocument/2006/relationships/image" Target="../media/image96.svg"/><Relationship Id="rId5" Type="http://schemas.openxmlformats.org/officeDocument/2006/relationships/image" Target="../media/image95.png"/><Relationship Id="rId4" Type="http://schemas.openxmlformats.org/officeDocument/2006/relationships/image" Target="../media/image88.svg"/></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jpeg"/><Relationship Id="rId1" Type="http://schemas.openxmlformats.org/officeDocument/2006/relationships/slideMaster" Target="../slideMasters/slideMaster5.xml"/><Relationship Id="rId5" Type="http://schemas.openxmlformats.org/officeDocument/2006/relationships/image" Target="../media/image88.svg"/><Relationship Id="rId4" Type="http://schemas.openxmlformats.org/officeDocument/2006/relationships/image" Target="../media/image87.png"/></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01.jpeg"/><Relationship Id="rId1" Type="http://schemas.openxmlformats.org/officeDocument/2006/relationships/slideMaster" Target="../slideMasters/slideMaster5.xml"/><Relationship Id="rId5" Type="http://schemas.openxmlformats.org/officeDocument/2006/relationships/image" Target="../media/image88.svg"/><Relationship Id="rId4" Type="http://schemas.openxmlformats.org/officeDocument/2006/relationships/image" Target="../media/image87.png"/></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82.jpeg"/><Relationship Id="rId1" Type="http://schemas.openxmlformats.org/officeDocument/2006/relationships/slideMaster" Target="../slideMasters/slideMaster5.xml"/><Relationship Id="rId4" Type="http://schemas.microsoft.com/office/2007/relationships/hdphoto" Target="../media/hdphoto10.wdp"/></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DDA3257-74F9-4F6A-B735-2EF9E5300530}"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2948265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DA3257-74F9-4F6A-B735-2EF9E5300530}"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170343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DA3257-74F9-4F6A-B735-2EF9E5300530}"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220650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DA3257-74F9-4F6A-B735-2EF9E5300530}"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1748147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DA3257-74F9-4F6A-B735-2EF9E5300530}" type="datetimeFigureOut">
              <a:rPr lang="en-US" smtClean="0"/>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2143277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DA3257-74F9-4F6A-B735-2EF9E5300530}" type="datetimeFigureOut">
              <a:rPr lang="en-US" smtClean="0"/>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3136521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DA3257-74F9-4F6A-B735-2EF9E5300530}" type="datetimeFigureOut">
              <a:rPr lang="en-US" smtClean="0"/>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279980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DA3257-74F9-4F6A-B735-2EF9E5300530}"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2123203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DA3257-74F9-4F6A-B735-2EF9E5300530}"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379446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DA3257-74F9-4F6A-B735-2EF9E5300530}"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3195885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DA3257-74F9-4F6A-B735-2EF9E5300530}"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676BFC-7D95-4458-8059-8C21AED5418F}" type="slidenum">
              <a:rPr lang="en-US" smtClean="0"/>
              <a:t>‹#›</a:t>
            </a:fld>
            <a:endParaRPr lang="en-US"/>
          </a:p>
        </p:txBody>
      </p:sp>
    </p:spTree>
    <p:extLst>
      <p:ext uri="{BB962C8B-B14F-4D97-AF65-F5344CB8AC3E}">
        <p14:creationId xmlns:p14="http://schemas.microsoft.com/office/powerpoint/2010/main" val="1604848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Title Slide 5">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56D41C-2693-DF84-B52B-AAFE49E0D9AD}"/>
              </a:ext>
              <a:ext uri="{C183D7F6-B498-43B3-948B-1728B52AA6E4}">
                <adec:decorative xmlns:adec="http://schemas.microsoft.com/office/drawing/2017/decorative" val="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41350" t="6371" r="22947" b="48048"/>
          <a:stretch/>
        </p:blipFill>
        <p:spPr>
          <a:xfrm>
            <a:off x="0" y="0"/>
            <a:ext cx="12191999" cy="6858000"/>
          </a:xfrm>
          <a:prstGeom prst="rect">
            <a:avLst/>
          </a:prstGeom>
        </p:spPr>
      </p:pic>
      <p:sp>
        <p:nvSpPr>
          <p:cNvPr id="3" name="Rectangle 2">
            <a:extLst>
              <a:ext uri="{FF2B5EF4-FFF2-40B4-BE49-F238E27FC236}">
                <a16:creationId xmlns:a16="http://schemas.microsoft.com/office/drawing/2014/main" id="{523EF143-CE0B-763F-31DC-5E3FD677E5F8}"/>
              </a:ext>
              <a:ext uri="{C183D7F6-B498-43B3-948B-1728B52AA6E4}">
                <adec:decorative xmlns:adec="http://schemas.microsoft.com/office/drawing/2017/decorative" val="1"/>
              </a:ext>
            </a:extLst>
          </p:cNvPr>
          <p:cNvSpPr/>
          <p:nvPr/>
        </p:nvSpPr>
        <p:spPr bwMode="auto">
          <a:xfrm>
            <a:off x="-1" y="0"/>
            <a:ext cx="6505303"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2589133"/>
            <a:ext cx="5511800" cy="1354217"/>
          </a:xfrm>
          <a:noFill/>
        </p:spPr>
        <p:txBody>
          <a:bodyPr wrap="square" lIns="0" tIns="0" rIns="0" bIns="0" anchor="b" anchorCtr="0">
            <a:spAutoFit/>
          </a:bodyPr>
          <a:lstStyle>
            <a:lvl1pPr>
              <a:defRPr sz="4400" spc="-50" baseline="0">
                <a:gradFill>
                  <a:gsLst>
                    <a:gs pos="50000">
                      <a:srgbClr val="8661C5"/>
                    </a:gs>
                    <a:gs pos="0">
                      <a:srgbClr val="3E76D4"/>
                    </a:gs>
                    <a:gs pos="100000">
                      <a:srgbClr val="C73ECC"/>
                    </a:gs>
                  </a:gsLst>
                  <a:lin ang="2700000" scaled="1"/>
                </a:gradFill>
                <a:latin typeface="+mj-lt"/>
                <a:cs typeface="Segoe UI" panose="020B0502040204020203" pitchFamily="34" charset="0"/>
              </a:defRPr>
            </a:lvl1pPr>
          </a:lstStyle>
          <a:p>
            <a:r>
              <a:rPr lang="en-US"/>
              <a:t>Event name or presentation title </a:t>
            </a:r>
          </a:p>
        </p:txBody>
      </p:sp>
      <p:pic>
        <p:nvPicPr>
          <p:cNvPr id="5" name="Picture 4" descr="A close-up of a logo&#10;&#10;Description automatically generated with medium confidence">
            <a:extLst>
              <a:ext uri="{FF2B5EF4-FFF2-40B4-BE49-F238E27FC236}">
                <a16:creationId xmlns:a16="http://schemas.microsoft.com/office/drawing/2014/main" id="{B7CCD9CC-6226-0424-5409-124F7DF60F6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6863" y="298450"/>
            <a:ext cx="2361272" cy="867859"/>
          </a:xfrm>
          <a:prstGeom prst="rect">
            <a:avLst/>
          </a:prstGeom>
        </p:spPr>
      </p:pic>
      <p:pic>
        <p:nvPicPr>
          <p:cNvPr id="6" name="Picture 2" descr="Map, photo with location pin, mobile device with likes icon in magenta, purple, and yellow color">
            <a:extLst>
              <a:ext uri="{FF2B5EF4-FFF2-40B4-BE49-F238E27FC236}">
                <a16:creationId xmlns:a16="http://schemas.microsoft.com/office/drawing/2014/main" id="{0A983905-67D2-5C33-136D-E6F40D6AC0D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038244" y="1060538"/>
            <a:ext cx="4736924" cy="4736924"/>
          </a:xfrm>
          <a:prstGeom prst="rect">
            <a:avLst/>
          </a:prstGeom>
        </p:spPr>
      </p:pic>
      <p:pic>
        <p:nvPicPr>
          <p:cNvPr id="4" name="Picture 3" descr="A rainbow colored logo on a black background&#10;&#10;Description automatically generated">
            <a:extLst>
              <a:ext uri="{FF2B5EF4-FFF2-40B4-BE49-F238E27FC236}">
                <a16:creationId xmlns:a16="http://schemas.microsoft.com/office/drawing/2014/main" id="{FC1991CB-5F9D-1CCE-D823-76489CAAA08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949859" y="325979"/>
            <a:ext cx="812800" cy="812800"/>
          </a:xfrm>
          <a:prstGeom prst="rect">
            <a:avLst/>
          </a:prstGeom>
        </p:spPr>
      </p:pic>
    </p:spTree>
    <p:extLst>
      <p:ext uri="{BB962C8B-B14F-4D97-AF65-F5344CB8AC3E}">
        <p14:creationId xmlns:p14="http://schemas.microsoft.com/office/powerpoint/2010/main" val="28187046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4_Title and Content">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509156"/>
            <a:ext cx="1101852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84199" y="1435497"/>
            <a:ext cx="1101852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098415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7" name="Picture 6" descr="A close-up of a colorful spiral&#10;&#10;Description automatically generated">
            <a:extLst>
              <a:ext uri="{FF2B5EF4-FFF2-40B4-BE49-F238E27FC236}">
                <a16:creationId xmlns:a16="http://schemas.microsoft.com/office/drawing/2014/main" id="{05AD6BD6-B499-AF84-E9A5-BE7C78BBE3E7}"/>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108F13F4-2AA0-2751-9C54-183410D351E2}"/>
              </a:ext>
            </a:extLst>
          </p:cNvPr>
          <p:cNvSpPr/>
          <p:nvPr/>
        </p:nvSpPr>
        <p:spPr>
          <a:xfrm>
            <a:off x="0" y="0"/>
            <a:ext cx="6616700" cy="6858000"/>
          </a:xfrm>
          <a:prstGeom prst="rect">
            <a:avLst/>
          </a:prstGeom>
          <a:gradFill flip="none" rotWithShape="1">
            <a:gsLst>
              <a:gs pos="26000">
                <a:schemeClr val="bg1">
                  <a:alpha val="58000"/>
                </a:schemeClr>
              </a:gs>
              <a:gs pos="70000">
                <a:schemeClr val="bg1">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DF4F93-13B7-9E90-F2C3-66C182809D1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lose-up of a colorful spiral&#10;&#10;Description automatically generated">
            <a:extLst>
              <a:ext uri="{FF2B5EF4-FFF2-40B4-BE49-F238E27FC236}">
                <a16:creationId xmlns:a16="http://schemas.microsoft.com/office/drawing/2014/main" id="{799145B4-A11C-C3DF-BA47-3700F47BF4ED}"/>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508000" y="2282624"/>
            <a:ext cx="8534400" cy="3006050"/>
          </a:xfrm>
          <a:prstGeom prst="roundRect">
            <a:avLst>
              <a:gd name="adj" fmla="val 16667"/>
            </a:avLst>
          </a:prstGeom>
          <a:ln>
            <a:noFill/>
          </a:ln>
          <a:effectLst>
            <a:softEdge rad="0"/>
          </a:effectLst>
          <a:scene3d>
            <a:camera prst="orthographicFront"/>
            <a:lightRig rig="contrasting" dir="t">
              <a:rot lat="0" lon="0" rev="4200000"/>
            </a:lightRig>
          </a:scene3d>
          <a:sp3d prstMaterial="plastic">
            <a:bevelT w="0" h="0" prst="relaxedInset"/>
            <a:contourClr>
              <a:srgbClr val="969696"/>
            </a:contourClr>
          </a:sp3d>
        </p:spPr>
      </p:pic>
      <p:sp>
        <p:nvSpPr>
          <p:cNvPr id="4" name="Rectangle: Rounded Corners 3">
            <a:extLst>
              <a:ext uri="{FF2B5EF4-FFF2-40B4-BE49-F238E27FC236}">
                <a16:creationId xmlns:a16="http://schemas.microsoft.com/office/drawing/2014/main" id="{6CFC3848-31B0-12FC-5D3C-1FC94FD228E5}"/>
              </a:ext>
            </a:extLst>
          </p:cNvPr>
          <p:cNvSpPr/>
          <p:nvPr/>
        </p:nvSpPr>
        <p:spPr>
          <a:xfrm>
            <a:off x="508000" y="2282623"/>
            <a:ext cx="8534400" cy="3006050"/>
          </a:xfrm>
          <a:prstGeom prst="roundRect">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7DF3D89-1F38-68AF-6810-97AA81AC8C89}"/>
              </a:ext>
            </a:extLst>
          </p:cNvPr>
          <p:cNvSpPr/>
          <p:nvPr/>
        </p:nvSpPr>
        <p:spPr>
          <a:xfrm>
            <a:off x="968887" y="4124123"/>
            <a:ext cx="7552813" cy="70788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agnify" title="Icon of a magnifying glass">
            <a:extLst>
              <a:ext uri="{FF2B5EF4-FFF2-40B4-BE49-F238E27FC236}">
                <a16:creationId xmlns:a16="http://schemas.microsoft.com/office/drawing/2014/main" id="{B5E74FB4-99CE-B56C-F3BE-9224CCF064E1}"/>
              </a:ext>
            </a:extLst>
          </p:cNvPr>
          <p:cNvSpPr>
            <a:spLocks noChangeAspect="1" noEditPoints="1"/>
          </p:cNvSpPr>
          <p:nvPr/>
        </p:nvSpPr>
        <p:spPr bwMode="auto">
          <a:xfrm flipH="1">
            <a:off x="7929465" y="4314225"/>
            <a:ext cx="308170" cy="302281"/>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912421" y="3202170"/>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p:nvPr>
        </p:nvSpPr>
        <p:spPr>
          <a:xfrm>
            <a:off x="980803" y="4236857"/>
            <a:ext cx="6823075" cy="454517"/>
          </a:xfrm>
        </p:spPr>
        <p:txBody>
          <a:bodyPr/>
          <a:lstStyle>
            <a:lvl1pPr marL="0" indent="0">
              <a:buNone/>
              <a:defRPr/>
            </a:lvl1pPr>
          </a:lstStyle>
          <a:p>
            <a:pPr lvl="0"/>
            <a:r>
              <a:rPr lang="en-US"/>
              <a:t>Click to edit Master text styles</a:t>
            </a:r>
          </a:p>
        </p:txBody>
      </p:sp>
      <p:grpSp>
        <p:nvGrpSpPr>
          <p:cNvPr id="31" name="Group 30">
            <a:extLst>
              <a:ext uri="{FF2B5EF4-FFF2-40B4-BE49-F238E27FC236}">
                <a16:creationId xmlns:a16="http://schemas.microsoft.com/office/drawing/2014/main" id="{F9844A26-1988-5CF0-0512-FD5DB0A10493}"/>
              </a:ext>
            </a:extLst>
          </p:cNvPr>
          <p:cNvGrpSpPr/>
          <p:nvPr/>
        </p:nvGrpSpPr>
        <p:grpSpPr>
          <a:xfrm>
            <a:off x="500380" y="692322"/>
            <a:ext cx="1549400" cy="331285"/>
            <a:chOff x="508000" y="692322"/>
            <a:chExt cx="1742534" cy="372580"/>
          </a:xfrm>
        </p:grpSpPr>
        <p:pic>
          <p:nvPicPr>
            <p:cNvPr id="9" name="MS logo gray - EMF" descr="Microsoft logo, gray text version">
              <a:extLst>
                <a:ext uri="{FF2B5EF4-FFF2-40B4-BE49-F238E27FC236}">
                  <a16:creationId xmlns:a16="http://schemas.microsoft.com/office/drawing/2014/main" id="{9F910978-B2E2-A761-DB69-56257446170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76756"/>
            <a:stretch/>
          </p:blipFill>
          <p:spPr bwMode="black">
            <a:xfrm>
              <a:off x="508000" y="692322"/>
              <a:ext cx="404421" cy="372580"/>
            </a:xfrm>
            <a:prstGeom prst="rect">
              <a:avLst/>
            </a:prstGeom>
          </p:spPr>
        </p:pic>
        <p:sp>
          <p:nvSpPr>
            <p:cNvPr id="30" name="Freeform: Shape 29">
              <a:extLst>
                <a:ext uri="{FF2B5EF4-FFF2-40B4-BE49-F238E27FC236}">
                  <a16:creationId xmlns:a16="http://schemas.microsoft.com/office/drawing/2014/main" id="{71A4613D-97FC-C7D4-40A9-576E9C03D440}"/>
                </a:ext>
              </a:extLst>
            </p:cNvPr>
            <p:cNvSpPr/>
            <p:nvPr/>
          </p:nvSpPr>
          <p:spPr>
            <a:xfrm>
              <a:off x="990546" y="749975"/>
              <a:ext cx="1259988" cy="239888"/>
            </a:xfrm>
            <a:custGeom>
              <a:avLst/>
              <a:gdLst/>
              <a:ahLst/>
              <a:cxnLst/>
              <a:rect l="l" t="t" r="r" b="b"/>
              <a:pathLst>
                <a:path w="1259988" h="239888">
                  <a:moveTo>
                    <a:pt x="981777" y="103752"/>
                  </a:moveTo>
                  <a:cubicBezTo>
                    <a:pt x="967862" y="103752"/>
                    <a:pt x="956862" y="108612"/>
                    <a:pt x="948779" y="118332"/>
                  </a:cubicBezTo>
                  <a:cubicBezTo>
                    <a:pt x="940696" y="128052"/>
                    <a:pt x="936654" y="141456"/>
                    <a:pt x="936654" y="158544"/>
                  </a:cubicBezTo>
                  <a:cubicBezTo>
                    <a:pt x="936654" y="175017"/>
                    <a:pt x="940747" y="187986"/>
                    <a:pt x="948933" y="197451"/>
                  </a:cubicBezTo>
                  <a:cubicBezTo>
                    <a:pt x="957118" y="206915"/>
                    <a:pt x="968066" y="211647"/>
                    <a:pt x="981777" y="211647"/>
                  </a:cubicBezTo>
                  <a:cubicBezTo>
                    <a:pt x="995795" y="211647"/>
                    <a:pt x="1006564" y="206992"/>
                    <a:pt x="1014084" y="197681"/>
                  </a:cubicBezTo>
                  <a:cubicBezTo>
                    <a:pt x="1021605" y="188370"/>
                    <a:pt x="1025365" y="175119"/>
                    <a:pt x="1025365" y="157930"/>
                  </a:cubicBezTo>
                  <a:cubicBezTo>
                    <a:pt x="1025365" y="140638"/>
                    <a:pt x="1021605" y="127285"/>
                    <a:pt x="1014084" y="117872"/>
                  </a:cubicBezTo>
                  <a:cubicBezTo>
                    <a:pt x="1006564" y="108458"/>
                    <a:pt x="995795" y="103752"/>
                    <a:pt x="981777" y="103752"/>
                  </a:cubicBezTo>
                  <a:close/>
                  <a:moveTo>
                    <a:pt x="676977" y="103752"/>
                  </a:moveTo>
                  <a:cubicBezTo>
                    <a:pt x="663062" y="103752"/>
                    <a:pt x="652062" y="108612"/>
                    <a:pt x="643979" y="118332"/>
                  </a:cubicBezTo>
                  <a:cubicBezTo>
                    <a:pt x="635896" y="128052"/>
                    <a:pt x="631854" y="141456"/>
                    <a:pt x="631854" y="158544"/>
                  </a:cubicBezTo>
                  <a:cubicBezTo>
                    <a:pt x="631854" y="175017"/>
                    <a:pt x="635947" y="187986"/>
                    <a:pt x="644133" y="197451"/>
                  </a:cubicBezTo>
                  <a:cubicBezTo>
                    <a:pt x="652318" y="206915"/>
                    <a:pt x="663266" y="211647"/>
                    <a:pt x="676977" y="211647"/>
                  </a:cubicBezTo>
                  <a:cubicBezTo>
                    <a:pt x="690995" y="211647"/>
                    <a:pt x="701764" y="206992"/>
                    <a:pt x="709284" y="197681"/>
                  </a:cubicBezTo>
                  <a:cubicBezTo>
                    <a:pt x="716805" y="188370"/>
                    <a:pt x="720565" y="175119"/>
                    <a:pt x="720565" y="157930"/>
                  </a:cubicBezTo>
                  <a:cubicBezTo>
                    <a:pt x="720565" y="140638"/>
                    <a:pt x="716805" y="127285"/>
                    <a:pt x="709284" y="117872"/>
                  </a:cubicBezTo>
                  <a:cubicBezTo>
                    <a:pt x="701764" y="108458"/>
                    <a:pt x="690995" y="103752"/>
                    <a:pt x="676977" y="103752"/>
                  </a:cubicBezTo>
                  <a:close/>
                  <a:moveTo>
                    <a:pt x="281759" y="79042"/>
                  </a:moveTo>
                  <a:lnTo>
                    <a:pt x="317367" y="79042"/>
                  </a:lnTo>
                  <a:lnTo>
                    <a:pt x="317367" y="236204"/>
                  </a:lnTo>
                  <a:lnTo>
                    <a:pt x="281759" y="236204"/>
                  </a:lnTo>
                  <a:close/>
                  <a:moveTo>
                    <a:pt x="577267" y="76279"/>
                  </a:moveTo>
                  <a:cubicBezTo>
                    <a:pt x="583713" y="76279"/>
                    <a:pt x="588624" y="77251"/>
                    <a:pt x="592001" y="79195"/>
                  </a:cubicBezTo>
                  <a:lnTo>
                    <a:pt x="592001" y="112960"/>
                  </a:lnTo>
                  <a:cubicBezTo>
                    <a:pt x="587704" y="109584"/>
                    <a:pt x="581513" y="107896"/>
                    <a:pt x="573430" y="107896"/>
                  </a:cubicBezTo>
                  <a:cubicBezTo>
                    <a:pt x="562891" y="107896"/>
                    <a:pt x="554092" y="112653"/>
                    <a:pt x="547032" y="122169"/>
                  </a:cubicBezTo>
                  <a:cubicBezTo>
                    <a:pt x="539972" y="131685"/>
                    <a:pt x="536442" y="144628"/>
                    <a:pt x="536442" y="160999"/>
                  </a:cubicBezTo>
                  <a:lnTo>
                    <a:pt x="536442" y="236204"/>
                  </a:lnTo>
                  <a:lnTo>
                    <a:pt x="500834" y="236204"/>
                  </a:lnTo>
                  <a:lnTo>
                    <a:pt x="500834" y="79042"/>
                  </a:lnTo>
                  <a:lnTo>
                    <a:pt x="536442" y="79042"/>
                  </a:lnTo>
                  <a:lnTo>
                    <a:pt x="536442" y="111426"/>
                  </a:lnTo>
                  <a:lnTo>
                    <a:pt x="537055" y="111426"/>
                  </a:lnTo>
                  <a:cubicBezTo>
                    <a:pt x="540534" y="100375"/>
                    <a:pt x="545880" y="91755"/>
                    <a:pt x="553094" y="85564"/>
                  </a:cubicBezTo>
                  <a:cubicBezTo>
                    <a:pt x="560308" y="79374"/>
                    <a:pt x="568365" y="76279"/>
                    <a:pt x="577267" y="76279"/>
                  </a:cubicBezTo>
                  <a:close/>
                  <a:moveTo>
                    <a:pt x="983926" y="75358"/>
                  </a:moveTo>
                  <a:cubicBezTo>
                    <a:pt x="1008482" y="75358"/>
                    <a:pt x="1027616" y="82572"/>
                    <a:pt x="1041327" y="96999"/>
                  </a:cubicBezTo>
                  <a:cubicBezTo>
                    <a:pt x="1055038" y="111426"/>
                    <a:pt x="1061893" y="131429"/>
                    <a:pt x="1061893" y="157009"/>
                  </a:cubicBezTo>
                  <a:cubicBezTo>
                    <a:pt x="1061893" y="182077"/>
                    <a:pt x="1054501" y="202157"/>
                    <a:pt x="1039715" y="217249"/>
                  </a:cubicBezTo>
                  <a:cubicBezTo>
                    <a:pt x="1024930" y="232341"/>
                    <a:pt x="1005055" y="239888"/>
                    <a:pt x="980089" y="239888"/>
                  </a:cubicBezTo>
                  <a:cubicBezTo>
                    <a:pt x="955839" y="239888"/>
                    <a:pt x="936475" y="232546"/>
                    <a:pt x="921997" y="217863"/>
                  </a:cubicBezTo>
                  <a:cubicBezTo>
                    <a:pt x="907519" y="203180"/>
                    <a:pt x="900280" y="183714"/>
                    <a:pt x="900280" y="159465"/>
                  </a:cubicBezTo>
                  <a:cubicBezTo>
                    <a:pt x="900280" y="133066"/>
                    <a:pt x="907826" y="112449"/>
                    <a:pt x="922918" y="97613"/>
                  </a:cubicBezTo>
                  <a:cubicBezTo>
                    <a:pt x="938010" y="82776"/>
                    <a:pt x="958346" y="75358"/>
                    <a:pt x="983926" y="75358"/>
                  </a:cubicBezTo>
                  <a:close/>
                  <a:moveTo>
                    <a:pt x="841069" y="75358"/>
                  </a:moveTo>
                  <a:cubicBezTo>
                    <a:pt x="855599" y="75358"/>
                    <a:pt x="868593" y="77558"/>
                    <a:pt x="880053" y="81958"/>
                  </a:cubicBezTo>
                  <a:lnTo>
                    <a:pt x="880053" y="113114"/>
                  </a:lnTo>
                  <a:cubicBezTo>
                    <a:pt x="869003" y="105542"/>
                    <a:pt x="856315" y="101756"/>
                    <a:pt x="841990" y="101756"/>
                  </a:cubicBezTo>
                  <a:cubicBezTo>
                    <a:pt x="837488" y="101756"/>
                    <a:pt x="833421" y="102217"/>
                    <a:pt x="829789" y="103138"/>
                  </a:cubicBezTo>
                  <a:cubicBezTo>
                    <a:pt x="826156" y="104059"/>
                    <a:pt x="823061" y="105338"/>
                    <a:pt x="820503" y="106975"/>
                  </a:cubicBezTo>
                  <a:cubicBezTo>
                    <a:pt x="817945" y="108612"/>
                    <a:pt x="815950" y="110581"/>
                    <a:pt x="814518" y="112884"/>
                  </a:cubicBezTo>
                  <a:cubicBezTo>
                    <a:pt x="813085" y="115186"/>
                    <a:pt x="812369" y="117718"/>
                    <a:pt x="812369" y="120481"/>
                  </a:cubicBezTo>
                  <a:cubicBezTo>
                    <a:pt x="812369" y="123857"/>
                    <a:pt x="813085" y="126722"/>
                    <a:pt x="814518" y="129076"/>
                  </a:cubicBezTo>
                  <a:cubicBezTo>
                    <a:pt x="815950" y="131429"/>
                    <a:pt x="818073" y="133501"/>
                    <a:pt x="820887" y="135292"/>
                  </a:cubicBezTo>
                  <a:cubicBezTo>
                    <a:pt x="823701" y="137082"/>
                    <a:pt x="827077" y="138719"/>
                    <a:pt x="831017" y="140203"/>
                  </a:cubicBezTo>
                  <a:cubicBezTo>
                    <a:pt x="834956" y="141687"/>
                    <a:pt x="839484" y="143298"/>
                    <a:pt x="844599" y="145038"/>
                  </a:cubicBezTo>
                  <a:cubicBezTo>
                    <a:pt x="851353" y="147800"/>
                    <a:pt x="857415" y="150614"/>
                    <a:pt x="862787" y="153479"/>
                  </a:cubicBezTo>
                  <a:cubicBezTo>
                    <a:pt x="868158" y="156344"/>
                    <a:pt x="872737" y="159592"/>
                    <a:pt x="876523" y="163225"/>
                  </a:cubicBezTo>
                  <a:cubicBezTo>
                    <a:pt x="880309" y="166857"/>
                    <a:pt x="883225" y="171052"/>
                    <a:pt x="885271" y="175810"/>
                  </a:cubicBezTo>
                  <a:cubicBezTo>
                    <a:pt x="887318" y="180568"/>
                    <a:pt x="888341" y="186221"/>
                    <a:pt x="888341" y="192769"/>
                  </a:cubicBezTo>
                  <a:cubicBezTo>
                    <a:pt x="888341" y="200750"/>
                    <a:pt x="886499" y="207708"/>
                    <a:pt x="882816" y="213643"/>
                  </a:cubicBezTo>
                  <a:cubicBezTo>
                    <a:pt x="879132" y="219577"/>
                    <a:pt x="874221" y="224488"/>
                    <a:pt x="868082" y="228377"/>
                  </a:cubicBezTo>
                  <a:cubicBezTo>
                    <a:pt x="861943" y="232265"/>
                    <a:pt x="854857" y="235155"/>
                    <a:pt x="846825" y="237048"/>
                  </a:cubicBezTo>
                  <a:cubicBezTo>
                    <a:pt x="838793" y="238941"/>
                    <a:pt x="830326" y="239888"/>
                    <a:pt x="821424" y="239888"/>
                  </a:cubicBezTo>
                  <a:cubicBezTo>
                    <a:pt x="804234" y="239888"/>
                    <a:pt x="789347" y="237023"/>
                    <a:pt x="776762" y="231293"/>
                  </a:cubicBezTo>
                  <a:lnTo>
                    <a:pt x="776762" y="198295"/>
                  </a:lnTo>
                  <a:cubicBezTo>
                    <a:pt x="790063" y="208424"/>
                    <a:pt x="804746" y="213489"/>
                    <a:pt x="820810" y="213489"/>
                  </a:cubicBezTo>
                  <a:cubicBezTo>
                    <a:pt x="842297" y="213489"/>
                    <a:pt x="853041" y="207145"/>
                    <a:pt x="853041" y="194458"/>
                  </a:cubicBezTo>
                  <a:cubicBezTo>
                    <a:pt x="853041" y="190877"/>
                    <a:pt x="852120" y="187833"/>
                    <a:pt x="850278" y="185326"/>
                  </a:cubicBezTo>
                  <a:cubicBezTo>
                    <a:pt x="848436" y="182819"/>
                    <a:pt x="845955" y="180593"/>
                    <a:pt x="842834" y="178649"/>
                  </a:cubicBezTo>
                  <a:cubicBezTo>
                    <a:pt x="839714" y="176705"/>
                    <a:pt x="836030" y="174966"/>
                    <a:pt x="831784" y="173431"/>
                  </a:cubicBezTo>
                  <a:cubicBezTo>
                    <a:pt x="827538" y="171896"/>
                    <a:pt x="822805" y="170157"/>
                    <a:pt x="817587" y="168213"/>
                  </a:cubicBezTo>
                  <a:cubicBezTo>
                    <a:pt x="811141" y="165655"/>
                    <a:pt x="805334" y="162943"/>
                    <a:pt x="800167" y="160078"/>
                  </a:cubicBezTo>
                  <a:cubicBezTo>
                    <a:pt x="795000" y="157214"/>
                    <a:pt x="790703" y="153965"/>
                    <a:pt x="787275" y="150333"/>
                  </a:cubicBezTo>
                  <a:cubicBezTo>
                    <a:pt x="783847" y="146700"/>
                    <a:pt x="781264" y="142582"/>
                    <a:pt x="779524" y="137977"/>
                  </a:cubicBezTo>
                  <a:cubicBezTo>
                    <a:pt x="777785" y="133373"/>
                    <a:pt x="776915" y="128001"/>
                    <a:pt x="776915" y="121862"/>
                  </a:cubicBezTo>
                  <a:cubicBezTo>
                    <a:pt x="776915" y="114291"/>
                    <a:pt x="778706" y="107614"/>
                    <a:pt x="782287" y="101833"/>
                  </a:cubicBezTo>
                  <a:cubicBezTo>
                    <a:pt x="785868" y="96052"/>
                    <a:pt x="790677" y="91192"/>
                    <a:pt x="796714" y="87253"/>
                  </a:cubicBezTo>
                  <a:cubicBezTo>
                    <a:pt x="802751" y="83313"/>
                    <a:pt x="809606" y="80346"/>
                    <a:pt x="817280" y="78351"/>
                  </a:cubicBezTo>
                  <a:cubicBezTo>
                    <a:pt x="824954" y="76356"/>
                    <a:pt x="832884" y="75358"/>
                    <a:pt x="841069" y="75358"/>
                  </a:cubicBezTo>
                  <a:close/>
                  <a:moveTo>
                    <a:pt x="679126" y="75358"/>
                  </a:moveTo>
                  <a:cubicBezTo>
                    <a:pt x="703682" y="75358"/>
                    <a:pt x="722816" y="82572"/>
                    <a:pt x="736527" y="96999"/>
                  </a:cubicBezTo>
                  <a:cubicBezTo>
                    <a:pt x="750238" y="111426"/>
                    <a:pt x="757093" y="131429"/>
                    <a:pt x="757093" y="157009"/>
                  </a:cubicBezTo>
                  <a:cubicBezTo>
                    <a:pt x="757093" y="182077"/>
                    <a:pt x="749701" y="202157"/>
                    <a:pt x="734915" y="217249"/>
                  </a:cubicBezTo>
                  <a:cubicBezTo>
                    <a:pt x="720130" y="232341"/>
                    <a:pt x="700255" y="239888"/>
                    <a:pt x="675289" y="239888"/>
                  </a:cubicBezTo>
                  <a:cubicBezTo>
                    <a:pt x="651039" y="239888"/>
                    <a:pt x="631675" y="232546"/>
                    <a:pt x="617197" y="217863"/>
                  </a:cubicBezTo>
                  <a:cubicBezTo>
                    <a:pt x="602719" y="203180"/>
                    <a:pt x="595480" y="183714"/>
                    <a:pt x="595480" y="159465"/>
                  </a:cubicBezTo>
                  <a:cubicBezTo>
                    <a:pt x="595480" y="133066"/>
                    <a:pt x="603026" y="112449"/>
                    <a:pt x="618118" y="97613"/>
                  </a:cubicBezTo>
                  <a:cubicBezTo>
                    <a:pt x="633210" y="82776"/>
                    <a:pt x="653546" y="75358"/>
                    <a:pt x="679126" y="75358"/>
                  </a:cubicBezTo>
                  <a:close/>
                  <a:moveTo>
                    <a:pt x="432704" y="75358"/>
                  </a:moveTo>
                  <a:cubicBezTo>
                    <a:pt x="447028" y="75358"/>
                    <a:pt x="459665" y="77865"/>
                    <a:pt x="470613" y="82879"/>
                  </a:cubicBezTo>
                  <a:lnTo>
                    <a:pt x="470613" y="116030"/>
                  </a:lnTo>
                  <a:cubicBezTo>
                    <a:pt x="459665" y="107844"/>
                    <a:pt x="448000" y="103752"/>
                    <a:pt x="435620" y="103752"/>
                  </a:cubicBezTo>
                  <a:cubicBezTo>
                    <a:pt x="420579" y="103752"/>
                    <a:pt x="408249" y="108842"/>
                    <a:pt x="398631" y="119023"/>
                  </a:cubicBezTo>
                  <a:cubicBezTo>
                    <a:pt x="389013" y="129204"/>
                    <a:pt x="384204" y="142531"/>
                    <a:pt x="384204" y="159004"/>
                  </a:cubicBezTo>
                  <a:cubicBezTo>
                    <a:pt x="384204" y="175273"/>
                    <a:pt x="388732" y="188114"/>
                    <a:pt x="397787" y="197527"/>
                  </a:cubicBezTo>
                  <a:cubicBezTo>
                    <a:pt x="406842" y="206941"/>
                    <a:pt x="418993" y="211647"/>
                    <a:pt x="434239" y="211647"/>
                  </a:cubicBezTo>
                  <a:cubicBezTo>
                    <a:pt x="447028" y="211647"/>
                    <a:pt x="459102" y="207094"/>
                    <a:pt x="470460" y="197988"/>
                  </a:cubicBezTo>
                  <a:lnTo>
                    <a:pt x="470460" y="228991"/>
                  </a:lnTo>
                  <a:cubicBezTo>
                    <a:pt x="457874" y="236255"/>
                    <a:pt x="442987" y="239888"/>
                    <a:pt x="425797" y="239888"/>
                  </a:cubicBezTo>
                  <a:cubicBezTo>
                    <a:pt x="402468" y="239888"/>
                    <a:pt x="383642" y="232597"/>
                    <a:pt x="369317" y="218017"/>
                  </a:cubicBezTo>
                  <a:cubicBezTo>
                    <a:pt x="354992" y="203436"/>
                    <a:pt x="347830" y="184533"/>
                    <a:pt x="347830" y="161306"/>
                  </a:cubicBezTo>
                  <a:cubicBezTo>
                    <a:pt x="347830" y="135419"/>
                    <a:pt x="355529" y="114623"/>
                    <a:pt x="370928" y="98917"/>
                  </a:cubicBezTo>
                  <a:cubicBezTo>
                    <a:pt x="386327" y="83211"/>
                    <a:pt x="406919" y="75358"/>
                    <a:pt x="432704" y="7535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79"/>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2"/>
                  </a:cubicBezTo>
                  <a:lnTo>
                    <a:pt x="33765" y="236204"/>
                  </a:lnTo>
                  <a:lnTo>
                    <a:pt x="0" y="236204"/>
                  </a:lnTo>
                  <a:close/>
                  <a:moveTo>
                    <a:pt x="299716" y="5525"/>
                  </a:moveTo>
                  <a:cubicBezTo>
                    <a:pt x="305753" y="5525"/>
                    <a:pt x="310869" y="7469"/>
                    <a:pt x="315064" y="11357"/>
                  </a:cubicBezTo>
                  <a:cubicBezTo>
                    <a:pt x="319259" y="15245"/>
                    <a:pt x="321357" y="20106"/>
                    <a:pt x="321357" y="25938"/>
                  </a:cubicBezTo>
                  <a:cubicBezTo>
                    <a:pt x="321357" y="31463"/>
                    <a:pt x="319259" y="36195"/>
                    <a:pt x="315064" y="40135"/>
                  </a:cubicBezTo>
                  <a:cubicBezTo>
                    <a:pt x="310869" y="44074"/>
                    <a:pt x="305753" y="46044"/>
                    <a:pt x="299716" y="46044"/>
                  </a:cubicBezTo>
                  <a:cubicBezTo>
                    <a:pt x="293884" y="46044"/>
                    <a:pt x="288896" y="44151"/>
                    <a:pt x="284752" y="40365"/>
                  </a:cubicBezTo>
                  <a:cubicBezTo>
                    <a:pt x="280608" y="36579"/>
                    <a:pt x="278536" y="31770"/>
                    <a:pt x="278536" y="25938"/>
                  </a:cubicBezTo>
                  <a:cubicBezTo>
                    <a:pt x="278536" y="20106"/>
                    <a:pt x="280608" y="15245"/>
                    <a:pt x="284752" y="11357"/>
                  </a:cubicBezTo>
                  <a:cubicBezTo>
                    <a:pt x="288896" y="7469"/>
                    <a:pt x="293884" y="5525"/>
                    <a:pt x="299716" y="5525"/>
                  </a:cubicBezTo>
                  <a:close/>
                  <a:moveTo>
                    <a:pt x="1149851" y="0"/>
                  </a:moveTo>
                  <a:cubicBezTo>
                    <a:pt x="1158650" y="0"/>
                    <a:pt x="1165608" y="972"/>
                    <a:pt x="1170724" y="2916"/>
                  </a:cubicBezTo>
                  <a:lnTo>
                    <a:pt x="1170724" y="32537"/>
                  </a:lnTo>
                  <a:cubicBezTo>
                    <a:pt x="1165915" y="29775"/>
                    <a:pt x="1160441" y="28393"/>
                    <a:pt x="1154302" y="28393"/>
                  </a:cubicBezTo>
                  <a:cubicBezTo>
                    <a:pt x="1137010" y="28393"/>
                    <a:pt x="1128364" y="38165"/>
                    <a:pt x="1128364" y="57708"/>
                  </a:cubicBezTo>
                  <a:lnTo>
                    <a:pt x="1128364" y="79042"/>
                  </a:lnTo>
                  <a:lnTo>
                    <a:pt x="1160534" y="79042"/>
                  </a:lnTo>
                  <a:lnTo>
                    <a:pt x="1164892" y="79042"/>
                  </a:lnTo>
                  <a:lnTo>
                    <a:pt x="1186779" y="79042"/>
                  </a:lnTo>
                  <a:lnTo>
                    <a:pt x="1186779" y="42667"/>
                  </a:lnTo>
                  <a:lnTo>
                    <a:pt x="1222386" y="32537"/>
                  </a:lnTo>
                  <a:lnTo>
                    <a:pt x="1222386" y="79042"/>
                  </a:lnTo>
                  <a:lnTo>
                    <a:pt x="1259988" y="79042"/>
                  </a:lnTo>
                  <a:lnTo>
                    <a:pt x="1259988" y="106975"/>
                  </a:lnTo>
                  <a:lnTo>
                    <a:pt x="1222386" y="106975"/>
                  </a:lnTo>
                  <a:lnTo>
                    <a:pt x="1222386" y="185556"/>
                  </a:lnTo>
                  <a:cubicBezTo>
                    <a:pt x="1222386" y="194867"/>
                    <a:pt x="1224074" y="201518"/>
                    <a:pt x="1227451" y="205508"/>
                  </a:cubicBezTo>
                  <a:cubicBezTo>
                    <a:pt x="1230827" y="209499"/>
                    <a:pt x="1236455" y="211494"/>
                    <a:pt x="1244333" y="211494"/>
                  </a:cubicBezTo>
                  <a:cubicBezTo>
                    <a:pt x="1250370" y="211494"/>
                    <a:pt x="1255589" y="209754"/>
                    <a:pt x="1259988" y="206276"/>
                  </a:cubicBezTo>
                  <a:lnTo>
                    <a:pt x="1259988" y="234516"/>
                  </a:lnTo>
                  <a:cubicBezTo>
                    <a:pt x="1253031" y="237995"/>
                    <a:pt x="1243873" y="239734"/>
                    <a:pt x="1232515" y="239734"/>
                  </a:cubicBezTo>
                  <a:cubicBezTo>
                    <a:pt x="1202024" y="239734"/>
                    <a:pt x="1186779" y="225102"/>
                    <a:pt x="1186779" y="195839"/>
                  </a:cubicBezTo>
                  <a:lnTo>
                    <a:pt x="1186779" y="106975"/>
                  </a:lnTo>
                  <a:lnTo>
                    <a:pt x="1164892" y="106975"/>
                  </a:lnTo>
                  <a:lnTo>
                    <a:pt x="1160534" y="106975"/>
                  </a:lnTo>
                  <a:lnTo>
                    <a:pt x="1128517" y="106975"/>
                  </a:lnTo>
                  <a:lnTo>
                    <a:pt x="1128517" y="236204"/>
                  </a:lnTo>
                  <a:lnTo>
                    <a:pt x="1092910" y="236204"/>
                  </a:lnTo>
                  <a:lnTo>
                    <a:pt x="1092910" y="106975"/>
                  </a:lnTo>
                  <a:lnTo>
                    <a:pt x="1066051" y="106975"/>
                  </a:lnTo>
                  <a:lnTo>
                    <a:pt x="1066051" y="79042"/>
                  </a:lnTo>
                  <a:lnTo>
                    <a:pt x="1092910" y="79042"/>
                  </a:lnTo>
                  <a:lnTo>
                    <a:pt x="1092910" y="53564"/>
                  </a:lnTo>
                  <a:cubicBezTo>
                    <a:pt x="1092910" y="36988"/>
                    <a:pt x="1098333" y="23917"/>
                    <a:pt x="1109179" y="14350"/>
                  </a:cubicBezTo>
                  <a:cubicBezTo>
                    <a:pt x="1120025" y="4783"/>
                    <a:pt x="1133582" y="0"/>
                    <a:pt x="1149851"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4" name="Freeform: Shape 33">
            <a:extLst>
              <a:ext uri="{FF2B5EF4-FFF2-40B4-BE49-F238E27FC236}">
                <a16:creationId xmlns:a16="http://schemas.microsoft.com/office/drawing/2014/main" id="{F93F6363-616A-CDD2-CAE0-DBC4E69EE419}"/>
              </a:ext>
            </a:extLst>
          </p:cNvPr>
          <p:cNvSpPr/>
          <p:nvPr/>
        </p:nvSpPr>
        <p:spPr>
          <a:xfrm>
            <a:off x="1645690" y="2768269"/>
            <a:ext cx="3145938" cy="308493"/>
          </a:xfrm>
          <a:custGeom>
            <a:avLst/>
            <a:gdLst/>
            <a:ahLst/>
            <a:cxnLst/>
            <a:rect l="l" t="t" r="r" b="b"/>
            <a:pathLst>
              <a:path w="3145938" h="308493">
                <a:moveTo>
                  <a:pt x="1730876" y="125853"/>
                </a:moveTo>
                <a:cubicBezTo>
                  <a:pt x="1724737" y="125853"/>
                  <a:pt x="1719339" y="126953"/>
                  <a:pt x="1714684" y="129153"/>
                </a:cubicBezTo>
                <a:cubicBezTo>
                  <a:pt x="1710028" y="131352"/>
                  <a:pt x="1706114" y="134243"/>
                  <a:pt x="1702943" y="137824"/>
                </a:cubicBezTo>
                <a:cubicBezTo>
                  <a:pt x="1699771" y="141405"/>
                  <a:pt x="1697392" y="145498"/>
                  <a:pt x="1695806" y="150102"/>
                </a:cubicBezTo>
                <a:cubicBezTo>
                  <a:pt x="1694220" y="154707"/>
                  <a:pt x="1693427" y="159413"/>
                  <a:pt x="1693427" y="164222"/>
                </a:cubicBezTo>
                <a:cubicBezTo>
                  <a:pt x="1693427" y="169441"/>
                  <a:pt x="1694169" y="174787"/>
                  <a:pt x="1695652" y="180261"/>
                </a:cubicBezTo>
                <a:cubicBezTo>
                  <a:pt x="1697136" y="185735"/>
                  <a:pt x="1699413" y="190723"/>
                  <a:pt x="1702482" y="195225"/>
                </a:cubicBezTo>
                <a:cubicBezTo>
                  <a:pt x="1705552" y="199727"/>
                  <a:pt x="1709465" y="203436"/>
                  <a:pt x="1714223" y="206352"/>
                </a:cubicBezTo>
                <a:cubicBezTo>
                  <a:pt x="1718981" y="209269"/>
                  <a:pt x="1724634" y="210727"/>
                  <a:pt x="1731183" y="210727"/>
                </a:cubicBezTo>
                <a:cubicBezTo>
                  <a:pt x="1737015" y="210727"/>
                  <a:pt x="1742182" y="209652"/>
                  <a:pt x="1746684" y="207504"/>
                </a:cubicBezTo>
                <a:cubicBezTo>
                  <a:pt x="1751186" y="205355"/>
                  <a:pt x="1754946" y="202388"/>
                  <a:pt x="1757965" y="198602"/>
                </a:cubicBezTo>
                <a:cubicBezTo>
                  <a:pt x="1760983" y="194816"/>
                  <a:pt x="1763285" y="190339"/>
                  <a:pt x="1764871" y="185172"/>
                </a:cubicBezTo>
                <a:cubicBezTo>
                  <a:pt x="1766457" y="180005"/>
                  <a:pt x="1767250" y="174403"/>
                  <a:pt x="1767250" y="168366"/>
                </a:cubicBezTo>
                <a:cubicBezTo>
                  <a:pt x="1767250" y="162023"/>
                  <a:pt x="1766508" y="156242"/>
                  <a:pt x="1765025" y="151023"/>
                </a:cubicBezTo>
                <a:cubicBezTo>
                  <a:pt x="1763541" y="145805"/>
                  <a:pt x="1761290" y="141329"/>
                  <a:pt x="1758272" y="137594"/>
                </a:cubicBezTo>
                <a:cubicBezTo>
                  <a:pt x="1755253" y="133859"/>
                  <a:pt x="1751468" y="130969"/>
                  <a:pt x="1746914" y="128922"/>
                </a:cubicBezTo>
                <a:cubicBezTo>
                  <a:pt x="1742361" y="126876"/>
                  <a:pt x="1737015" y="125853"/>
                  <a:pt x="1730876" y="125853"/>
                </a:cubicBezTo>
                <a:close/>
                <a:moveTo>
                  <a:pt x="2943927" y="103752"/>
                </a:moveTo>
                <a:cubicBezTo>
                  <a:pt x="2930012" y="103752"/>
                  <a:pt x="2919012" y="108612"/>
                  <a:pt x="2910929" y="118332"/>
                </a:cubicBezTo>
                <a:cubicBezTo>
                  <a:pt x="2902846" y="128053"/>
                  <a:pt x="2898804" y="141456"/>
                  <a:pt x="2898804" y="158544"/>
                </a:cubicBezTo>
                <a:cubicBezTo>
                  <a:pt x="2898804" y="175017"/>
                  <a:pt x="2902897" y="187986"/>
                  <a:pt x="2911083" y="197451"/>
                </a:cubicBezTo>
                <a:cubicBezTo>
                  <a:pt x="2919268" y="206915"/>
                  <a:pt x="2930216" y="211647"/>
                  <a:pt x="2943927" y="211647"/>
                </a:cubicBezTo>
                <a:cubicBezTo>
                  <a:pt x="2957945" y="211647"/>
                  <a:pt x="2968714" y="206992"/>
                  <a:pt x="2976235" y="197681"/>
                </a:cubicBezTo>
                <a:cubicBezTo>
                  <a:pt x="2983755" y="188370"/>
                  <a:pt x="2987515" y="175119"/>
                  <a:pt x="2987515" y="157930"/>
                </a:cubicBezTo>
                <a:cubicBezTo>
                  <a:pt x="2987515" y="140638"/>
                  <a:pt x="2983755" y="127285"/>
                  <a:pt x="2976235" y="117872"/>
                </a:cubicBezTo>
                <a:cubicBezTo>
                  <a:pt x="2968714" y="108458"/>
                  <a:pt x="2957945" y="103752"/>
                  <a:pt x="2943927" y="103752"/>
                </a:cubicBezTo>
                <a:close/>
                <a:moveTo>
                  <a:pt x="2588116" y="103752"/>
                </a:moveTo>
                <a:cubicBezTo>
                  <a:pt x="2575429" y="103752"/>
                  <a:pt x="2565222" y="108254"/>
                  <a:pt x="2557497" y="117258"/>
                </a:cubicBezTo>
                <a:cubicBezTo>
                  <a:pt x="2549772" y="126262"/>
                  <a:pt x="2545910" y="137517"/>
                  <a:pt x="2545910" y="151023"/>
                </a:cubicBezTo>
                <a:lnTo>
                  <a:pt x="2545910" y="170515"/>
                </a:lnTo>
                <a:cubicBezTo>
                  <a:pt x="2545910" y="181975"/>
                  <a:pt x="2549568" y="191695"/>
                  <a:pt x="2556883" y="199676"/>
                </a:cubicBezTo>
                <a:cubicBezTo>
                  <a:pt x="2564199" y="207657"/>
                  <a:pt x="2573485" y="211647"/>
                  <a:pt x="2584740" y="211647"/>
                </a:cubicBezTo>
                <a:cubicBezTo>
                  <a:pt x="2597939" y="211647"/>
                  <a:pt x="2608299" y="206506"/>
                  <a:pt x="2615819" y="196223"/>
                </a:cubicBezTo>
                <a:cubicBezTo>
                  <a:pt x="2623340" y="185940"/>
                  <a:pt x="2627100" y="171589"/>
                  <a:pt x="2627100" y="153172"/>
                </a:cubicBezTo>
                <a:cubicBezTo>
                  <a:pt x="2627100" y="137722"/>
                  <a:pt x="2623596" y="125623"/>
                  <a:pt x="2616587" y="116874"/>
                </a:cubicBezTo>
                <a:cubicBezTo>
                  <a:pt x="2609578" y="108126"/>
                  <a:pt x="2600088" y="103752"/>
                  <a:pt x="2588116" y="103752"/>
                </a:cubicBezTo>
                <a:close/>
                <a:moveTo>
                  <a:pt x="2391477" y="103752"/>
                </a:moveTo>
                <a:cubicBezTo>
                  <a:pt x="2377562" y="103752"/>
                  <a:pt x="2366562" y="108612"/>
                  <a:pt x="2358479" y="118332"/>
                </a:cubicBezTo>
                <a:cubicBezTo>
                  <a:pt x="2350396" y="128053"/>
                  <a:pt x="2346354" y="141456"/>
                  <a:pt x="2346354" y="158544"/>
                </a:cubicBezTo>
                <a:cubicBezTo>
                  <a:pt x="2346354" y="175017"/>
                  <a:pt x="2350447" y="187986"/>
                  <a:pt x="2358633" y="197451"/>
                </a:cubicBezTo>
                <a:cubicBezTo>
                  <a:pt x="2366818" y="206915"/>
                  <a:pt x="2377766" y="211647"/>
                  <a:pt x="2391477" y="211647"/>
                </a:cubicBezTo>
                <a:cubicBezTo>
                  <a:pt x="2405495" y="211647"/>
                  <a:pt x="2416264" y="206992"/>
                  <a:pt x="2423785" y="197681"/>
                </a:cubicBezTo>
                <a:cubicBezTo>
                  <a:pt x="2431305" y="188370"/>
                  <a:pt x="2435065" y="175119"/>
                  <a:pt x="2435065" y="157930"/>
                </a:cubicBezTo>
                <a:cubicBezTo>
                  <a:pt x="2435065" y="140638"/>
                  <a:pt x="2431305" y="127285"/>
                  <a:pt x="2423785" y="117872"/>
                </a:cubicBezTo>
                <a:cubicBezTo>
                  <a:pt x="2416264" y="108458"/>
                  <a:pt x="2405495" y="103752"/>
                  <a:pt x="2391477" y="103752"/>
                </a:cubicBezTo>
                <a:close/>
                <a:moveTo>
                  <a:pt x="1038927" y="103752"/>
                </a:moveTo>
                <a:cubicBezTo>
                  <a:pt x="1025012" y="103752"/>
                  <a:pt x="1014013" y="108612"/>
                  <a:pt x="1005929" y="118332"/>
                </a:cubicBezTo>
                <a:cubicBezTo>
                  <a:pt x="997846" y="128053"/>
                  <a:pt x="993804" y="141456"/>
                  <a:pt x="993804" y="158544"/>
                </a:cubicBezTo>
                <a:cubicBezTo>
                  <a:pt x="993804" y="175017"/>
                  <a:pt x="997897" y="187986"/>
                  <a:pt x="1006083" y="197451"/>
                </a:cubicBezTo>
                <a:cubicBezTo>
                  <a:pt x="1014268" y="206915"/>
                  <a:pt x="1025217" y="211647"/>
                  <a:pt x="1038927" y="211647"/>
                </a:cubicBezTo>
                <a:cubicBezTo>
                  <a:pt x="1052945" y="211647"/>
                  <a:pt x="1063714" y="206992"/>
                  <a:pt x="1071235" y="197681"/>
                </a:cubicBezTo>
                <a:cubicBezTo>
                  <a:pt x="1078755" y="188370"/>
                  <a:pt x="1082515" y="175119"/>
                  <a:pt x="1082515" y="157930"/>
                </a:cubicBezTo>
                <a:cubicBezTo>
                  <a:pt x="1082515" y="140638"/>
                  <a:pt x="1078755" y="127285"/>
                  <a:pt x="1071235" y="117872"/>
                </a:cubicBezTo>
                <a:cubicBezTo>
                  <a:pt x="1063714" y="108458"/>
                  <a:pt x="1052945" y="103752"/>
                  <a:pt x="1038927" y="103752"/>
                </a:cubicBezTo>
                <a:close/>
                <a:moveTo>
                  <a:pt x="715077" y="103752"/>
                </a:moveTo>
                <a:cubicBezTo>
                  <a:pt x="701162" y="103752"/>
                  <a:pt x="690162" y="108612"/>
                  <a:pt x="682079" y="118332"/>
                </a:cubicBezTo>
                <a:cubicBezTo>
                  <a:pt x="673996" y="128053"/>
                  <a:pt x="669954" y="141456"/>
                  <a:pt x="669954" y="158544"/>
                </a:cubicBezTo>
                <a:cubicBezTo>
                  <a:pt x="669954" y="175017"/>
                  <a:pt x="674047" y="187986"/>
                  <a:pt x="682233" y="197451"/>
                </a:cubicBezTo>
                <a:cubicBezTo>
                  <a:pt x="690418" y="206915"/>
                  <a:pt x="701366" y="211647"/>
                  <a:pt x="715077" y="211647"/>
                </a:cubicBezTo>
                <a:cubicBezTo>
                  <a:pt x="729095" y="211647"/>
                  <a:pt x="739864" y="206992"/>
                  <a:pt x="747385" y="197681"/>
                </a:cubicBezTo>
                <a:cubicBezTo>
                  <a:pt x="754905" y="188370"/>
                  <a:pt x="758665" y="175119"/>
                  <a:pt x="758665" y="157930"/>
                </a:cubicBezTo>
                <a:cubicBezTo>
                  <a:pt x="758665" y="140638"/>
                  <a:pt x="754905" y="127285"/>
                  <a:pt x="747385" y="117872"/>
                </a:cubicBezTo>
                <a:cubicBezTo>
                  <a:pt x="739864" y="108458"/>
                  <a:pt x="729095" y="103752"/>
                  <a:pt x="715077" y="103752"/>
                </a:cubicBezTo>
                <a:close/>
                <a:moveTo>
                  <a:pt x="2701110" y="79042"/>
                </a:moveTo>
                <a:lnTo>
                  <a:pt x="2736717" y="79042"/>
                </a:lnTo>
                <a:lnTo>
                  <a:pt x="2736717" y="236204"/>
                </a:lnTo>
                <a:lnTo>
                  <a:pt x="2701110" y="236204"/>
                </a:lnTo>
                <a:close/>
                <a:moveTo>
                  <a:pt x="291284" y="79042"/>
                </a:moveTo>
                <a:lnTo>
                  <a:pt x="326892" y="79042"/>
                </a:lnTo>
                <a:lnTo>
                  <a:pt x="326892" y="236204"/>
                </a:lnTo>
                <a:lnTo>
                  <a:pt x="291284" y="236204"/>
                </a:lnTo>
                <a:close/>
                <a:moveTo>
                  <a:pt x="605842" y="76279"/>
                </a:moveTo>
                <a:cubicBezTo>
                  <a:pt x="612288" y="76279"/>
                  <a:pt x="617200" y="77251"/>
                  <a:pt x="620576" y="79195"/>
                </a:cubicBezTo>
                <a:lnTo>
                  <a:pt x="620576" y="112961"/>
                </a:lnTo>
                <a:cubicBezTo>
                  <a:pt x="616279" y="109584"/>
                  <a:pt x="610088" y="107896"/>
                  <a:pt x="602005" y="107896"/>
                </a:cubicBezTo>
                <a:cubicBezTo>
                  <a:pt x="591466" y="107896"/>
                  <a:pt x="582667" y="112654"/>
                  <a:pt x="575607" y="122169"/>
                </a:cubicBezTo>
                <a:cubicBezTo>
                  <a:pt x="568547" y="131685"/>
                  <a:pt x="565017" y="144628"/>
                  <a:pt x="565017" y="160999"/>
                </a:cubicBezTo>
                <a:lnTo>
                  <a:pt x="565017" y="236204"/>
                </a:lnTo>
                <a:lnTo>
                  <a:pt x="529410" y="236204"/>
                </a:lnTo>
                <a:lnTo>
                  <a:pt x="529410" y="79042"/>
                </a:lnTo>
                <a:lnTo>
                  <a:pt x="565017" y="79042"/>
                </a:lnTo>
                <a:lnTo>
                  <a:pt x="565017" y="111426"/>
                </a:lnTo>
                <a:lnTo>
                  <a:pt x="565631" y="111426"/>
                </a:lnTo>
                <a:cubicBezTo>
                  <a:pt x="569109" y="100375"/>
                  <a:pt x="574456" y="91755"/>
                  <a:pt x="581669" y="85564"/>
                </a:cubicBezTo>
                <a:cubicBezTo>
                  <a:pt x="588883" y="79374"/>
                  <a:pt x="596940" y="76279"/>
                  <a:pt x="605842" y="76279"/>
                </a:cubicBezTo>
                <a:close/>
                <a:moveTo>
                  <a:pt x="2946076" y="75358"/>
                </a:moveTo>
                <a:cubicBezTo>
                  <a:pt x="2970633" y="75358"/>
                  <a:pt x="2989766" y="82572"/>
                  <a:pt x="3003477" y="96999"/>
                </a:cubicBezTo>
                <a:cubicBezTo>
                  <a:pt x="3017188" y="111426"/>
                  <a:pt x="3024043" y="131429"/>
                  <a:pt x="3024043" y="157009"/>
                </a:cubicBezTo>
                <a:cubicBezTo>
                  <a:pt x="3024043" y="182077"/>
                  <a:pt x="3016651" y="202157"/>
                  <a:pt x="3001866" y="217249"/>
                </a:cubicBezTo>
                <a:cubicBezTo>
                  <a:pt x="2987080" y="232342"/>
                  <a:pt x="2967205" y="239888"/>
                  <a:pt x="2942239" y="239888"/>
                </a:cubicBezTo>
                <a:cubicBezTo>
                  <a:pt x="2917989" y="239888"/>
                  <a:pt x="2898625" y="232546"/>
                  <a:pt x="2884147" y="217863"/>
                </a:cubicBezTo>
                <a:cubicBezTo>
                  <a:pt x="2869669" y="203181"/>
                  <a:pt x="2862430" y="183714"/>
                  <a:pt x="2862430" y="159465"/>
                </a:cubicBezTo>
                <a:cubicBezTo>
                  <a:pt x="2862430" y="133066"/>
                  <a:pt x="2869976" y="112449"/>
                  <a:pt x="2885068" y="97613"/>
                </a:cubicBezTo>
                <a:cubicBezTo>
                  <a:pt x="2900160" y="82776"/>
                  <a:pt x="2920496" y="75358"/>
                  <a:pt x="2946076" y="75358"/>
                </a:cubicBezTo>
                <a:close/>
                <a:moveTo>
                  <a:pt x="2600241" y="75358"/>
                </a:moveTo>
                <a:cubicBezTo>
                  <a:pt x="2620194" y="75358"/>
                  <a:pt x="2635746" y="82367"/>
                  <a:pt x="2646899" y="96385"/>
                </a:cubicBezTo>
                <a:cubicBezTo>
                  <a:pt x="2658052" y="110403"/>
                  <a:pt x="2663628" y="129229"/>
                  <a:pt x="2663628" y="152865"/>
                </a:cubicBezTo>
                <a:cubicBezTo>
                  <a:pt x="2663628" y="179059"/>
                  <a:pt x="2657335" y="200034"/>
                  <a:pt x="2644750" y="215791"/>
                </a:cubicBezTo>
                <a:cubicBezTo>
                  <a:pt x="2632165" y="231549"/>
                  <a:pt x="2614975" y="239427"/>
                  <a:pt x="2593181" y="239427"/>
                </a:cubicBezTo>
                <a:cubicBezTo>
                  <a:pt x="2573127" y="239427"/>
                  <a:pt x="2557676" y="230628"/>
                  <a:pt x="2546831" y="213029"/>
                </a:cubicBezTo>
                <a:lnTo>
                  <a:pt x="2546217" y="213029"/>
                </a:lnTo>
                <a:lnTo>
                  <a:pt x="2546217" y="308493"/>
                </a:lnTo>
                <a:lnTo>
                  <a:pt x="2510610" y="308493"/>
                </a:lnTo>
                <a:lnTo>
                  <a:pt x="2510610" y="79042"/>
                </a:lnTo>
                <a:lnTo>
                  <a:pt x="2546217" y="79042"/>
                </a:lnTo>
                <a:lnTo>
                  <a:pt x="2546217" y="106668"/>
                </a:lnTo>
                <a:lnTo>
                  <a:pt x="2546831" y="106668"/>
                </a:lnTo>
                <a:cubicBezTo>
                  <a:pt x="2559007" y="85795"/>
                  <a:pt x="2576810" y="75358"/>
                  <a:pt x="2600241" y="75358"/>
                </a:cubicBezTo>
                <a:close/>
                <a:moveTo>
                  <a:pt x="2393626" y="75358"/>
                </a:moveTo>
                <a:cubicBezTo>
                  <a:pt x="2418183" y="75358"/>
                  <a:pt x="2437316" y="82572"/>
                  <a:pt x="2451027" y="96999"/>
                </a:cubicBezTo>
                <a:cubicBezTo>
                  <a:pt x="2464738" y="111426"/>
                  <a:pt x="2471593" y="131429"/>
                  <a:pt x="2471593" y="157009"/>
                </a:cubicBezTo>
                <a:cubicBezTo>
                  <a:pt x="2471593" y="182077"/>
                  <a:pt x="2464201" y="202157"/>
                  <a:pt x="2449416" y="217249"/>
                </a:cubicBezTo>
                <a:cubicBezTo>
                  <a:pt x="2434630" y="232342"/>
                  <a:pt x="2414755" y="239888"/>
                  <a:pt x="2389789" y="239888"/>
                </a:cubicBezTo>
                <a:cubicBezTo>
                  <a:pt x="2365539" y="239888"/>
                  <a:pt x="2346175" y="232546"/>
                  <a:pt x="2331697" y="217863"/>
                </a:cubicBezTo>
                <a:cubicBezTo>
                  <a:pt x="2317219" y="203181"/>
                  <a:pt x="2309980" y="183714"/>
                  <a:pt x="2309980" y="159465"/>
                </a:cubicBezTo>
                <a:cubicBezTo>
                  <a:pt x="2309980" y="133066"/>
                  <a:pt x="2317526" y="112449"/>
                  <a:pt x="2332618" y="97613"/>
                </a:cubicBezTo>
                <a:cubicBezTo>
                  <a:pt x="2347710" y="82776"/>
                  <a:pt x="2368046" y="75358"/>
                  <a:pt x="2393626" y="75358"/>
                </a:cubicBezTo>
                <a:close/>
                <a:moveTo>
                  <a:pt x="1041076" y="75358"/>
                </a:moveTo>
                <a:cubicBezTo>
                  <a:pt x="1065633" y="75358"/>
                  <a:pt x="1084766" y="82572"/>
                  <a:pt x="1098477" y="96999"/>
                </a:cubicBezTo>
                <a:cubicBezTo>
                  <a:pt x="1112188" y="111426"/>
                  <a:pt x="1119043" y="131429"/>
                  <a:pt x="1119043" y="157009"/>
                </a:cubicBezTo>
                <a:cubicBezTo>
                  <a:pt x="1119043" y="182077"/>
                  <a:pt x="1111651" y="202157"/>
                  <a:pt x="1096866" y="217249"/>
                </a:cubicBezTo>
                <a:cubicBezTo>
                  <a:pt x="1082080" y="232342"/>
                  <a:pt x="1062205" y="239888"/>
                  <a:pt x="1037239" y="239888"/>
                </a:cubicBezTo>
                <a:cubicBezTo>
                  <a:pt x="1012989" y="239888"/>
                  <a:pt x="993625" y="232546"/>
                  <a:pt x="979147" y="217863"/>
                </a:cubicBezTo>
                <a:cubicBezTo>
                  <a:pt x="964669" y="203181"/>
                  <a:pt x="957430" y="183714"/>
                  <a:pt x="957430" y="159465"/>
                </a:cubicBezTo>
                <a:cubicBezTo>
                  <a:pt x="957430" y="133066"/>
                  <a:pt x="964976" y="112449"/>
                  <a:pt x="980068" y="97613"/>
                </a:cubicBezTo>
                <a:cubicBezTo>
                  <a:pt x="995160" y="82776"/>
                  <a:pt x="1015496" y="75358"/>
                  <a:pt x="1041076" y="75358"/>
                </a:cubicBezTo>
                <a:close/>
                <a:moveTo>
                  <a:pt x="888695" y="75358"/>
                </a:moveTo>
                <a:cubicBezTo>
                  <a:pt x="903224" y="75358"/>
                  <a:pt x="916218" y="77558"/>
                  <a:pt x="927678" y="81958"/>
                </a:cubicBezTo>
                <a:lnTo>
                  <a:pt x="927678" y="113114"/>
                </a:lnTo>
                <a:cubicBezTo>
                  <a:pt x="916628" y="105542"/>
                  <a:pt x="903940" y="101757"/>
                  <a:pt x="889615" y="101757"/>
                </a:cubicBezTo>
                <a:cubicBezTo>
                  <a:pt x="885113" y="101757"/>
                  <a:pt x="881046" y="102217"/>
                  <a:pt x="877414" y="103138"/>
                </a:cubicBezTo>
                <a:cubicBezTo>
                  <a:pt x="873781" y="104059"/>
                  <a:pt x="870686" y="105338"/>
                  <a:pt x="868128" y="106975"/>
                </a:cubicBezTo>
                <a:cubicBezTo>
                  <a:pt x="865570" y="108612"/>
                  <a:pt x="863575" y="110582"/>
                  <a:pt x="862143" y="112884"/>
                </a:cubicBezTo>
                <a:cubicBezTo>
                  <a:pt x="860710" y="115186"/>
                  <a:pt x="859994" y="117718"/>
                  <a:pt x="859994" y="120481"/>
                </a:cubicBezTo>
                <a:cubicBezTo>
                  <a:pt x="859994" y="123858"/>
                  <a:pt x="860710" y="126722"/>
                  <a:pt x="862143" y="129076"/>
                </a:cubicBezTo>
                <a:cubicBezTo>
                  <a:pt x="863575" y="131429"/>
                  <a:pt x="865698" y="133501"/>
                  <a:pt x="868512" y="135292"/>
                </a:cubicBezTo>
                <a:cubicBezTo>
                  <a:pt x="871326" y="137082"/>
                  <a:pt x="874702" y="138719"/>
                  <a:pt x="878642" y="140203"/>
                </a:cubicBezTo>
                <a:cubicBezTo>
                  <a:pt x="882581" y="141687"/>
                  <a:pt x="887109" y="143298"/>
                  <a:pt x="892225" y="145038"/>
                </a:cubicBezTo>
                <a:cubicBezTo>
                  <a:pt x="898978" y="147800"/>
                  <a:pt x="905040" y="150614"/>
                  <a:pt x="910412" y="153479"/>
                </a:cubicBezTo>
                <a:cubicBezTo>
                  <a:pt x="915784" y="156344"/>
                  <a:pt x="920362" y="159593"/>
                  <a:pt x="924148" y="163225"/>
                </a:cubicBezTo>
                <a:cubicBezTo>
                  <a:pt x="927934" y="166857"/>
                  <a:pt x="930850" y="171052"/>
                  <a:pt x="932897" y="175810"/>
                </a:cubicBezTo>
                <a:cubicBezTo>
                  <a:pt x="934943" y="180568"/>
                  <a:pt x="935966" y="186221"/>
                  <a:pt x="935966" y="192770"/>
                </a:cubicBezTo>
                <a:cubicBezTo>
                  <a:pt x="935966" y="200750"/>
                  <a:pt x="934124" y="207708"/>
                  <a:pt x="930441" y="213643"/>
                </a:cubicBezTo>
                <a:cubicBezTo>
                  <a:pt x="926757" y="219577"/>
                  <a:pt x="921846" y="224489"/>
                  <a:pt x="915707" y="228377"/>
                </a:cubicBezTo>
                <a:cubicBezTo>
                  <a:pt x="909568" y="232265"/>
                  <a:pt x="902482" y="235155"/>
                  <a:pt x="894450" y="237048"/>
                </a:cubicBezTo>
                <a:cubicBezTo>
                  <a:pt x="886418" y="238941"/>
                  <a:pt x="877951" y="239888"/>
                  <a:pt x="869049" y="239888"/>
                </a:cubicBezTo>
                <a:cubicBezTo>
                  <a:pt x="851860" y="239888"/>
                  <a:pt x="836972" y="237023"/>
                  <a:pt x="824387" y="231293"/>
                </a:cubicBezTo>
                <a:lnTo>
                  <a:pt x="824387" y="198295"/>
                </a:lnTo>
                <a:cubicBezTo>
                  <a:pt x="837688" y="208424"/>
                  <a:pt x="852371" y="213489"/>
                  <a:pt x="868435" y="213489"/>
                </a:cubicBezTo>
                <a:cubicBezTo>
                  <a:pt x="889922" y="213489"/>
                  <a:pt x="900666" y="207145"/>
                  <a:pt x="900666" y="194458"/>
                </a:cubicBezTo>
                <a:cubicBezTo>
                  <a:pt x="900666" y="190877"/>
                  <a:pt x="899745" y="187833"/>
                  <a:pt x="897903" y="185326"/>
                </a:cubicBezTo>
                <a:cubicBezTo>
                  <a:pt x="896062" y="182819"/>
                  <a:pt x="893580" y="180594"/>
                  <a:pt x="890460" y="178650"/>
                </a:cubicBezTo>
                <a:cubicBezTo>
                  <a:pt x="887339" y="176705"/>
                  <a:pt x="883655" y="174966"/>
                  <a:pt x="879409" y="173431"/>
                </a:cubicBezTo>
                <a:cubicBezTo>
                  <a:pt x="875163" y="171896"/>
                  <a:pt x="870431" y="170157"/>
                  <a:pt x="865212" y="168213"/>
                </a:cubicBezTo>
                <a:cubicBezTo>
                  <a:pt x="858766" y="165655"/>
                  <a:pt x="852960" y="162943"/>
                  <a:pt x="847792" y="160079"/>
                </a:cubicBezTo>
                <a:cubicBezTo>
                  <a:pt x="842625" y="157214"/>
                  <a:pt x="838328" y="153965"/>
                  <a:pt x="834900" y="150333"/>
                </a:cubicBezTo>
                <a:cubicBezTo>
                  <a:pt x="831473" y="146700"/>
                  <a:pt x="828889" y="142582"/>
                  <a:pt x="827150" y="137978"/>
                </a:cubicBezTo>
                <a:cubicBezTo>
                  <a:pt x="825410" y="133373"/>
                  <a:pt x="824540" y="128001"/>
                  <a:pt x="824540" y="121862"/>
                </a:cubicBezTo>
                <a:cubicBezTo>
                  <a:pt x="824540" y="114291"/>
                  <a:pt x="826331" y="107614"/>
                  <a:pt x="829912" y="101833"/>
                </a:cubicBezTo>
                <a:cubicBezTo>
                  <a:pt x="833493" y="96052"/>
                  <a:pt x="838302" y="91192"/>
                  <a:pt x="844339" y="87253"/>
                </a:cubicBezTo>
                <a:cubicBezTo>
                  <a:pt x="850376" y="83313"/>
                  <a:pt x="857231" y="80346"/>
                  <a:pt x="864905" y="78351"/>
                </a:cubicBezTo>
                <a:cubicBezTo>
                  <a:pt x="872579" y="76356"/>
                  <a:pt x="880509" y="75358"/>
                  <a:pt x="888695" y="75358"/>
                </a:cubicBezTo>
                <a:close/>
                <a:moveTo>
                  <a:pt x="717226" y="75358"/>
                </a:moveTo>
                <a:cubicBezTo>
                  <a:pt x="741783" y="75358"/>
                  <a:pt x="760916" y="82572"/>
                  <a:pt x="774627" y="96999"/>
                </a:cubicBezTo>
                <a:cubicBezTo>
                  <a:pt x="788338" y="111426"/>
                  <a:pt x="795193" y="131429"/>
                  <a:pt x="795193" y="157009"/>
                </a:cubicBezTo>
                <a:cubicBezTo>
                  <a:pt x="795193" y="182077"/>
                  <a:pt x="787801" y="202157"/>
                  <a:pt x="773016" y="217249"/>
                </a:cubicBezTo>
                <a:cubicBezTo>
                  <a:pt x="758230" y="232342"/>
                  <a:pt x="738355" y="239888"/>
                  <a:pt x="713389" y="239888"/>
                </a:cubicBezTo>
                <a:cubicBezTo>
                  <a:pt x="689139" y="239888"/>
                  <a:pt x="669775" y="232546"/>
                  <a:pt x="655297" y="217863"/>
                </a:cubicBezTo>
                <a:cubicBezTo>
                  <a:pt x="640819" y="203181"/>
                  <a:pt x="633580" y="183714"/>
                  <a:pt x="633580" y="159465"/>
                </a:cubicBezTo>
                <a:cubicBezTo>
                  <a:pt x="633580" y="133066"/>
                  <a:pt x="641126" y="112449"/>
                  <a:pt x="656218" y="97613"/>
                </a:cubicBezTo>
                <a:cubicBezTo>
                  <a:pt x="671310" y="82776"/>
                  <a:pt x="691646" y="75358"/>
                  <a:pt x="717226" y="75358"/>
                </a:cubicBezTo>
                <a:close/>
                <a:moveTo>
                  <a:pt x="451754" y="75358"/>
                </a:moveTo>
                <a:cubicBezTo>
                  <a:pt x="466078" y="75358"/>
                  <a:pt x="478715" y="77865"/>
                  <a:pt x="489663" y="82879"/>
                </a:cubicBezTo>
                <a:lnTo>
                  <a:pt x="489663" y="116030"/>
                </a:lnTo>
                <a:cubicBezTo>
                  <a:pt x="478715" y="107845"/>
                  <a:pt x="467051" y="103752"/>
                  <a:pt x="454670" y="103752"/>
                </a:cubicBezTo>
                <a:cubicBezTo>
                  <a:pt x="439629" y="103752"/>
                  <a:pt x="427299" y="108842"/>
                  <a:pt x="417681" y="119023"/>
                </a:cubicBezTo>
                <a:cubicBezTo>
                  <a:pt x="408063" y="129204"/>
                  <a:pt x="403254" y="142531"/>
                  <a:pt x="403254" y="159004"/>
                </a:cubicBezTo>
                <a:cubicBezTo>
                  <a:pt x="403254" y="175273"/>
                  <a:pt x="407782" y="188114"/>
                  <a:pt x="416837" y="197527"/>
                </a:cubicBezTo>
                <a:cubicBezTo>
                  <a:pt x="425893" y="206941"/>
                  <a:pt x="438043" y="211647"/>
                  <a:pt x="453289" y="211647"/>
                </a:cubicBezTo>
                <a:cubicBezTo>
                  <a:pt x="466078" y="211647"/>
                  <a:pt x="478152" y="207094"/>
                  <a:pt x="489510" y="197988"/>
                </a:cubicBezTo>
                <a:lnTo>
                  <a:pt x="489510" y="228991"/>
                </a:lnTo>
                <a:cubicBezTo>
                  <a:pt x="476924" y="236255"/>
                  <a:pt x="462037" y="239888"/>
                  <a:pt x="444847" y="239888"/>
                </a:cubicBezTo>
                <a:cubicBezTo>
                  <a:pt x="421518" y="239888"/>
                  <a:pt x="402692" y="232597"/>
                  <a:pt x="388367" y="218017"/>
                </a:cubicBezTo>
                <a:cubicBezTo>
                  <a:pt x="374042" y="203436"/>
                  <a:pt x="366880" y="184533"/>
                  <a:pt x="366880" y="161306"/>
                </a:cubicBezTo>
                <a:cubicBezTo>
                  <a:pt x="366880" y="135420"/>
                  <a:pt x="374579" y="114623"/>
                  <a:pt x="389978" y="98917"/>
                </a:cubicBezTo>
                <a:cubicBezTo>
                  <a:pt x="405377" y="83211"/>
                  <a:pt x="425969" y="75358"/>
                  <a:pt x="451754" y="75358"/>
                </a:cubicBezTo>
                <a:close/>
                <a:moveTo>
                  <a:pt x="3108336" y="32537"/>
                </a:moveTo>
                <a:lnTo>
                  <a:pt x="3108336" y="79042"/>
                </a:lnTo>
                <a:lnTo>
                  <a:pt x="3145938" y="79042"/>
                </a:lnTo>
                <a:lnTo>
                  <a:pt x="3145938" y="106975"/>
                </a:lnTo>
                <a:lnTo>
                  <a:pt x="3108336" y="106975"/>
                </a:lnTo>
                <a:lnTo>
                  <a:pt x="3108336" y="185556"/>
                </a:lnTo>
                <a:cubicBezTo>
                  <a:pt x="3108336" y="194867"/>
                  <a:pt x="3110024" y="201518"/>
                  <a:pt x="3113401" y="205508"/>
                </a:cubicBezTo>
                <a:cubicBezTo>
                  <a:pt x="3116777" y="209499"/>
                  <a:pt x="3122405" y="211494"/>
                  <a:pt x="3130283" y="211494"/>
                </a:cubicBezTo>
                <a:cubicBezTo>
                  <a:pt x="3136320" y="211494"/>
                  <a:pt x="3141538" y="209755"/>
                  <a:pt x="3145938" y="206276"/>
                </a:cubicBezTo>
                <a:lnTo>
                  <a:pt x="3145938" y="234516"/>
                </a:lnTo>
                <a:cubicBezTo>
                  <a:pt x="3138980" y="237995"/>
                  <a:pt x="3129823" y="239734"/>
                  <a:pt x="3118465" y="239734"/>
                </a:cubicBezTo>
                <a:cubicBezTo>
                  <a:pt x="3087975" y="239734"/>
                  <a:pt x="3072729" y="225102"/>
                  <a:pt x="3072729" y="195839"/>
                </a:cubicBezTo>
                <a:lnTo>
                  <a:pt x="3072729" y="106975"/>
                </a:lnTo>
                <a:lnTo>
                  <a:pt x="3046484" y="106975"/>
                </a:lnTo>
                <a:lnTo>
                  <a:pt x="3046484" y="79042"/>
                </a:lnTo>
                <a:lnTo>
                  <a:pt x="3072729" y="79042"/>
                </a:lnTo>
                <a:lnTo>
                  <a:pt x="3072729" y="42667"/>
                </a:lnTo>
                <a:close/>
                <a:moveTo>
                  <a:pt x="1308111" y="32537"/>
                </a:moveTo>
                <a:lnTo>
                  <a:pt x="1308111" y="79042"/>
                </a:lnTo>
                <a:lnTo>
                  <a:pt x="1345713" y="79042"/>
                </a:lnTo>
                <a:lnTo>
                  <a:pt x="1345713" y="106975"/>
                </a:lnTo>
                <a:lnTo>
                  <a:pt x="1308111" y="106975"/>
                </a:lnTo>
                <a:lnTo>
                  <a:pt x="1308111" y="185556"/>
                </a:lnTo>
                <a:cubicBezTo>
                  <a:pt x="1308111" y="194867"/>
                  <a:pt x="1309799" y="201518"/>
                  <a:pt x="1313176" y="205508"/>
                </a:cubicBezTo>
                <a:cubicBezTo>
                  <a:pt x="1316552" y="209499"/>
                  <a:pt x="1322180" y="211494"/>
                  <a:pt x="1330058" y="211494"/>
                </a:cubicBezTo>
                <a:cubicBezTo>
                  <a:pt x="1336095" y="211494"/>
                  <a:pt x="1341314" y="209755"/>
                  <a:pt x="1345713" y="206276"/>
                </a:cubicBezTo>
                <a:lnTo>
                  <a:pt x="1345713" y="234516"/>
                </a:lnTo>
                <a:cubicBezTo>
                  <a:pt x="1338756" y="237995"/>
                  <a:pt x="1329598" y="239734"/>
                  <a:pt x="1318240" y="239734"/>
                </a:cubicBezTo>
                <a:cubicBezTo>
                  <a:pt x="1287749" y="239734"/>
                  <a:pt x="1272504" y="225102"/>
                  <a:pt x="1272504" y="195839"/>
                </a:cubicBezTo>
                <a:lnTo>
                  <a:pt x="1272504" y="106975"/>
                </a:lnTo>
                <a:lnTo>
                  <a:pt x="1246259" y="106975"/>
                </a:lnTo>
                <a:lnTo>
                  <a:pt x="1246259" y="79042"/>
                </a:lnTo>
                <a:lnTo>
                  <a:pt x="1272504" y="79042"/>
                </a:lnTo>
                <a:lnTo>
                  <a:pt x="1272504" y="42667"/>
                </a:lnTo>
                <a:close/>
                <a:moveTo>
                  <a:pt x="1846613" y="16115"/>
                </a:moveTo>
                <a:lnTo>
                  <a:pt x="1954969" y="16115"/>
                </a:lnTo>
                <a:lnTo>
                  <a:pt x="1954969" y="46504"/>
                </a:lnTo>
                <a:lnTo>
                  <a:pt x="1876234" y="46504"/>
                </a:lnTo>
                <a:lnTo>
                  <a:pt x="1872551" y="101603"/>
                </a:lnTo>
                <a:cubicBezTo>
                  <a:pt x="1879611" y="101194"/>
                  <a:pt x="1886006" y="100989"/>
                  <a:pt x="1891736" y="100989"/>
                </a:cubicBezTo>
                <a:cubicBezTo>
                  <a:pt x="1915065" y="100989"/>
                  <a:pt x="1933098" y="106975"/>
                  <a:pt x="1945837" y="118946"/>
                </a:cubicBezTo>
                <a:cubicBezTo>
                  <a:pt x="1958576" y="130918"/>
                  <a:pt x="1964945" y="147289"/>
                  <a:pt x="1964945" y="168059"/>
                </a:cubicBezTo>
                <a:cubicBezTo>
                  <a:pt x="1964945" y="189853"/>
                  <a:pt x="1957655" y="207325"/>
                  <a:pt x="1943074" y="220473"/>
                </a:cubicBezTo>
                <a:cubicBezTo>
                  <a:pt x="1928494" y="233621"/>
                  <a:pt x="1908465" y="240195"/>
                  <a:pt x="1882987" y="240195"/>
                </a:cubicBezTo>
                <a:cubicBezTo>
                  <a:pt x="1861500" y="240195"/>
                  <a:pt x="1845487" y="237176"/>
                  <a:pt x="1834948" y="231139"/>
                </a:cubicBezTo>
                <a:lnTo>
                  <a:pt x="1834948" y="196914"/>
                </a:lnTo>
                <a:cubicBezTo>
                  <a:pt x="1849376" y="206634"/>
                  <a:pt x="1864007" y="211494"/>
                  <a:pt x="1878843" y="211494"/>
                </a:cubicBezTo>
                <a:cubicBezTo>
                  <a:pt x="1893782" y="211494"/>
                  <a:pt x="1905805" y="207683"/>
                  <a:pt x="1914911" y="200060"/>
                </a:cubicBezTo>
                <a:cubicBezTo>
                  <a:pt x="1924017" y="192437"/>
                  <a:pt x="1928571" y="182282"/>
                  <a:pt x="1928571" y="169594"/>
                </a:cubicBezTo>
                <a:cubicBezTo>
                  <a:pt x="1928571" y="157111"/>
                  <a:pt x="1923941" y="147391"/>
                  <a:pt x="1914681" y="140433"/>
                </a:cubicBezTo>
                <a:cubicBezTo>
                  <a:pt x="1905421" y="133476"/>
                  <a:pt x="1892145" y="129997"/>
                  <a:pt x="1874853" y="129997"/>
                </a:cubicBezTo>
                <a:cubicBezTo>
                  <a:pt x="1868919" y="129997"/>
                  <a:pt x="1856896" y="130611"/>
                  <a:pt x="1838785" y="13183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80"/>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3"/>
                </a:cubicBezTo>
                <a:lnTo>
                  <a:pt x="33765" y="236204"/>
                </a:lnTo>
                <a:lnTo>
                  <a:pt x="0" y="236204"/>
                </a:lnTo>
                <a:close/>
                <a:moveTo>
                  <a:pt x="2224604" y="12432"/>
                </a:moveTo>
                <a:cubicBezTo>
                  <a:pt x="2245886" y="12432"/>
                  <a:pt x="2263536" y="15450"/>
                  <a:pt x="2277554" y="21487"/>
                </a:cubicBezTo>
                <a:lnTo>
                  <a:pt x="2277554" y="57708"/>
                </a:lnTo>
                <a:cubicBezTo>
                  <a:pt x="2262718" y="48909"/>
                  <a:pt x="2246347" y="44509"/>
                  <a:pt x="2228441" y="44509"/>
                </a:cubicBezTo>
                <a:cubicBezTo>
                  <a:pt x="2204600" y="44509"/>
                  <a:pt x="2185288" y="52132"/>
                  <a:pt x="2170502" y="67377"/>
                </a:cubicBezTo>
                <a:cubicBezTo>
                  <a:pt x="2155717" y="82623"/>
                  <a:pt x="2148325" y="102984"/>
                  <a:pt x="2148325" y="128462"/>
                </a:cubicBezTo>
                <a:cubicBezTo>
                  <a:pt x="2148325" y="152712"/>
                  <a:pt x="2155231" y="172024"/>
                  <a:pt x="2169044" y="186400"/>
                </a:cubicBezTo>
                <a:cubicBezTo>
                  <a:pt x="2182857" y="200776"/>
                  <a:pt x="2201019" y="207964"/>
                  <a:pt x="2223529" y="207964"/>
                </a:cubicBezTo>
                <a:cubicBezTo>
                  <a:pt x="2244300" y="207964"/>
                  <a:pt x="2262308" y="203053"/>
                  <a:pt x="2277554" y="193230"/>
                </a:cubicBezTo>
                <a:lnTo>
                  <a:pt x="2277554" y="226995"/>
                </a:lnTo>
                <a:cubicBezTo>
                  <a:pt x="2260978" y="235590"/>
                  <a:pt x="2240361" y="239888"/>
                  <a:pt x="2215702" y="239888"/>
                </a:cubicBezTo>
                <a:cubicBezTo>
                  <a:pt x="2183778" y="239888"/>
                  <a:pt x="2158198" y="229809"/>
                  <a:pt x="2138962" y="209652"/>
                </a:cubicBezTo>
                <a:cubicBezTo>
                  <a:pt x="2119726" y="189495"/>
                  <a:pt x="2110108" y="163046"/>
                  <a:pt x="2110108" y="130304"/>
                </a:cubicBezTo>
                <a:cubicBezTo>
                  <a:pt x="2110108" y="95106"/>
                  <a:pt x="2120929" y="66661"/>
                  <a:pt x="2142569" y="44969"/>
                </a:cubicBezTo>
                <a:cubicBezTo>
                  <a:pt x="2164210" y="23278"/>
                  <a:pt x="2191555" y="12432"/>
                  <a:pt x="2224604" y="12432"/>
                </a:cubicBezTo>
                <a:close/>
                <a:moveTo>
                  <a:pt x="1749754" y="12432"/>
                </a:moveTo>
                <a:cubicBezTo>
                  <a:pt x="1758042" y="12432"/>
                  <a:pt x="1765588" y="12994"/>
                  <a:pt x="1772392" y="14120"/>
                </a:cubicBezTo>
                <a:cubicBezTo>
                  <a:pt x="1779196" y="15246"/>
                  <a:pt x="1784645" y="16780"/>
                  <a:pt x="1788737" y="18724"/>
                </a:cubicBezTo>
                <a:lnTo>
                  <a:pt x="1788737" y="50801"/>
                </a:lnTo>
                <a:cubicBezTo>
                  <a:pt x="1783519" y="48141"/>
                  <a:pt x="1777943" y="45890"/>
                  <a:pt x="1772008" y="44048"/>
                </a:cubicBezTo>
                <a:cubicBezTo>
                  <a:pt x="1766074" y="42207"/>
                  <a:pt x="1759269" y="41286"/>
                  <a:pt x="1751595" y="41286"/>
                </a:cubicBezTo>
                <a:cubicBezTo>
                  <a:pt x="1743001" y="41286"/>
                  <a:pt x="1735071" y="43025"/>
                  <a:pt x="1727806" y="46504"/>
                </a:cubicBezTo>
                <a:cubicBezTo>
                  <a:pt x="1720542" y="49983"/>
                  <a:pt x="1714274" y="55073"/>
                  <a:pt x="1709005" y="61775"/>
                </a:cubicBezTo>
                <a:cubicBezTo>
                  <a:pt x="1703736" y="68477"/>
                  <a:pt x="1699592" y="76765"/>
                  <a:pt x="1696573" y="86639"/>
                </a:cubicBezTo>
                <a:cubicBezTo>
                  <a:pt x="1693555" y="96513"/>
                  <a:pt x="1691994" y="107896"/>
                  <a:pt x="1691892" y="120788"/>
                </a:cubicBezTo>
                <a:lnTo>
                  <a:pt x="1692813" y="120788"/>
                </a:lnTo>
                <a:cubicBezTo>
                  <a:pt x="1697520" y="113523"/>
                  <a:pt x="1703889" y="107793"/>
                  <a:pt x="1711921" y="103598"/>
                </a:cubicBezTo>
                <a:cubicBezTo>
                  <a:pt x="1719953" y="99403"/>
                  <a:pt x="1729392" y="97306"/>
                  <a:pt x="1740238" y="97306"/>
                </a:cubicBezTo>
                <a:cubicBezTo>
                  <a:pt x="1749856" y="97306"/>
                  <a:pt x="1758528" y="98866"/>
                  <a:pt x="1766253" y="101987"/>
                </a:cubicBezTo>
                <a:cubicBezTo>
                  <a:pt x="1773978" y="105107"/>
                  <a:pt x="1780577" y="109610"/>
                  <a:pt x="1786051" y="115493"/>
                </a:cubicBezTo>
                <a:cubicBezTo>
                  <a:pt x="1791526" y="121376"/>
                  <a:pt x="1795746" y="128539"/>
                  <a:pt x="1798713" y="136980"/>
                </a:cubicBezTo>
                <a:cubicBezTo>
                  <a:pt x="1801681" y="145421"/>
                  <a:pt x="1803164" y="154911"/>
                  <a:pt x="1803164" y="165450"/>
                </a:cubicBezTo>
                <a:cubicBezTo>
                  <a:pt x="1803164" y="176501"/>
                  <a:pt x="1801348" y="186579"/>
                  <a:pt x="1797716" y="195686"/>
                </a:cubicBezTo>
                <a:cubicBezTo>
                  <a:pt x="1794084" y="204792"/>
                  <a:pt x="1789044" y="212645"/>
                  <a:pt x="1782598" y="219245"/>
                </a:cubicBezTo>
                <a:cubicBezTo>
                  <a:pt x="1776152" y="225844"/>
                  <a:pt x="1768504" y="230960"/>
                  <a:pt x="1759653" y="234593"/>
                </a:cubicBezTo>
                <a:cubicBezTo>
                  <a:pt x="1750802" y="238225"/>
                  <a:pt x="1741210" y="240041"/>
                  <a:pt x="1730876" y="240041"/>
                </a:cubicBezTo>
                <a:cubicBezTo>
                  <a:pt x="1719825" y="240041"/>
                  <a:pt x="1709670" y="237892"/>
                  <a:pt x="1700410" y="233595"/>
                </a:cubicBezTo>
                <a:cubicBezTo>
                  <a:pt x="1691150" y="229298"/>
                  <a:pt x="1683169" y="222903"/>
                  <a:pt x="1676467" y="214410"/>
                </a:cubicBezTo>
                <a:cubicBezTo>
                  <a:pt x="1669766" y="205918"/>
                  <a:pt x="1664573" y="195353"/>
                  <a:pt x="1660889" y="182717"/>
                </a:cubicBezTo>
                <a:cubicBezTo>
                  <a:pt x="1657206" y="170080"/>
                  <a:pt x="1655364" y="155423"/>
                  <a:pt x="1655364" y="138745"/>
                </a:cubicBezTo>
                <a:cubicBezTo>
                  <a:pt x="1655364" y="118383"/>
                  <a:pt x="1657794" y="100324"/>
                  <a:pt x="1662654" y="84567"/>
                </a:cubicBezTo>
                <a:cubicBezTo>
                  <a:pt x="1667515" y="68810"/>
                  <a:pt x="1674191" y="55610"/>
                  <a:pt x="1682683" y="44969"/>
                </a:cubicBezTo>
                <a:cubicBezTo>
                  <a:pt x="1691176" y="34328"/>
                  <a:pt x="1701152" y="26245"/>
                  <a:pt x="1712612" y="20720"/>
                </a:cubicBezTo>
                <a:cubicBezTo>
                  <a:pt x="1724072" y="15194"/>
                  <a:pt x="1736452" y="12432"/>
                  <a:pt x="1749754" y="12432"/>
                </a:cubicBezTo>
                <a:close/>
                <a:moveTo>
                  <a:pt x="1548375" y="12432"/>
                </a:moveTo>
                <a:cubicBezTo>
                  <a:pt x="1567918" y="12432"/>
                  <a:pt x="1583573" y="17343"/>
                  <a:pt x="1595340" y="27166"/>
                </a:cubicBezTo>
                <a:cubicBezTo>
                  <a:pt x="1607107" y="36988"/>
                  <a:pt x="1612990" y="49574"/>
                  <a:pt x="1612990" y="64922"/>
                </a:cubicBezTo>
                <a:cubicBezTo>
                  <a:pt x="1612990" y="93878"/>
                  <a:pt x="1598256" y="112500"/>
                  <a:pt x="1568788" y="120788"/>
                </a:cubicBezTo>
                <a:lnTo>
                  <a:pt x="1568788" y="121402"/>
                </a:lnTo>
                <a:cubicBezTo>
                  <a:pt x="1584647" y="122937"/>
                  <a:pt x="1597182" y="128487"/>
                  <a:pt x="1606390" y="138054"/>
                </a:cubicBezTo>
                <a:cubicBezTo>
                  <a:pt x="1615599" y="147621"/>
                  <a:pt x="1620203" y="159567"/>
                  <a:pt x="1620203" y="173892"/>
                </a:cubicBezTo>
                <a:cubicBezTo>
                  <a:pt x="1620203" y="193639"/>
                  <a:pt x="1612785" y="209576"/>
                  <a:pt x="1597949" y="221700"/>
                </a:cubicBezTo>
                <a:cubicBezTo>
                  <a:pt x="1583113" y="233825"/>
                  <a:pt x="1563570" y="239888"/>
                  <a:pt x="1539320" y="239888"/>
                </a:cubicBezTo>
                <a:cubicBezTo>
                  <a:pt x="1517526" y="239888"/>
                  <a:pt x="1500132" y="235948"/>
                  <a:pt x="1487137" y="228070"/>
                </a:cubicBezTo>
                <a:lnTo>
                  <a:pt x="1487137" y="194611"/>
                </a:lnTo>
                <a:cubicBezTo>
                  <a:pt x="1501462" y="205969"/>
                  <a:pt x="1517628" y="211647"/>
                  <a:pt x="1535637" y="211647"/>
                </a:cubicBezTo>
                <a:cubicBezTo>
                  <a:pt x="1550268" y="211647"/>
                  <a:pt x="1561958" y="208322"/>
                  <a:pt x="1570706" y="201671"/>
                </a:cubicBezTo>
                <a:cubicBezTo>
                  <a:pt x="1579455" y="195021"/>
                  <a:pt x="1583829" y="186016"/>
                  <a:pt x="1583829" y="174659"/>
                </a:cubicBezTo>
                <a:cubicBezTo>
                  <a:pt x="1583829" y="149693"/>
                  <a:pt x="1564746" y="137210"/>
                  <a:pt x="1526581" y="137210"/>
                </a:cubicBezTo>
                <a:lnTo>
                  <a:pt x="1509545" y="137210"/>
                </a:lnTo>
                <a:lnTo>
                  <a:pt x="1509545" y="108663"/>
                </a:lnTo>
                <a:lnTo>
                  <a:pt x="1525814" y="108663"/>
                </a:lnTo>
                <a:cubicBezTo>
                  <a:pt x="1559682" y="108663"/>
                  <a:pt x="1576615" y="96896"/>
                  <a:pt x="1576615" y="73363"/>
                </a:cubicBezTo>
                <a:cubicBezTo>
                  <a:pt x="1576615" y="51671"/>
                  <a:pt x="1563416" y="40825"/>
                  <a:pt x="1537018" y="40825"/>
                </a:cubicBezTo>
                <a:cubicBezTo>
                  <a:pt x="1522284" y="40825"/>
                  <a:pt x="1508420" y="46095"/>
                  <a:pt x="1495425" y="56634"/>
                </a:cubicBezTo>
                <a:lnTo>
                  <a:pt x="1495425" y="25017"/>
                </a:lnTo>
                <a:cubicBezTo>
                  <a:pt x="1510364" y="16627"/>
                  <a:pt x="1528014" y="12432"/>
                  <a:pt x="1548375" y="12432"/>
                </a:cubicBezTo>
                <a:close/>
                <a:moveTo>
                  <a:pt x="2719067" y="5525"/>
                </a:moveTo>
                <a:cubicBezTo>
                  <a:pt x="2725103" y="5525"/>
                  <a:pt x="2730219" y="7469"/>
                  <a:pt x="2734414" y="11357"/>
                </a:cubicBezTo>
                <a:cubicBezTo>
                  <a:pt x="2738610" y="15246"/>
                  <a:pt x="2740707" y="20106"/>
                  <a:pt x="2740707" y="25938"/>
                </a:cubicBezTo>
                <a:cubicBezTo>
                  <a:pt x="2740707" y="31463"/>
                  <a:pt x="2738610" y="36195"/>
                  <a:pt x="2734414" y="40135"/>
                </a:cubicBezTo>
                <a:cubicBezTo>
                  <a:pt x="2730219" y="44074"/>
                  <a:pt x="2725103" y="46044"/>
                  <a:pt x="2719067" y="46044"/>
                </a:cubicBezTo>
                <a:cubicBezTo>
                  <a:pt x="2713234" y="46044"/>
                  <a:pt x="2708246" y="44151"/>
                  <a:pt x="2704102" y="40365"/>
                </a:cubicBezTo>
                <a:cubicBezTo>
                  <a:pt x="2699958" y="36579"/>
                  <a:pt x="2697886" y="31770"/>
                  <a:pt x="2697886" y="25938"/>
                </a:cubicBezTo>
                <a:cubicBezTo>
                  <a:pt x="2697886" y="20106"/>
                  <a:pt x="2699958" y="15246"/>
                  <a:pt x="2704102" y="11357"/>
                </a:cubicBezTo>
                <a:cubicBezTo>
                  <a:pt x="2708246" y="7469"/>
                  <a:pt x="2713234" y="5525"/>
                  <a:pt x="2719067" y="5525"/>
                </a:cubicBezTo>
                <a:close/>
                <a:moveTo>
                  <a:pt x="309241" y="5525"/>
                </a:moveTo>
                <a:cubicBezTo>
                  <a:pt x="315278" y="5525"/>
                  <a:pt x="320394" y="7469"/>
                  <a:pt x="324589" y="11357"/>
                </a:cubicBezTo>
                <a:cubicBezTo>
                  <a:pt x="328784" y="15246"/>
                  <a:pt x="330882" y="20106"/>
                  <a:pt x="330882" y="25938"/>
                </a:cubicBezTo>
                <a:cubicBezTo>
                  <a:pt x="330882" y="31463"/>
                  <a:pt x="328784" y="36195"/>
                  <a:pt x="324589" y="40135"/>
                </a:cubicBezTo>
                <a:cubicBezTo>
                  <a:pt x="320394" y="44074"/>
                  <a:pt x="315278" y="46044"/>
                  <a:pt x="309241" y="46044"/>
                </a:cubicBezTo>
                <a:cubicBezTo>
                  <a:pt x="303409" y="46044"/>
                  <a:pt x="298421" y="44151"/>
                  <a:pt x="294277" y="40365"/>
                </a:cubicBezTo>
                <a:cubicBezTo>
                  <a:pt x="290133" y="36579"/>
                  <a:pt x="288061" y="31770"/>
                  <a:pt x="288061" y="25938"/>
                </a:cubicBezTo>
                <a:cubicBezTo>
                  <a:pt x="288061" y="20106"/>
                  <a:pt x="290133" y="15246"/>
                  <a:pt x="294277" y="11357"/>
                </a:cubicBezTo>
                <a:cubicBezTo>
                  <a:pt x="298421" y="7469"/>
                  <a:pt x="303409" y="5525"/>
                  <a:pt x="309241" y="5525"/>
                </a:cubicBezTo>
                <a:close/>
                <a:moveTo>
                  <a:pt x="2786835" y="3530"/>
                </a:moveTo>
                <a:lnTo>
                  <a:pt x="2822595" y="3530"/>
                </a:lnTo>
                <a:lnTo>
                  <a:pt x="2822595" y="236204"/>
                </a:lnTo>
                <a:lnTo>
                  <a:pt x="2786835" y="236204"/>
                </a:lnTo>
                <a:close/>
                <a:moveTo>
                  <a:pt x="1216526" y="0"/>
                </a:moveTo>
                <a:cubicBezTo>
                  <a:pt x="1225325" y="0"/>
                  <a:pt x="1232283" y="972"/>
                  <a:pt x="1237399" y="2916"/>
                </a:cubicBezTo>
                <a:lnTo>
                  <a:pt x="1237399" y="32537"/>
                </a:lnTo>
                <a:cubicBezTo>
                  <a:pt x="1232590" y="29775"/>
                  <a:pt x="1227116" y="28394"/>
                  <a:pt x="1220977" y="28394"/>
                </a:cubicBezTo>
                <a:cubicBezTo>
                  <a:pt x="1203685" y="28394"/>
                  <a:pt x="1195039" y="38165"/>
                  <a:pt x="1195039" y="57708"/>
                </a:cubicBezTo>
                <a:lnTo>
                  <a:pt x="1195039" y="79042"/>
                </a:lnTo>
                <a:lnTo>
                  <a:pt x="1231567" y="79042"/>
                </a:lnTo>
                <a:lnTo>
                  <a:pt x="1231567" y="106975"/>
                </a:lnTo>
                <a:lnTo>
                  <a:pt x="1195192" y="106975"/>
                </a:lnTo>
                <a:lnTo>
                  <a:pt x="1195192" y="236204"/>
                </a:lnTo>
                <a:lnTo>
                  <a:pt x="1159585" y="236204"/>
                </a:lnTo>
                <a:lnTo>
                  <a:pt x="1159585" y="106975"/>
                </a:lnTo>
                <a:lnTo>
                  <a:pt x="1132726" y="106975"/>
                </a:lnTo>
                <a:lnTo>
                  <a:pt x="1132726" y="79042"/>
                </a:lnTo>
                <a:lnTo>
                  <a:pt x="1159585" y="79042"/>
                </a:lnTo>
                <a:lnTo>
                  <a:pt x="1159585" y="53564"/>
                </a:lnTo>
                <a:cubicBezTo>
                  <a:pt x="1159585" y="36988"/>
                  <a:pt x="1165008" y="23917"/>
                  <a:pt x="1175854" y="14350"/>
                </a:cubicBezTo>
                <a:cubicBezTo>
                  <a:pt x="1186700" y="4783"/>
                  <a:pt x="1200257" y="0"/>
                  <a:pt x="1216526"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Picture 11" descr="A rainbow colored logo on a black background&#10;&#10;Description automatically generated">
            <a:extLst>
              <a:ext uri="{FF2B5EF4-FFF2-40B4-BE49-F238E27FC236}">
                <a16:creationId xmlns:a16="http://schemas.microsoft.com/office/drawing/2014/main" id="{05BE0791-80D1-1E71-0D66-E138D9AA311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68887" y="2562822"/>
            <a:ext cx="539617" cy="539617"/>
          </a:xfrm>
          <a:prstGeom prst="rect">
            <a:avLst/>
          </a:prstGeom>
        </p:spPr>
      </p:pic>
    </p:spTree>
    <p:extLst>
      <p:ext uri="{BB962C8B-B14F-4D97-AF65-F5344CB8AC3E}">
        <p14:creationId xmlns:p14="http://schemas.microsoft.com/office/powerpoint/2010/main" val="294715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2_Title Slide">
    <p:spTree>
      <p:nvGrpSpPr>
        <p:cNvPr id="1" name=""/>
        <p:cNvGrpSpPr/>
        <p:nvPr/>
      </p:nvGrpSpPr>
      <p:grpSpPr>
        <a:xfrm>
          <a:off x="0" y="0"/>
          <a:ext cx="0" cy="0"/>
          <a:chOff x="0" y="0"/>
          <a:chExt cx="0" cy="0"/>
        </a:xfrm>
      </p:grpSpPr>
      <p:pic>
        <p:nvPicPr>
          <p:cNvPr id="2" name="Picture 1" descr="A field of pink flowers&#10;&#10;Description automatically generated">
            <a:extLst>
              <a:ext uri="{FF2B5EF4-FFF2-40B4-BE49-F238E27FC236}">
                <a16:creationId xmlns:a16="http://schemas.microsoft.com/office/drawing/2014/main" id="{E214436C-D4A0-F3A5-8A2C-F0899EA45D2B}"/>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r="-5"/>
          <a:stretch/>
        </p:blipFill>
        <p:spPr>
          <a:xfrm>
            <a:off x="0" y="0"/>
            <a:ext cx="12191999" cy="6858000"/>
          </a:xfrm>
          <a:prstGeom prst="rect">
            <a:avLst/>
          </a:prstGeom>
        </p:spPr>
      </p:pic>
      <p:sp>
        <p:nvSpPr>
          <p:cNvPr id="3" name="Rectangle 2">
            <a:extLst>
              <a:ext uri="{FF2B5EF4-FFF2-40B4-BE49-F238E27FC236}">
                <a16:creationId xmlns:a16="http://schemas.microsoft.com/office/drawing/2014/main" id="{29C5B611-9E79-BB05-EC82-68BE6DA6C09B}"/>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50D373B-7E3C-5172-898A-E68815F86C99}"/>
              </a:ext>
            </a:extLst>
          </p:cNvPr>
          <p:cNvSpPr/>
          <p:nvPr/>
        </p:nvSpPr>
        <p:spPr>
          <a:xfrm>
            <a:off x="-1" y="0"/>
            <a:ext cx="12191999" cy="4660900"/>
          </a:xfrm>
          <a:prstGeom prst="rect">
            <a:avLst/>
          </a:prstGeom>
          <a:gradFill flip="none" rotWithShape="1">
            <a:gsLst>
              <a:gs pos="66000">
                <a:srgbClr val="DAE4F6"/>
              </a:gs>
              <a:gs pos="100000">
                <a:srgbClr val="D2DEF4">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34A422B-193F-0122-2EBB-9AA5518DC152}"/>
              </a:ext>
            </a:extLst>
          </p:cNvPr>
          <p:cNvGrpSpPr/>
          <p:nvPr/>
        </p:nvGrpSpPr>
        <p:grpSpPr>
          <a:xfrm>
            <a:off x="500380" y="692322"/>
            <a:ext cx="1549400" cy="331285"/>
            <a:chOff x="508000" y="692322"/>
            <a:chExt cx="1742534" cy="372580"/>
          </a:xfrm>
        </p:grpSpPr>
        <p:pic>
          <p:nvPicPr>
            <p:cNvPr id="6" name="MS logo gray - EMF" descr="Microsoft logo, gray text version">
              <a:extLst>
                <a:ext uri="{FF2B5EF4-FFF2-40B4-BE49-F238E27FC236}">
                  <a16:creationId xmlns:a16="http://schemas.microsoft.com/office/drawing/2014/main" id="{57CA07E5-8E9D-00BD-7408-F3245E8E0D0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6756"/>
            <a:stretch/>
          </p:blipFill>
          <p:spPr bwMode="black">
            <a:xfrm>
              <a:off x="508000" y="692322"/>
              <a:ext cx="404421" cy="372580"/>
            </a:xfrm>
            <a:prstGeom prst="rect">
              <a:avLst/>
            </a:prstGeom>
          </p:spPr>
        </p:pic>
        <p:sp>
          <p:nvSpPr>
            <p:cNvPr id="7" name="Freeform: Shape 6">
              <a:extLst>
                <a:ext uri="{FF2B5EF4-FFF2-40B4-BE49-F238E27FC236}">
                  <a16:creationId xmlns:a16="http://schemas.microsoft.com/office/drawing/2014/main" id="{5D95FC42-106B-19E0-E35B-3803B328B943}"/>
                </a:ext>
              </a:extLst>
            </p:cNvPr>
            <p:cNvSpPr/>
            <p:nvPr/>
          </p:nvSpPr>
          <p:spPr>
            <a:xfrm>
              <a:off x="990546" y="749975"/>
              <a:ext cx="1259988" cy="239888"/>
            </a:xfrm>
            <a:custGeom>
              <a:avLst/>
              <a:gdLst/>
              <a:ahLst/>
              <a:cxnLst/>
              <a:rect l="l" t="t" r="r" b="b"/>
              <a:pathLst>
                <a:path w="1259988" h="239888">
                  <a:moveTo>
                    <a:pt x="981777" y="103752"/>
                  </a:moveTo>
                  <a:cubicBezTo>
                    <a:pt x="967862" y="103752"/>
                    <a:pt x="956862" y="108612"/>
                    <a:pt x="948779" y="118332"/>
                  </a:cubicBezTo>
                  <a:cubicBezTo>
                    <a:pt x="940696" y="128052"/>
                    <a:pt x="936654" y="141456"/>
                    <a:pt x="936654" y="158544"/>
                  </a:cubicBezTo>
                  <a:cubicBezTo>
                    <a:pt x="936654" y="175017"/>
                    <a:pt x="940747" y="187986"/>
                    <a:pt x="948933" y="197451"/>
                  </a:cubicBezTo>
                  <a:cubicBezTo>
                    <a:pt x="957118" y="206915"/>
                    <a:pt x="968066" y="211647"/>
                    <a:pt x="981777" y="211647"/>
                  </a:cubicBezTo>
                  <a:cubicBezTo>
                    <a:pt x="995795" y="211647"/>
                    <a:pt x="1006564" y="206992"/>
                    <a:pt x="1014084" y="197681"/>
                  </a:cubicBezTo>
                  <a:cubicBezTo>
                    <a:pt x="1021605" y="188370"/>
                    <a:pt x="1025365" y="175119"/>
                    <a:pt x="1025365" y="157930"/>
                  </a:cubicBezTo>
                  <a:cubicBezTo>
                    <a:pt x="1025365" y="140638"/>
                    <a:pt x="1021605" y="127285"/>
                    <a:pt x="1014084" y="117872"/>
                  </a:cubicBezTo>
                  <a:cubicBezTo>
                    <a:pt x="1006564" y="108458"/>
                    <a:pt x="995795" y="103752"/>
                    <a:pt x="981777" y="103752"/>
                  </a:cubicBezTo>
                  <a:close/>
                  <a:moveTo>
                    <a:pt x="676977" y="103752"/>
                  </a:moveTo>
                  <a:cubicBezTo>
                    <a:pt x="663062" y="103752"/>
                    <a:pt x="652062" y="108612"/>
                    <a:pt x="643979" y="118332"/>
                  </a:cubicBezTo>
                  <a:cubicBezTo>
                    <a:pt x="635896" y="128052"/>
                    <a:pt x="631854" y="141456"/>
                    <a:pt x="631854" y="158544"/>
                  </a:cubicBezTo>
                  <a:cubicBezTo>
                    <a:pt x="631854" y="175017"/>
                    <a:pt x="635947" y="187986"/>
                    <a:pt x="644133" y="197451"/>
                  </a:cubicBezTo>
                  <a:cubicBezTo>
                    <a:pt x="652318" y="206915"/>
                    <a:pt x="663266" y="211647"/>
                    <a:pt x="676977" y="211647"/>
                  </a:cubicBezTo>
                  <a:cubicBezTo>
                    <a:pt x="690995" y="211647"/>
                    <a:pt x="701764" y="206992"/>
                    <a:pt x="709284" y="197681"/>
                  </a:cubicBezTo>
                  <a:cubicBezTo>
                    <a:pt x="716805" y="188370"/>
                    <a:pt x="720565" y="175119"/>
                    <a:pt x="720565" y="157930"/>
                  </a:cubicBezTo>
                  <a:cubicBezTo>
                    <a:pt x="720565" y="140638"/>
                    <a:pt x="716805" y="127285"/>
                    <a:pt x="709284" y="117872"/>
                  </a:cubicBezTo>
                  <a:cubicBezTo>
                    <a:pt x="701764" y="108458"/>
                    <a:pt x="690995" y="103752"/>
                    <a:pt x="676977" y="103752"/>
                  </a:cubicBezTo>
                  <a:close/>
                  <a:moveTo>
                    <a:pt x="281759" y="79042"/>
                  </a:moveTo>
                  <a:lnTo>
                    <a:pt x="317367" y="79042"/>
                  </a:lnTo>
                  <a:lnTo>
                    <a:pt x="317367" y="236204"/>
                  </a:lnTo>
                  <a:lnTo>
                    <a:pt x="281759" y="236204"/>
                  </a:lnTo>
                  <a:close/>
                  <a:moveTo>
                    <a:pt x="577267" y="76279"/>
                  </a:moveTo>
                  <a:cubicBezTo>
                    <a:pt x="583713" y="76279"/>
                    <a:pt x="588624" y="77251"/>
                    <a:pt x="592001" y="79195"/>
                  </a:cubicBezTo>
                  <a:lnTo>
                    <a:pt x="592001" y="112960"/>
                  </a:lnTo>
                  <a:cubicBezTo>
                    <a:pt x="587704" y="109584"/>
                    <a:pt x="581513" y="107896"/>
                    <a:pt x="573430" y="107896"/>
                  </a:cubicBezTo>
                  <a:cubicBezTo>
                    <a:pt x="562891" y="107896"/>
                    <a:pt x="554092" y="112653"/>
                    <a:pt x="547032" y="122169"/>
                  </a:cubicBezTo>
                  <a:cubicBezTo>
                    <a:pt x="539972" y="131685"/>
                    <a:pt x="536442" y="144628"/>
                    <a:pt x="536442" y="160999"/>
                  </a:cubicBezTo>
                  <a:lnTo>
                    <a:pt x="536442" y="236204"/>
                  </a:lnTo>
                  <a:lnTo>
                    <a:pt x="500834" y="236204"/>
                  </a:lnTo>
                  <a:lnTo>
                    <a:pt x="500834" y="79042"/>
                  </a:lnTo>
                  <a:lnTo>
                    <a:pt x="536442" y="79042"/>
                  </a:lnTo>
                  <a:lnTo>
                    <a:pt x="536442" y="111426"/>
                  </a:lnTo>
                  <a:lnTo>
                    <a:pt x="537055" y="111426"/>
                  </a:lnTo>
                  <a:cubicBezTo>
                    <a:pt x="540534" y="100375"/>
                    <a:pt x="545880" y="91755"/>
                    <a:pt x="553094" y="85564"/>
                  </a:cubicBezTo>
                  <a:cubicBezTo>
                    <a:pt x="560308" y="79374"/>
                    <a:pt x="568365" y="76279"/>
                    <a:pt x="577267" y="76279"/>
                  </a:cubicBezTo>
                  <a:close/>
                  <a:moveTo>
                    <a:pt x="983926" y="75358"/>
                  </a:moveTo>
                  <a:cubicBezTo>
                    <a:pt x="1008482" y="75358"/>
                    <a:pt x="1027616" y="82572"/>
                    <a:pt x="1041327" y="96999"/>
                  </a:cubicBezTo>
                  <a:cubicBezTo>
                    <a:pt x="1055038" y="111426"/>
                    <a:pt x="1061893" y="131429"/>
                    <a:pt x="1061893" y="157009"/>
                  </a:cubicBezTo>
                  <a:cubicBezTo>
                    <a:pt x="1061893" y="182077"/>
                    <a:pt x="1054501" y="202157"/>
                    <a:pt x="1039715" y="217249"/>
                  </a:cubicBezTo>
                  <a:cubicBezTo>
                    <a:pt x="1024930" y="232341"/>
                    <a:pt x="1005055" y="239888"/>
                    <a:pt x="980089" y="239888"/>
                  </a:cubicBezTo>
                  <a:cubicBezTo>
                    <a:pt x="955839" y="239888"/>
                    <a:pt x="936475" y="232546"/>
                    <a:pt x="921997" y="217863"/>
                  </a:cubicBezTo>
                  <a:cubicBezTo>
                    <a:pt x="907519" y="203180"/>
                    <a:pt x="900280" y="183714"/>
                    <a:pt x="900280" y="159465"/>
                  </a:cubicBezTo>
                  <a:cubicBezTo>
                    <a:pt x="900280" y="133066"/>
                    <a:pt x="907826" y="112449"/>
                    <a:pt x="922918" y="97613"/>
                  </a:cubicBezTo>
                  <a:cubicBezTo>
                    <a:pt x="938010" y="82776"/>
                    <a:pt x="958346" y="75358"/>
                    <a:pt x="983926" y="75358"/>
                  </a:cubicBezTo>
                  <a:close/>
                  <a:moveTo>
                    <a:pt x="841069" y="75358"/>
                  </a:moveTo>
                  <a:cubicBezTo>
                    <a:pt x="855599" y="75358"/>
                    <a:pt x="868593" y="77558"/>
                    <a:pt x="880053" y="81958"/>
                  </a:cubicBezTo>
                  <a:lnTo>
                    <a:pt x="880053" y="113114"/>
                  </a:lnTo>
                  <a:cubicBezTo>
                    <a:pt x="869003" y="105542"/>
                    <a:pt x="856315" y="101756"/>
                    <a:pt x="841990" y="101756"/>
                  </a:cubicBezTo>
                  <a:cubicBezTo>
                    <a:pt x="837488" y="101756"/>
                    <a:pt x="833421" y="102217"/>
                    <a:pt x="829789" y="103138"/>
                  </a:cubicBezTo>
                  <a:cubicBezTo>
                    <a:pt x="826156" y="104059"/>
                    <a:pt x="823061" y="105338"/>
                    <a:pt x="820503" y="106975"/>
                  </a:cubicBezTo>
                  <a:cubicBezTo>
                    <a:pt x="817945" y="108612"/>
                    <a:pt x="815950" y="110581"/>
                    <a:pt x="814518" y="112884"/>
                  </a:cubicBezTo>
                  <a:cubicBezTo>
                    <a:pt x="813085" y="115186"/>
                    <a:pt x="812369" y="117718"/>
                    <a:pt x="812369" y="120481"/>
                  </a:cubicBezTo>
                  <a:cubicBezTo>
                    <a:pt x="812369" y="123857"/>
                    <a:pt x="813085" y="126722"/>
                    <a:pt x="814518" y="129076"/>
                  </a:cubicBezTo>
                  <a:cubicBezTo>
                    <a:pt x="815950" y="131429"/>
                    <a:pt x="818073" y="133501"/>
                    <a:pt x="820887" y="135292"/>
                  </a:cubicBezTo>
                  <a:cubicBezTo>
                    <a:pt x="823701" y="137082"/>
                    <a:pt x="827077" y="138719"/>
                    <a:pt x="831017" y="140203"/>
                  </a:cubicBezTo>
                  <a:cubicBezTo>
                    <a:pt x="834956" y="141687"/>
                    <a:pt x="839484" y="143298"/>
                    <a:pt x="844599" y="145038"/>
                  </a:cubicBezTo>
                  <a:cubicBezTo>
                    <a:pt x="851353" y="147800"/>
                    <a:pt x="857415" y="150614"/>
                    <a:pt x="862787" y="153479"/>
                  </a:cubicBezTo>
                  <a:cubicBezTo>
                    <a:pt x="868158" y="156344"/>
                    <a:pt x="872737" y="159592"/>
                    <a:pt x="876523" y="163225"/>
                  </a:cubicBezTo>
                  <a:cubicBezTo>
                    <a:pt x="880309" y="166857"/>
                    <a:pt x="883225" y="171052"/>
                    <a:pt x="885271" y="175810"/>
                  </a:cubicBezTo>
                  <a:cubicBezTo>
                    <a:pt x="887318" y="180568"/>
                    <a:pt x="888341" y="186221"/>
                    <a:pt x="888341" y="192769"/>
                  </a:cubicBezTo>
                  <a:cubicBezTo>
                    <a:pt x="888341" y="200750"/>
                    <a:pt x="886499" y="207708"/>
                    <a:pt x="882816" y="213643"/>
                  </a:cubicBezTo>
                  <a:cubicBezTo>
                    <a:pt x="879132" y="219577"/>
                    <a:pt x="874221" y="224488"/>
                    <a:pt x="868082" y="228377"/>
                  </a:cubicBezTo>
                  <a:cubicBezTo>
                    <a:pt x="861943" y="232265"/>
                    <a:pt x="854857" y="235155"/>
                    <a:pt x="846825" y="237048"/>
                  </a:cubicBezTo>
                  <a:cubicBezTo>
                    <a:pt x="838793" y="238941"/>
                    <a:pt x="830326" y="239888"/>
                    <a:pt x="821424" y="239888"/>
                  </a:cubicBezTo>
                  <a:cubicBezTo>
                    <a:pt x="804234" y="239888"/>
                    <a:pt x="789347" y="237023"/>
                    <a:pt x="776762" y="231293"/>
                  </a:cubicBezTo>
                  <a:lnTo>
                    <a:pt x="776762" y="198295"/>
                  </a:lnTo>
                  <a:cubicBezTo>
                    <a:pt x="790063" y="208424"/>
                    <a:pt x="804746" y="213489"/>
                    <a:pt x="820810" y="213489"/>
                  </a:cubicBezTo>
                  <a:cubicBezTo>
                    <a:pt x="842297" y="213489"/>
                    <a:pt x="853041" y="207145"/>
                    <a:pt x="853041" y="194458"/>
                  </a:cubicBezTo>
                  <a:cubicBezTo>
                    <a:pt x="853041" y="190877"/>
                    <a:pt x="852120" y="187833"/>
                    <a:pt x="850278" y="185326"/>
                  </a:cubicBezTo>
                  <a:cubicBezTo>
                    <a:pt x="848436" y="182819"/>
                    <a:pt x="845955" y="180593"/>
                    <a:pt x="842834" y="178649"/>
                  </a:cubicBezTo>
                  <a:cubicBezTo>
                    <a:pt x="839714" y="176705"/>
                    <a:pt x="836030" y="174966"/>
                    <a:pt x="831784" y="173431"/>
                  </a:cubicBezTo>
                  <a:cubicBezTo>
                    <a:pt x="827538" y="171896"/>
                    <a:pt x="822805" y="170157"/>
                    <a:pt x="817587" y="168213"/>
                  </a:cubicBezTo>
                  <a:cubicBezTo>
                    <a:pt x="811141" y="165655"/>
                    <a:pt x="805334" y="162943"/>
                    <a:pt x="800167" y="160078"/>
                  </a:cubicBezTo>
                  <a:cubicBezTo>
                    <a:pt x="795000" y="157214"/>
                    <a:pt x="790703" y="153965"/>
                    <a:pt x="787275" y="150333"/>
                  </a:cubicBezTo>
                  <a:cubicBezTo>
                    <a:pt x="783847" y="146700"/>
                    <a:pt x="781264" y="142582"/>
                    <a:pt x="779524" y="137977"/>
                  </a:cubicBezTo>
                  <a:cubicBezTo>
                    <a:pt x="777785" y="133373"/>
                    <a:pt x="776915" y="128001"/>
                    <a:pt x="776915" y="121862"/>
                  </a:cubicBezTo>
                  <a:cubicBezTo>
                    <a:pt x="776915" y="114291"/>
                    <a:pt x="778706" y="107614"/>
                    <a:pt x="782287" y="101833"/>
                  </a:cubicBezTo>
                  <a:cubicBezTo>
                    <a:pt x="785868" y="96052"/>
                    <a:pt x="790677" y="91192"/>
                    <a:pt x="796714" y="87253"/>
                  </a:cubicBezTo>
                  <a:cubicBezTo>
                    <a:pt x="802751" y="83313"/>
                    <a:pt x="809606" y="80346"/>
                    <a:pt x="817280" y="78351"/>
                  </a:cubicBezTo>
                  <a:cubicBezTo>
                    <a:pt x="824954" y="76356"/>
                    <a:pt x="832884" y="75358"/>
                    <a:pt x="841069" y="75358"/>
                  </a:cubicBezTo>
                  <a:close/>
                  <a:moveTo>
                    <a:pt x="679126" y="75358"/>
                  </a:moveTo>
                  <a:cubicBezTo>
                    <a:pt x="703682" y="75358"/>
                    <a:pt x="722816" y="82572"/>
                    <a:pt x="736527" y="96999"/>
                  </a:cubicBezTo>
                  <a:cubicBezTo>
                    <a:pt x="750238" y="111426"/>
                    <a:pt x="757093" y="131429"/>
                    <a:pt x="757093" y="157009"/>
                  </a:cubicBezTo>
                  <a:cubicBezTo>
                    <a:pt x="757093" y="182077"/>
                    <a:pt x="749701" y="202157"/>
                    <a:pt x="734915" y="217249"/>
                  </a:cubicBezTo>
                  <a:cubicBezTo>
                    <a:pt x="720130" y="232341"/>
                    <a:pt x="700255" y="239888"/>
                    <a:pt x="675289" y="239888"/>
                  </a:cubicBezTo>
                  <a:cubicBezTo>
                    <a:pt x="651039" y="239888"/>
                    <a:pt x="631675" y="232546"/>
                    <a:pt x="617197" y="217863"/>
                  </a:cubicBezTo>
                  <a:cubicBezTo>
                    <a:pt x="602719" y="203180"/>
                    <a:pt x="595480" y="183714"/>
                    <a:pt x="595480" y="159465"/>
                  </a:cubicBezTo>
                  <a:cubicBezTo>
                    <a:pt x="595480" y="133066"/>
                    <a:pt x="603026" y="112449"/>
                    <a:pt x="618118" y="97613"/>
                  </a:cubicBezTo>
                  <a:cubicBezTo>
                    <a:pt x="633210" y="82776"/>
                    <a:pt x="653546" y="75358"/>
                    <a:pt x="679126" y="75358"/>
                  </a:cubicBezTo>
                  <a:close/>
                  <a:moveTo>
                    <a:pt x="432704" y="75358"/>
                  </a:moveTo>
                  <a:cubicBezTo>
                    <a:pt x="447028" y="75358"/>
                    <a:pt x="459665" y="77865"/>
                    <a:pt x="470613" y="82879"/>
                  </a:cubicBezTo>
                  <a:lnTo>
                    <a:pt x="470613" y="116030"/>
                  </a:lnTo>
                  <a:cubicBezTo>
                    <a:pt x="459665" y="107844"/>
                    <a:pt x="448000" y="103752"/>
                    <a:pt x="435620" y="103752"/>
                  </a:cubicBezTo>
                  <a:cubicBezTo>
                    <a:pt x="420579" y="103752"/>
                    <a:pt x="408249" y="108842"/>
                    <a:pt x="398631" y="119023"/>
                  </a:cubicBezTo>
                  <a:cubicBezTo>
                    <a:pt x="389013" y="129204"/>
                    <a:pt x="384204" y="142531"/>
                    <a:pt x="384204" y="159004"/>
                  </a:cubicBezTo>
                  <a:cubicBezTo>
                    <a:pt x="384204" y="175273"/>
                    <a:pt x="388732" y="188114"/>
                    <a:pt x="397787" y="197527"/>
                  </a:cubicBezTo>
                  <a:cubicBezTo>
                    <a:pt x="406842" y="206941"/>
                    <a:pt x="418993" y="211647"/>
                    <a:pt x="434239" y="211647"/>
                  </a:cubicBezTo>
                  <a:cubicBezTo>
                    <a:pt x="447028" y="211647"/>
                    <a:pt x="459102" y="207094"/>
                    <a:pt x="470460" y="197988"/>
                  </a:cubicBezTo>
                  <a:lnTo>
                    <a:pt x="470460" y="228991"/>
                  </a:lnTo>
                  <a:cubicBezTo>
                    <a:pt x="457874" y="236255"/>
                    <a:pt x="442987" y="239888"/>
                    <a:pt x="425797" y="239888"/>
                  </a:cubicBezTo>
                  <a:cubicBezTo>
                    <a:pt x="402468" y="239888"/>
                    <a:pt x="383642" y="232597"/>
                    <a:pt x="369317" y="218017"/>
                  </a:cubicBezTo>
                  <a:cubicBezTo>
                    <a:pt x="354992" y="203436"/>
                    <a:pt x="347830" y="184533"/>
                    <a:pt x="347830" y="161306"/>
                  </a:cubicBezTo>
                  <a:cubicBezTo>
                    <a:pt x="347830" y="135419"/>
                    <a:pt x="355529" y="114623"/>
                    <a:pt x="370928" y="98917"/>
                  </a:cubicBezTo>
                  <a:cubicBezTo>
                    <a:pt x="386327" y="83211"/>
                    <a:pt x="406919" y="75358"/>
                    <a:pt x="432704" y="7535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79"/>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2"/>
                  </a:cubicBezTo>
                  <a:lnTo>
                    <a:pt x="33765" y="236204"/>
                  </a:lnTo>
                  <a:lnTo>
                    <a:pt x="0" y="236204"/>
                  </a:lnTo>
                  <a:close/>
                  <a:moveTo>
                    <a:pt x="299716" y="5525"/>
                  </a:moveTo>
                  <a:cubicBezTo>
                    <a:pt x="305753" y="5525"/>
                    <a:pt x="310869" y="7469"/>
                    <a:pt x="315064" y="11357"/>
                  </a:cubicBezTo>
                  <a:cubicBezTo>
                    <a:pt x="319259" y="15245"/>
                    <a:pt x="321357" y="20106"/>
                    <a:pt x="321357" y="25938"/>
                  </a:cubicBezTo>
                  <a:cubicBezTo>
                    <a:pt x="321357" y="31463"/>
                    <a:pt x="319259" y="36195"/>
                    <a:pt x="315064" y="40135"/>
                  </a:cubicBezTo>
                  <a:cubicBezTo>
                    <a:pt x="310869" y="44074"/>
                    <a:pt x="305753" y="46044"/>
                    <a:pt x="299716" y="46044"/>
                  </a:cubicBezTo>
                  <a:cubicBezTo>
                    <a:pt x="293884" y="46044"/>
                    <a:pt x="288896" y="44151"/>
                    <a:pt x="284752" y="40365"/>
                  </a:cubicBezTo>
                  <a:cubicBezTo>
                    <a:pt x="280608" y="36579"/>
                    <a:pt x="278536" y="31770"/>
                    <a:pt x="278536" y="25938"/>
                  </a:cubicBezTo>
                  <a:cubicBezTo>
                    <a:pt x="278536" y="20106"/>
                    <a:pt x="280608" y="15245"/>
                    <a:pt x="284752" y="11357"/>
                  </a:cubicBezTo>
                  <a:cubicBezTo>
                    <a:pt x="288896" y="7469"/>
                    <a:pt x="293884" y="5525"/>
                    <a:pt x="299716" y="5525"/>
                  </a:cubicBezTo>
                  <a:close/>
                  <a:moveTo>
                    <a:pt x="1149851" y="0"/>
                  </a:moveTo>
                  <a:cubicBezTo>
                    <a:pt x="1158650" y="0"/>
                    <a:pt x="1165608" y="972"/>
                    <a:pt x="1170724" y="2916"/>
                  </a:cubicBezTo>
                  <a:lnTo>
                    <a:pt x="1170724" y="32537"/>
                  </a:lnTo>
                  <a:cubicBezTo>
                    <a:pt x="1165915" y="29775"/>
                    <a:pt x="1160441" y="28393"/>
                    <a:pt x="1154302" y="28393"/>
                  </a:cubicBezTo>
                  <a:cubicBezTo>
                    <a:pt x="1137010" y="28393"/>
                    <a:pt x="1128364" y="38165"/>
                    <a:pt x="1128364" y="57708"/>
                  </a:cubicBezTo>
                  <a:lnTo>
                    <a:pt x="1128364" y="79042"/>
                  </a:lnTo>
                  <a:lnTo>
                    <a:pt x="1160534" y="79042"/>
                  </a:lnTo>
                  <a:lnTo>
                    <a:pt x="1164892" y="79042"/>
                  </a:lnTo>
                  <a:lnTo>
                    <a:pt x="1186779" y="79042"/>
                  </a:lnTo>
                  <a:lnTo>
                    <a:pt x="1186779" y="42667"/>
                  </a:lnTo>
                  <a:lnTo>
                    <a:pt x="1222386" y="32537"/>
                  </a:lnTo>
                  <a:lnTo>
                    <a:pt x="1222386" y="79042"/>
                  </a:lnTo>
                  <a:lnTo>
                    <a:pt x="1259988" y="79042"/>
                  </a:lnTo>
                  <a:lnTo>
                    <a:pt x="1259988" y="106975"/>
                  </a:lnTo>
                  <a:lnTo>
                    <a:pt x="1222386" y="106975"/>
                  </a:lnTo>
                  <a:lnTo>
                    <a:pt x="1222386" y="185556"/>
                  </a:lnTo>
                  <a:cubicBezTo>
                    <a:pt x="1222386" y="194867"/>
                    <a:pt x="1224074" y="201518"/>
                    <a:pt x="1227451" y="205508"/>
                  </a:cubicBezTo>
                  <a:cubicBezTo>
                    <a:pt x="1230827" y="209499"/>
                    <a:pt x="1236455" y="211494"/>
                    <a:pt x="1244333" y="211494"/>
                  </a:cubicBezTo>
                  <a:cubicBezTo>
                    <a:pt x="1250370" y="211494"/>
                    <a:pt x="1255589" y="209754"/>
                    <a:pt x="1259988" y="206276"/>
                  </a:cubicBezTo>
                  <a:lnTo>
                    <a:pt x="1259988" y="234516"/>
                  </a:lnTo>
                  <a:cubicBezTo>
                    <a:pt x="1253031" y="237995"/>
                    <a:pt x="1243873" y="239734"/>
                    <a:pt x="1232515" y="239734"/>
                  </a:cubicBezTo>
                  <a:cubicBezTo>
                    <a:pt x="1202024" y="239734"/>
                    <a:pt x="1186779" y="225102"/>
                    <a:pt x="1186779" y="195839"/>
                  </a:cubicBezTo>
                  <a:lnTo>
                    <a:pt x="1186779" y="106975"/>
                  </a:lnTo>
                  <a:lnTo>
                    <a:pt x="1164892" y="106975"/>
                  </a:lnTo>
                  <a:lnTo>
                    <a:pt x="1160534" y="106975"/>
                  </a:lnTo>
                  <a:lnTo>
                    <a:pt x="1128517" y="106975"/>
                  </a:lnTo>
                  <a:lnTo>
                    <a:pt x="1128517" y="236204"/>
                  </a:lnTo>
                  <a:lnTo>
                    <a:pt x="1092910" y="236204"/>
                  </a:lnTo>
                  <a:lnTo>
                    <a:pt x="1092910" y="106975"/>
                  </a:lnTo>
                  <a:lnTo>
                    <a:pt x="1066051" y="106975"/>
                  </a:lnTo>
                  <a:lnTo>
                    <a:pt x="1066051" y="79042"/>
                  </a:lnTo>
                  <a:lnTo>
                    <a:pt x="1092910" y="79042"/>
                  </a:lnTo>
                  <a:lnTo>
                    <a:pt x="1092910" y="53564"/>
                  </a:lnTo>
                  <a:cubicBezTo>
                    <a:pt x="1092910" y="36988"/>
                    <a:pt x="1098333" y="23917"/>
                    <a:pt x="1109179" y="14350"/>
                  </a:cubicBezTo>
                  <a:cubicBezTo>
                    <a:pt x="1120025" y="4783"/>
                    <a:pt x="1133582" y="0"/>
                    <a:pt x="1149851"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Title 15">
            <a:extLst>
              <a:ext uri="{FF2B5EF4-FFF2-40B4-BE49-F238E27FC236}">
                <a16:creationId xmlns:a16="http://schemas.microsoft.com/office/drawing/2014/main" id="{75D6AF87-1434-C2B6-0E65-E273393E9249}"/>
              </a:ext>
            </a:extLst>
          </p:cNvPr>
          <p:cNvSpPr>
            <a:spLocks noGrp="1"/>
          </p:cNvSpPr>
          <p:nvPr>
            <p:ph type="title"/>
          </p:nvPr>
        </p:nvSpPr>
        <p:spPr>
          <a:xfrm>
            <a:off x="379021" y="2811645"/>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10" name="Text Placeholder 23">
            <a:extLst>
              <a:ext uri="{FF2B5EF4-FFF2-40B4-BE49-F238E27FC236}">
                <a16:creationId xmlns:a16="http://schemas.microsoft.com/office/drawing/2014/main" id="{370DEDA7-8EE8-1112-20E5-FA2CDB772C12}"/>
              </a:ext>
            </a:extLst>
          </p:cNvPr>
          <p:cNvSpPr>
            <a:spLocks noGrp="1"/>
          </p:cNvSpPr>
          <p:nvPr>
            <p:ph type="body" sz="quarter" idx="10"/>
          </p:nvPr>
        </p:nvSpPr>
        <p:spPr>
          <a:xfrm>
            <a:off x="399778" y="3846332"/>
            <a:ext cx="6823075" cy="454517"/>
          </a:xfrm>
        </p:spPr>
        <p:txBody>
          <a:bodyPr/>
          <a:lstStyle>
            <a:lvl1pPr marL="0" indent="0">
              <a:buNone/>
              <a:defRPr/>
            </a:lvl1pPr>
          </a:lstStyle>
          <a:p>
            <a:pPr lvl="0"/>
            <a:r>
              <a:rPr lang="en-US"/>
              <a:t>Click to edit Master text styles</a:t>
            </a:r>
          </a:p>
        </p:txBody>
      </p:sp>
      <p:grpSp>
        <p:nvGrpSpPr>
          <p:cNvPr id="11" name="Group 10">
            <a:extLst>
              <a:ext uri="{FF2B5EF4-FFF2-40B4-BE49-F238E27FC236}">
                <a16:creationId xmlns:a16="http://schemas.microsoft.com/office/drawing/2014/main" id="{EA727BF0-05C5-E783-1FA3-E34ADE78C90E}"/>
              </a:ext>
            </a:extLst>
          </p:cNvPr>
          <p:cNvGrpSpPr/>
          <p:nvPr/>
        </p:nvGrpSpPr>
        <p:grpSpPr>
          <a:xfrm>
            <a:off x="8694674" y="636943"/>
            <a:ext cx="2996945" cy="427721"/>
            <a:chOff x="8694674" y="636943"/>
            <a:chExt cx="2996945" cy="427721"/>
          </a:xfrm>
        </p:grpSpPr>
        <p:sp>
          <p:nvSpPr>
            <p:cNvPr id="16" name="Freeform: Shape 15">
              <a:extLst>
                <a:ext uri="{FF2B5EF4-FFF2-40B4-BE49-F238E27FC236}">
                  <a16:creationId xmlns:a16="http://schemas.microsoft.com/office/drawing/2014/main" id="{390B6F5F-B474-F6D1-DB87-339220473810}"/>
                </a:ext>
              </a:extLst>
            </p:cNvPr>
            <p:cNvSpPr/>
            <p:nvPr/>
          </p:nvSpPr>
          <p:spPr>
            <a:xfrm>
              <a:off x="9225722" y="759293"/>
              <a:ext cx="2465897" cy="241807"/>
            </a:xfrm>
            <a:custGeom>
              <a:avLst/>
              <a:gdLst/>
              <a:ahLst/>
              <a:cxnLst/>
              <a:rect l="l" t="t" r="r" b="b"/>
              <a:pathLst>
                <a:path w="3145938" h="308493">
                  <a:moveTo>
                    <a:pt x="1730876" y="125853"/>
                  </a:moveTo>
                  <a:cubicBezTo>
                    <a:pt x="1724737" y="125853"/>
                    <a:pt x="1719339" y="126953"/>
                    <a:pt x="1714684" y="129153"/>
                  </a:cubicBezTo>
                  <a:cubicBezTo>
                    <a:pt x="1710028" y="131352"/>
                    <a:pt x="1706114" y="134243"/>
                    <a:pt x="1702943" y="137824"/>
                  </a:cubicBezTo>
                  <a:cubicBezTo>
                    <a:pt x="1699771" y="141405"/>
                    <a:pt x="1697392" y="145498"/>
                    <a:pt x="1695806" y="150102"/>
                  </a:cubicBezTo>
                  <a:cubicBezTo>
                    <a:pt x="1694220" y="154707"/>
                    <a:pt x="1693427" y="159413"/>
                    <a:pt x="1693427" y="164222"/>
                  </a:cubicBezTo>
                  <a:cubicBezTo>
                    <a:pt x="1693427" y="169441"/>
                    <a:pt x="1694169" y="174787"/>
                    <a:pt x="1695652" y="180261"/>
                  </a:cubicBezTo>
                  <a:cubicBezTo>
                    <a:pt x="1697136" y="185735"/>
                    <a:pt x="1699413" y="190723"/>
                    <a:pt x="1702482" y="195225"/>
                  </a:cubicBezTo>
                  <a:cubicBezTo>
                    <a:pt x="1705552" y="199727"/>
                    <a:pt x="1709465" y="203436"/>
                    <a:pt x="1714223" y="206352"/>
                  </a:cubicBezTo>
                  <a:cubicBezTo>
                    <a:pt x="1718981" y="209269"/>
                    <a:pt x="1724634" y="210727"/>
                    <a:pt x="1731183" y="210727"/>
                  </a:cubicBezTo>
                  <a:cubicBezTo>
                    <a:pt x="1737015" y="210727"/>
                    <a:pt x="1742182" y="209652"/>
                    <a:pt x="1746684" y="207504"/>
                  </a:cubicBezTo>
                  <a:cubicBezTo>
                    <a:pt x="1751186" y="205355"/>
                    <a:pt x="1754946" y="202388"/>
                    <a:pt x="1757965" y="198602"/>
                  </a:cubicBezTo>
                  <a:cubicBezTo>
                    <a:pt x="1760983" y="194816"/>
                    <a:pt x="1763285" y="190339"/>
                    <a:pt x="1764871" y="185172"/>
                  </a:cubicBezTo>
                  <a:cubicBezTo>
                    <a:pt x="1766457" y="180005"/>
                    <a:pt x="1767250" y="174403"/>
                    <a:pt x="1767250" y="168366"/>
                  </a:cubicBezTo>
                  <a:cubicBezTo>
                    <a:pt x="1767250" y="162023"/>
                    <a:pt x="1766508" y="156242"/>
                    <a:pt x="1765025" y="151023"/>
                  </a:cubicBezTo>
                  <a:cubicBezTo>
                    <a:pt x="1763541" y="145805"/>
                    <a:pt x="1761290" y="141329"/>
                    <a:pt x="1758272" y="137594"/>
                  </a:cubicBezTo>
                  <a:cubicBezTo>
                    <a:pt x="1755253" y="133859"/>
                    <a:pt x="1751468" y="130969"/>
                    <a:pt x="1746914" y="128922"/>
                  </a:cubicBezTo>
                  <a:cubicBezTo>
                    <a:pt x="1742361" y="126876"/>
                    <a:pt x="1737015" y="125853"/>
                    <a:pt x="1730876" y="125853"/>
                  </a:cubicBezTo>
                  <a:close/>
                  <a:moveTo>
                    <a:pt x="2943927" y="103752"/>
                  </a:moveTo>
                  <a:cubicBezTo>
                    <a:pt x="2930012" y="103752"/>
                    <a:pt x="2919012" y="108612"/>
                    <a:pt x="2910929" y="118332"/>
                  </a:cubicBezTo>
                  <a:cubicBezTo>
                    <a:pt x="2902846" y="128053"/>
                    <a:pt x="2898804" y="141456"/>
                    <a:pt x="2898804" y="158544"/>
                  </a:cubicBezTo>
                  <a:cubicBezTo>
                    <a:pt x="2898804" y="175017"/>
                    <a:pt x="2902897" y="187986"/>
                    <a:pt x="2911083" y="197451"/>
                  </a:cubicBezTo>
                  <a:cubicBezTo>
                    <a:pt x="2919268" y="206915"/>
                    <a:pt x="2930216" y="211647"/>
                    <a:pt x="2943927" y="211647"/>
                  </a:cubicBezTo>
                  <a:cubicBezTo>
                    <a:pt x="2957945" y="211647"/>
                    <a:pt x="2968714" y="206992"/>
                    <a:pt x="2976235" y="197681"/>
                  </a:cubicBezTo>
                  <a:cubicBezTo>
                    <a:pt x="2983755" y="188370"/>
                    <a:pt x="2987515" y="175119"/>
                    <a:pt x="2987515" y="157930"/>
                  </a:cubicBezTo>
                  <a:cubicBezTo>
                    <a:pt x="2987515" y="140638"/>
                    <a:pt x="2983755" y="127285"/>
                    <a:pt x="2976235" y="117872"/>
                  </a:cubicBezTo>
                  <a:cubicBezTo>
                    <a:pt x="2968714" y="108458"/>
                    <a:pt x="2957945" y="103752"/>
                    <a:pt x="2943927" y="103752"/>
                  </a:cubicBezTo>
                  <a:close/>
                  <a:moveTo>
                    <a:pt x="2588116" y="103752"/>
                  </a:moveTo>
                  <a:cubicBezTo>
                    <a:pt x="2575429" y="103752"/>
                    <a:pt x="2565222" y="108254"/>
                    <a:pt x="2557497" y="117258"/>
                  </a:cubicBezTo>
                  <a:cubicBezTo>
                    <a:pt x="2549772" y="126262"/>
                    <a:pt x="2545910" y="137517"/>
                    <a:pt x="2545910" y="151023"/>
                  </a:cubicBezTo>
                  <a:lnTo>
                    <a:pt x="2545910" y="170515"/>
                  </a:lnTo>
                  <a:cubicBezTo>
                    <a:pt x="2545910" y="181975"/>
                    <a:pt x="2549568" y="191695"/>
                    <a:pt x="2556883" y="199676"/>
                  </a:cubicBezTo>
                  <a:cubicBezTo>
                    <a:pt x="2564199" y="207657"/>
                    <a:pt x="2573485" y="211647"/>
                    <a:pt x="2584740" y="211647"/>
                  </a:cubicBezTo>
                  <a:cubicBezTo>
                    <a:pt x="2597939" y="211647"/>
                    <a:pt x="2608299" y="206506"/>
                    <a:pt x="2615819" y="196223"/>
                  </a:cubicBezTo>
                  <a:cubicBezTo>
                    <a:pt x="2623340" y="185940"/>
                    <a:pt x="2627100" y="171589"/>
                    <a:pt x="2627100" y="153172"/>
                  </a:cubicBezTo>
                  <a:cubicBezTo>
                    <a:pt x="2627100" y="137722"/>
                    <a:pt x="2623596" y="125623"/>
                    <a:pt x="2616587" y="116874"/>
                  </a:cubicBezTo>
                  <a:cubicBezTo>
                    <a:pt x="2609578" y="108126"/>
                    <a:pt x="2600088" y="103752"/>
                    <a:pt x="2588116" y="103752"/>
                  </a:cubicBezTo>
                  <a:close/>
                  <a:moveTo>
                    <a:pt x="2391477" y="103752"/>
                  </a:moveTo>
                  <a:cubicBezTo>
                    <a:pt x="2377562" y="103752"/>
                    <a:pt x="2366562" y="108612"/>
                    <a:pt x="2358479" y="118332"/>
                  </a:cubicBezTo>
                  <a:cubicBezTo>
                    <a:pt x="2350396" y="128053"/>
                    <a:pt x="2346354" y="141456"/>
                    <a:pt x="2346354" y="158544"/>
                  </a:cubicBezTo>
                  <a:cubicBezTo>
                    <a:pt x="2346354" y="175017"/>
                    <a:pt x="2350447" y="187986"/>
                    <a:pt x="2358633" y="197451"/>
                  </a:cubicBezTo>
                  <a:cubicBezTo>
                    <a:pt x="2366818" y="206915"/>
                    <a:pt x="2377766" y="211647"/>
                    <a:pt x="2391477" y="211647"/>
                  </a:cubicBezTo>
                  <a:cubicBezTo>
                    <a:pt x="2405495" y="211647"/>
                    <a:pt x="2416264" y="206992"/>
                    <a:pt x="2423785" y="197681"/>
                  </a:cubicBezTo>
                  <a:cubicBezTo>
                    <a:pt x="2431305" y="188370"/>
                    <a:pt x="2435065" y="175119"/>
                    <a:pt x="2435065" y="157930"/>
                  </a:cubicBezTo>
                  <a:cubicBezTo>
                    <a:pt x="2435065" y="140638"/>
                    <a:pt x="2431305" y="127285"/>
                    <a:pt x="2423785" y="117872"/>
                  </a:cubicBezTo>
                  <a:cubicBezTo>
                    <a:pt x="2416264" y="108458"/>
                    <a:pt x="2405495" y="103752"/>
                    <a:pt x="2391477" y="103752"/>
                  </a:cubicBezTo>
                  <a:close/>
                  <a:moveTo>
                    <a:pt x="1038927" y="103752"/>
                  </a:moveTo>
                  <a:cubicBezTo>
                    <a:pt x="1025012" y="103752"/>
                    <a:pt x="1014013" y="108612"/>
                    <a:pt x="1005929" y="118332"/>
                  </a:cubicBezTo>
                  <a:cubicBezTo>
                    <a:pt x="997846" y="128053"/>
                    <a:pt x="993804" y="141456"/>
                    <a:pt x="993804" y="158544"/>
                  </a:cubicBezTo>
                  <a:cubicBezTo>
                    <a:pt x="993804" y="175017"/>
                    <a:pt x="997897" y="187986"/>
                    <a:pt x="1006083" y="197451"/>
                  </a:cubicBezTo>
                  <a:cubicBezTo>
                    <a:pt x="1014268" y="206915"/>
                    <a:pt x="1025217" y="211647"/>
                    <a:pt x="1038927" y="211647"/>
                  </a:cubicBezTo>
                  <a:cubicBezTo>
                    <a:pt x="1052945" y="211647"/>
                    <a:pt x="1063714" y="206992"/>
                    <a:pt x="1071235" y="197681"/>
                  </a:cubicBezTo>
                  <a:cubicBezTo>
                    <a:pt x="1078755" y="188370"/>
                    <a:pt x="1082515" y="175119"/>
                    <a:pt x="1082515" y="157930"/>
                  </a:cubicBezTo>
                  <a:cubicBezTo>
                    <a:pt x="1082515" y="140638"/>
                    <a:pt x="1078755" y="127285"/>
                    <a:pt x="1071235" y="117872"/>
                  </a:cubicBezTo>
                  <a:cubicBezTo>
                    <a:pt x="1063714" y="108458"/>
                    <a:pt x="1052945" y="103752"/>
                    <a:pt x="1038927" y="103752"/>
                  </a:cubicBezTo>
                  <a:close/>
                  <a:moveTo>
                    <a:pt x="715077" y="103752"/>
                  </a:moveTo>
                  <a:cubicBezTo>
                    <a:pt x="701162" y="103752"/>
                    <a:pt x="690162" y="108612"/>
                    <a:pt x="682079" y="118332"/>
                  </a:cubicBezTo>
                  <a:cubicBezTo>
                    <a:pt x="673996" y="128053"/>
                    <a:pt x="669954" y="141456"/>
                    <a:pt x="669954" y="158544"/>
                  </a:cubicBezTo>
                  <a:cubicBezTo>
                    <a:pt x="669954" y="175017"/>
                    <a:pt x="674047" y="187986"/>
                    <a:pt x="682233" y="197451"/>
                  </a:cubicBezTo>
                  <a:cubicBezTo>
                    <a:pt x="690418" y="206915"/>
                    <a:pt x="701366" y="211647"/>
                    <a:pt x="715077" y="211647"/>
                  </a:cubicBezTo>
                  <a:cubicBezTo>
                    <a:pt x="729095" y="211647"/>
                    <a:pt x="739864" y="206992"/>
                    <a:pt x="747385" y="197681"/>
                  </a:cubicBezTo>
                  <a:cubicBezTo>
                    <a:pt x="754905" y="188370"/>
                    <a:pt x="758665" y="175119"/>
                    <a:pt x="758665" y="157930"/>
                  </a:cubicBezTo>
                  <a:cubicBezTo>
                    <a:pt x="758665" y="140638"/>
                    <a:pt x="754905" y="127285"/>
                    <a:pt x="747385" y="117872"/>
                  </a:cubicBezTo>
                  <a:cubicBezTo>
                    <a:pt x="739864" y="108458"/>
                    <a:pt x="729095" y="103752"/>
                    <a:pt x="715077" y="103752"/>
                  </a:cubicBezTo>
                  <a:close/>
                  <a:moveTo>
                    <a:pt x="2701110" y="79042"/>
                  </a:moveTo>
                  <a:lnTo>
                    <a:pt x="2736717" y="79042"/>
                  </a:lnTo>
                  <a:lnTo>
                    <a:pt x="2736717" y="236204"/>
                  </a:lnTo>
                  <a:lnTo>
                    <a:pt x="2701110" y="236204"/>
                  </a:lnTo>
                  <a:close/>
                  <a:moveTo>
                    <a:pt x="291284" y="79042"/>
                  </a:moveTo>
                  <a:lnTo>
                    <a:pt x="326892" y="79042"/>
                  </a:lnTo>
                  <a:lnTo>
                    <a:pt x="326892" y="236204"/>
                  </a:lnTo>
                  <a:lnTo>
                    <a:pt x="291284" y="236204"/>
                  </a:lnTo>
                  <a:close/>
                  <a:moveTo>
                    <a:pt x="605842" y="76279"/>
                  </a:moveTo>
                  <a:cubicBezTo>
                    <a:pt x="612288" y="76279"/>
                    <a:pt x="617200" y="77251"/>
                    <a:pt x="620576" y="79195"/>
                  </a:cubicBezTo>
                  <a:lnTo>
                    <a:pt x="620576" y="112961"/>
                  </a:lnTo>
                  <a:cubicBezTo>
                    <a:pt x="616279" y="109584"/>
                    <a:pt x="610088" y="107896"/>
                    <a:pt x="602005" y="107896"/>
                  </a:cubicBezTo>
                  <a:cubicBezTo>
                    <a:pt x="591466" y="107896"/>
                    <a:pt x="582667" y="112654"/>
                    <a:pt x="575607" y="122169"/>
                  </a:cubicBezTo>
                  <a:cubicBezTo>
                    <a:pt x="568547" y="131685"/>
                    <a:pt x="565017" y="144628"/>
                    <a:pt x="565017" y="160999"/>
                  </a:cubicBezTo>
                  <a:lnTo>
                    <a:pt x="565017" y="236204"/>
                  </a:lnTo>
                  <a:lnTo>
                    <a:pt x="529410" y="236204"/>
                  </a:lnTo>
                  <a:lnTo>
                    <a:pt x="529410" y="79042"/>
                  </a:lnTo>
                  <a:lnTo>
                    <a:pt x="565017" y="79042"/>
                  </a:lnTo>
                  <a:lnTo>
                    <a:pt x="565017" y="111426"/>
                  </a:lnTo>
                  <a:lnTo>
                    <a:pt x="565631" y="111426"/>
                  </a:lnTo>
                  <a:cubicBezTo>
                    <a:pt x="569109" y="100375"/>
                    <a:pt x="574456" y="91755"/>
                    <a:pt x="581669" y="85564"/>
                  </a:cubicBezTo>
                  <a:cubicBezTo>
                    <a:pt x="588883" y="79374"/>
                    <a:pt x="596940" y="76279"/>
                    <a:pt x="605842" y="76279"/>
                  </a:cubicBezTo>
                  <a:close/>
                  <a:moveTo>
                    <a:pt x="2946076" y="75358"/>
                  </a:moveTo>
                  <a:cubicBezTo>
                    <a:pt x="2970633" y="75358"/>
                    <a:pt x="2989766" y="82572"/>
                    <a:pt x="3003477" y="96999"/>
                  </a:cubicBezTo>
                  <a:cubicBezTo>
                    <a:pt x="3017188" y="111426"/>
                    <a:pt x="3024043" y="131429"/>
                    <a:pt x="3024043" y="157009"/>
                  </a:cubicBezTo>
                  <a:cubicBezTo>
                    <a:pt x="3024043" y="182077"/>
                    <a:pt x="3016651" y="202157"/>
                    <a:pt x="3001866" y="217249"/>
                  </a:cubicBezTo>
                  <a:cubicBezTo>
                    <a:pt x="2987080" y="232342"/>
                    <a:pt x="2967205" y="239888"/>
                    <a:pt x="2942239" y="239888"/>
                  </a:cubicBezTo>
                  <a:cubicBezTo>
                    <a:pt x="2917989" y="239888"/>
                    <a:pt x="2898625" y="232546"/>
                    <a:pt x="2884147" y="217863"/>
                  </a:cubicBezTo>
                  <a:cubicBezTo>
                    <a:pt x="2869669" y="203181"/>
                    <a:pt x="2862430" y="183714"/>
                    <a:pt x="2862430" y="159465"/>
                  </a:cubicBezTo>
                  <a:cubicBezTo>
                    <a:pt x="2862430" y="133066"/>
                    <a:pt x="2869976" y="112449"/>
                    <a:pt x="2885068" y="97613"/>
                  </a:cubicBezTo>
                  <a:cubicBezTo>
                    <a:pt x="2900160" y="82776"/>
                    <a:pt x="2920496" y="75358"/>
                    <a:pt x="2946076" y="75358"/>
                  </a:cubicBezTo>
                  <a:close/>
                  <a:moveTo>
                    <a:pt x="2600241" y="75358"/>
                  </a:moveTo>
                  <a:cubicBezTo>
                    <a:pt x="2620194" y="75358"/>
                    <a:pt x="2635746" y="82367"/>
                    <a:pt x="2646899" y="96385"/>
                  </a:cubicBezTo>
                  <a:cubicBezTo>
                    <a:pt x="2658052" y="110403"/>
                    <a:pt x="2663628" y="129229"/>
                    <a:pt x="2663628" y="152865"/>
                  </a:cubicBezTo>
                  <a:cubicBezTo>
                    <a:pt x="2663628" y="179059"/>
                    <a:pt x="2657335" y="200034"/>
                    <a:pt x="2644750" y="215791"/>
                  </a:cubicBezTo>
                  <a:cubicBezTo>
                    <a:pt x="2632165" y="231549"/>
                    <a:pt x="2614975" y="239427"/>
                    <a:pt x="2593181" y="239427"/>
                  </a:cubicBezTo>
                  <a:cubicBezTo>
                    <a:pt x="2573127" y="239427"/>
                    <a:pt x="2557676" y="230628"/>
                    <a:pt x="2546831" y="213029"/>
                  </a:cubicBezTo>
                  <a:lnTo>
                    <a:pt x="2546217" y="213029"/>
                  </a:lnTo>
                  <a:lnTo>
                    <a:pt x="2546217" y="308493"/>
                  </a:lnTo>
                  <a:lnTo>
                    <a:pt x="2510610" y="308493"/>
                  </a:lnTo>
                  <a:lnTo>
                    <a:pt x="2510610" y="79042"/>
                  </a:lnTo>
                  <a:lnTo>
                    <a:pt x="2546217" y="79042"/>
                  </a:lnTo>
                  <a:lnTo>
                    <a:pt x="2546217" y="106668"/>
                  </a:lnTo>
                  <a:lnTo>
                    <a:pt x="2546831" y="106668"/>
                  </a:lnTo>
                  <a:cubicBezTo>
                    <a:pt x="2559007" y="85795"/>
                    <a:pt x="2576810" y="75358"/>
                    <a:pt x="2600241" y="75358"/>
                  </a:cubicBezTo>
                  <a:close/>
                  <a:moveTo>
                    <a:pt x="2393626" y="75358"/>
                  </a:moveTo>
                  <a:cubicBezTo>
                    <a:pt x="2418183" y="75358"/>
                    <a:pt x="2437316" y="82572"/>
                    <a:pt x="2451027" y="96999"/>
                  </a:cubicBezTo>
                  <a:cubicBezTo>
                    <a:pt x="2464738" y="111426"/>
                    <a:pt x="2471593" y="131429"/>
                    <a:pt x="2471593" y="157009"/>
                  </a:cubicBezTo>
                  <a:cubicBezTo>
                    <a:pt x="2471593" y="182077"/>
                    <a:pt x="2464201" y="202157"/>
                    <a:pt x="2449416" y="217249"/>
                  </a:cubicBezTo>
                  <a:cubicBezTo>
                    <a:pt x="2434630" y="232342"/>
                    <a:pt x="2414755" y="239888"/>
                    <a:pt x="2389789" y="239888"/>
                  </a:cubicBezTo>
                  <a:cubicBezTo>
                    <a:pt x="2365539" y="239888"/>
                    <a:pt x="2346175" y="232546"/>
                    <a:pt x="2331697" y="217863"/>
                  </a:cubicBezTo>
                  <a:cubicBezTo>
                    <a:pt x="2317219" y="203181"/>
                    <a:pt x="2309980" y="183714"/>
                    <a:pt x="2309980" y="159465"/>
                  </a:cubicBezTo>
                  <a:cubicBezTo>
                    <a:pt x="2309980" y="133066"/>
                    <a:pt x="2317526" y="112449"/>
                    <a:pt x="2332618" y="97613"/>
                  </a:cubicBezTo>
                  <a:cubicBezTo>
                    <a:pt x="2347710" y="82776"/>
                    <a:pt x="2368046" y="75358"/>
                    <a:pt x="2393626" y="75358"/>
                  </a:cubicBezTo>
                  <a:close/>
                  <a:moveTo>
                    <a:pt x="1041076" y="75358"/>
                  </a:moveTo>
                  <a:cubicBezTo>
                    <a:pt x="1065633" y="75358"/>
                    <a:pt x="1084766" y="82572"/>
                    <a:pt x="1098477" y="96999"/>
                  </a:cubicBezTo>
                  <a:cubicBezTo>
                    <a:pt x="1112188" y="111426"/>
                    <a:pt x="1119043" y="131429"/>
                    <a:pt x="1119043" y="157009"/>
                  </a:cubicBezTo>
                  <a:cubicBezTo>
                    <a:pt x="1119043" y="182077"/>
                    <a:pt x="1111651" y="202157"/>
                    <a:pt x="1096866" y="217249"/>
                  </a:cubicBezTo>
                  <a:cubicBezTo>
                    <a:pt x="1082080" y="232342"/>
                    <a:pt x="1062205" y="239888"/>
                    <a:pt x="1037239" y="239888"/>
                  </a:cubicBezTo>
                  <a:cubicBezTo>
                    <a:pt x="1012989" y="239888"/>
                    <a:pt x="993625" y="232546"/>
                    <a:pt x="979147" y="217863"/>
                  </a:cubicBezTo>
                  <a:cubicBezTo>
                    <a:pt x="964669" y="203181"/>
                    <a:pt x="957430" y="183714"/>
                    <a:pt x="957430" y="159465"/>
                  </a:cubicBezTo>
                  <a:cubicBezTo>
                    <a:pt x="957430" y="133066"/>
                    <a:pt x="964976" y="112449"/>
                    <a:pt x="980068" y="97613"/>
                  </a:cubicBezTo>
                  <a:cubicBezTo>
                    <a:pt x="995160" y="82776"/>
                    <a:pt x="1015496" y="75358"/>
                    <a:pt x="1041076" y="75358"/>
                  </a:cubicBezTo>
                  <a:close/>
                  <a:moveTo>
                    <a:pt x="888695" y="75358"/>
                  </a:moveTo>
                  <a:cubicBezTo>
                    <a:pt x="903224" y="75358"/>
                    <a:pt x="916218" y="77558"/>
                    <a:pt x="927678" y="81958"/>
                  </a:cubicBezTo>
                  <a:lnTo>
                    <a:pt x="927678" y="113114"/>
                  </a:lnTo>
                  <a:cubicBezTo>
                    <a:pt x="916628" y="105542"/>
                    <a:pt x="903940" y="101757"/>
                    <a:pt x="889615" y="101757"/>
                  </a:cubicBezTo>
                  <a:cubicBezTo>
                    <a:pt x="885113" y="101757"/>
                    <a:pt x="881046" y="102217"/>
                    <a:pt x="877414" y="103138"/>
                  </a:cubicBezTo>
                  <a:cubicBezTo>
                    <a:pt x="873781" y="104059"/>
                    <a:pt x="870686" y="105338"/>
                    <a:pt x="868128" y="106975"/>
                  </a:cubicBezTo>
                  <a:cubicBezTo>
                    <a:pt x="865570" y="108612"/>
                    <a:pt x="863575" y="110582"/>
                    <a:pt x="862143" y="112884"/>
                  </a:cubicBezTo>
                  <a:cubicBezTo>
                    <a:pt x="860710" y="115186"/>
                    <a:pt x="859994" y="117718"/>
                    <a:pt x="859994" y="120481"/>
                  </a:cubicBezTo>
                  <a:cubicBezTo>
                    <a:pt x="859994" y="123858"/>
                    <a:pt x="860710" y="126722"/>
                    <a:pt x="862143" y="129076"/>
                  </a:cubicBezTo>
                  <a:cubicBezTo>
                    <a:pt x="863575" y="131429"/>
                    <a:pt x="865698" y="133501"/>
                    <a:pt x="868512" y="135292"/>
                  </a:cubicBezTo>
                  <a:cubicBezTo>
                    <a:pt x="871326" y="137082"/>
                    <a:pt x="874702" y="138719"/>
                    <a:pt x="878642" y="140203"/>
                  </a:cubicBezTo>
                  <a:cubicBezTo>
                    <a:pt x="882581" y="141687"/>
                    <a:pt x="887109" y="143298"/>
                    <a:pt x="892225" y="145038"/>
                  </a:cubicBezTo>
                  <a:cubicBezTo>
                    <a:pt x="898978" y="147800"/>
                    <a:pt x="905040" y="150614"/>
                    <a:pt x="910412" y="153479"/>
                  </a:cubicBezTo>
                  <a:cubicBezTo>
                    <a:pt x="915784" y="156344"/>
                    <a:pt x="920362" y="159593"/>
                    <a:pt x="924148" y="163225"/>
                  </a:cubicBezTo>
                  <a:cubicBezTo>
                    <a:pt x="927934" y="166857"/>
                    <a:pt x="930850" y="171052"/>
                    <a:pt x="932897" y="175810"/>
                  </a:cubicBezTo>
                  <a:cubicBezTo>
                    <a:pt x="934943" y="180568"/>
                    <a:pt x="935966" y="186221"/>
                    <a:pt x="935966" y="192770"/>
                  </a:cubicBezTo>
                  <a:cubicBezTo>
                    <a:pt x="935966" y="200750"/>
                    <a:pt x="934124" y="207708"/>
                    <a:pt x="930441" y="213643"/>
                  </a:cubicBezTo>
                  <a:cubicBezTo>
                    <a:pt x="926757" y="219577"/>
                    <a:pt x="921846" y="224489"/>
                    <a:pt x="915707" y="228377"/>
                  </a:cubicBezTo>
                  <a:cubicBezTo>
                    <a:pt x="909568" y="232265"/>
                    <a:pt x="902482" y="235155"/>
                    <a:pt x="894450" y="237048"/>
                  </a:cubicBezTo>
                  <a:cubicBezTo>
                    <a:pt x="886418" y="238941"/>
                    <a:pt x="877951" y="239888"/>
                    <a:pt x="869049" y="239888"/>
                  </a:cubicBezTo>
                  <a:cubicBezTo>
                    <a:pt x="851860" y="239888"/>
                    <a:pt x="836972" y="237023"/>
                    <a:pt x="824387" y="231293"/>
                  </a:cubicBezTo>
                  <a:lnTo>
                    <a:pt x="824387" y="198295"/>
                  </a:lnTo>
                  <a:cubicBezTo>
                    <a:pt x="837688" y="208424"/>
                    <a:pt x="852371" y="213489"/>
                    <a:pt x="868435" y="213489"/>
                  </a:cubicBezTo>
                  <a:cubicBezTo>
                    <a:pt x="889922" y="213489"/>
                    <a:pt x="900666" y="207145"/>
                    <a:pt x="900666" y="194458"/>
                  </a:cubicBezTo>
                  <a:cubicBezTo>
                    <a:pt x="900666" y="190877"/>
                    <a:pt x="899745" y="187833"/>
                    <a:pt x="897903" y="185326"/>
                  </a:cubicBezTo>
                  <a:cubicBezTo>
                    <a:pt x="896062" y="182819"/>
                    <a:pt x="893580" y="180594"/>
                    <a:pt x="890460" y="178650"/>
                  </a:cubicBezTo>
                  <a:cubicBezTo>
                    <a:pt x="887339" y="176705"/>
                    <a:pt x="883655" y="174966"/>
                    <a:pt x="879409" y="173431"/>
                  </a:cubicBezTo>
                  <a:cubicBezTo>
                    <a:pt x="875163" y="171896"/>
                    <a:pt x="870431" y="170157"/>
                    <a:pt x="865212" y="168213"/>
                  </a:cubicBezTo>
                  <a:cubicBezTo>
                    <a:pt x="858766" y="165655"/>
                    <a:pt x="852960" y="162943"/>
                    <a:pt x="847792" y="160079"/>
                  </a:cubicBezTo>
                  <a:cubicBezTo>
                    <a:pt x="842625" y="157214"/>
                    <a:pt x="838328" y="153965"/>
                    <a:pt x="834900" y="150333"/>
                  </a:cubicBezTo>
                  <a:cubicBezTo>
                    <a:pt x="831473" y="146700"/>
                    <a:pt x="828889" y="142582"/>
                    <a:pt x="827150" y="137978"/>
                  </a:cubicBezTo>
                  <a:cubicBezTo>
                    <a:pt x="825410" y="133373"/>
                    <a:pt x="824540" y="128001"/>
                    <a:pt x="824540" y="121862"/>
                  </a:cubicBezTo>
                  <a:cubicBezTo>
                    <a:pt x="824540" y="114291"/>
                    <a:pt x="826331" y="107614"/>
                    <a:pt x="829912" y="101833"/>
                  </a:cubicBezTo>
                  <a:cubicBezTo>
                    <a:pt x="833493" y="96052"/>
                    <a:pt x="838302" y="91192"/>
                    <a:pt x="844339" y="87253"/>
                  </a:cubicBezTo>
                  <a:cubicBezTo>
                    <a:pt x="850376" y="83313"/>
                    <a:pt x="857231" y="80346"/>
                    <a:pt x="864905" y="78351"/>
                  </a:cubicBezTo>
                  <a:cubicBezTo>
                    <a:pt x="872579" y="76356"/>
                    <a:pt x="880509" y="75358"/>
                    <a:pt x="888695" y="75358"/>
                  </a:cubicBezTo>
                  <a:close/>
                  <a:moveTo>
                    <a:pt x="717226" y="75358"/>
                  </a:moveTo>
                  <a:cubicBezTo>
                    <a:pt x="741783" y="75358"/>
                    <a:pt x="760916" y="82572"/>
                    <a:pt x="774627" y="96999"/>
                  </a:cubicBezTo>
                  <a:cubicBezTo>
                    <a:pt x="788338" y="111426"/>
                    <a:pt x="795193" y="131429"/>
                    <a:pt x="795193" y="157009"/>
                  </a:cubicBezTo>
                  <a:cubicBezTo>
                    <a:pt x="795193" y="182077"/>
                    <a:pt x="787801" y="202157"/>
                    <a:pt x="773016" y="217249"/>
                  </a:cubicBezTo>
                  <a:cubicBezTo>
                    <a:pt x="758230" y="232342"/>
                    <a:pt x="738355" y="239888"/>
                    <a:pt x="713389" y="239888"/>
                  </a:cubicBezTo>
                  <a:cubicBezTo>
                    <a:pt x="689139" y="239888"/>
                    <a:pt x="669775" y="232546"/>
                    <a:pt x="655297" y="217863"/>
                  </a:cubicBezTo>
                  <a:cubicBezTo>
                    <a:pt x="640819" y="203181"/>
                    <a:pt x="633580" y="183714"/>
                    <a:pt x="633580" y="159465"/>
                  </a:cubicBezTo>
                  <a:cubicBezTo>
                    <a:pt x="633580" y="133066"/>
                    <a:pt x="641126" y="112449"/>
                    <a:pt x="656218" y="97613"/>
                  </a:cubicBezTo>
                  <a:cubicBezTo>
                    <a:pt x="671310" y="82776"/>
                    <a:pt x="691646" y="75358"/>
                    <a:pt x="717226" y="75358"/>
                  </a:cubicBezTo>
                  <a:close/>
                  <a:moveTo>
                    <a:pt x="451754" y="75358"/>
                  </a:moveTo>
                  <a:cubicBezTo>
                    <a:pt x="466078" y="75358"/>
                    <a:pt x="478715" y="77865"/>
                    <a:pt x="489663" y="82879"/>
                  </a:cubicBezTo>
                  <a:lnTo>
                    <a:pt x="489663" y="116030"/>
                  </a:lnTo>
                  <a:cubicBezTo>
                    <a:pt x="478715" y="107845"/>
                    <a:pt x="467051" y="103752"/>
                    <a:pt x="454670" y="103752"/>
                  </a:cubicBezTo>
                  <a:cubicBezTo>
                    <a:pt x="439629" y="103752"/>
                    <a:pt x="427299" y="108842"/>
                    <a:pt x="417681" y="119023"/>
                  </a:cubicBezTo>
                  <a:cubicBezTo>
                    <a:pt x="408063" y="129204"/>
                    <a:pt x="403254" y="142531"/>
                    <a:pt x="403254" y="159004"/>
                  </a:cubicBezTo>
                  <a:cubicBezTo>
                    <a:pt x="403254" y="175273"/>
                    <a:pt x="407782" y="188114"/>
                    <a:pt x="416837" y="197527"/>
                  </a:cubicBezTo>
                  <a:cubicBezTo>
                    <a:pt x="425893" y="206941"/>
                    <a:pt x="438043" y="211647"/>
                    <a:pt x="453289" y="211647"/>
                  </a:cubicBezTo>
                  <a:cubicBezTo>
                    <a:pt x="466078" y="211647"/>
                    <a:pt x="478152" y="207094"/>
                    <a:pt x="489510" y="197988"/>
                  </a:cubicBezTo>
                  <a:lnTo>
                    <a:pt x="489510" y="228991"/>
                  </a:lnTo>
                  <a:cubicBezTo>
                    <a:pt x="476924" y="236255"/>
                    <a:pt x="462037" y="239888"/>
                    <a:pt x="444847" y="239888"/>
                  </a:cubicBezTo>
                  <a:cubicBezTo>
                    <a:pt x="421518" y="239888"/>
                    <a:pt x="402692" y="232597"/>
                    <a:pt x="388367" y="218017"/>
                  </a:cubicBezTo>
                  <a:cubicBezTo>
                    <a:pt x="374042" y="203436"/>
                    <a:pt x="366880" y="184533"/>
                    <a:pt x="366880" y="161306"/>
                  </a:cubicBezTo>
                  <a:cubicBezTo>
                    <a:pt x="366880" y="135420"/>
                    <a:pt x="374579" y="114623"/>
                    <a:pt x="389978" y="98917"/>
                  </a:cubicBezTo>
                  <a:cubicBezTo>
                    <a:pt x="405377" y="83211"/>
                    <a:pt x="425969" y="75358"/>
                    <a:pt x="451754" y="75358"/>
                  </a:cubicBezTo>
                  <a:close/>
                  <a:moveTo>
                    <a:pt x="3108336" y="32537"/>
                  </a:moveTo>
                  <a:lnTo>
                    <a:pt x="3108336" y="79042"/>
                  </a:lnTo>
                  <a:lnTo>
                    <a:pt x="3145938" y="79042"/>
                  </a:lnTo>
                  <a:lnTo>
                    <a:pt x="3145938" y="106975"/>
                  </a:lnTo>
                  <a:lnTo>
                    <a:pt x="3108336" y="106975"/>
                  </a:lnTo>
                  <a:lnTo>
                    <a:pt x="3108336" y="185556"/>
                  </a:lnTo>
                  <a:cubicBezTo>
                    <a:pt x="3108336" y="194867"/>
                    <a:pt x="3110024" y="201518"/>
                    <a:pt x="3113401" y="205508"/>
                  </a:cubicBezTo>
                  <a:cubicBezTo>
                    <a:pt x="3116777" y="209499"/>
                    <a:pt x="3122405" y="211494"/>
                    <a:pt x="3130283" y="211494"/>
                  </a:cubicBezTo>
                  <a:cubicBezTo>
                    <a:pt x="3136320" y="211494"/>
                    <a:pt x="3141538" y="209755"/>
                    <a:pt x="3145938" y="206276"/>
                  </a:cubicBezTo>
                  <a:lnTo>
                    <a:pt x="3145938" y="234516"/>
                  </a:lnTo>
                  <a:cubicBezTo>
                    <a:pt x="3138980" y="237995"/>
                    <a:pt x="3129823" y="239734"/>
                    <a:pt x="3118465" y="239734"/>
                  </a:cubicBezTo>
                  <a:cubicBezTo>
                    <a:pt x="3087975" y="239734"/>
                    <a:pt x="3072729" y="225102"/>
                    <a:pt x="3072729" y="195839"/>
                  </a:cubicBezTo>
                  <a:lnTo>
                    <a:pt x="3072729" y="106975"/>
                  </a:lnTo>
                  <a:lnTo>
                    <a:pt x="3046484" y="106975"/>
                  </a:lnTo>
                  <a:lnTo>
                    <a:pt x="3046484" y="79042"/>
                  </a:lnTo>
                  <a:lnTo>
                    <a:pt x="3072729" y="79042"/>
                  </a:lnTo>
                  <a:lnTo>
                    <a:pt x="3072729" y="42667"/>
                  </a:lnTo>
                  <a:close/>
                  <a:moveTo>
                    <a:pt x="1308111" y="32537"/>
                  </a:moveTo>
                  <a:lnTo>
                    <a:pt x="1308111" y="79042"/>
                  </a:lnTo>
                  <a:lnTo>
                    <a:pt x="1345713" y="79042"/>
                  </a:lnTo>
                  <a:lnTo>
                    <a:pt x="1345713" y="106975"/>
                  </a:lnTo>
                  <a:lnTo>
                    <a:pt x="1308111" y="106975"/>
                  </a:lnTo>
                  <a:lnTo>
                    <a:pt x="1308111" y="185556"/>
                  </a:lnTo>
                  <a:cubicBezTo>
                    <a:pt x="1308111" y="194867"/>
                    <a:pt x="1309799" y="201518"/>
                    <a:pt x="1313176" y="205508"/>
                  </a:cubicBezTo>
                  <a:cubicBezTo>
                    <a:pt x="1316552" y="209499"/>
                    <a:pt x="1322180" y="211494"/>
                    <a:pt x="1330058" y="211494"/>
                  </a:cubicBezTo>
                  <a:cubicBezTo>
                    <a:pt x="1336095" y="211494"/>
                    <a:pt x="1341314" y="209755"/>
                    <a:pt x="1345713" y="206276"/>
                  </a:cubicBezTo>
                  <a:lnTo>
                    <a:pt x="1345713" y="234516"/>
                  </a:lnTo>
                  <a:cubicBezTo>
                    <a:pt x="1338756" y="237995"/>
                    <a:pt x="1329598" y="239734"/>
                    <a:pt x="1318240" y="239734"/>
                  </a:cubicBezTo>
                  <a:cubicBezTo>
                    <a:pt x="1287749" y="239734"/>
                    <a:pt x="1272504" y="225102"/>
                    <a:pt x="1272504" y="195839"/>
                  </a:cubicBezTo>
                  <a:lnTo>
                    <a:pt x="1272504" y="106975"/>
                  </a:lnTo>
                  <a:lnTo>
                    <a:pt x="1246259" y="106975"/>
                  </a:lnTo>
                  <a:lnTo>
                    <a:pt x="1246259" y="79042"/>
                  </a:lnTo>
                  <a:lnTo>
                    <a:pt x="1272504" y="79042"/>
                  </a:lnTo>
                  <a:lnTo>
                    <a:pt x="1272504" y="42667"/>
                  </a:lnTo>
                  <a:close/>
                  <a:moveTo>
                    <a:pt x="1846613" y="16115"/>
                  </a:moveTo>
                  <a:lnTo>
                    <a:pt x="1954969" y="16115"/>
                  </a:lnTo>
                  <a:lnTo>
                    <a:pt x="1954969" y="46504"/>
                  </a:lnTo>
                  <a:lnTo>
                    <a:pt x="1876234" y="46504"/>
                  </a:lnTo>
                  <a:lnTo>
                    <a:pt x="1872551" y="101603"/>
                  </a:lnTo>
                  <a:cubicBezTo>
                    <a:pt x="1879611" y="101194"/>
                    <a:pt x="1886006" y="100989"/>
                    <a:pt x="1891736" y="100989"/>
                  </a:cubicBezTo>
                  <a:cubicBezTo>
                    <a:pt x="1915065" y="100989"/>
                    <a:pt x="1933098" y="106975"/>
                    <a:pt x="1945837" y="118946"/>
                  </a:cubicBezTo>
                  <a:cubicBezTo>
                    <a:pt x="1958576" y="130918"/>
                    <a:pt x="1964945" y="147289"/>
                    <a:pt x="1964945" y="168059"/>
                  </a:cubicBezTo>
                  <a:cubicBezTo>
                    <a:pt x="1964945" y="189853"/>
                    <a:pt x="1957655" y="207325"/>
                    <a:pt x="1943074" y="220473"/>
                  </a:cubicBezTo>
                  <a:cubicBezTo>
                    <a:pt x="1928494" y="233621"/>
                    <a:pt x="1908465" y="240195"/>
                    <a:pt x="1882987" y="240195"/>
                  </a:cubicBezTo>
                  <a:cubicBezTo>
                    <a:pt x="1861500" y="240195"/>
                    <a:pt x="1845487" y="237176"/>
                    <a:pt x="1834948" y="231139"/>
                  </a:cubicBezTo>
                  <a:lnTo>
                    <a:pt x="1834948" y="196914"/>
                  </a:lnTo>
                  <a:cubicBezTo>
                    <a:pt x="1849376" y="206634"/>
                    <a:pt x="1864007" y="211494"/>
                    <a:pt x="1878843" y="211494"/>
                  </a:cubicBezTo>
                  <a:cubicBezTo>
                    <a:pt x="1893782" y="211494"/>
                    <a:pt x="1905805" y="207683"/>
                    <a:pt x="1914911" y="200060"/>
                  </a:cubicBezTo>
                  <a:cubicBezTo>
                    <a:pt x="1924017" y="192437"/>
                    <a:pt x="1928571" y="182282"/>
                    <a:pt x="1928571" y="169594"/>
                  </a:cubicBezTo>
                  <a:cubicBezTo>
                    <a:pt x="1928571" y="157111"/>
                    <a:pt x="1923941" y="147391"/>
                    <a:pt x="1914681" y="140433"/>
                  </a:cubicBezTo>
                  <a:cubicBezTo>
                    <a:pt x="1905421" y="133476"/>
                    <a:pt x="1892145" y="129997"/>
                    <a:pt x="1874853" y="129997"/>
                  </a:cubicBezTo>
                  <a:cubicBezTo>
                    <a:pt x="1868919" y="129997"/>
                    <a:pt x="1856896" y="130611"/>
                    <a:pt x="1838785" y="13183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80"/>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3"/>
                  </a:cubicBezTo>
                  <a:lnTo>
                    <a:pt x="33765" y="236204"/>
                  </a:lnTo>
                  <a:lnTo>
                    <a:pt x="0" y="236204"/>
                  </a:lnTo>
                  <a:close/>
                  <a:moveTo>
                    <a:pt x="2224604" y="12432"/>
                  </a:moveTo>
                  <a:cubicBezTo>
                    <a:pt x="2245886" y="12432"/>
                    <a:pt x="2263536" y="15450"/>
                    <a:pt x="2277554" y="21487"/>
                  </a:cubicBezTo>
                  <a:lnTo>
                    <a:pt x="2277554" y="57708"/>
                  </a:lnTo>
                  <a:cubicBezTo>
                    <a:pt x="2262718" y="48909"/>
                    <a:pt x="2246347" y="44509"/>
                    <a:pt x="2228441" y="44509"/>
                  </a:cubicBezTo>
                  <a:cubicBezTo>
                    <a:pt x="2204600" y="44509"/>
                    <a:pt x="2185288" y="52132"/>
                    <a:pt x="2170502" y="67377"/>
                  </a:cubicBezTo>
                  <a:cubicBezTo>
                    <a:pt x="2155717" y="82623"/>
                    <a:pt x="2148325" y="102984"/>
                    <a:pt x="2148325" y="128462"/>
                  </a:cubicBezTo>
                  <a:cubicBezTo>
                    <a:pt x="2148325" y="152712"/>
                    <a:pt x="2155231" y="172024"/>
                    <a:pt x="2169044" y="186400"/>
                  </a:cubicBezTo>
                  <a:cubicBezTo>
                    <a:pt x="2182857" y="200776"/>
                    <a:pt x="2201019" y="207964"/>
                    <a:pt x="2223529" y="207964"/>
                  </a:cubicBezTo>
                  <a:cubicBezTo>
                    <a:pt x="2244300" y="207964"/>
                    <a:pt x="2262308" y="203053"/>
                    <a:pt x="2277554" y="193230"/>
                  </a:cubicBezTo>
                  <a:lnTo>
                    <a:pt x="2277554" y="226995"/>
                  </a:lnTo>
                  <a:cubicBezTo>
                    <a:pt x="2260978" y="235590"/>
                    <a:pt x="2240361" y="239888"/>
                    <a:pt x="2215702" y="239888"/>
                  </a:cubicBezTo>
                  <a:cubicBezTo>
                    <a:pt x="2183778" y="239888"/>
                    <a:pt x="2158198" y="229809"/>
                    <a:pt x="2138962" y="209652"/>
                  </a:cubicBezTo>
                  <a:cubicBezTo>
                    <a:pt x="2119726" y="189495"/>
                    <a:pt x="2110108" y="163046"/>
                    <a:pt x="2110108" y="130304"/>
                  </a:cubicBezTo>
                  <a:cubicBezTo>
                    <a:pt x="2110108" y="95106"/>
                    <a:pt x="2120929" y="66661"/>
                    <a:pt x="2142569" y="44969"/>
                  </a:cubicBezTo>
                  <a:cubicBezTo>
                    <a:pt x="2164210" y="23278"/>
                    <a:pt x="2191555" y="12432"/>
                    <a:pt x="2224604" y="12432"/>
                  </a:cubicBezTo>
                  <a:close/>
                  <a:moveTo>
                    <a:pt x="1749754" y="12432"/>
                  </a:moveTo>
                  <a:cubicBezTo>
                    <a:pt x="1758042" y="12432"/>
                    <a:pt x="1765588" y="12994"/>
                    <a:pt x="1772392" y="14120"/>
                  </a:cubicBezTo>
                  <a:cubicBezTo>
                    <a:pt x="1779196" y="15246"/>
                    <a:pt x="1784645" y="16780"/>
                    <a:pt x="1788737" y="18724"/>
                  </a:cubicBezTo>
                  <a:lnTo>
                    <a:pt x="1788737" y="50801"/>
                  </a:lnTo>
                  <a:cubicBezTo>
                    <a:pt x="1783519" y="48141"/>
                    <a:pt x="1777943" y="45890"/>
                    <a:pt x="1772008" y="44048"/>
                  </a:cubicBezTo>
                  <a:cubicBezTo>
                    <a:pt x="1766074" y="42207"/>
                    <a:pt x="1759269" y="41286"/>
                    <a:pt x="1751595" y="41286"/>
                  </a:cubicBezTo>
                  <a:cubicBezTo>
                    <a:pt x="1743001" y="41286"/>
                    <a:pt x="1735071" y="43025"/>
                    <a:pt x="1727806" y="46504"/>
                  </a:cubicBezTo>
                  <a:cubicBezTo>
                    <a:pt x="1720542" y="49983"/>
                    <a:pt x="1714274" y="55073"/>
                    <a:pt x="1709005" y="61775"/>
                  </a:cubicBezTo>
                  <a:cubicBezTo>
                    <a:pt x="1703736" y="68477"/>
                    <a:pt x="1699592" y="76765"/>
                    <a:pt x="1696573" y="86639"/>
                  </a:cubicBezTo>
                  <a:cubicBezTo>
                    <a:pt x="1693555" y="96513"/>
                    <a:pt x="1691994" y="107896"/>
                    <a:pt x="1691892" y="120788"/>
                  </a:cubicBezTo>
                  <a:lnTo>
                    <a:pt x="1692813" y="120788"/>
                  </a:lnTo>
                  <a:cubicBezTo>
                    <a:pt x="1697520" y="113523"/>
                    <a:pt x="1703889" y="107793"/>
                    <a:pt x="1711921" y="103598"/>
                  </a:cubicBezTo>
                  <a:cubicBezTo>
                    <a:pt x="1719953" y="99403"/>
                    <a:pt x="1729392" y="97306"/>
                    <a:pt x="1740238" y="97306"/>
                  </a:cubicBezTo>
                  <a:cubicBezTo>
                    <a:pt x="1749856" y="97306"/>
                    <a:pt x="1758528" y="98866"/>
                    <a:pt x="1766253" y="101987"/>
                  </a:cubicBezTo>
                  <a:cubicBezTo>
                    <a:pt x="1773978" y="105107"/>
                    <a:pt x="1780577" y="109610"/>
                    <a:pt x="1786051" y="115493"/>
                  </a:cubicBezTo>
                  <a:cubicBezTo>
                    <a:pt x="1791526" y="121376"/>
                    <a:pt x="1795746" y="128539"/>
                    <a:pt x="1798713" y="136980"/>
                  </a:cubicBezTo>
                  <a:cubicBezTo>
                    <a:pt x="1801681" y="145421"/>
                    <a:pt x="1803164" y="154911"/>
                    <a:pt x="1803164" y="165450"/>
                  </a:cubicBezTo>
                  <a:cubicBezTo>
                    <a:pt x="1803164" y="176501"/>
                    <a:pt x="1801348" y="186579"/>
                    <a:pt x="1797716" y="195686"/>
                  </a:cubicBezTo>
                  <a:cubicBezTo>
                    <a:pt x="1794084" y="204792"/>
                    <a:pt x="1789044" y="212645"/>
                    <a:pt x="1782598" y="219245"/>
                  </a:cubicBezTo>
                  <a:cubicBezTo>
                    <a:pt x="1776152" y="225844"/>
                    <a:pt x="1768504" y="230960"/>
                    <a:pt x="1759653" y="234593"/>
                  </a:cubicBezTo>
                  <a:cubicBezTo>
                    <a:pt x="1750802" y="238225"/>
                    <a:pt x="1741210" y="240041"/>
                    <a:pt x="1730876" y="240041"/>
                  </a:cubicBezTo>
                  <a:cubicBezTo>
                    <a:pt x="1719825" y="240041"/>
                    <a:pt x="1709670" y="237892"/>
                    <a:pt x="1700410" y="233595"/>
                  </a:cubicBezTo>
                  <a:cubicBezTo>
                    <a:pt x="1691150" y="229298"/>
                    <a:pt x="1683169" y="222903"/>
                    <a:pt x="1676467" y="214410"/>
                  </a:cubicBezTo>
                  <a:cubicBezTo>
                    <a:pt x="1669766" y="205918"/>
                    <a:pt x="1664573" y="195353"/>
                    <a:pt x="1660889" y="182717"/>
                  </a:cubicBezTo>
                  <a:cubicBezTo>
                    <a:pt x="1657206" y="170080"/>
                    <a:pt x="1655364" y="155423"/>
                    <a:pt x="1655364" y="138745"/>
                  </a:cubicBezTo>
                  <a:cubicBezTo>
                    <a:pt x="1655364" y="118383"/>
                    <a:pt x="1657794" y="100324"/>
                    <a:pt x="1662654" y="84567"/>
                  </a:cubicBezTo>
                  <a:cubicBezTo>
                    <a:pt x="1667515" y="68810"/>
                    <a:pt x="1674191" y="55610"/>
                    <a:pt x="1682683" y="44969"/>
                  </a:cubicBezTo>
                  <a:cubicBezTo>
                    <a:pt x="1691176" y="34328"/>
                    <a:pt x="1701152" y="26245"/>
                    <a:pt x="1712612" y="20720"/>
                  </a:cubicBezTo>
                  <a:cubicBezTo>
                    <a:pt x="1724072" y="15194"/>
                    <a:pt x="1736452" y="12432"/>
                    <a:pt x="1749754" y="12432"/>
                  </a:cubicBezTo>
                  <a:close/>
                  <a:moveTo>
                    <a:pt x="1548375" y="12432"/>
                  </a:moveTo>
                  <a:cubicBezTo>
                    <a:pt x="1567918" y="12432"/>
                    <a:pt x="1583573" y="17343"/>
                    <a:pt x="1595340" y="27166"/>
                  </a:cubicBezTo>
                  <a:cubicBezTo>
                    <a:pt x="1607107" y="36988"/>
                    <a:pt x="1612990" y="49574"/>
                    <a:pt x="1612990" y="64922"/>
                  </a:cubicBezTo>
                  <a:cubicBezTo>
                    <a:pt x="1612990" y="93878"/>
                    <a:pt x="1598256" y="112500"/>
                    <a:pt x="1568788" y="120788"/>
                  </a:cubicBezTo>
                  <a:lnTo>
                    <a:pt x="1568788" y="121402"/>
                  </a:lnTo>
                  <a:cubicBezTo>
                    <a:pt x="1584647" y="122937"/>
                    <a:pt x="1597182" y="128487"/>
                    <a:pt x="1606390" y="138054"/>
                  </a:cubicBezTo>
                  <a:cubicBezTo>
                    <a:pt x="1615599" y="147621"/>
                    <a:pt x="1620203" y="159567"/>
                    <a:pt x="1620203" y="173892"/>
                  </a:cubicBezTo>
                  <a:cubicBezTo>
                    <a:pt x="1620203" y="193639"/>
                    <a:pt x="1612785" y="209576"/>
                    <a:pt x="1597949" y="221700"/>
                  </a:cubicBezTo>
                  <a:cubicBezTo>
                    <a:pt x="1583113" y="233825"/>
                    <a:pt x="1563570" y="239888"/>
                    <a:pt x="1539320" y="239888"/>
                  </a:cubicBezTo>
                  <a:cubicBezTo>
                    <a:pt x="1517526" y="239888"/>
                    <a:pt x="1500132" y="235948"/>
                    <a:pt x="1487137" y="228070"/>
                  </a:cubicBezTo>
                  <a:lnTo>
                    <a:pt x="1487137" y="194611"/>
                  </a:lnTo>
                  <a:cubicBezTo>
                    <a:pt x="1501462" y="205969"/>
                    <a:pt x="1517628" y="211647"/>
                    <a:pt x="1535637" y="211647"/>
                  </a:cubicBezTo>
                  <a:cubicBezTo>
                    <a:pt x="1550268" y="211647"/>
                    <a:pt x="1561958" y="208322"/>
                    <a:pt x="1570706" y="201671"/>
                  </a:cubicBezTo>
                  <a:cubicBezTo>
                    <a:pt x="1579455" y="195021"/>
                    <a:pt x="1583829" y="186016"/>
                    <a:pt x="1583829" y="174659"/>
                  </a:cubicBezTo>
                  <a:cubicBezTo>
                    <a:pt x="1583829" y="149693"/>
                    <a:pt x="1564746" y="137210"/>
                    <a:pt x="1526581" y="137210"/>
                  </a:cubicBezTo>
                  <a:lnTo>
                    <a:pt x="1509545" y="137210"/>
                  </a:lnTo>
                  <a:lnTo>
                    <a:pt x="1509545" y="108663"/>
                  </a:lnTo>
                  <a:lnTo>
                    <a:pt x="1525814" y="108663"/>
                  </a:lnTo>
                  <a:cubicBezTo>
                    <a:pt x="1559682" y="108663"/>
                    <a:pt x="1576615" y="96896"/>
                    <a:pt x="1576615" y="73363"/>
                  </a:cubicBezTo>
                  <a:cubicBezTo>
                    <a:pt x="1576615" y="51671"/>
                    <a:pt x="1563416" y="40825"/>
                    <a:pt x="1537018" y="40825"/>
                  </a:cubicBezTo>
                  <a:cubicBezTo>
                    <a:pt x="1522284" y="40825"/>
                    <a:pt x="1508420" y="46095"/>
                    <a:pt x="1495425" y="56634"/>
                  </a:cubicBezTo>
                  <a:lnTo>
                    <a:pt x="1495425" y="25017"/>
                  </a:lnTo>
                  <a:cubicBezTo>
                    <a:pt x="1510364" y="16627"/>
                    <a:pt x="1528014" y="12432"/>
                    <a:pt x="1548375" y="12432"/>
                  </a:cubicBezTo>
                  <a:close/>
                  <a:moveTo>
                    <a:pt x="2719067" y="5525"/>
                  </a:moveTo>
                  <a:cubicBezTo>
                    <a:pt x="2725103" y="5525"/>
                    <a:pt x="2730219" y="7469"/>
                    <a:pt x="2734414" y="11357"/>
                  </a:cubicBezTo>
                  <a:cubicBezTo>
                    <a:pt x="2738610" y="15246"/>
                    <a:pt x="2740707" y="20106"/>
                    <a:pt x="2740707" y="25938"/>
                  </a:cubicBezTo>
                  <a:cubicBezTo>
                    <a:pt x="2740707" y="31463"/>
                    <a:pt x="2738610" y="36195"/>
                    <a:pt x="2734414" y="40135"/>
                  </a:cubicBezTo>
                  <a:cubicBezTo>
                    <a:pt x="2730219" y="44074"/>
                    <a:pt x="2725103" y="46044"/>
                    <a:pt x="2719067" y="46044"/>
                  </a:cubicBezTo>
                  <a:cubicBezTo>
                    <a:pt x="2713234" y="46044"/>
                    <a:pt x="2708246" y="44151"/>
                    <a:pt x="2704102" y="40365"/>
                  </a:cubicBezTo>
                  <a:cubicBezTo>
                    <a:pt x="2699958" y="36579"/>
                    <a:pt x="2697886" y="31770"/>
                    <a:pt x="2697886" y="25938"/>
                  </a:cubicBezTo>
                  <a:cubicBezTo>
                    <a:pt x="2697886" y="20106"/>
                    <a:pt x="2699958" y="15246"/>
                    <a:pt x="2704102" y="11357"/>
                  </a:cubicBezTo>
                  <a:cubicBezTo>
                    <a:pt x="2708246" y="7469"/>
                    <a:pt x="2713234" y="5525"/>
                    <a:pt x="2719067" y="5525"/>
                  </a:cubicBezTo>
                  <a:close/>
                  <a:moveTo>
                    <a:pt x="309241" y="5525"/>
                  </a:moveTo>
                  <a:cubicBezTo>
                    <a:pt x="315278" y="5525"/>
                    <a:pt x="320394" y="7469"/>
                    <a:pt x="324589" y="11357"/>
                  </a:cubicBezTo>
                  <a:cubicBezTo>
                    <a:pt x="328784" y="15246"/>
                    <a:pt x="330882" y="20106"/>
                    <a:pt x="330882" y="25938"/>
                  </a:cubicBezTo>
                  <a:cubicBezTo>
                    <a:pt x="330882" y="31463"/>
                    <a:pt x="328784" y="36195"/>
                    <a:pt x="324589" y="40135"/>
                  </a:cubicBezTo>
                  <a:cubicBezTo>
                    <a:pt x="320394" y="44074"/>
                    <a:pt x="315278" y="46044"/>
                    <a:pt x="309241" y="46044"/>
                  </a:cubicBezTo>
                  <a:cubicBezTo>
                    <a:pt x="303409" y="46044"/>
                    <a:pt x="298421" y="44151"/>
                    <a:pt x="294277" y="40365"/>
                  </a:cubicBezTo>
                  <a:cubicBezTo>
                    <a:pt x="290133" y="36579"/>
                    <a:pt x="288061" y="31770"/>
                    <a:pt x="288061" y="25938"/>
                  </a:cubicBezTo>
                  <a:cubicBezTo>
                    <a:pt x="288061" y="20106"/>
                    <a:pt x="290133" y="15246"/>
                    <a:pt x="294277" y="11357"/>
                  </a:cubicBezTo>
                  <a:cubicBezTo>
                    <a:pt x="298421" y="7469"/>
                    <a:pt x="303409" y="5525"/>
                    <a:pt x="309241" y="5525"/>
                  </a:cubicBezTo>
                  <a:close/>
                  <a:moveTo>
                    <a:pt x="2786835" y="3530"/>
                  </a:moveTo>
                  <a:lnTo>
                    <a:pt x="2822595" y="3530"/>
                  </a:lnTo>
                  <a:lnTo>
                    <a:pt x="2822595" y="236204"/>
                  </a:lnTo>
                  <a:lnTo>
                    <a:pt x="2786835" y="236204"/>
                  </a:lnTo>
                  <a:close/>
                  <a:moveTo>
                    <a:pt x="1216526" y="0"/>
                  </a:moveTo>
                  <a:cubicBezTo>
                    <a:pt x="1225325" y="0"/>
                    <a:pt x="1232283" y="972"/>
                    <a:pt x="1237399" y="2916"/>
                  </a:cubicBezTo>
                  <a:lnTo>
                    <a:pt x="1237399" y="32537"/>
                  </a:lnTo>
                  <a:cubicBezTo>
                    <a:pt x="1232590" y="29775"/>
                    <a:pt x="1227116" y="28394"/>
                    <a:pt x="1220977" y="28394"/>
                  </a:cubicBezTo>
                  <a:cubicBezTo>
                    <a:pt x="1203685" y="28394"/>
                    <a:pt x="1195039" y="38165"/>
                    <a:pt x="1195039" y="57708"/>
                  </a:cubicBezTo>
                  <a:lnTo>
                    <a:pt x="1195039" y="79042"/>
                  </a:lnTo>
                  <a:lnTo>
                    <a:pt x="1231567" y="79042"/>
                  </a:lnTo>
                  <a:lnTo>
                    <a:pt x="1231567" y="106975"/>
                  </a:lnTo>
                  <a:lnTo>
                    <a:pt x="1195192" y="106975"/>
                  </a:lnTo>
                  <a:lnTo>
                    <a:pt x="1195192" y="236204"/>
                  </a:lnTo>
                  <a:lnTo>
                    <a:pt x="1159585" y="236204"/>
                  </a:lnTo>
                  <a:lnTo>
                    <a:pt x="1159585" y="106975"/>
                  </a:lnTo>
                  <a:lnTo>
                    <a:pt x="1132726" y="106975"/>
                  </a:lnTo>
                  <a:lnTo>
                    <a:pt x="1132726" y="79042"/>
                  </a:lnTo>
                  <a:lnTo>
                    <a:pt x="1159585" y="79042"/>
                  </a:lnTo>
                  <a:lnTo>
                    <a:pt x="1159585" y="53564"/>
                  </a:lnTo>
                  <a:cubicBezTo>
                    <a:pt x="1159585" y="36988"/>
                    <a:pt x="1165008" y="23917"/>
                    <a:pt x="1175854" y="14350"/>
                  </a:cubicBezTo>
                  <a:cubicBezTo>
                    <a:pt x="1186700" y="4783"/>
                    <a:pt x="1200257" y="0"/>
                    <a:pt x="1216526"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Picture 8" descr="A rainbow colored logo on a black background&#10;&#10;Description automatically generated">
              <a:extLst>
                <a:ext uri="{FF2B5EF4-FFF2-40B4-BE49-F238E27FC236}">
                  <a16:creationId xmlns:a16="http://schemas.microsoft.com/office/drawing/2014/main" id="{D012DBBA-2919-315E-CDE6-61539CD3D33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94674" y="636943"/>
              <a:ext cx="427721" cy="427721"/>
            </a:xfrm>
            <a:prstGeom prst="rect">
              <a:avLst/>
            </a:prstGeom>
          </p:spPr>
        </p:pic>
      </p:grpSp>
    </p:spTree>
    <p:extLst>
      <p:ext uri="{BB962C8B-B14F-4D97-AF65-F5344CB8AC3E}">
        <p14:creationId xmlns:p14="http://schemas.microsoft.com/office/powerpoint/2010/main" val="30085114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5_Title Slide">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5">
            <a:extLst>
              <a:ext uri="{FF2B5EF4-FFF2-40B4-BE49-F238E27FC236}">
                <a16:creationId xmlns:a16="http://schemas.microsoft.com/office/drawing/2014/main" id="{1F4A8530-B89C-88B2-9BF1-34CC2A9750C7}"/>
              </a:ext>
            </a:extLst>
          </p:cNvPr>
          <p:cNvSpPr>
            <a:spLocks noGrp="1"/>
          </p:cNvSpPr>
          <p:nvPr>
            <p:ph type="title"/>
          </p:nvPr>
        </p:nvSpPr>
        <p:spPr>
          <a:xfrm>
            <a:off x="379021" y="2811645"/>
            <a:ext cx="7683500" cy="895065"/>
          </a:xfrm>
        </p:spPr>
        <p:txBody>
          <a:bodyPr/>
          <a:lstStyle>
            <a:lvl1pPr>
              <a:defRPr>
                <a:gradFill flip="none" rotWithShape="1">
                  <a:gsLst>
                    <a:gs pos="0">
                      <a:schemeClr val="accent3"/>
                    </a:gs>
                    <a:gs pos="100000">
                      <a:schemeClr val="accent6"/>
                    </a:gs>
                  </a:gsLst>
                  <a:lin ang="16200000" scaled="1"/>
                  <a:tileRect/>
                </a:gra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3E76921E-13E1-55F5-E255-F9D4FDA2F1F4}"/>
              </a:ext>
            </a:extLst>
          </p:cNvPr>
          <p:cNvSpPr>
            <a:spLocks noGrp="1"/>
          </p:cNvSpPr>
          <p:nvPr>
            <p:ph type="body" sz="quarter" idx="10"/>
          </p:nvPr>
        </p:nvSpPr>
        <p:spPr>
          <a:xfrm>
            <a:off x="399778" y="3846332"/>
            <a:ext cx="6823075" cy="454517"/>
          </a:xfrm>
        </p:spPr>
        <p:txBody>
          <a:bodyPr/>
          <a:lstStyle>
            <a:lvl1pPr marL="0" indent="0">
              <a:buNone/>
              <a:defRPr/>
            </a:lvl1pPr>
          </a:lstStyle>
          <a:p>
            <a:pPr lvl="0"/>
            <a:r>
              <a:rPr lang="en-US"/>
              <a:t>Click to edit Master text styles</a:t>
            </a:r>
          </a:p>
        </p:txBody>
      </p:sp>
      <p:grpSp>
        <p:nvGrpSpPr>
          <p:cNvPr id="4" name="Group 3">
            <a:extLst>
              <a:ext uri="{FF2B5EF4-FFF2-40B4-BE49-F238E27FC236}">
                <a16:creationId xmlns:a16="http://schemas.microsoft.com/office/drawing/2014/main" id="{8A28A465-870A-6602-9C7B-97DF435D1128}"/>
              </a:ext>
            </a:extLst>
          </p:cNvPr>
          <p:cNvGrpSpPr/>
          <p:nvPr/>
        </p:nvGrpSpPr>
        <p:grpSpPr>
          <a:xfrm>
            <a:off x="500380" y="692322"/>
            <a:ext cx="1549400" cy="331285"/>
            <a:chOff x="508000" y="692322"/>
            <a:chExt cx="1742534" cy="372580"/>
          </a:xfrm>
        </p:grpSpPr>
        <p:pic>
          <p:nvPicPr>
            <p:cNvPr id="6" name="MS logo gray - EMF" descr="Microsoft logo, gray text version">
              <a:extLst>
                <a:ext uri="{FF2B5EF4-FFF2-40B4-BE49-F238E27FC236}">
                  <a16:creationId xmlns:a16="http://schemas.microsoft.com/office/drawing/2014/main" id="{3F274DE3-02DC-2E23-F53C-D843786042C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6756"/>
            <a:stretch/>
          </p:blipFill>
          <p:spPr bwMode="black">
            <a:xfrm>
              <a:off x="508000" y="692322"/>
              <a:ext cx="404421" cy="372580"/>
            </a:xfrm>
            <a:prstGeom prst="rect">
              <a:avLst/>
            </a:prstGeom>
          </p:spPr>
        </p:pic>
        <p:sp>
          <p:nvSpPr>
            <p:cNvPr id="7" name="Freeform: Shape 6">
              <a:extLst>
                <a:ext uri="{FF2B5EF4-FFF2-40B4-BE49-F238E27FC236}">
                  <a16:creationId xmlns:a16="http://schemas.microsoft.com/office/drawing/2014/main" id="{21C72947-95BA-A8C0-EE2A-CEA933019FF9}"/>
                </a:ext>
              </a:extLst>
            </p:cNvPr>
            <p:cNvSpPr/>
            <p:nvPr/>
          </p:nvSpPr>
          <p:spPr>
            <a:xfrm>
              <a:off x="990546" y="749975"/>
              <a:ext cx="1259988" cy="239888"/>
            </a:xfrm>
            <a:custGeom>
              <a:avLst/>
              <a:gdLst/>
              <a:ahLst/>
              <a:cxnLst/>
              <a:rect l="l" t="t" r="r" b="b"/>
              <a:pathLst>
                <a:path w="1259988" h="239888">
                  <a:moveTo>
                    <a:pt x="981777" y="103752"/>
                  </a:moveTo>
                  <a:cubicBezTo>
                    <a:pt x="967862" y="103752"/>
                    <a:pt x="956862" y="108612"/>
                    <a:pt x="948779" y="118332"/>
                  </a:cubicBezTo>
                  <a:cubicBezTo>
                    <a:pt x="940696" y="128052"/>
                    <a:pt x="936654" y="141456"/>
                    <a:pt x="936654" y="158544"/>
                  </a:cubicBezTo>
                  <a:cubicBezTo>
                    <a:pt x="936654" y="175017"/>
                    <a:pt x="940747" y="187986"/>
                    <a:pt x="948933" y="197451"/>
                  </a:cubicBezTo>
                  <a:cubicBezTo>
                    <a:pt x="957118" y="206915"/>
                    <a:pt x="968066" y="211647"/>
                    <a:pt x="981777" y="211647"/>
                  </a:cubicBezTo>
                  <a:cubicBezTo>
                    <a:pt x="995795" y="211647"/>
                    <a:pt x="1006564" y="206992"/>
                    <a:pt x="1014084" y="197681"/>
                  </a:cubicBezTo>
                  <a:cubicBezTo>
                    <a:pt x="1021605" y="188370"/>
                    <a:pt x="1025365" y="175119"/>
                    <a:pt x="1025365" y="157930"/>
                  </a:cubicBezTo>
                  <a:cubicBezTo>
                    <a:pt x="1025365" y="140638"/>
                    <a:pt x="1021605" y="127285"/>
                    <a:pt x="1014084" y="117872"/>
                  </a:cubicBezTo>
                  <a:cubicBezTo>
                    <a:pt x="1006564" y="108458"/>
                    <a:pt x="995795" y="103752"/>
                    <a:pt x="981777" y="103752"/>
                  </a:cubicBezTo>
                  <a:close/>
                  <a:moveTo>
                    <a:pt x="676977" y="103752"/>
                  </a:moveTo>
                  <a:cubicBezTo>
                    <a:pt x="663062" y="103752"/>
                    <a:pt x="652062" y="108612"/>
                    <a:pt x="643979" y="118332"/>
                  </a:cubicBezTo>
                  <a:cubicBezTo>
                    <a:pt x="635896" y="128052"/>
                    <a:pt x="631854" y="141456"/>
                    <a:pt x="631854" y="158544"/>
                  </a:cubicBezTo>
                  <a:cubicBezTo>
                    <a:pt x="631854" y="175017"/>
                    <a:pt x="635947" y="187986"/>
                    <a:pt x="644133" y="197451"/>
                  </a:cubicBezTo>
                  <a:cubicBezTo>
                    <a:pt x="652318" y="206915"/>
                    <a:pt x="663266" y="211647"/>
                    <a:pt x="676977" y="211647"/>
                  </a:cubicBezTo>
                  <a:cubicBezTo>
                    <a:pt x="690995" y="211647"/>
                    <a:pt x="701764" y="206992"/>
                    <a:pt x="709284" y="197681"/>
                  </a:cubicBezTo>
                  <a:cubicBezTo>
                    <a:pt x="716805" y="188370"/>
                    <a:pt x="720565" y="175119"/>
                    <a:pt x="720565" y="157930"/>
                  </a:cubicBezTo>
                  <a:cubicBezTo>
                    <a:pt x="720565" y="140638"/>
                    <a:pt x="716805" y="127285"/>
                    <a:pt x="709284" y="117872"/>
                  </a:cubicBezTo>
                  <a:cubicBezTo>
                    <a:pt x="701764" y="108458"/>
                    <a:pt x="690995" y="103752"/>
                    <a:pt x="676977" y="103752"/>
                  </a:cubicBezTo>
                  <a:close/>
                  <a:moveTo>
                    <a:pt x="281759" y="79042"/>
                  </a:moveTo>
                  <a:lnTo>
                    <a:pt x="317367" y="79042"/>
                  </a:lnTo>
                  <a:lnTo>
                    <a:pt x="317367" y="236204"/>
                  </a:lnTo>
                  <a:lnTo>
                    <a:pt x="281759" y="236204"/>
                  </a:lnTo>
                  <a:close/>
                  <a:moveTo>
                    <a:pt x="577267" y="76279"/>
                  </a:moveTo>
                  <a:cubicBezTo>
                    <a:pt x="583713" y="76279"/>
                    <a:pt x="588624" y="77251"/>
                    <a:pt x="592001" y="79195"/>
                  </a:cubicBezTo>
                  <a:lnTo>
                    <a:pt x="592001" y="112960"/>
                  </a:lnTo>
                  <a:cubicBezTo>
                    <a:pt x="587704" y="109584"/>
                    <a:pt x="581513" y="107896"/>
                    <a:pt x="573430" y="107896"/>
                  </a:cubicBezTo>
                  <a:cubicBezTo>
                    <a:pt x="562891" y="107896"/>
                    <a:pt x="554092" y="112653"/>
                    <a:pt x="547032" y="122169"/>
                  </a:cubicBezTo>
                  <a:cubicBezTo>
                    <a:pt x="539972" y="131685"/>
                    <a:pt x="536442" y="144628"/>
                    <a:pt x="536442" y="160999"/>
                  </a:cubicBezTo>
                  <a:lnTo>
                    <a:pt x="536442" y="236204"/>
                  </a:lnTo>
                  <a:lnTo>
                    <a:pt x="500834" y="236204"/>
                  </a:lnTo>
                  <a:lnTo>
                    <a:pt x="500834" y="79042"/>
                  </a:lnTo>
                  <a:lnTo>
                    <a:pt x="536442" y="79042"/>
                  </a:lnTo>
                  <a:lnTo>
                    <a:pt x="536442" y="111426"/>
                  </a:lnTo>
                  <a:lnTo>
                    <a:pt x="537055" y="111426"/>
                  </a:lnTo>
                  <a:cubicBezTo>
                    <a:pt x="540534" y="100375"/>
                    <a:pt x="545880" y="91755"/>
                    <a:pt x="553094" y="85564"/>
                  </a:cubicBezTo>
                  <a:cubicBezTo>
                    <a:pt x="560308" y="79374"/>
                    <a:pt x="568365" y="76279"/>
                    <a:pt x="577267" y="76279"/>
                  </a:cubicBezTo>
                  <a:close/>
                  <a:moveTo>
                    <a:pt x="983926" y="75358"/>
                  </a:moveTo>
                  <a:cubicBezTo>
                    <a:pt x="1008482" y="75358"/>
                    <a:pt x="1027616" y="82572"/>
                    <a:pt x="1041327" y="96999"/>
                  </a:cubicBezTo>
                  <a:cubicBezTo>
                    <a:pt x="1055038" y="111426"/>
                    <a:pt x="1061893" y="131429"/>
                    <a:pt x="1061893" y="157009"/>
                  </a:cubicBezTo>
                  <a:cubicBezTo>
                    <a:pt x="1061893" y="182077"/>
                    <a:pt x="1054501" y="202157"/>
                    <a:pt x="1039715" y="217249"/>
                  </a:cubicBezTo>
                  <a:cubicBezTo>
                    <a:pt x="1024930" y="232341"/>
                    <a:pt x="1005055" y="239888"/>
                    <a:pt x="980089" y="239888"/>
                  </a:cubicBezTo>
                  <a:cubicBezTo>
                    <a:pt x="955839" y="239888"/>
                    <a:pt x="936475" y="232546"/>
                    <a:pt x="921997" y="217863"/>
                  </a:cubicBezTo>
                  <a:cubicBezTo>
                    <a:pt x="907519" y="203180"/>
                    <a:pt x="900280" y="183714"/>
                    <a:pt x="900280" y="159465"/>
                  </a:cubicBezTo>
                  <a:cubicBezTo>
                    <a:pt x="900280" y="133066"/>
                    <a:pt x="907826" y="112449"/>
                    <a:pt x="922918" y="97613"/>
                  </a:cubicBezTo>
                  <a:cubicBezTo>
                    <a:pt x="938010" y="82776"/>
                    <a:pt x="958346" y="75358"/>
                    <a:pt x="983926" y="75358"/>
                  </a:cubicBezTo>
                  <a:close/>
                  <a:moveTo>
                    <a:pt x="841069" y="75358"/>
                  </a:moveTo>
                  <a:cubicBezTo>
                    <a:pt x="855599" y="75358"/>
                    <a:pt x="868593" y="77558"/>
                    <a:pt x="880053" y="81958"/>
                  </a:cubicBezTo>
                  <a:lnTo>
                    <a:pt x="880053" y="113114"/>
                  </a:lnTo>
                  <a:cubicBezTo>
                    <a:pt x="869003" y="105542"/>
                    <a:pt x="856315" y="101756"/>
                    <a:pt x="841990" y="101756"/>
                  </a:cubicBezTo>
                  <a:cubicBezTo>
                    <a:pt x="837488" y="101756"/>
                    <a:pt x="833421" y="102217"/>
                    <a:pt x="829789" y="103138"/>
                  </a:cubicBezTo>
                  <a:cubicBezTo>
                    <a:pt x="826156" y="104059"/>
                    <a:pt x="823061" y="105338"/>
                    <a:pt x="820503" y="106975"/>
                  </a:cubicBezTo>
                  <a:cubicBezTo>
                    <a:pt x="817945" y="108612"/>
                    <a:pt x="815950" y="110581"/>
                    <a:pt x="814518" y="112884"/>
                  </a:cubicBezTo>
                  <a:cubicBezTo>
                    <a:pt x="813085" y="115186"/>
                    <a:pt x="812369" y="117718"/>
                    <a:pt x="812369" y="120481"/>
                  </a:cubicBezTo>
                  <a:cubicBezTo>
                    <a:pt x="812369" y="123857"/>
                    <a:pt x="813085" y="126722"/>
                    <a:pt x="814518" y="129076"/>
                  </a:cubicBezTo>
                  <a:cubicBezTo>
                    <a:pt x="815950" y="131429"/>
                    <a:pt x="818073" y="133501"/>
                    <a:pt x="820887" y="135292"/>
                  </a:cubicBezTo>
                  <a:cubicBezTo>
                    <a:pt x="823701" y="137082"/>
                    <a:pt x="827077" y="138719"/>
                    <a:pt x="831017" y="140203"/>
                  </a:cubicBezTo>
                  <a:cubicBezTo>
                    <a:pt x="834956" y="141687"/>
                    <a:pt x="839484" y="143298"/>
                    <a:pt x="844599" y="145038"/>
                  </a:cubicBezTo>
                  <a:cubicBezTo>
                    <a:pt x="851353" y="147800"/>
                    <a:pt x="857415" y="150614"/>
                    <a:pt x="862787" y="153479"/>
                  </a:cubicBezTo>
                  <a:cubicBezTo>
                    <a:pt x="868158" y="156344"/>
                    <a:pt x="872737" y="159592"/>
                    <a:pt x="876523" y="163225"/>
                  </a:cubicBezTo>
                  <a:cubicBezTo>
                    <a:pt x="880309" y="166857"/>
                    <a:pt x="883225" y="171052"/>
                    <a:pt x="885271" y="175810"/>
                  </a:cubicBezTo>
                  <a:cubicBezTo>
                    <a:pt x="887318" y="180568"/>
                    <a:pt x="888341" y="186221"/>
                    <a:pt x="888341" y="192769"/>
                  </a:cubicBezTo>
                  <a:cubicBezTo>
                    <a:pt x="888341" y="200750"/>
                    <a:pt x="886499" y="207708"/>
                    <a:pt x="882816" y="213643"/>
                  </a:cubicBezTo>
                  <a:cubicBezTo>
                    <a:pt x="879132" y="219577"/>
                    <a:pt x="874221" y="224488"/>
                    <a:pt x="868082" y="228377"/>
                  </a:cubicBezTo>
                  <a:cubicBezTo>
                    <a:pt x="861943" y="232265"/>
                    <a:pt x="854857" y="235155"/>
                    <a:pt x="846825" y="237048"/>
                  </a:cubicBezTo>
                  <a:cubicBezTo>
                    <a:pt x="838793" y="238941"/>
                    <a:pt x="830326" y="239888"/>
                    <a:pt x="821424" y="239888"/>
                  </a:cubicBezTo>
                  <a:cubicBezTo>
                    <a:pt x="804234" y="239888"/>
                    <a:pt x="789347" y="237023"/>
                    <a:pt x="776762" y="231293"/>
                  </a:cubicBezTo>
                  <a:lnTo>
                    <a:pt x="776762" y="198295"/>
                  </a:lnTo>
                  <a:cubicBezTo>
                    <a:pt x="790063" y="208424"/>
                    <a:pt x="804746" y="213489"/>
                    <a:pt x="820810" y="213489"/>
                  </a:cubicBezTo>
                  <a:cubicBezTo>
                    <a:pt x="842297" y="213489"/>
                    <a:pt x="853041" y="207145"/>
                    <a:pt x="853041" y="194458"/>
                  </a:cubicBezTo>
                  <a:cubicBezTo>
                    <a:pt x="853041" y="190877"/>
                    <a:pt x="852120" y="187833"/>
                    <a:pt x="850278" y="185326"/>
                  </a:cubicBezTo>
                  <a:cubicBezTo>
                    <a:pt x="848436" y="182819"/>
                    <a:pt x="845955" y="180593"/>
                    <a:pt x="842834" y="178649"/>
                  </a:cubicBezTo>
                  <a:cubicBezTo>
                    <a:pt x="839714" y="176705"/>
                    <a:pt x="836030" y="174966"/>
                    <a:pt x="831784" y="173431"/>
                  </a:cubicBezTo>
                  <a:cubicBezTo>
                    <a:pt x="827538" y="171896"/>
                    <a:pt x="822805" y="170157"/>
                    <a:pt x="817587" y="168213"/>
                  </a:cubicBezTo>
                  <a:cubicBezTo>
                    <a:pt x="811141" y="165655"/>
                    <a:pt x="805334" y="162943"/>
                    <a:pt x="800167" y="160078"/>
                  </a:cubicBezTo>
                  <a:cubicBezTo>
                    <a:pt x="795000" y="157214"/>
                    <a:pt x="790703" y="153965"/>
                    <a:pt x="787275" y="150333"/>
                  </a:cubicBezTo>
                  <a:cubicBezTo>
                    <a:pt x="783847" y="146700"/>
                    <a:pt x="781264" y="142582"/>
                    <a:pt x="779524" y="137977"/>
                  </a:cubicBezTo>
                  <a:cubicBezTo>
                    <a:pt x="777785" y="133373"/>
                    <a:pt x="776915" y="128001"/>
                    <a:pt x="776915" y="121862"/>
                  </a:cubicBezTo>
                  <a:cubicBezTo>
                    <a:pt x="776915" y="114291"/>
                    <a:pt x="778706" y="107614"/>
                    <a:pt x="782287" y="101833"/>
                  </a:cubicBezTo>
                  <a:cubicBezTo>
                    <a:pt x="785868" y="96052"/>
                    <a:pt x="790677" y="91192"/>
                    <a:pt x="796714" y="87253"/>
                  </a:cubicBezTo>
                  <a:cubicBezTo>
                    <a:pt x="802751" y="83313"/>
                    <a:pt x="809606" y="80346"/>
                    <a:pt x="817280" y="78351"/>
                  </a:cubicBezTo>
                  <a:cubicBezTo>
                    <a:pt x="824954" y="76356"/>
                    <a:pt x="832884" y="75358"/>
                    <a:pt x="841069" y="75358"/>
                  </a:cubicBezTo>
                  <a:close/>
                  <a:moveTo>
                    <a:pt x="679126" y="75358"/>
                  </a:moveTo>
                  <a:cubicBezTo>
                    <a:pt x="703682" y="75358"/>
                    <a:pt x="722816" y="82572"/>
                    <a:pt x="736527" y="96999"/>
                  </a:cubicBezTo>
                  <a:cubicBezTo>
                    <a:pt x="750238" y="111426"/>
                    <a:pt x="757093" y="131429"/>
                    <a:pt x="757093" y="157009"/>
                  </a:cubicBezTo>
                  <a:cubicBezTo>
                    <a:pt x="757093" y="182077"/>
                    <a:pt x="749701" y="202157"/>
                    <a:pt x="734915" y="217249"/>
                  </a:cubicBezTo>
                  <a:cubicBezTo>
                    <a:pt x="720130" y="232341"/>
                    <a:pt x="700255" y="239888"/>
                    <a:pt x="675289" y="239888"/>
                  </a:cubicBezTo>
                  <a:cubicBezTo>
                    <a:pt x="651039" y="239888"/>
                    <a:pt x="631675" y="232546"/>
                    <a:pt x="617197" y="217863"/>
                  </a:cubicBezTo>
                  <a:cubicBezTo>
                    <a:pt x="602719" y="203180"/>
                    <a:pt x="595480" y="183714"/>
                    <a:pt x="595480" y="159465"/>
                  </a:cubicBezTo>
                  <a:cubicBezTo>
                    <a:pt x="595480" y="133066"/>
                    <a:pt x="603026" y="112449"/>
                    <a:pt x="618118" y="97613"/>
                  </a:cubicBezTo>
                  <a:cubicBezTo>
                    <a:pt x="633210" y="82776"/>
                    <a:pt x="653546" y="75358"/>
                    <a:pt x="679126" y="75358"/>
                  </a:cubicBezTo>
                  <a:close/>
                  <a:moveTo>
                    <a:pt x="432704" y="75358"/>
                  </a:moveTo>
                  <a:cubicBezTo>
                    <a:pt x="447028" y="75358"/>
                    <a:pt x="459665" y="77865"/>
                    <a:pt x="470613" y="82879"/>
                  </a:cubicBezTo>
                  <a:lnTo>
                    <a:pt x="470613" y="116030"/>
                  </a:lnTo>
                  <a:cubicBezTo>
                    <a:pt x="459665" y="107844"/>
                    <a:pt x="448000" y="103752"/>
                    <a:pt x="435620" y="103752"/>
                  </a:cubicBezTo>
                  <a:cubicBezTo>
                    <a:pt x="420579" y="103752"/>
                    <a:pt x="408249" y="108842"/>
                    <a:pt x="398631" y="119023"/>
                  </a:cubicBezTo>
                  <a:cubicBezTo>
                    <a:pt x="389013" y="129204"/>
                    <a:pt x="384204" y="142531"/>
                    <a:pt x="384204" y="159004"/>
                  </a:cubicBezTo>
                  <a:cubicBezTo>
                    <a:pt x="384204" y="175273"/>
                    <a:pt x="388732" y="188114"/>
                    <a:pt x="397787" y="197527"/>
                  </a:cubicBezTo>
                  <a:cubicBezTo>
                    <a:pt x="406842" y="206941"/>
                    <a:pt x="418993" y="211647"/>
                    <a:pt x="434239" y="211647"/>
                  </a:cubicBezTo>
                  <a:cubicBezTo>
                    <a:pt x="447028" y="211647"/>
                    <a:pt x="459102" y="207094"/>
                    <a:pt x="470460" y="197988"/>
                  </a:cubicBezTo>
                  <a:lnTo>
                    <a:pt x="470460" y="228991"/>
                  </a:lnTo>
                  <a:cubicBezTo>
                    <a:pt x="457874" y="236255"/>
                    <a:pt x="442987" y="239888"/>
                    <a:pt x="425797" y="239888"/>
                  </a:cubicBezTo>
                  <a:cubicBezTo>
                    <a:pt x="402468" y="239888"/>
                    <a:pt x="383642" y="232597"/>
                    <a:pt x="369317" y="218017"/>
                  </a:cubicBezTo>
                  <a:cubicBezTo>
                    <a:pt x="354992" y="203436"/>
                    <a:pt x="347830" y="184533"/>
                    <a:pt x="347830" y="161306"/>
                  </a:cubicBezTo>
                  <a:cubicBezTo>
                    <a:pt x="347830" y="135419"/>
                    <a:pt x="355529" y="114623"/>
                    <a:pt x="370928" y="98917"/>
                  </a:cubicBezTo>
                  <a:cubicBezTo>
                    <a:pt x="386327" y="83211"/>
                    <a:pt x="406919" y="75358"/>
                    <a:pt x="432704" y="7535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79"/>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2"/>
                  </a:cubicBezTo>
                  <a:lnTo>
                    <a:pt x="33765" y="236204"/>
                  </a:lnTo>
                  <a:lnTo>
                    <a:pt x="0" y="236204"/>
                  </a:lnTo>
                  <a:close/>
                  <a:moveTo>
                    <a:pt x="299716" y="5525"/>
                  </a:moveTo>
                  <a:cubicBezTo>
                    <a:pt x="305753" y="5525"/>
                    <a:pt x="310869" y="7469"/>
                    <a:pt x="315064" y="11357"/>
                  </a:cubicBezTo>
                  <a:cubicBezTo>
                    <a:pt x="319259" y="15245"/>
                    <a:pt x="321357" y="20106"/>
                    <a:pt x="321357" y="25938"/>
                  </a:cubicBezTo>
                  <a:cubicBezTo>
                    <a:pt x="321357" y="31463"/>
                    <a:pt x="319259" y="36195"/>
                    <a:pt x="315064" y="40135"/>
                  </a:cubicBezTo>
                  <a:cubicBezTo>
                    <a:pt x="310869" y="44074"/>
                    <a:pt x="305753" y="46044"/>
                    <a:pt x="299716" y="46044"/>
                  </a:cubicBezTo>
                  <a:cubicBezTo>
                    <a:pt x="293884" y="46044"/>
                    <a:pt x="288896" y="44151"/>
                    <a:pt x="284752" y="40365"/>
                  </a:cubicBezTo>
                  <a:cubicBezTo>
                    <a:pt x="280608" y="36579"/>
                    <a:pt x="278536" y="31770"/>
                    <a:pt x="278536" y="25938"/>
                  </a:cubicBezTo>
                  <a:cubicBezTo>
                    <a:pt x="278536" y="20106"/>
                    <a:pt x="280608" y="15245"/>
                    <a:pt x="284752" y="11357"/>
                  </a:cubicBezTo>
                  <a:cubicBezTo>
                    <a:pt x="288896" y="7469"/>
                    <a:pt x="293884" y="5525"/>
                    <a:pt x="299716" y="5525"/>
                  </a:cubicBezTo>
                  <a:close/>
                  <a:moveTo>
                    <a:pt x="1149851" y="0"/>
                  </a:moveTo>
                  <a:cubicBezTo>
                    <a:pt x="1158650" y="0"/>
                    <a:pt x="1165608" y="972"/>
                    <a:pt x="1170724" y="2916"/>
                  </a:cubicBezTo>
                  <a:lnTo>
                    <a:pt x="1170724" y="32537"/>
                  </a:lnTo>
                  <a:cubicBezTo>
                    <a:pt x="1165915" y="29775"/>
                    <a:pt x="1160441" y="28393"/>
                    <a:pt x="1154302" y="28393"/>
                  </a:cubicBezTo>
                  <a:cubicBezTo>
                    <a:pt x="1137010" y="28393"/>
                    <a:pt x="1128364" y="38165"/>
                    <a:pt x="1128364" y="57708"/>
                  </a:cubicBezTo>
                  <a:lnTo>
                    <a:pt x="1128364" y="79042"/>
                  </a:lnTo>
                  <a:lnTo>
                    <a:pt x="1160534" y="79042"/>
                  </a:lnTo>
                  <a:lnTo>
                    <a:pt x="1164892" y="79042"/>
                  </a:lnTo>
                  <a:lnTo>
                    <a:pt x="1186779" y="79042"/>
                  </a:lnTo>
                  <a:lnTo>
                    <a:pt x="1186779" y="42667"/>
                  </a:lnTo>
                  <a:lnTo>
                    <a:pt x="1222386" y="32537"/>
                  </a:lnTo>
                  <a:lnTo>
                    <a:pt x="1222386" y="79042"/>
                  </a:lnTo>
                  <a:lnTo>
                    <a:pt x="1259988" y="79042"/>
                  </a:lnTo>
                  <a:lnTo>
                    <a:pt x="1259988" y="106975"/>
                  </a:lnTo>
                  <a:lnTo>
                    <a:pt x="1222386" y="106975"/>
                  </a:lnTo>
                  <a:lnTo>
                    <a:pt x="1222386" y="185556"/>
                  </a:lnTo>
                  <a:cubicBezTo>
                    <a:pt x="1222386" y="194867"/>
                    <a:pt x="1224074" y="201518"/>
                    <a:pt x="1227451" y="205508"/>
                  </a:cubicBezTo>
                  <a:cubicBezTo>
                    <a:pt x="1230827" y="209499"/>
                    <a:pt x="1236455" y="211494"/>
                    <a:pt x="1244333" y="211494"/>
                  </a:cubicBezTo>
                  <a:cubicBezTo>
                    <a:pt x="1250370" y="211494"/>
                    <a:pt x="1255589" y="209754"/>
                    <a:pt x="1259988" y="206276"/>
                  </a:cubicBezTo>
                  <a:lnTo>
                    <a:pt x="1259988" y="234516"/>
                  </a:lnTo>
                  <a:cubicBezTo>
                    <a:pt x="1253031" y="237995"/>
                    <a:pt x="1243873" y="239734"/>
                    <a:pt x="1232515" y="239734"/>
                  </a:cubicBezTo>
                  <a:cubicBezTo>
                    <a:pt x="1202024" y="239734"/>
                    <a:pt x="1186779" y="225102"/>
                    <a:pt x="1186779" y="195839"/>
                  </a:cubicBezTo>
                  <a:lnTo>
                    <a:pt x="1186779" y="106975"/>
                  </a:lnTo>
                  <a:lnTo>
                    <a:pt x="1164892" y="106975"/>
                  </a:lnTo>
                  <a:lnTo>
                    <a:pt x="1160534" y="106975"/>
                  </a:lnTo>
                  <a:lnTo>
                    <a:pt x="1128517" y="106975"/>
                  </a:lnTo>
                  <a:lnTo>
                    <a:pt x="1128517" y="236204"/>
                  </a:lnTo>
                  <a:lnTo>
                    <a:pt x="1092910" y="236204"/>
                  </a:lnTo>
                  <a:lnTo>
                    <a:pt x="1092910" y="106975"/>
                  </a:lnTo>
                  <a:lnTo>
                    <a:pt x="1066051" y="106975"/>
                  </a:lnTo>
                  <a:lnTo>
                    <a:pt x="1066051" y="79042"/>
                  </a:lnTo>
                  <a:lnTo>
                    <a:pt x="1092910" y="79042"/>
                  </a:lnTo>
                  <a:lnTo>
                    <a:pt x="1092910" y="53564"/>
                  </a:lnTo>
                  <a:cubicBezTo>
                    <a:pt x="1092910" y="36988"/>
                    <a:pt x="1098333" y="23917"/>
                    <a:pt x="1109179" y="14350"/>
                  </a:cubicBezTo>
                  <a:cubicBezTo>
                    <a:pt x="1120025" y="4783"/>
                    <a:pt x="1133582" y="0"/>
                    <a:pt x="1149851"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5833046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1_Title Slide">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5">
            <a:extLst>
              <a:ext uri="{FF2B5EF4-FFF2-40B4-BE49-F238E27FC236}">
                <a16:creationId xmlns:a16="http://schemas.microsoft.com/office/drawing/2014/main" id="{1F4A8530-B89C-88B2-9BF1-34CC2A9750C7}"/>
              </a:ext>
            </a:extLst>
          </p:cNvPr>
          <p:cNvSpPr>
            <a:spLocks noGrp="1"/>
          </p:cNvSpPr>
          <p:nvPr>
            <p:ph type="title"/>
          </p:nvPr>
        </p:nvSpPr>
        <p:spPr>
          <a:xfrm>
            <a:off x="379021" y="2811645"/>
            <a:ext cx="7683500" cy="895065"/>
          </a:xfrm>
        </p:spPr>
        <p:txBody>
          <a:bodyPr/>
          <a:lstStyle>
            <a:lvl1pPr>
              <a:defRPr>
                <a:gradFill flip="none" rotWithShape="1">
                  <a:gsLst>
                    <a:gs pos="0">
                      <a:schemeClr val="accent3"/>
                    </a:gs>
                    <a:gs pos="100000">
                      <a:schemeClr val="accent6"/>
                    </a:gs>
                  </a:gsLst>
                  <a:lin ang="16200000" scaled="1"/>
                  <a:tileRect/>
                </a:gra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3E76921E-13E1-55F5-E255-F9D4FDA2F1F4}"/>
              </a:ext>
            </a:extLst>
          </p:cNvPr>
          <p:cNvSpPr>
            <a:spLocks noGrp="1"/>
          </p:cNvSpPr>
          <p:nvPr>
            <p:ph type="body" sz="quarter" idx="10"/>
          </p:nvPr>
        </p:nvSpPr>
        <p:spPr>
          <a:xfrm>
            <a:off x="399778" y="3846332"/>
            <a:ext cx="6823075" cy="454517"/>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42049329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6_Title Slide">
    <p:spTree>
      <p:nvGrpSpPr>
        <p:cNvPr id="1" name=""/>
        <p:cNvGrpSpPr/>
        <p:nvPr/>
      </p:nvGrpSpPr>
      <p:grpSpPr>
        <a:xfrm>
          <a:off x="0" y="0"/>
          <a:ext cx="0" cy="0"/>
          <a:chOff x="0" y="0"/>
          <a:chExt cx="0" cy="0"/>
        </a:xfrm>
      </p:grpSpPr>
      <p:pic>
        <p:nvPicPr>
          <p:cNvPr id="4" name="Picture 3" descr="A person with blonde hair and a white shirt&#10;&#10;Description automatically generated">
            <a:extLst>
              <a:ext uri="{FF2B5EF4-FFF2-40B4-BE49-F238E27FC236}">
                <a16:creationId xmlns:a16="http://schemas.microsoft.com/office/drawing/2014/main" id="{1331CF21-D904-5335-BBD8-2AAF92B0C8C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5">
            <a:extLst>
              <a:ext uri="{FF2B5EF4-FFF2-40B4-BE49-F238E27FC236}">
                <a16:creationId xmlns:a16="http://schemas.microsoft.com/office/drawing/2014/main" id="{E64861AC-ADB0-AFE5-E703-001307E22B5D}"/>
              </a:ext>
            </a:extLst>
          </p:cNvPr>
          <p:cNvSpPr>
            <a:spLocks noGrp="1"/>
          </p:cNvSpPr>
          <p:nvPr>
            <p:ph type="title"/>
          </p:nvPr>
        </p:nvSpPr>
        <p:spPr>
          <a:xfrm>
            <a:off x="379021" y="2811645"/>
            <a:ext cx="7683500" cy="895065"/>
          </a:xfrm>
        </p:spPr>
        <p:txBody>
          <a:bodyPr/>
          <a:lstStyle>
            <a:lvl1pPr>
              <a:defRPr>
                <a:solidFill>
                  <a:schemeClr val="bg1"/>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435BB0DD-35B6-1FD4-387B-6019DA7D251C}"/>
              </a:ext>
            </a:extLst>
          </p:cNvPr>
          <p:cNvSpPr>
            <a:spLocks noGrp="1"/>
          </p:cNvSpPr>
          <p:nvPr>
            <p:ph type="body" sz="quarter" idx="10"/>
          </p:nvPr>
        </p:nvSpPr>
        <p:spPr>
          <a:xfrm>
            <a:off x="399778" y="3846332"/>
            <a:ext cx="6823075" cy="454517"/>
          </a:xfrm>
        </p:spPr>
        <p:txBody>
          <a:bodyPr/>
          <a:lstStyle>
            <a:lvl1pPr marL="0" indent="0">
              <a:buNone/>
              <a:defRPr>
                <a:solidFill>
                  <a:schemeClr val="bg1"/>
                </a:solidFill>
              </a:defRPr>
            </a:lvl1pPr>
          </a:lstStyle>
          <a:p>
            <a:pPr lvl="0"/>
            <a:r>
              <a:rPr lang="en-US"/>
              <a:t>Click to edit Master text styles</a:t>
            </a:r>
          </a:p>
        </p:txBody>
      </p:sp>
      <p:pic>
        <p:nvPicPr>
          <p:cNvPr id="5" name="Picture 4" descr="A black background with white text&#10;&#10;Description automatically generated">
            <a:extLst>
              <a:ext uri="{FF2B5EF4-FFF2-40B4-BE49-F238E27FC236}">
                <a16:creationId xmlns:a16="http://schemas.microsoft.com/office/drawing/2014/main" id="{9B85F8E1-7640-1F49-FB11-1928C83889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2101" y="505600"/>
            <a:ext cx="1870905" cy="688200"/>
          </a:xfrm>
          <a:prstGeom prst="rect">
            <a:avLst/>
          </a:prstGeom>
        </p:spPr>
      </p:pic>
    </p:spTree>
    <p:extLst>
      <p:ext uri="{BB962C8B-B14F-4D97-AF65-F5344CB8AC3E}">
        <p14:creationId xmlns:p14="http://schemas.microsoft.com/office/powerpoint/2010/main" val="17491593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2_Title Slide">
    <p:spTree>
      <p:nvGrpSpPr>
        <p:cNvPr id="1" name=""/>
        <p:cNvGrpSpPr/>
        <p:nvPr/>
      </p:nvGrpSpPr>
      <p:grpSpPr>
        <a:xfrm>
          <a:off x="0" y="0"/>
          <a:ext cx="0" cy="0"/>
          <a:chOff x="0" y="0"/>
          <a:chExt cx="0" cy="0"/>
        </a:xfrm>
      </p:grpSpPr>
      <p:pic>
        <p:nvPicPr>
          <p:cNvPr id="4" name="Picture 3" descr="A person with blonde hair and a white shirt&#10;&#10;Description automatically generated">
            <a:extLst>
              <a:ext uri="{FF2B5EF4-FFF2-40B4-BE49-F238E27FC236}">
                <a16:creationId xmlns:a16="http://schemas.microsoft.com/office/drawing/2014/main" id="{1331CF21-D904-5335-BBD8-2AAF92B0C8C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5">
            <a:extLst>
              <a:ext uri="{FF2B5EF4-FFF2-40B4-BE49-F238E27FC236}">
                <a16:creationId xmlns:a16="http://schemas.microsoft.com/office/drawing/2014/main" id="{E64861AC-ADB0-AFE5-E703-001307E22B5D}"/>
              </a:ext>
            </a:extLst>
          </p:cNvPr>
          <p:cNvSpPr>
            <a:spLocks noGrp="1"/>
          </p:cNvSpPr>
          <p:nvPr>
            <p:ph type="title"/>
          </p:nvPr>
        </p:nvSpPr>
        <p:spPr>
          <a:xfrm>
            <a:off x="379021" y="2811645"/>
            <a:ext cx="7683500" cy="895065"/>
          </a:xfrm>
        </p:spPr>
        <p:txBody>
          <a:bodyPr/>
          <a:lstStyle>
            <a:lvl1pPr>
              <a:defRPr>
                <a:solidFill>
                  <a:schemeClr val="bg1"/>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435BB0DD-35B6-1FD4-387B-6019DA7D251C}"/>
              </a:ext>
            </a:extLst>
          </p:cNvPr>
          <p:cNvSpPr>
            <a:spLocks noGrp="1"/>
          </p:cNvSpPr>
          <p:nvPr>
            <p:ph type="body" sz="quarter" idx="10"/>
          </p:nvPr>
        </p:nvSpPr>
        <p:spPr>
          <a:xfrm>
            <a:off x="399778" y="3846332"/>
            <a:ext cx="6823075" cy="45451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6516599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Title Slid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3" name="Picture 2" descr="A close up of a glass object&#10;&#10;Description automatically generated">
            <a:extLst>
              <a:ext uri="{FF2B5EF4-FFF2-40B4-BE49-F238E27FC236}">
                <a16:creationId xmlns:a16="http://schemas.microsoft.com/office/drawing/2014/main" id="{6AA1AC67-13BA-ADC6-4602-1C5E14B1595C}"/>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565148" y="2422963"/>
            <a:ext cx="8534401" cy="2012073"/>
          </a:xfrm>
          <a:prstGeom prst="roundRect">
            <a:avLst>
              <a:gd name="adj" fmla="val 12880"/>
            </a:avLst>
          </a:prstGeom>
        </p:spPr>
      </p:pic>
      <p:sp>
        <p:nvSpPr>
          <p:cNvPr id="4" name="Rectangle: Rounded Corners 3">
            <a:extLst>
              <a:ext uri="{FF2B5EF4-FFF2-40B4-BE49-F238E27FC236}">
                <a16:creationId xmlns:a16="http://schemas.microsoft.com/office/drawing/2014/main" id="{08F5EDB2-62CD-FCD3-37F1-2EA7B51C3CF8}"/>
              </a:ext>
            </a:extLst>
          </p:cNvPr>
          <p:cNvSpPr/>
          <p:nvPr/>
        </p:nvSpPr>
        <p:spPr>
          <a:xfrm>
            <a:off x="565150" y="2422048"/>
            <a:ext cx="8534400" cy="2012073"/>
          </a:xfrm>
          <a:prstGeom prst="roundRect">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4C02737-1995-7747-7303-F1115CC1989C}"/>
              </a:ext>
            </a:extLst>
          </p:cNvPr>
          <p:cNvSpPr/>
          <p:nvPr/>
        </p:nvSpPr>
        <p:spPr>
          <a:xfrm>
            <a:off x="1026037" y="2974294"/>
            <a:ext cx="7552813" cy="96485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agnify" title="Icon of a magnifying glass">
            <a:extLst>
              <a:ext uri="{FF2B5EF4-FFF2-40B4-BE49-F238E27FC236}">
                <a16:creationId xmlns:a16="http://schemas.microsoft.com/office/drawing/2014/main" id="{65E2CD84-BA71-0719-E777-8F57BF762044}"/>
              </a:ext>
            </a:extLst>
          </p:cNvPr>
          <p:cNvSpPr>
            <a:spLocks noChangeAspect="1" noEditPoints="1"/>
          </p:cNvSpPr>
          <p:nvPr/>
        </p:nvSpPr>
        <p:spPr bwMode="auto">
          <a:xfrm flipH="1">
            <a:off x="7791450" y="3229935"/>
            <a:ext cx="503335" cy="493716"/>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itle 15">
            <a:extLst>
              <a:ext uri="{FF2B5EF4-FFF2-40B4-BE49-F238E27FC236}">
                <a16:creationId xmlns:a16="http://schemas.microsoft.com/office/drawing/2014/main" id="{E903047D-0F9D-0858-4D03-8A542EE21C82}"/>
              </a:ext>
            </a:extLst>
          </p:cNvPr>
          <p:cNvSpPr>
            <a:spLocks noGrp="1"/>
          </p:cNvSpPr>
          <p:nvPr>
            <p:ph type="title"/>
          </p:nvPr>
        </p:nvSpPr>
        <p:spPr>
          <a:xfrm>
            <a:off x="1102236" y="2986079"/>
            <a:ext cx="7683500" cy="895065"/>
          </a:xfrm>
        </p:spPr>
        <p:txBody>
          <a:bodyPr>
            <a:normAutofit/>
          </a:bodyPr>
          <a:lstStyle>
            <a:lvl1pPr>
              <a:defRPr sz="3600">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Tree>
    <p:extLst>
      <p:ext uri="{BB962C8B-B14F-4D97-AF65-F5344CB8AC3E}">
        <p14:creationId xmlns:p14="http://schemas.microsoft.com/office/powerpoint/2010/main" val="4090634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65D091-6B2C-23D8-66B6-710FA9AD127F}"/>
              </a:ext>
            </a:extLst>
          </p:cNvPr>
          <p:cNvSpPr/>
          <p:nvPr/>
        </p:nvSpPr>
        <p:spPr>
          <a:xfrm>
            <a:off x="0" y="0"/>
            <a:ext cx="12192000" cy="6858000"/>
          </a:xfrm>
          <a:prstGeom prst="rect">
            <a:avLst/>
          </a:prstGeom>
          <a:gradFill flip="none" rotWithShape="1">
            <a:gsLst>
              <a:gs pos="20000">
                <a:srgbClr val="DAE4F6"/>
              </a:gs>
              <a:gs pos="100000">
                <a:srgbClr val="F0D2D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group of chat messages&#10;&#10;Description automatically generated">
            <a:extLst>
              <a:ext uri="{FF2B5EF4-FFF2-40B4-BE49-F238E27FC236}">
                <a16:creationId xmlns:a16="http://schemas.microsoft.com/office/drawing/2014/main" id="{5815694D-AE46-6A56-2B91-7EC4DC7518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F877082-FE34-FE9B-5C00-4EFF86C7CB55}"/>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5">
            <a:extLst>
              <a:ext uri="{FF2B5EF4-FFF2-40B4-BE49-F238E27FC236}">
                <a16:creationId xmlns:a16="http://schemas.microsoft.com/office/drawing/2014/main" id="{EBB3EB53-54AD-8806-BB93-224477508D47}"/>
              </a:ext>
            </a:extLst>
          </p:cNvPr>
          <p:cNvSpPr>
            <a:spLocks noGrp="1"/>
          </p:cNvSpPr>
          <p:nvPr>
            <p:ph type="title"/>
          </p:nvPr>
        </p:nvSpPr>
        <p:spPr>
          <a:xfrm>
            <a:off x="403736" y="2986079"/>
            <a:ext cx="7683500" cy="895065"/>
          </a:xfrm>
        </p:spPr>
        <p:txBody>
          <a:bodyPr>
            <a:normAutofit/>
          </a:bodyPr>
          <a:lstStyle>
            <a:lvl1pPr>
              <a:defRPr sz="3600">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Tree>
    <p:extLst>
      <p:ext uri="{BB962C8B-B14F-4D97-AF65-F5344CB8AC3E}">
        <p14:creationId xmlns:p14="http://schemas.microsoft.com/office/powerpoint/2010/main" val="3361757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7_Title Slide">
    <p:spTree>
      <p:nvGrpSpPr>
        <p:cNvPr id="1" name=""/>
        <p:cNvGrpSpPr/>
        <p:nvPr/>
      </p:nvGrpSpPr>
      <p:grpSpPr>
        <a:xfrm>
          <a:off x="0" y="0"/>
          <a:ext cx="0" cy="0"/>
          <a:chOff x="0" y="0"/>
          <a:chExt cx="0" cy="0"/>
        </a:xfrm>
      </p:grpSpPr>
      <p:pic>
        <p:nvPicPr>
          <p:cNvPr id="8" name="Picture 7" descr="A computer screen with a message&#10;&#10;Description automatically generated">
            <a:extLst>
              <a:ext uri="{FF2B5EF4-FFF2-40B4-BE49-F238E27FC236}">
                <a16:creationId xmlns:a16="http://schemas.microsoft.com/office/drawing/2014/main" id="{939E43D2-0AE7-0FEF-5B96-E3C9C691433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C214CBCE-B1B7-DD74-469F-D051CC3AB9B1}"/>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5">
            <a:extLst>
              <a:ext uri="{FF2B5EF4-FFF2-40B4-BE49-F238E27FC236}">
                <a16:creationId xmlns:a16="http://schemas.microsoft.com/office/drawing/2014/main" id="{B0038111-0B73-0492-2541-3AB9C693846C}"/>
              </a:ext>
            </a:extLst>
          </p:cNvPr>
          <p:cNvSpPr>
            <a:spLocks noGrp="1"/>
          </p:cNvSpPr>
          <p:nvPr>
            <p:ph type="title"/>
          </p:nvPr>
        </p:nvSpPr>
        <p:spPr>
          <a:xfrm>
            <a:off x="403736" y="2986079"/>
            <a:ext cx="7683500" cy="895065"/>
          </a:xfrm>
        </p:spPr>
        <p:txBody>
          <a:bodyPr>
            <a:normAutofit/>
          </a:bodyPr>
          <a:lstStyle>
            <a:lvl1pPr>
              <a:defRPr sz="3600">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Tree>
    <p:extLst>
      <p:ext uri="{BB962C8B-B14F-4D97-AF65-F5344CB8AC3E}">
        <p14:creationId xmlns:p14="http://schemas.microsoft.com/office/powerpoint/2010/main" val="6571617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itle Slide 5">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56D41C-2693-DF84-B52B-AAFE49E0D9AD}"/>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3678" r="19088" b="1398"/>
          <a:stretch/>
        </p:blipFill>
        <p:spPr>
          <a:xfrm>
            <a:off x="0" y="0"/>
            <a:ext cx="12191999" cy="6858000"/>
          </a:xfrm>
          <a:prstGeom prst="rect">
            <a:avLst/>
          </a:prstGeom>
        </p:spPr>
      </p:pic>
      <p:sp>
        <p:nvSpPr>
          <p:cNvPr id="3" name="Rectangle 2">
            <a:extLst>
              <a:ext uri="{FF2B5EF4-FFF2-40B4-BE49-F238E27FC236}">
                <a16:creationId xmlns:a16="http://schemas.microsoft.com/office/drawing/2014/main" id="{523EF143-CE0B-763F-31DC-5E3FD677E5F8}"/>
              </a:ext>
              <a:ext uri="{C183D7F6-B498-43B3-948B-1728B52AA6E4}">
                <adec:decorative xmlns:adec="http://schemas.microsoft.com/office/drawing/2017/decorative" val="1"/>
              </a:ext>
            </a:extLst>
          </p:cNvPr>
          <p:cNvSpPr/>
          <p:nvPr/>
        </p:nvSpPr>
        <p:spPr bwMode="auto">
          <a:xfrm>
            <a:off x="-1" y="0"/>
            <a:ext cx="6505303"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3266242"/>
            <a:ext cx="9144000" cy="677108"/>
          </a:xfrm>
          <a:noFill/>
        </p:spPr>
        <p:txBody>
          <a:bodyPr lIns="0" tIns="0" rIns="0" bIns="0" anchor="b" anchorCtr="0">
            <a:spAutoFit/>
          </a:bodyPr>
          <a:lstStyle>
            <a:lvl1pPr>
              <a:defRPr sz="4400" spc="-50" baseline="0">
                <a:gradFill>
                  <a:gsLst>
                    <a:gs pos="50000">
                      <a:srgbClr val="8661C5"/>
                    </a:gs>
                    <a:gs pos="0">
                      <a:srgbClr val="3E76D4"/>
                    </a:gs>
                    <a:gs pos="100000">
                      <a:srgbClr val="C73ECC"/>
                    </a:gs>
                  </a:gsLst>
                  <a:lin ang="2700000" scaled="1"/>
                </a:gradFill>
                <a:latin typeface="+mj-lt"/>
                <a:cs typeface="Segoe UI" panose="020B0502040204020203" pitchFamily="34" charset="0"/>
              </a:defRPr>
            </a:lvl1pPr>
          </a:lstStyle>
          <a:p>
            <a:r>
              <a:rPr lang="en-US"/>
              <a:t>Event name or presentation title </a:t>
            </a:r>
          </a:p>
        </p:txBody>
      </p:sp>
      <p:pic>
        <p:nvPicPr>
          <p:cNvPr id="10" name="Picture 9" descr="A close-up of a logo&#10;&#10;Description automatically generated with medium confidence">
            <a:extLst>
              <a:ext uri="{FF2B5EF4-FFF2-40B4-BE49-F238E27FC236}">
                <a16:creationId xmlns:a16="http://schemas.microsoft.com/office/drawing/2014/main" id="{97B1F2AE-6C5C-018D-7632-164C4B21705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6863" y="298450"/>
            <a:ext cx="2361272" cy="867859"/>
          </a:xfrm>
          <a:prstGeom prst="rect">
            <a:avLst/>
          </a:prstGeom>
        </p:spPr>
      </p:pic>
      <p:pic>
        <p:nvPicPr>
          <p:cNvPr id="5" name="Picture 4" descr="A rainbow colored logo on a black background&#10;&#10;Description automatically generated">
            <a:extLst>
              <a:ext uri="{FF2B5EF4-FFF2-40B4-BE49-F238E27FC236}">
                <a16:creationId xmlns:a16="http://schemas.microsoft.com/office/drawing/2014/main" id="{8F5D48D4-68C8-E7DD-5132-34A2E643437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949859" y="325979"/>
            <a:ext cx="812800" cy="812800"/>
          </a:xfrm>
          <a:prstGeom prst="rect">
            <a:avLst/>
          </a:prstGeom>
        </p:spPr>
      </p:pic>
    </p:spTree>
    <p:extLst>
      <p:ext uri="{BB962C8B-B14F-4D97-AF65-F5344CB8AC3E}">
        <p14:creationId xmlns:p14="http://schemas.microsoft.com/office/powerpoint/2010/main" val="6685177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itle Slide 5">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56D41C-2693-DF84-B52B-AAFE49E0D9AD}"/>
              </a:ext>
              <a:ext uri="{C183D7F6-B498-43B3-948B-1728B52AA6E4}">
                <adec:decorative xmlns:adec="http://schemas.microsoft.com/office/drawing/2017/decorative" val="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41350" t="6371" r="22947" b="48048"/>
          <a:stretch/>
        </p:blipFill>
        <p:spPr>
          <a:xfrm>
            <a:off x="0" y="0"/>
            <a:ext cx="12191999" cy="6858000"/>
          </a:xfrm>
          <a:prstGeom prst="rect">
            <a:avLst/>
          </a:prstGeom>
        </p:spPr>
      </p:pic>
      <p:sp>
        <p:nvSpPr>
          <p:cNvPr id="3" name="Rectangle 2">
            <a:extLst>
              <a:ext uri="{FF2B5EF4-FFF2-40B4-BE49-F238E27FC236}">
                <a16:creationId xmlns:a16="http://schemas.microsoft.com/office/drawing/2014/main" id="{523EF143-CE0B-763F-31DC-5E3FD677E5F8}"/>
              </a:ext>
              <a:ext uri="{C183D7F6-B498-43B3-948B-1728B52AA6E4}">
                <adec:decorative xmlns:adec="http://schemas.microsoft.com/office/drawing/2017/decorative" val="1"/>
              </a:ext>
            </a:extLst>
          </p:cNvPr>
          <p:cNvSpPr/>
          <p:nvPr/>
        </p:nvSpPr>
        <p:spPr bwMode="auto">
          <a:xfrm>
            <a:off x="-1" y="0"/>
            <a:ext cx="6505303"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2589133"/>
            <a:ext cx="5511800" cy="1354217"/>
          </a:xfrm>
          <a:noFill/>
        </p:spPr>
        <p:txBody>
          <a:bodyPr wrap="square" lIns="0" tIns="0" rIns="0" bIns="0" anchor="b" anchorCtr="0">
            <a:spAutoFit/>
          </a:bodyPr>
          <a:lstStyle>
            <a:lvl1pPr>
              <a:defRPr sz="4400" spc="-50" baseline="0">
                <a:gradFill>
                  <a:gsLst>
                    <a:gs pos="50000">
                      <a:srgbClr val="8661C5"/>
                    </a:gs>
                    <a:gs pos="0">
                      <a:srgbClr val="3E76D4"/>
                    </a:gs>
                    <a:gs pos="100000">
                      <a:srgbClr val="C73ECC"/>
                    </a:gs>
                  </a:gsLst>
                  <a:lin ang="2700000" scaled="1"/>
                </a:gradFill>
                <a:latin typeface="+mj-lt"/>
                <a:cs typeface="Segoe UI" panose="020B0502040204020203" pitchFamily="34" charset="0"/>
              </a:defRPr>
            </a:lvl1pPr>
          </a:lstStyle>
          <a:p>
            <a:r>
              <a:rPr lang="en-US"/>
              <a:t>Event name or presentation title </a:t>
            </a:r>
          </a:p>
        </p:txBody>
      </p:sp>
      <p:pic>
        <p:nvPicPr>
          <p:cNvPr id="5" name="Picture 4" descr="A close-up of a logo&#10;&#10;Description automatically generated with medium confidence">
            <a:extLst>
              <a:ext uri="{FF2B5EF4-FFF2-40B4-BE49-F238E27FC236}">
                <a16:creationId xmlns:a16="http://schemas.microsoft.com/office/drawing/2014/main" id="{B7CCD9CC-6226-0424-5409-124F7DF60F6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6863" y="298450"/>
            <a:ext cx="2361272" cy="867859"/>
          </a:xfrm>
          <a:prstGeom prst="rect">
            <a:avLst/>
          </a:prstGeom>
        </p:spPr>
      </p:pic>
      <p:pic>
        <p:nvPicPr>
          <p:cNvPr id="6" name="Picture 2" descr="Map, photo with location pin, mobile device with likes icon in magenta, purple, and yellow color">
            <a:extLst>
              <a:ext uri="{FF2B5EF4-FFF2-40B4-BE49-F238E27FC236}">
                <a16:creationId xmlns:a16="http://schemas.microsoft.com/office/drawing/2014/main" id="{0A983905-67D2-5C33-136D-E6F40D6AC0D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038244" y="1060538"/>
            <a:ext cx="4736924" cy="4736924"/>
          </a:xfrm>
          <a:prstGeom prst="rect">
            <a:avLst/>
          </a:prstGeom>
        </p:spPr>
      </p:pic>
      <p:pic>
        <p:nvPicPr>
          <p:cNvPr id="4" name="Picture 3" descr="A rainbow colored logo on a black background&#10;&#10;Description automatically generated">
            <a:extLst>
              <a:ext uri="{FF2B5EF4-FFF2-40B4-BE49-F238E27FC236}">
                <a16:creationId xmlns:a16="http://schemas.microsoft.com/office/drawing/2014/main" id="{FC1991CB-5F9D-1CCE-D823-76489CAAA08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949859" y="325979"/>
            <a:ext cx="812800" cy="812800"/>
          </a:xfrm>
          <a:prstGeom prst="rect">
            <a:avLst/>
          </a:prstGeom>
        </p:spPr>
      </p:pic>
    </p:spTree>
    <p:extLst>
      <p:ext uri="{BB962C8B-B14F-4D97-AF65-F5344CB8AC3E}">
        <p14:creationId xmlns:p14="http://schemas.microsoft.com/office/powerpoint/2010/main" val="13113834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Blank - Light Gradient">
    <p:bg>
      <p:bgPr>
        <a:gradFill>
          <a:gsLst>
            <a:gs pos="0">
              <a:srgbClr val="50E6FF"/>
            </a:gs>
            <a:gs pos="100000">
              <a:srgbClr val="D59DFF"/>
            </a:gs>
          </a:gsLst>
          <a:lin ang="2400000" scaled="0"/>
        </a:gra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BC35D8F7-37B3-8A61-0D77-6182149CE4D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64764314"/>
      </p:ext>
    </p:extLst>
  </p:cSld>
  <p:clrMapOvr>
    <a:masterClrMapping/>
  </p:clrMapOvr>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WORKSHEE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30CE1E-4089-434E-AAF5-DA9D1BB44473}"/>
              </a:ext>
            </a:extLst>
          </p:cNvPr>
          <p:cNvSpPr/>
          <p:nvPr/>
        </p:nvSpPr>
        <p:spPr>
          <a:xfrm>
            <a:off x="6718042" y="-78115"/>
            <a:ext cx="5473958"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Segoe UI Semilight" panose="020B0402040204020203" pitchFamily="34" charset="0"/>
            </a:endParaRPr>
          </a:p>
        </p:txBody>
      </p:sp>
    </p:spTree>
    <p:extLst>
      <p:ext uri="{BB962C8B-B14F-4D97-AF65-F5344CB8AC3E}">
        <p14:creationId xmlns:p14="http://schemas.microsoft.com/office/powerpoint/2010/main" val="3549591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Use Case with Text">
    <p:spTree>
      <p:nvGrpSpPr>
        <p:cNvPr id="1" name=""/>
        <p:cNvGrpSpPr/>
        <p:nvPr/>
      </p:nvGrpSpPr>
      <p:grpSpPr>
        <a:xfrm>
          <a:off x="0" y="0"/>
          <a:ext cx="0" cy="0"/>
          <a:chOff x="0" y="0"/>
          <a:chExt cx="0" cy="0"/>
        </a:xfrm>
      </p:grpSpPr>
      <p:sp>
        <p:nvSpPr>
          <p:cNvPr id="2" name="Title 1"/>
          <p:cNvSpPr>
            <a:spLocks noGrp="1"/>
          </p:cNvSpPr>
          <p:nvPr>
            <p:ph type="title"/>
          </p:nvPr>
        </p:nvSpPr>
        <p:spPr>
          <a:xfrm>
            <a:off x="269302" y="291102"/>
            <a:ext cx="8516036" cy="899665"/>
          </a:xfrm>
        </p:spPr>
        <p:txBody>
          <a:bodyPr/>
          <a:lstStyle/>
          <a:p>
            <a:r>
              <a:rPr lang="en-US"/>
              <a:t>Click to edit Master title style</a:t>
            </a:r>
          </a:p>
        </p:txBody>
      </p:sp>
      <p:sp>
        <p:nvSpPr>
          <p:cNvPr id="6" name="Text Placeholder 5"/>
          <p:cNvSpPr>
            <a:spLocks noGrp="1"/>
          </p:cNvSpPr>
          <p:nvPr>
            <p:ph type="body" sz="quarter" idx="10"/>
          </p:nvPr>
        </p:nvSpPr>
        <p:spPr>
          <a:xfrm>
            <a:off x="269239" y="1189176"/>
            <a:ext cx="8516036" cy="1753279"/>
          </a:xfrm>
        </p:spPr>
        <p:txBody>
          <a:bodyPr lIns="182880" tIns="146304" rIns="182880" bIns="146304"/>
          <a:lstStyle>
            <a:lvl1pPr marL="0" indent="0">
              <a:buNone/>
              <a:defRPr sz="2745">
                <a:gradFill>
                  <a:gsLst>
                    <a:gs pos="100000">
                      <a:schemeClr val="accent1"/>
                    </a:gs>
                    <a:gs pos="0">
                      <a:schemeClr val="accent1"/>
                    </a:gs>
                  </a:gsLst>
                  <a:lin ang="5400000" scaled="0"/>
                </a:gradFill>
              </a:defRPr>
            </a:lvl1pPr>
            <a:lvl2pPr marL="0" indent="0">
              <a:buFontTx/>
              <a:buNone/>
              <a:defRPr sz="1765">
                <a:latin typeface="+mj-lt"/>
              </a:defRPr>
            </a:lvl2pPr>
            <a:lvl3pPr marL="166517" indent="-166517">
              <a:buFont typeface="Arial" panose="020B0604020202020204" pitchFamily="34" charset="0"/>
              <a:buChar char="•"/>
              <a:defRPr sz="1568"/>
            </a:lvl3pPr>
            <a:lvl4pPr marL="340814" indent="-174297">
              <a:buFont typeface="Arial" panose="020B0604020202020204" pitchFamily="34" charset="0"/>
              <a:buChar char="•"/>
              <a:defRPr sz="1372"/>
            </a:lvl4pPr>
            <a:lvl5pPr marL="504217" indent="-166517">
              <a:buFont typeface="Arial" panose="020B0604020202020204" pitchFamily="34" charset="0"/>
              <a:buChar char="•"/>
              <a:defRPr sz="1372"/>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p:cNvSpPr/>
          <p:nvPr/>
        </p:nvSpPr>
        <p:spPr bwMode="auto">
          <a:xfrm>
            <a:off x="9054168" y="0"/>
            <a:ext cx="3137487"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p:nvSpPr>
        <p:spPr bwMode="auto">
          <a:xfrm>
            <a:off x="9054168" y="3877276"/>
            <a:ext cx="3137487" cy="298072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7"/>
          <p:cNvSpPr>
            <a:spLocks noGrp="1"/>
          </p:cNvSpPr>
          <p:nvPr>
            <p:ph type="body" sz="quarter" idx="11"/>
          </p:nvPr>
        </p:nvSpPr>
        <p:spPr>
          <a:xfrm>
            <a:off x="9233488" y="4056275"/>
            <a:ext cx="2689274" cy="1430386"/>
          </a:xfrm>
        </p:spPr>
        <p:txBody>
          <a:bodyPr lIns="182880" tIns="146304" rIns="182880" bIns="146304"/>
          <a:lstStyle>
            <a:lvl1pPr marL="0" indent="0">
              <a:buNone/>
              <a:defRPr sz="1765">
                <a:gradFill>
                  <a:gsLst>
                    <a:gs pos="0">
                      <a:srgbClr val="FFFFFF"/>
                    </a:gs>
                    <a:gs pos="100000">
                      <a:srgbClr val="FFFFFF"/>
                    </a:gs>
                  </a:gsLst>
                  <a:lin ang="5400000" scaled="0"/>
                </a:gradFill>
              </a:defRPr>
            </a:lvl1pPr>
            <a:lvl2pPr marL="171185" indent="-171185">
              <a:defRPr sz="1568">
                <a:gradFill>
                  <a:gsLst>
                    <a:gs pos="0">
                      <a:srgbClr val="FFFFFF"/>
                    </a:gs>
                    <a:gs pos="100000">
                      <a:srgbClr val="FFFFFF"/>
                    </a:gs>
                  </a:gsLst>
                  <a:lin ang="5400000" scaled="0"/>
                </a:gradFill>
              </a:defRPr>
            </a:lvl2pPr>
            <a:lvl3pPr marL="336145" indent="-164960">
              <a:defRPr sz="1372">
                <a:gradFill>
                  <a:gsLst>
                    <a:gs pos="0">
                      <a:srgbClr val="FFFFFF"/>
                    </a:gs>
                    <a:gs pos="100000">
                      <a:srgbClr val="FFFFFF"/>
                    </a:gs>
                  </a:gsLst>
                  <a:lin ang="5400000" scaled="0"/>
                </a:gradFill>
              </a:defRPr>
            </a:lvl3pPr>
            <a:lvl4pPr marL="507330" indent="-171185">
              <a:tabLst/>
              <a:defRPr sz="1176">
                <a:gradFill>
                  <a:gsLst>
                    <a:gs pos="0">
                      <a:srgbClr val="FFFFFF"/>
                    </a:gs>
                    <a:gs pos="100000">
                      <a:srgbClr val="FFFFFF"/>
                    </a:gs>
                  </a:gsLst>
                  <a:lin ang="5400000" scaled="0"/>
                </a:gradFill>
              </a:defRPr>
            </a:lvl4pPr>
            <a:lvl5pPr marL="672290" indent="-164960">
              <a:defRPr sz="1176">
                <a:gradFill>
                  <a:gsLst>
                    <a:gs pos="0">
                      <a:srgbClr val="FFFFFF"/>
                    </a:gs>
                    <a:gs pos="100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89385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8_Title Slide">
    <p:spTree>
      <p:nvGrpSpPr>
        <p:cNvPr id="1" name=""/>
        <p:cNvGrpSpPr/>
        <p:nvPr/>
      </p:nvGrpSpPr>
      <p:grpSpPr>
        <a:xfrm>
          <a:off x="0" y="0"/>
          <a:ext cx="0" cy="0"/>
          <a:chOff x="0" y="0"/>
          <a:chExt cx="0" cy="0"/>
        </a:xfrm>
      </p:grpSpPr>
      <p:pic>
        <p:nvPicPr>
          <p:cNvPr id="8" name="Picture 7" descr="A blurry image of a person's hand&#10;&#10;Description automatically generated">
            <a:extLst>
              <a:ext uri="{FF2B5EF4-FFF2-40B4-BE49-F238E27FC236}">
                <a16:creationId xmlns:a16="http://schemas.microsoft.com/office/drawing/2014/main" id="{2B76918B-C17A-3C2A-52E2-C558E0B41D4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B7483A31-8631-8F3A-6AA4-991FDEB0E5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A73B15-1A7B-5BD0-E012-FC649CE4CC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33D26F-F828-8EAC-AB33-60297955D154}"/>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5" name="Footer Placeholder 4">
            <a:extLst>
              <a:ext uri="{FF2B5EF4-FFF2-40B4-BE49-F238E27FC236}">
                <a16:creationId xmlns:a16="http://schemas.microsoft.com/office/drawing/2014/main" id="{A06D9D78-AFF0-7146-E4A2-78B69E592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459E22-287A-53E7-460F-1C2B313DC9D3}"/>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7" name="Rectangle 6">
            <a:extLst>
              <a:ext uri="{FF2B5EF4-FFF2-40B4-BE49-F238E27FC236}">
                <a16:creationId xmlns:a16="http://schemas.microsoft.com/office/drawing/2014/main" id="{4FBBCE01-CD37-A49C-BF8B-26B1541AD26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8866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pic>
        <p:nvPicPr>
          <p:cNvPr id="7" name="Picture 6" descr="A computer screen with a couple of screens&#10;&#10;Description automatically generated">
            <a:extLst>
              <a:ext uri="{FF2B5EF4-FFF2-40B4-BE49-F238E27FC236}">
                <a16:creationId xmlns:a16="http://schemas.microsoft.com/office/drawing/2014/main" id="{F13A281E-B91B-B33F-8CAC-511DFDC79FB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3429000"/>
          </a:xfrm>
          <a:prstGeom prst="rect">
            <a:avLst/>
          </a:prstGeom>
        </p:spPr>
      </p:pic>
      <p:sp>
        <p:nvSpPr>
          <p:cNvPr id="2" name="Date Placeholder 1">
            <a:extLst>
              <a:ext uri="{FF2B5EF4-FFF2-40B4-BE49-F238E27FC236}">
                <a16:creationId xmlns:a16="http://schemas.microsoft.com/office/drawing/2014/main" id="{CED8EDC1-17CE-7C51-EB8E-731438A34538}"/>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5" name="Rectangle 4">
            <a:extLst>
              <a:ext uri="{FF2B5EF4-FFF2-40B4-BE49-F238E27FC236}">
                <a16:creationId xmlns:a16="http://schemas.microsoft.com/office/drawing/2014/main" id="{7082C014-F650-9275-8F12-7C83CB804BA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304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4_Title and Content">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509156"/>
            <a:ext cx="1101852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84199" y="1435497"/>
            <a:ext cx="1101852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020994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5_Title and Content">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0C8AED29-A2C9-D869-28FB-33C34244EB25}"/>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5540029" cy="68580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960363" y="509156"/>
            <a:ext cx="580390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956299" y="1435497"/>
            <a:ext cx="580390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523903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6_Title and Content">
    <p:spTree>
      <p:nvGrpSpPr>
        <p:cNvPr id="1" name=""/>
        <p:cNvGrpSpPr/>
        <p:nvPr/>
      </p:nvGrpSpPr>
      <p:grpSpPr>
        <a:xfrm>
          <a:off x="0" y="0"/>
          <a:ext cx="0" cy="0"/>
          <a:chOff x="0" y="0"/>
          <a:chExt cx="0" cy="0"/>
        </a:xfrm>
      </p:grpSpPr>
      <p:pic>
        <p:nvPicPr>
          <p:cNvPr id="8" name="Picture 7" descr="A close up of a colorful object&#10;&#10;Description automatically generated">
            <a:extLst>
              <a:ext uri="{FF2B5EF4-FFF2-40B4-BE49-F238E27FC236}">
                <a16:creationId xmlns:a16="http://schemas.microsoft.com/office/drawing/2014/main" id="{8FA3090A-C743-6442-6B26-85597FDE3AA7}"/>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6651970" y="0"/>
            <a:ext cx="5540030" cy="68580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5063" y="610756"/>
            <a:ext cx="1101852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380999" y="1537097"/>
            <a:ext cx="1101852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97995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8" name="Picture 7" descr="A blurry image of a person's hand&#10;&#10;Description automatically generated">
            <a:extLst>
              <a:ext uri="{FF2B5EF4-FFF2-40B4-BE49-F238E27FC236}">
                <a16:creationId xmlns:a16="http://schemas.microsoft.com/office/drawing/2014/main" id="{29C3C374-A664-D7F0-45D0-04500913905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B34784F0-D959-7D20-3CA8-6E0D5AAE22B1}"/>
              </a:ext>
            </a:extLst>
          </p:cNvPr>
          <p:cNvSpPr>
            <a:spLocks noGrp="1"/>
          </p:cNvSpPr>
          <p:nvPr>
            <p:ph type="title"/>
          </p:nvPr>
        </p:nvSpPr>
        <p:spPr>
          <a:xfrm>
            <a:off x="381000" y="2508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8EFE1D8-1E7C-8A86-A01A-514505B427DD}"/>
              </a:ext>
            </a:extLst>
          </p:cNvPr>
          <p:cNvSpPr>
            <a:spLocks noGrp="1"/>
          </p:cNvSpPr>
          <p:nvPr>
            <p:ph idx="1"/>
          </p:nvPr>
        </p:nvSpPr>
        <p:spPr>
          <a:xfrm>
            <a:off x="381000" y="17113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3734CD-7B05-0092-D5B9-837ACCA63BCE}"/>
              </a:ext>
            </a:extLst>
          </p:cNvPr>
          <p:cNvSpPr>
            <a:spLocks noGrp="1"/>
          </p:cNvSpPr>
          <p:nvPr>
            <p:ph type="dt" sz="half" idx="10"/>
          </p:nvPr>
        </p:nvSpPr>
        <p:spPr>
          <a:xfrm>
            <a:off x="381000" y="6242050"/>
            <a:ext cx="2743200" cy="365125"/>
          </a:xfrm>
        </p:spPr>
        <p:txBody>
          <a:bodyPr/>
          <a:lstStyle/>
          <a:p>
            <a:fld id="{DC2E2A91-B98C-49DE-8553-119ECA58152C}" type="datetimeFigureOut">
              <a:rPr lang="en-US" smtClean="0"/>
              <a:t>9/10/2025</a:t>
            </a:fld>
            <a:endParaRPr lang="en-US"/>
          </a:p>
        </p:txBody>
      </p:sp>
      <p:sp>
        <p:nvSpPr>
          <p:cNvPr id="5" name="Footer Placeholder 4">
            <a:extLst>
              <a:ext uri="{FF2B5EF4-FFF2-40B4-BE49-F238E27FC236}">
                <a16:creationId xmlns:a16="http://schemas.microsoft.com/office/drawing/2014/main" id="{4B58CC31-DAE6-D4D7-A480-A8D61B236742}"/>
              </a:ext>
            </a:extLst>
          </p:cNvPr>
          <p:cNvSpPr>
            <a:spLocks noGrp="1"/>
          </p:cNvSpPr>
          <p:nvPr>
            <p:ph type="ftr" sz="quarter" idx="11"/>
          </p:nvPr>
        </p:nvSpPr>
        <p:spPr>
          <a:xfrm>
            <a:off x="3581400" y="6242050"/>
            <a:ext cx="4114800" cy="365125"/>
          </a:xfrm>
        </p:spPr>
        <p:txBody>
          <a:bodyPr/>
          <a:lstStyle/>
          <a:p>
            <a:endParaRPr lang="en-US"/>
          </a:p>
        </p:txBody>
      </p:sp>
      <p:sp>
        <p:nvSpPr>
          <p:cNvPr id="6" name="Slide Number Placeholder 5">
            <a:extLst>
              <a:ext uri="{FF2B5EF4-FFF2-40B4-BE49-F238E27FC236}">
                <a16:creationId xmlns:a16="http://schemas.microsoft.com/office/drawing/2014/main" id="{B3A909B1-270B-7393-59C8-6EE9EFCA0D99}"/>
              </a:ext>
            </a:extLst>
          </p:cNvPr>
          <p:cNvSpPr>
            <a:spLocks noGrp="1"/>
          </p:cNvSpPr>
          <p:nvPr>
            <p:ph type="sldNum" sz="quarter" idx="12"/>
          </p:nvPr>
        </p:nvSpPr>
        <p:spPr>
          <a:xfrm>
            <a:off x="8153400" y="6242050"/>
            <a:ext cx="2743200" cy="365125"/>
          </a:xfrm>
        </p:spPr>
        <p:txBody>
          <a:bodyPr/>
          <a:lstStyle/>
          <a:p>
            <a:fld id="{C67CA0B0-04EF-433A-8113-67BC344D39D3}" type="slidenum">
              <a:rPr lang="en-US" smtClean="0"/>
              <a:t>‹#›</a:t>
            </a:fld>
            <a:endParaRPr lang="en-US"/>
          </a:p>
        </p:txBody>
      </p:sp>
      <p:sp>
        <p:nvSpPr>
          <p:cNvPr id="7" name="Rectangle 6">
            <a:extLst>
              <a:ext uri="{FF2B5EF4-FFF2-40B4-BE49-F238E27FC236}">
                <a16:creationId xmlns:a16="http://schemas.microsoft.com/office/drawing/2014/main" id="{12118B41-A307-0DD1-5000-30B9B4FBE2D6}"/>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91385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1_Section Title photo">
    <p:spTree>
      <p:nvGrpSpPr>
        <p:cNvPr id="1" name=""/>
        <p:cNvGrpSpPr/>
        <p:nvPr/>
      </p:nvGrpSpPr>
      <p:grpSpPr>
        <a:xfrm>
          <a:off x="0" y="0"/>
          <a:ext cx="0" cy="0"/>
          <a:chOff x="0" y="0"/>
          <a:chExt cx="0" cy="0"/>
        </a:xfrm>
      </p:grpSpPr>
      <p:pic>
        <p:nvPicPr>
          <p:cNvPr id="4" name="Picture 3" descr="A close-up of a ribbon&#10;&#10;Description automatically generated">
            <a:extLst>
              <a:ext uri="{FF2B5EF4-FFF2-40B4-BE49-F238E27FC236}">
                <a16:creationId xmlns:a16="http://schemas.microsoft.com/office/drawing/2014/main" id="{8D106E32-AE8C-D4ED-B83A-9ECE4F6522F3}"/>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320A2AEC-2128-127A-9EBE-97F194038AB7}"/>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0690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2_Section Title photo">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AC871D7A-C89B-F090-4E20-507E04C5B408}"/>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14704373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ummary page_Big headline">
    <p:bg>
      <p:bgPr>
        <a:solidFill>
          <a:schemeClr val="bg2"/>
        </a:solidFill>
        <a:effectLst/>
      </p:bgPr>
    </p:bg>
    <p:spTree>
      <p:nvGrpSpPr>
        <p:cNvPr id="1" name=""/>
        <p:cNvGrpSpPr/>
        <p:nvPr/>
      </p:nvGrpSpPr>
      <p:grpSpPr>
        <a:xfrm>
          <a:off x="0" y="0"/>
          <a:ext cx="0" cy="0"/>
          <a:chOff x="0" y="0"/>
          <a:chExt cx="0" cy="0"/>
        </a:xfrm>
      </p:grpSpPr>
      <p:pic>
        <p:nvPicPr>
          <p:cNvPr id="6" name="Picture 5" descr="A group of chat boxes&#10;&#10;Description automatically generated">
            <a:extLst>
              <a:ext uri="{FF2B5EF4-FFF2-40B4-BE49-F238E27FC236}">
                <a16:creationId xmlns:a16="http://schemas.microsoft.com/office/drawing/2014/main" id="{7EC4F649-6224-35AC-63DA-ED13663C2B8F}"/>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7661204" y="685800"/>
            <a:ext cx="4035496" cy="5600700"/>
          </a:xfrm>
          <a:prstGeom prst="rect">
            <a:avLst/>
          </a:prstGeom>
        </p:spPr>
      </p:pic>
      <p:pic>
        <p:nvPicPr>
          <p:cNvPr id="3" name="Picture 2" descr="A blurry image of a person's hand&#10;&#10;Description automatically generated">
            <a:extLst>
              <a:ext uri="{FF2B5EF4-FFF2-40B4-BE49-F238E27FC236}">
                <a16:creationId xmlns:a16="http://schemas.microsoft.com/office/drawing/2014/main" id="{1886A6EB-DC3A-AC64-803E-AEC23C354B3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4" name="Rectangle 3">
            <a:extLst>
              <a:ext uri="{FF2B5EF4-FFF2-40B4-BE49-F238E27FC236}">
                <a16:creationId xmlns:a16="http://schemas.microsoft.com/office/drawing/2014/main" id="{F0F8B4D4-45FE-8A6B-0940-2613A4013FC0}"/>
              </a:ext>
            </a:extLst>
          </p:cNvPr>
          <p:cNvSpPr/>
          <p:nvPr/>
        </p:nvSpPr>
        <p:spPr>
          <a:xfrm>
            <a:off x="0" y="0"/>
            <a:ext cx="12192000" cy="6692900"/>
          </a:xfrm>
          <a:prstGeom prst="rect">
            <a:avLst/>
          </a:prstGeom>
          <a:gradFill flip="none" rotWithShape="1">
            <a:gsLst>
              <a:gs pos="36000">
                <a:schemeClr val="bg1">
                  <a:alpha val="68000"/>
                </a:schemeClr>
              </a:gs>
              <a:gs pos="100000">
                <a:schemeClr val="bg1">
                  <a:alpha val="2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387350" y="1619611"/>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Rectangle 1">
            <a:extLst>
              <a:ext uri="{FF2B5EF4-FFF2-40B4-BE49-F238E27FC236}">
                <a16:creationId xmlns:a16="http://schemas.microsoft.com/office/drawing/2014/main" id="{CD367F4E-8C73-E0F8-F13E-FE82EB5E8890}"/>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chat boxes&#10;&#10;Description automatically generated">
            <a:extLst>
              <a:ext uri="{FF2B5EF4-FFF2-40B4-BE49-F238E27FC236}">
                <a16:creationId xmlns:a16="http://schemas.microsoft.com/office/drawing/2014/main" id="{C9DC74CC-1FDA-D2C2-CA47-399C0C900E93}"/>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7688192" y="685800"/>
            <a:ext cx="4035496" cy="5600700"/>
          </a:xfrm>
          <a:prstGeom prst="rect">
            <a:avLst/>
          </a:prstGeom>
        </p:spPr>
      </p:pic>
      <p:sp>
        <p:nvSpPr>
          <p:cNvPr id="8" name="Title 1">
            <a:extLst>
              <a:ext uri="{FF2B5EF4-FFF2-40B4-BE49-F238E27FC236}">
                <a16:creationId xmlns:a16="http://schemas.microsoft.com/office/drawing/2014/main" id="{E1AC44E4-6E8B-3264-6C80-836DA134E7E9}"/>
              </a:ext>
            </a:extLst>
          </p:cNvPr>
          <p:cNvSpPr>
            <a:spLocks noGrp="1"/>
          </p:cNvSpPr>
          <p:nvPr>
            <p:ph type="title"/>
          </p:nvPr>
        </p:nvSpPr>
        <p:spPr>
          <a:xfrm>
            <a:off x="393700" y="250825"/>
            <a:ext cx="6924604" cy="1325563"/>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1062212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904">
          <p15:clr>
            <a:srgbClr val="954F72"/>
          </p15:clr>
        </p15:guide>
        <p15:guide id="38" orient="horz" pos="3323">
          <p15:clr>
            <a:srgbClr val="954F72"/>
          </p15:clr>
        </p15:guide>
        <p15:guide id="39" orient="horz" pos="3507">
          <p15:clr>
            <a:srgbClr val="954F7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83A31-8631-8F3A-6AA4-991FDEB0E5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A73B15-1A7B-5BD0-E012-FC649CE4CC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33D26F-F828-8EAC-AB33-60297955D154}"/>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5" name="Footer Placeholder 4">
            <a:extLst>
              <a:ext uri="{FF2B5EF4-FFF2-40B4-BE49-F238E27FC236}">
                <a16:creationId xmlns:a16="http://schemas.microsoft.com/office/drawing/2014/main" id="{A06D9D78-AFF0-7146-E4A2-78B69E592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459E22-287A-53E7-460F-1C2B313DC9D3}"/>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7" name="Rectangle 6">
            <a:extLst>
              <a:ext uri="{FF2B5EF4-FFF2-40B4-BE49-F238E27FC236}">
                <a16:creationId xmlns:a16="http://schemas.microsoft.com/office/drawing/2014/main" id="{4FBBCE01-CD37-A49C-BF8B-26B1541AD26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31702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B7594-1484-81D3-4108-E794D8FF04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F8D616-E238-5793-BE31-A700A00741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3CBE81-3130-0687-E0B2-92C08370BD3B}"/>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5" name="Footer Placeholder 4">
            <a:extLst>
              <a:ext uri="{FF2B5EF4-FFF2-40B4-BE49-F238E27FC236}">
                <a16:creationId xmlns:a16="http://schemas.microsoft.com/office/drawing/2014/main" id="{26A8B7A8-B160-5E2E-51FE-267793E88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505FA0-A6C9-0997-B1E4-29C0A6141B7E}"/>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7" name="Rectangle 6">
            <a:extLst>
              <a:ext uri="{FF2B5EF4-FFF2-40B4-BE49-F238E27FC236}">
                <a16:creationId xmlns:a16="http://schemas.microsoft.com/office/drawing/2014/main" id="{DF75326B-5925-1E0B-801E-AF7E354EC63D}"/>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0231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5DFB7-70A0-1665-D6E3-4A8CAF915DD2}"/>
              </a:ext>
            </a:extLst>
          </p:cNvPr>
          <p:cNvSpPr>
            <a:spLocks noGrp="1"/>
          </p:cNvSpPr>
          <p:nvPr>
            <p:ph type="title"/>
          </p:nvPr>
        </p:nvSpPr>
        <p:spPr>
          <a:xfrm>
            <a:off x="381000" y="2508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B76B0EF-C30F-FDAC-0650-753D06E042BA}"/>
              </a:ext>
            </a:extLst>
          </p:cNvPr>
          <p:cNvSpPr>
            <a:spLocks noGrp="1"/>
          </p:cNvSpPr>
          <p:nvPr>
            <p:ph sz="half" idx="1"/>
          </p:nvPr>
        </p:nvSpPr>
        <p:spPr>
          <a:xfrm>
            <a:off x="381000" y="17113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D0EDF9-509E-B7B5-406B-7749F5FC06ED}"/>
              </a:ext>
            </a:extLst>
          </p:cNvPr>
          <p:cNvSpPr>
            <a:spLocks noGrp="1"/>
          </p:cNvSpPr>
          <p:nvPr>
            <p:ph sz="half" idx="2"/>
          </p:nvPr>
        </p:nvSpPr>
        <p:spPr>
          <a:xfrm>
            <a:off x="5715000" y="17113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83EC1C-D01B-4AFA-E5CB-CB9EA45004B2}"/>
              </a:ext>
            </a:extLst>
          </p:cNvPr>
          <p:cNvSpPr>
            <a:spLocks noGrp="1"/>
          </p:cNvSpPr>
          <p:nvPr>
            <p:ph type="dt" sz="half" idx="10"/>
          </p:nvPr>
        </p:nvSpPr>
        <p:spPr>
          <a:xfrm>
            <a:off x="381000" y="6242050"/>
            <a:ext cx="2743200" cy="365125"/>
          </a:xfrm>
        </p:spPr>
        <p:txBody>
          <a:bodyPr/>
          <a:lstStyle/>
          <a:p>
            <a:fld id="{DC2E2A91-B98C-49DE-8553-119ECA58152C}" type="datetimeFigureOut">
              <a:rPr lang="en-US" smtClean="0"/>
              <a:t>9/10/2025</a:t>
            </a:fld>
            <a:endParaRPr lang="en-US"/>
          </a:p>
        </p:txBody>
      </p:sp>
      <p:sp>
        <p:nvSpPr>
          <p:cNvPr id="6" name="Footer Placeholder 5">
            <a:extLst>
              <a:ext uri="{FF2B5EF4-FFF2-40B4-BE49-F238E27FC236}">
                <a16:creationId xmlns:a16="http://schemas.microsoft.com/office/drawing/2014/main" id="{80760E75-3DB5-88DA-8C51-62D26037C423}"/>
              </a:ext>
            </a:extLst>
          </p:cNvPr>
          <p:cNvSpPr>
            <a:spLocks noGrp="1"/>
          </p:cNvSpPr>
          <p:nvPr>
            <p:ph type="ftr" sz="quarter" idx="11"/>
          </p:nvPr>
        </p:nvSpPr>
        <p:spPr>
          <a:xfrm>
            <a:off x="3581400" y="6242050"/>
            <a:ext cx="4114800" cy="365125"/>
          </a:xfrm>
        </p:spPr>
        <p:txBody>
          <a:bodyPr/>
          <a:lstStyle/>
          <a:p>
            <a:endParaRPr lang="en-US"/>
          </a:p>
        </p:txBody>
      </p:sp>
      <p:sp>
        <p:nvSpPr>
          <p:cNvPr id="7" name="Slide Number Placeholder 6">
            <a:extLst>
              <a:ext uri="{FF2B5EF4-FFF2-40B4-BE49-F238E27FC236}">
                <a16:creationId xmlns:a16="http://schemas.microsoft.com/office/drawing/2014/main" id="{F58E7EC2-179C-311E-A9E8-D465C5F736FD}"/>
              </a:ext>
            </a:extLst>
          </p:cNvPr>
          <p:cNvSpPr>
            <a:spLocks noGrp="1"/>
          </p:cNvSpPr>
          <p:nvPr>
            <p:ph type="sldNum" sz="quarter" idx="12"/>
          </p:nvPr>
        </p:nvSpPr>
        <p:spPr>
          <a:xfrm>
            <a:off x="8153400" y="6242050"/>
            <a:ext cx="2743200" cy="365125"/>
          </a:xfrm>
        </p:spPr>
        <p:txBody>
          <a:bodyPr/>
          <a:lstStyle/>
          <a:p>
            <a:fld id="{C67CA0B0-04EF-433A-8113-67BC344D39D3}" type="slidenum">
              <a:rPr lang="en-US" smtClean="0"/>
              <a:t>‹#›</a:t>
            </a:fld>
            <a:endParaRPr lang="en-US"/>
          </a:p>
        </p:txBody>
      </p:sp>
      <p:sp>
        <p:nvSpPr>
          <p:cNvPr id="8" name="Rectangle 7">
            <a:extLst>
              <a:ext uri="{FF2B5EF4-FFF2-40B4-BE49-F238E27FC236}">
                <a16:creationId xmlns:a16="http://schemas.microsoft.com/office/drawing/2014/main" id="{ECACDD53-1F86-E418-E788-467AF6D1530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51924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78B8E-7848-30AF-3D59-8AF1A4C608FE}"/>
              </a:ext>
            </a:extLst>
          </p:cNvPr>
          <p:cNvSpPr>
            <a:spLocks noGrp="1"/>
          </p:cNvSpPr>
          <p:nvPr>
            <p:ph type="title"/>
          </p:nvPr>
        </p:nvSpPr>
        <p:spPr>
          <a:xfrm>
            <a:off x="382588" y="2508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992D2E-5DBF-88B7-5F5C-652CFE965F95}"/>
              </a:ext>
            </a:extLst>
          </p:cNvPr>
          <p:cNvSpPr>
            <a:spLocks noGrp="1"/>
          </p:cNvSpPr>
          <p:nvPr>
            <p:ph type="body" idx="1"/>
          </p:nvPr>
        </p:nvSpPr>
        <p:spPr>
          <a:xfrm>
            <a:off x="382588" y="15668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0B60D5-5D33-75D9-93C0-377F2BC4602D}"/>
              </a:ext>
            </a:extLst>
          </p:cNvPr>
          <p:cNvSpPr>
            <a:spLocks noGrp="1"/>
          </p:cNvSpPr>
          <p:nvPr>
            <p:ph sz="half" idx="2"/>
          </p:nvPr>
        </p:nvSpPr>
        <p:spPr>
          <a:xfrm>
            <a:off x="382588" y="23907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125DA9-5EB4-C98D-5B05-C4523B8821C8}"/>
              </a:ext>
            </a:extLst>
          </p:cNvPr>
          <p:cNvSpPr>
            <a:spLocks noGrp="1"/>
          </p:cNvSpPr>
          <p:nvPr>
            <p:ph type="body" sz="quarter" idx="3"/>
          </p:nvPr>
        </p:nvSpPr>
        <p:spPr>
          <a:xfrm>
            <a:off x="5715000" y="15668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FB6702-3DE9-928A-A39D-8180D4597F96}"/>
              </a:ext>
            </a:extLst>
          </p:cNvPr>
          <p:cNvSpPr>
            <a:spLocks noGrp="1"/>
          </p:cNvSpPr>
          <p:nvPr>
            <p:ph sz="quarter" idx="4"/>
          </p:nvPr>
        </p:nvSpPr>
        <p:spPr>
          <a:xfrm>
            <a:off x="5715000" y="23907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E29ECA-2675-6459-76F2-D75FA569EF77}"/>
              </a:ext>
            </a:extLst>
          </p:cNvPr>
          <p:cNvSpPr>
            <a:spLocks noGrp="1"/>
          </p:cNvSpPr>
          <p:nvPr>
            <p:ph type="dt" sz="half" idx="10"/>
          </p:nvPr>
        </p:nvSpPr>
        <p:spPr>
          <a:xfrm>
            <a:off x="381000" y="6242050"/>
            <a:ext cx="2743200" cy="365125"/>
          </a:xfrm>
        </p:spPr>
        <p:txBody>
          <a:bodyPr/>
          <a:lstStyle/>
          <a:p>
            <a:fld id="{DC2E2A91-B98C-49DE-8553-119ECA58152C}" type="datetimeFigureOut">
              <a:rPr lang="en-US" smtClean="0"/>
              <a:t>9/10/2025</a:t>
            </a:fld>
            <a:endParaRPr lang="en-US"/>
          </a:p>
        </p:txBody>
      </p:sp>
      <p:sp>
        <p:nvSpPr>
          <p:cNvPr id="8" name="Footer Placeholder 7">
            <a:extLst>
              <a:ext uri="{FF2B5EF4-FFF2-40B4-BE49-F238E27FC236}">
                <a16:creationId xmlns:a16="http://schemas.microsoft.com/office/drawing/2014/main" id="{8E748ED8-DACD-0038-D6D6-DE4AC207E2D3}"/>
              </a:ext>
            </a:extLst>
          </p:cNvPr>
          <p:cNvSpPr>
            <a:spLocks noGrp="1"/>
          </p:cNvSpPr>
          <p:nvPr>
            <p:ph type="ftr" sz="quarter" idx="11"/>
          </p:nvPr>
        </p:nvSpPr>
        <p:spPr>
          <a:xfrm>
            <a:off x="3581400" y="6242050"/>
            <a:ext cx="4114800" cy="365125"/>
          </a:xfrm>
        </p:spPr>
        <p:txBody>
          <a:bodyPr/>
          <a:lstStyle/>
          <a:p>
            <a:endParaRPr lang="en-US"/>
          </a:p>
        </p:txBody>
      </p:sp>
      <p:sp>
        <p:nvSpPr>
          <p:cNvPr id="9" name="Slide Number Placeholder 8">
            <a:extLst>
              <a:ext uri="{FF2B5EF4-FFF2-40B4-BE49-F238E27FC236}">
                <a16:creationId xmlns:a16="http://schemas.microsoft.com/office/drawing/2014/main" id="{9DAECBAA-A556-42DF-4612-1F8A33B69A33}"/>
              </a:ext>
            </a:extLst>
          </p:cNvPr>
          <p:cNvSpPr>
            <a:spLocks noGrp="1"/>
          </p:cNvSpPr>
          <p:nvPr>
            <p:ph type="sldNum" sz="quarter" idx="12"/>
          </p:nvPr>
        </p:nvSpPr>
        <p:spPr>
          <a:xfrm>
            <a:off x="8153400" y="6242050"/>
            <a:ext cx="2743200" cy="365125"/>
          </a:xfrm>
        </p:spPr>
        <p:txBody>
          <a:bodyPr/>
          <a:lstStyle/>
          <a:p>
            <a:fld id="{C67CA0B0-04EF-433A-8113-67BC344D39D3}" type="slidenum">
              <a:rPr lang="en-US" smtClean="0"/>
              <a:t>‹#›</a:t>
            </a:fld>
            <a:endParaRPr lang="en-US"/>
          </a:p>
        </p:txBody>
      </p:sp>
      <p:sp>
        <p:nvSpPr>
          <p:cNvPr id="10" name="Rectangle 9">
            <a:extLst>
              <a:ext uri="{FF2B5EF4-FFF2-40B4-BE49-F238E27FC236}">
                <a16:creationId xmlns:a16="http://schemas.microsoft.com/office/drawing/2014/main" id="{5032FE57-96C7-114F-2AF4-DD1802AB550E}"/>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04289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C2C4-9465-E7E0-7BE9-86A26DFC42F2}"/>
              </a:ext>
            </a:extLst>
          </p:cNvPr>
          <p:cNvSpPr>
            <a:spLocks noGrp="1"/>
          </p:cNvSpPr>
          <p:nvPr>
            <p:ph type="title"/>
          </p:nvPr>
        </p:nvSpPr>
        <p:spPr>
          <a:xfrm>
            <a:off x="393700" y="250825"/>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A9798272-3D7A-0B34-A766-3948028AFE24}"/>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4" name="Footer Placeholder 3">
            <a:extLst>
              <a:ext uri="{FF2B5EF4-FFF2-40B4-BE49-F238E27FC236}">
                <a16:creationId xmlns:a16="http://schemas.microsoft.com/office/drawing/2014/main" id="{72DAE55C-2163-9917-99E9-F4D899E802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20A7F5-44CE-4932-EF35-6D73ABD6674D}"/>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6" name="Rectangle 5">
            <a:extLst>
              <a:ext uri="{FF2B5EF4-FFF2-40B4-BE49-F238E27FC236}">
                <a16:creationId xmlns:a16="http://schemas.microsoft.com/office/drawing/2014/main" id="{13B6268A-8C5A-79C7-F256-9D7F5556F6C1}"/>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17799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D8EDC1-17CE-7C51-EB8E-731438A34538}"/>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5" name="Rectangle 4">
            <a:extLst>
              <a:ext uri="{FF2B5EF4-FFF2-40B4-BE49-F238E27FC236}">
                <a16:creationId xmlns:a16="http://schemas.microsoft.com/office/drawing/2014/main" id="{7082C014-F650-9275-8F12-7C83CB804BA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91042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1AFB2-43A1-88C3-1F8F-4E793BBF5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88F029-DB7D-90D3-34C5-72395F36A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C03BEC-19F7-DF5D-6484-EBDCC59C4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18D6DC-4B4B-2883-E0B9-C1D347ABE62F}"/>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6" name="Footer Placeholder 5">
            <a:extLst>
              <a:ext uri="{FF2B5EF4-FFF2-40B4-BE49-F238E27FC236}">
                <a16:creationId xmlns:a16="http://schemas.microsoft.com/office/drawing/2014/main" id="{6D68B2B4-DC82-79DA-3A49-1017ECCA07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612CEA-0134-A61E-4A42-DD2C47D897A0}"/>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8" name="Rectangle 7">
            <a:extLst>
              <a:ext uri="{FF2B5EF4-FFF2-40B4-BE49-F238E27FC236}">
                <a16:creationId xmlns:a16="http://schemas.microsoft.com/office/drawing/2014/main" id="{2E1D4765-3562-FC6A-81E5-70ABCCC1704D}"/>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58229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BBCA-D1AB-FC0B-F9D6-70105EF132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03B6F6-D60A-5E0F-6CCA-3B90405FB6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D9BC509-FE80-1ADA-BF94-5145CE876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CEE832-BB9D-4599-20D5-EE066E58FAA9}"/>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6" name="Footer Placeholder 5">
            <a:extLst>
              <a:ext uri="{FF2B5EF4-FFF2-40B4-BE49-F238E27FC236}">
                <a16:creationId xmlns:a16="http://schemas.microsoft.com/office/drawing/2014/main" id="{44E6D2E4-24F2-B1E2-9575-AF271B6DEC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74F10C-357B-6AE5-E864-92C7095E9184}"/>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8" name="Rectangle 7">
            <a:extLst>
              <a:ext uri="{FF2B5EF4-FFF2-40B4-BE49-F238E27FC236}">
                <a16:creationId xmlns:a16="http://schemas.microsoft.com/office/drawing/2014/main" id="{0830FE84-2A0A-77C8-BDA1-1218015F2A27}"/>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78486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042B3-DC9D-EF20-6073-3CE5596B37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5CC056-07C5-BF99-D343-02D23C76F4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CA41F-D976-8361-F048-396E3071AE18}"/>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5" name="Footer Placeholder 4">
            <a:extLst>
              <a:ext uri="{FF2B5EF4-FFF2-40B4-BE49-F238E27FC236}">
                <a16:creationId xmlns:a16="http://schemas.microsoft.com/office/drawing/2014/main" id="{E156E965-15BB-CA18-A54B-315A1BBD9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FFA27-CB9D-227A-3426-655AFEEC83C3}"/>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7" name="Rectangle 6">
            <a:extLst>
              <a:ext uri="{FF2B5EF4-FFF2-40B4-BE49-F238E27FC236}">
                <a16:creationId xmlns:a16="http://schemas.microsoft.com/office/drawing/2014/main" id="{C535F9B6-6F4D-7883-3F81-44025E2B35B7}"/>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3671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2FD0F7-36C0-34C0-A0CA-3B25AC0852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BD3995-9906-F7B4-545A-B0564350B3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8BAEC-B4F8-A04A-4BC2-E8ED1DD12A31}"/>
              </a:ext>
            </a:extLst>
          </p:cNvPr>
          <p:cNvSpPr>
            <a:spLocks noGrp="1"/>
          </p:cNvSpPr>
          <p:nvPr>
            <p:ph type="dt" sz="half" idx="10"/>
          </p:nvPr>
        </p:nvSpPr>
        <p:spPr/>
        <p:txBody>
          <a:bodyPr/>
          <a:lstStyle/>
          <a:p>
            <a:fld id="{DC2E2A91-B98C-49DE-8553-119ECA58152C}" type="datetimeFigureOut">
              <a:rPr lang="en-US" smtClean="0"/>
              <a:t>9/10/2025</a:t>
            </a:fld>
            <a:endParaRPr lang="en-US"/>
          </a:p>
        </p:txBody>
      </p:sp>
      <p:sp>
        <p:nvSpPr>
          <p:cNvPr id="5" name="Footer Placeholder 4">
            <a:extLst>
              <a:ext uri="{FF2B5EF4-FFF2-40B4-BE49-F238E27FC236}">
                <a16:creationId xmlns:a16="http://schemas.microsoft.com/office/drawing/2014/main" id="{149CD486-A0AB-A65F-EC26-0ED5CC38AD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569D57-84EB-8C3C-AD27-C0BF59384551}"/>
              </a:ext>
            </a:extLst>
          </p:cNvPr>
          <p:cNvSpPr>
            <a:spLocks noGrp="1"/>
          </p:cNvSpPr>
          <p:nvPr>
            <p:ph type="sldNum" sz="quarter" idx="12"/>
          </p:nvPr>
        </p:nvSpPr>
        <p:spPr/>
        <p:txBody>
          <a:bodyPr/>
          <a:lstStyle/>
          <a:p>
            <a:fld id="{C67CA0B0-04EF-433A-8113-67BC344D39D3}" type="slidenum">
              <a:rPr lang="en-US" smtClean="0"/>
              <a:t>‹#›</a:t>
            </a:fld>
            <a:endParaRPr lang="en-US"/>
          </a:p>
        </p:txBody>
      </p:sp>
      <p:sp>
        <p:nvSpPr>
          <p:cNvPr id="7" name="Rectangle 6">
            <a:extLst>
              <a:ext uri="{FF2B5EF4-FFF2-40B4-BE49-F238E27FC236}">
                <a16:creationId xmlns:a16="http://schemas.microsoft.com/office/drawing/2014/main" id="{4EA6A7E9-5A48-0B62-918D-4BE91AF83E1C}"/>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52294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Rectangle 2">
            <a:extLst>
              <a:ext uri="{FF2B5EF4-FFF2-40B4-BE49-F238E27FC236}">
                <a16:creationId xmlns:a16="http://schemas.microsoft.com/office/drawing/2014/main" id="{0DFE0CCE-AF81-D964-81E3-986A81CA7CD6}"/>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294665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ection Title photo">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0F739808-4725-B142-9FAB-65DB691EBEFA}"/>
              </a:ext>
            </a:extLst>
          </p:cNvPr>
          <p:cNvSpPr>
            <a:spLocks noGrp="1"/>
          </p:cNvSpPr>
          <p:nvPr>
            <p:ph type="pic" sz="quarter" idx="11" hasCustomPrompt="1"/>
          </p:nvPr>
        </p:nvSpPr>
        <p:spPr>
          <a:xfrm>
            <a:off x="6395720" y="0"/>
            <a:ext cx="5796279" cy="6858000"/>
          </a:xfrm>
          <a:blipFill>
            <a:blip r:embed="rId2"/>
            <a:stretch>
              <a:fillRect/>
            </a:stretch>
          </a:blipFill>
        </p:spPr>
        <p:txBody>
          <a:bodyPr lIns="0" bIns="1280160" anchor="ctr" anchorCtr="1">
            <a:noAutofit/>
          </a:bodyPr>
          <a:lstStyle>
            <a:lvl1pPr marL="0" indent="0" algn="ctr">
              <a:lnSpc>
                <a:spcPct val="150000"/>
              </a:lnSpc>
              <a:buFontTx/>
              <a:buNone/>
              <a:defRPr sz="1200" b="1" i="0">
                <a:solidFill>
                  <a:srgbClr val="000000"/>
                </a:solidFill>
                <a:latin typeface="Segoe UI Semibold" panose="020B0502040204020203" pitchFamily="34" charset="0"/>
                <a:cs typeface="Segoe UI Semibold" panose="020B0502040204020203" pitchFamily="34" charset="0"/>
              </a:defRPr>
            </a:lvl1pPr>
          </a:lstStyle>
          <a:p>
            <a:r>
              <a:rPr lang="en-US"/>
              <a:t>Drag &amp; drop your photo here</a:t>
            </a:r>
            <a:br>
              <a:rPr lang="en-US"/>
            </a:br>
            <a:r>
              <a:rPr lang="en-US"/>
              <a:t>or click or tap icon below to insert</a:t>
            </a:r>
          </a:p>
        </p:txBody>
      </p:sp>
      <p:sp>
        <p:nvSpPr>
          <p:cNvPr id="2" name="Title 1"/>
          <p:cNvSpPr>
            <a:spLocks noGrp="1"/>
          </p:cNvSpPr>
          <p:nvPr>
            <p:ph type="title" hasCustomPrompt="1"/>
          </p:nvPr>
        </p:nvSpPr>
        <p:spPr>
          <a:xfrm>
            <a:off x="495300" y="3035808"/>
            <a:ext cx="5163831"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
        <p:nvSpPr>
          <p:cNvPr id="3" name="Rectangle 2">
            <a:extLst>
              <a:ext uri="{FF2B5EF4-FFF2-40B4-BE49-F238E27FC236}">
                <a16:creationId xmlns:a16="http://schemas.microsoft.com/office/drawing/2014/main" id="{320A2AEC-2128-127A-9EBE-97F194038AB7}"/>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24176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10_Title Slide">
    <p:spTree>
      <p:nvGrpSpPr>
        <p:cNvPr id="1" name=""/>
        <p:cNvGrpSpPr/>
        <p:nvPr/>
      </p:nvGrpSpPr>
      <p:grpSpPr>
        <a:xfrm>
          <a:off x="0" y="0"/>
          <a:ext cx="0" cy="0"/>
          <a:chOff x="0" y="0"/>
          <a:chExt cx="0" cy="0"/>
        </a:xfrm>
      </p:grpSpPr>
      <p:pic>
        <p:nvPicPr>
          <p:cNvPr id="6" name="Picture 5" descr="A close-up of a white board&#10;&#10;Description automatically generated">
            <a:extLst>
              <a:ext uri="{FF2B5EF4-FFF2-40B4-BE49-F238E27FC236}">
                <a16:creationId xmlns:a16="http://schemas.microsoft.com/office/drawing/2014/main" id="{6E646153-32F9-AB0C-1204-90B32B4BF305}"/>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389121" y="3202170"/>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p:nvPr>
        </p:nvSpPr>
        <p:spPr>
          <a:xfrm>
            <a:off x="404235" y="4236857"/>
            <a:ext cx="6823075" cy="454517"/>
          </a:xfrm>
        </p:spPr>
        <p:txBody>
          <a:bodyPr/>
          <a:lstStyle>
            <a:lvl1pPr marL="0" indent="0">
              <a:buNone/>
              <a:defRPr/>
            </a:lvl1pPr>
          </a:lstStyle>
          <a:p>
            <a:pPr lvl="0"/>
            <a:r>
              <a:rPr lang="en-US"/>
              <a:t>Click to edit Master text styles</a:t>
            </a:r>
          </a:p>
        </p:txBody>
      </p:sp>
      <p:grpSp>
        <p:nvGrpSpPr>
          <p:cNvPr id="31" name="Group 30">
            <a:extLst>
              <a:ext uri="{FF2B5EF4-FFF2-40B4-BE49-F238E27FC236}">
                <a16:creationId xmlns:a16="http://schemas.microsoft.com/office/drawing/2014/main" id="{F9844A26-1988-5CF0-0512-FD5DB0A10493}"/>
              </a:ext>
            </a:extLst>
          </p:cNvPr>
          <p:cNvGrpSpPr/>
          <p:nvPr/>
        </p:nvGrpSpPr>
        <p:grpSpPr>
          <a:xfrm>
            <a:off x="500380" y="692322"/>
            <a:ext cx="1549400" cy="331285"/>
            <a:chOff x="508000" y="692322"/>
            <a:chExt cx="1742534" cy="372580"/>
          </a:xfrm>
        </p:grpSpPr>
        <p:pic>
          <p:nvPicPr>
            <p:cNvPr id="9" name="MS logo gray - EMF" descr="Microsoft logo, gray text version">
              <a:extLst>
                <a:ext uri="{FF2B5EF4-FFF2-40B4-BE49-F238E27FC236}">
                  <a16:creationId xmlns:a16="http://schemas.microsoft.com/office/drawing/2014/main" id="{9F910978-B2E2-A761-DB69-56257446170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6756"/>
            <a:stretch/>
          </p:blipFill>
          <p:spPr bwMode="black">
            <a:xfrm>
              <a:off x="508000" y="692322"/>
              <a:ext cx="404421" cy="372580"/>
            </a:xfrm>
            <a:prstGeom prst="rect">
              <a:avLst/>
            </a:prstGeom>
          </p:spPr>
        </p:pic>
        <p:sp>
          <p:nvSpPr>
            <p:cNvPr id="30" name="Freeform: Shape 29">
              <a:extLst>
                <a:ext uri="{FF2B5EF4-FFF2-40B4-BE49-F238E27FC236}">
                  <a16:creationId xmlns:a16="http://schemas.microsoft.com/office/drawing/2014/main" id="{71A4613D-97FC-C7D4-40A9-576E9C03D440}"/>
                </a:ext>
              </a:extLst>
            </p:cNvPr>
            <p:cNvSpPr/>
            <p:nvPr/>
          </p:nvSpPr>
          <p:spPr>
            <a:xfrm>
              <a:off x="990546" y="749975"/>
              <a:ext cx="1259988" cy="239888"/>
            </a:xfrm>
            <a:custGeom>
              <a:avLst/>
              <a:gdLst/>
              <a:ahLst/>
              <a:cxnLst/>
              <a:rect l="l" t="t" r="r" b="b"/>
              <a:pathLst>
                <a:path w="1259988" h="239888">
                  <a:moveTo>
                    <a:pt x="981777" y="103752"/>
                  </a:moveTo>
                  <a:cubicBezTo>
                    <a:pt x="967862" y="103752"/>
                    <a:pt x="956862" y="108612"/>
                    <a:pt x="948779" y="118332"/>
                  </a:cubicBezTo>
                  <a:cubicBezTo>
                    <a:pt x="940696" y="128052"/>
                    <a:pt x="936654" y="141456"/>
                    <a:pt x="936654" y="158544"/>
                  </a:cubicBezTo>
                  <a:cubicBezTo>
                    <a:pt x="936654" y="175017"/>
                    <a:pt x="940747" y="187986"/>
                    <a:pt x="948933" y="197451"/>
                  </a:cubicBezTo>
                  <a:cubicBezTo>
                    <a:pt x="957118" y="206915"/>
                    <a:pt x="968066" y="211647"/>
                    <a:pt x="981777" y="211647"/>
                  </a:cubicBezTo>
                  <a:cubicBezTo>
                    <a:pt x="995795" y="211647"/>
                    <a:pt x="1006564" y="206992"/>
                    <a:pt x="1014084" y="197681"/>
                  </a:cubicBezTo>
                  <a:cubicBezTo>
                    <a:pt x="1021605" y="188370"/>
                    <a:pt x="1025365" y="175119"/>
                    <a:pt x="1025365" y="157930"/>
                  </a:cubicBezTo>
                  <a:cubicBezTo>
                    <a:pt x="1025365" y="140638"/>
                    <a:pt x="1021605" y="127285"/>
                    <a:pt x="1014084" y="117872"/>
                  </a:cubicBezTo>
                  <a:cubicBezTo>
                    <a:pt x="1006564" y="108458"/>
                    <a:pt x="995795" y="103752"/>
                    <a:pt x="981777" y="103752"/>
                  </a:cubicBezTo>
                  <a:close/>
                  <a:moveTo>
                    <a:pt x="676977" y="103752"/>
                  </a:moveTo>
                  <a:cubicBezTo>
                    <a:pt x="663062" y="103752"/>
                    <a:pt x="652062" y="108612"/>
                    <a:pt x="643979" y="118332"/>
                  </a:cubicBezTo>
                  <a:cubicBezTo>
                    <a:pt x="635896" y="128052"/>
                    <a:pt x="631854" y="141456"/>
                    <a:pt x="631854" y="158544"/>
                  </a:cubicBezTo>
                  <a:cubicBezTo>
                    <a:pt x="631854" y="175017"/>
                    <a:pt x="635947" y="187986"/>
                    <a:pt x="644133" y="197451"/>
                  </a:cubicBezTo>
                  <a:cubicBezTo>
                    <a:pt x="652318" y="206915"/>
                    <a:pt x="663266" y="211647"/>
                    <a:pt x="676977" y="211647"/>
                  </a:cubicBezTo>
                  <a:cubicBezTo>
                    <a:pt x="690995" y="211647"/>
                    <a:pt x="701764" y="206992"/>
                    <a:pt x="709284" y="197681"/>
                  </a:cubicBezTo>
                  <a:cubicBezTo>
                    <a:pt x="716805" y="188370"/>
                    <a:pt x="720565" y="175119"/>
                    <a:pt x="720565" y="157930"/>
                  </a:cubicBezTo>
                  <a:cubicBezTo>
                    <a:pt x="720565" y="140638"/>
                    <a:pt x="716805" y="127285"/>
                    <a:pt x="709284" y="117872"/>
                  </a:cubicBezTo>
                  <a:cubicBezTo>
                    <a:pt x="701764" y="108458"/>
                    <a:pt x="690995" y="103752"/>
                    <a:pt x="676977" y="103752"/>
                  </a:cubicBezTo>
                  <a:close/>
                  <a:moveTo>
                    <a:pt x="281759" y="79042"/>
                  </a:moveTo>
                  <a:lnTo>
                    <a:pt x="317367" y="79042"/>
                  </a:lnTo>
                  <a:lnTo>
                    <a:pt x="317367" y="236204"/>
                  </a:lnTo>
                  <a:lnTo>
                    <a:pt x="281759" y="236204"/>
                  </a:lnTo>
                  <a:close/>
                  <a:moveTo>
                    <a:pt x="577267" y="76279"/>
                  </a:moveTo>
                  <a:cubicBezTo>
                    <a:pt x="583713" y="76279"/>
                    <a:pt x="588624" y="77251"/>
                    <a:pt x="592001" y="79195"/>
                  </a:cubicBezTo>
                  <a:lnTo>
                    <a:pt x="592001" y="112960"/>
                  </a:lnTo>
                  <a:cubicBezTo>
                    <a:pt x="587704" y="109584"/>
                    <a:pt x="581513" y="107896"/>
                    <a:pt x="573430" y="107896"/>
                  </a:cubicBezTo>
                  <a:cubicBezTo>
                    <a:pt x="562891" y="107896"/>
                    <a:pt x="554092" y="112653"/>
                    <a:pt x="547032" y="122169"/>
                  </a:cubicBezTo>
                  <a:cubicBezTo>
                    <a:pt x="539972" y="131685"/>
                    <a:pt x="536442" y="144628"/>
                    <a:pt x="536442" y="160999"/>
                  </a:cubicBezTo>
                  <a:lnTo>
                    <a:pt x="536442" y="236204"/>
                  </a:lnTo>
                  <a:lnTo>
                    <a:pt x="500834" y="236204"/>
                  </a:lnTo>
                  <a:lnTo>
                    <a:pt x="500834" y="79042"/>
                  </a:lnTo>
                  <a:lnTo>
                    <a:pt x="536442" y="79042"/>
                  </a:lnTo>
                  <a:lnTo>
                    <a:pt x="536442" y="111426"/>
                  </a:lnTo>
                  <a:lnTo>
                    <a:pt x="537055" y="111426"/>
                  </a:lnTo>
                  <a:cubicBezTo>
                    <a:pt x="540534" y="100375"/>
                    <a:pt x="545880" y="91755"/>
                    <a:pt x="553094" y="85564"/>
                  </a:cubicBezTo>
                  <a:cubicBezTo>
                    <a:pt x="560308" y="79374"/>
                    <a:pt x="568365" y="76279"/>
                    <a:pt x="577267" y="76279"/>
                  </a:cubicBezTo>
                  <a:close/>
                  <a:moveTo>
                    <a:pt x="983926" y="75358"/>
                  </a:moveTo>
                  <a:cubicBezTo>
                    <a:pt x="1008482" y="75358"/>
                    <a:pt x="1027616" y="82572"/>
                    <a:pt x="1041327" y="96999"/>
                  </a:cubicBezTo>
                  <a:cubicBezTo>
                    <a:pt x="1055038" y="111426"/>
                    <a:pt x="1061893" y="131429"/>
                    <a:pt x="1061893" y="157009"/>
                  </a:cubicBezTo>
                  <a:cubicBezTo>
                    <a:pt x="1061893" y="182077"/>
                    <a:pt x="1054501" y="202157"/>
                    <a:pt x="1039715" y="217249"/>
                  </a:cubicBezTo>
                  <a:cubicBezTo>
                    <a:pt x="1024930" y="232341"/>
                    <a:pt x="1005055" y="239888"/>
                    <a:pt x="980089" y="239888"/>
                  </a:cubicBezTo>
                  <a:cubicBezTo>
                    <a:pt x="955839" y="239888"/>
                    <a:pt x="936475" y="232546"/>
                    <a:pt x="921997" y="217863"/>
                  </a:cubicBezTo>
                  <a:cubicBezTo>
                    <a:pt x="907519" y="203180"/>
                    <a:pt x="900280" y="183714"/>
                    <a:pt x="900280" y="159465"/>
                  </a:cubicBezTo>
                  <a:cubicBezTo>
                    <a:pt x="900280" y="133066"/>
                    <a:pt x="907826" y="112449"/>
                    <a:pt x="922918" y="97613"/>
                  </a:cubicBezTo>
                  <a:cubicBezTo>
                    <a:pt x="938010" y="82776"/>
                    <a:pt x="958346" y="75358"/>
                    <a:pt x="983926" y="75358"/>
                  </a:cubicBezTo>
                  <a:close/>
                  <a:moveTo>
                    <a:pt x="841069" y="75358"/>
                  </a:moveTo>
                  <a:cubicBezTo>
                    <a:pt x="855599" y="75358"/>
                    <a:pt x="868593" y="77558"/>
                    <a:pt x="880053" y="81958"/>
                  </a:cubicBezTo>
                  <a:lnTo>
                    <a:pt x="880053" y="113114"/>
                  </a:lnTo>
                  <a:cubicBezTo>
                    <a:pt x="869003" y="105542"/>
                    <a:pt x="856315" y="101756"/>
                    <a:pt x="841990" y="101756"/>
                  </a:cubicBezTo>
                  <a:cubicBezTo>
                    <a:pt x="837488" y="101756"/>
                    <a:pt x="833421" y="102217"/>
                    <a:pt x="829789" y="103138"/>
                  </a:cubicBezTo>
                  <a:cubicBezTo>
                    <a:pt x="826156" y="104059"/>
                    <a:pt x="823061" y="105338"/>
                    <a:pt x="820503" y="106975"/>
                  </a:cubicBezTo>
                  <a:cubicBezTo>
                    <a:pt x="817945" y="108612"/>
                    <a:pt x="815950" y="110581"/>
                    <a:pt x="814518" y="112884"/>
                  </a:cubicBezTo>
                  <a:cubicBezTo>
                    <a:pt x="813085" y="115186"/>
                    <a:pt x="812369" y="117718"/>
                    <a:pt x="812369" y="120481"/>
                  </a:cubicBezTo>
                  <a:cubicBezTo>
                    <a:pt x="812369" y="123857"/>
                    <a:pt x="813085" y="126722"/>
                    <a:pt x="814518" y="129076"/>
                  </a:cubicBezTo>
                  <a:cubicBezTo>
                    <a:pt x="815950" y="131429"/>
                    <a:pt x="818073" y="133501"/>
                    <a:pt x="820887" y="135292"/>
                  </a:cubicBezTo>
                  <a:cubicBezTo>
                    <a:pt x="823701" y="137082"/>
                    <a:pt x="827077" y="138719"/>
                    <a:pt x="831017" y="140203"/>
                  </a:cubicBezTo>
                  <a:cubicBezTo>
                    <a:pt x="834956" y="141687"/>
                    <a:pt x="839484" y="143298"/>
                    <a:pt x="844599" y="145038"/>
                  </a:cubicBezTo>
                  <a:cubicBezTo>
                    <a:pt x="851353" y="147800"/>
                    <a:pt x="857415" y="150614"/>
                    <a:pt x="862787" y="153479"/>
                  </a:cubicBezTo>
                  <a:cubicBezTo>
                    <a:pt x="868158" y="156344"/>
                    <a:pt x="872737" y="159592"/>
                    <a:pt x="876523" y="163225"/>
                  </a:cubicBezTo>
                  <a:cubicBezTo>
                    <a:pt x="880309" y="166857"/>
                    <a:pt x="883225" y="171052"/>
                    <a:pt x="885271" y="175810"/>
                  </a:cubicBezTo>
                  <a:cubicBezTo>
                    <a:pt x="887318" y="180568"/>
                    <a:pt x="888341" y="186221"/>
                    <a:pt x="888341" y="192769"/>
                  </a:cubicBezTo>
                  <a:cubicBezTo>
                    <a:pt x="888341" y="200750"/>
                    <a:pt x="886499" y="207708"/>
                    <a:pt x="882816" y="213643"/>
                  </a:cubicBezTo>
                  <a:cubicBezTo>
                    <a:pt x="879132" y="219577"/>
                    <a:pt x="874221" y="224488"/>
                    <a:pt x="868082" y="228377"/>
                  </a:cubicBezTo>
                  <a:cubicBezTo>
                    <a:pt x="861943" y="232265"/>
                    <a:pt x="854857" y="235155"/>
                    <a:pt x="846825" y="237048"/>
                  </a:cubicBezTo>
                  <a:cubicBezTo>
                    <a:pt x="838793" y="238941"/>
                    <a:pt x="830326" y="239888"/>
                    <a:pt x="821424" y="239888"/>
                  </a:cubicBezTo>
                  <a:cubicBezTo>
                    <a:pt x="804234" y="239888"/>
                    <a:pt x="789347" y="237023"/>
                    <a:pt x="776762" y="231293"/>
                  </a:cubicBezTo>
                  <a:lnTo>
                    <a:pt x="776762" y="198295"/>
                  </a:lnTo>
                  <a:cubicBezTo>
                    <a:pt x="790063" y="208424"/>
                    <a:pt x="804746" y="213489"/>
                    <a:pt x="820810" y="213489"/>
                  </a:cubicBezTo>
                  <a:cubicBezTo>
                    <a:pt x="842297" y="213489"/>
                    <a:pt x="853041" y="207145"/>
                    <a:pt x="853041" y="194458"/>
                  </a:cubicBezTo>
                  <a:cubicBezTo>
                    <a:pt x="853041" y="190877"/>
                    <a:pt x="852120" y="187833"/>
                    <a:pt x="850278" y="185326"/>
                  </a:cubicBezTo>
                  <a:cubicBezTo>
                    <a:pt x="848436" y="182819"/>
                    <a:pt x="845955" y="180593"/>
                    <a:pt x="842834" y="178649"/>
                  </a:cubicBezTo>
                  <a:cubicBezTo>
                    <a:pt x="839714" y="176705"/>
                    <a:pt x="836030" y="174966"/>
                    <a:pt x="831784" y="173431"/>
                  </a:cubicBezTo>
                  <a:cubicBezTo>
                    <a:pt x="827538" y="171896"/>
                    <a:pt x="822805" y="170157"/>
                    <a:pt x="817587" y="168213"/>
                  </a:cubicBezTo>
                  <a:cubicBezTo>
                    <a:pt x="811141" y="165655"/>
                    <a:pt x="805334" y="162943"/>
                    <a:pt x="800167" y="160078"/>
                  </a:cubicBezTo>
                  <a:cubicBezTo>
                    <a:pt x="795000" y="157214"/>
                    <a:pt x="790703" y="153965"/>
                    <a:pt x="787275" y="150333"/>
                  </a:cubicBezTo>
                  <a:cubicBezTo>
                    <a:pt x="783847" y="146700"/>
                    <a:pt x="781264" y="142582"/>
                    <a:pt x="779524" y="137977"/>
                  </a:cubicBezTo>
                  <a:cubicBezTo>
                    <a:pt x="777785" y="133373"/>
                    <a:pt x="776915" y="128001"/>
                    <a:pt x="776915" y="121862"/>
                  </a:cubicBezTo>
                  <a:cubicBezTo>
                    <a:pt x="776915" y="114291"/>
                    <a:pt x="778706" y="107614"/>
                    <a:pt x="782287" y="101833"/>
                  </a:cubicBezTo>
                  <a:cubicBezTo>
                    <a:pt x="785868" y="96052"/>
                    <a:pt x="790677" y="91192"/>
                    <a:pt x="796714" y="87253"/>
                  </a:cubicBezTo>
                  <a:cubicBezTo>
                    <a:pt x="802751" y="83313"/>
                    <a:pt x="809606" y="80346"/>
                    <a:pt x="817280" y="78351"/>
                  </a:cubicBezTo>
                  <a:cubicBezTo>
                    <a:pt x="824954" y="76356"/>
                    <a:pt x="832884" y="75358"/>
                    <a:pt x="841069" y="75358"/>
                  </a:cubicBezTo>
                  <a:close/>
                  <a:moveTo>
                    <a:pt x="679126" y="75358"/>
                  </a:moveTo>
                  <a:cubicBezTo>
                    <a:pt x="703682" y="75358"/>
                    <a:pt x="722816" y="82572"/>
                    <a:pt x="736527" y="96999"/>
                  </a:cubicBezTo>
                  <a:cubicBezTo>
                    <a:pt x="750238" y="111426"/>
                    <a:pt x="757093" y="131429"/>
                    <a:pt x="757093" y="157009"/>
                  </a:cubicBezTo>
                  <a:cubicBezTo>
                    <a:pt x="757093" y="182077"/>
                    <a:pt x="749701" y="202157"/>
                    <a:pt x="734915" y="217249"/>
                  </a:cubicBezTo>
                  <a:cubicBezTo>
                    <a:pt x="720130" y="232341"/>
                    <a:pt x="700255" y="239888"/>
                    <a:pt x="675289" y="239888"/>
                  </a:cubicBezTo>
                  <a:cubicBezTo>
                    <a:pt x="651039" y="239888"/>
                    <a:pt x="631675" y="232546"/>
                    <a:pt x="617197" y="217863"/>
                  </a:cubicBezTo>
                  <a:cubicBezTo>
                    <a:pt x="602719" y="203180"/>
                    <a:pt x="595480" y="183714"/>
                    <a:pt x="595480" y="159465"/>
                  </a:cubicBezTo>
                  <a:cubicBezTo>
                    <a:pt x="595480" y="133066"/>
                    <a:pt x="603026" y="112449"/>
                    <a:pt x="618118" y="97613"/>
                  </a:cubicBezTo>
                  <a:cubicBezTo>
                    <a:pt x="633210" y="82776"/>
                    <a:pt x="653546" y="75358"/>
                    <a:pt x="679126" y="75358"/>
                  </a:cubicBezTo>
                  <a:close/>
                  <a:moveTo>
                    <a:pt x="432704" y="75358"/>
                  </a:moveTo>
                  <a:cubicBezTo>
                    <a:pt x="447028" y="75358"/>
                    <a:pt x="459665" y="77865"/>
                    <a:pt x="470613" y="82879"/>
                  </a:cubicBezTo>
                  <a:lnTo>
                    <a:pt x="470613" y="116030"/>
                  </a:lnTo>
                  <a:cubicBezTo>
                    <a:pt x="459665" y="107844"/>
                    <a:pt x="448000" y="103752"/>
                    <a:pt x="435620" y="103752"/>
                  </a:cubicBezTo>
                  <a:cubicBezTo>
                    <a:pt x="420579" y="103752"/>
                    <a:pt x="408249" y="108842"/>
                    <a:pt x="398631" y="119023"/>
                  </a:cubicBezTo>
                  <a:cubicBezTo>
                    <a:pt x="389013" y="129204"/>
                    <a:pt x="384204" y="142531"/>
                    <a:pt x="384204" y="159004"/>
                  </a:cubicBezTo>
                  <a:cubicBezTo>
                    <a:pt x="384204" y="175273"/>
                    <a:pt x="388732" y="188114"/>
                    <a:pt x="397787" y="197527"/>
                  </a:cubicBezTo>
                  <a:cubicBezTo>
                    <a:pt x="406842" y="206941"/>
                    <a:pt x="418993" y="211647"/>
                    <a:pt x="434239" y="211647"/>
                  </a:cubicBezTo>
                  <a:cubicBezTo>
                    <a:pt x="447028" y="211647"/>
                    <a:pt x="459102" y="207094"/>
                    <a:pt x="470460" y="197988"/>
                  </a:cubicBezTo>
                  <a:lnTo>
                    <a:pt x="470460" y="228991"/>
                  </a:lnTo>
                  <a:cubicBezTo>
                    <a:pt x="457874" y="236255"/>
                    <a:pt x="442987" y="239888"/>
                    <a:pt x="425797" y="239888"/>
                  </a:cubicBezTo>
                  <a:cubicBezTo>
                    <a:pt x="402468" y="239888"/>
                    <a:pt x="383642" y="232597"/>
                    <a:pt x="369317" y="218017"/>
                  </a:cubicBezTo>
                  <a:cubicBezTo>
                    <a:pt x="354992" y="203436"/>
                    <a:pt x="347830" y="184533"/>
                    <a:pt x="347830" y="161306"/>
                  </a:cubicBezTo>
                  <a:cubicBezTo>
                    <a:pt x="347830" y="135419"/>
                    <a:pt x="355529" y="114623"/>
                    <a:pt x="370928" y="98917"/>
                  </a:cubicBezTo>
                  <a:cubicBezTo>
                    <a:pt x="386327" y="83211"/>
                    <a:pt x="406919" y="75358"/>
                    <a:pt x="432704" y="7535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79"/>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2"/>
                  </a:cubicBezTo>
                  <a:lnTo>
                    <a:pt x="33765" y="236204"/>
                  </a:lnTo>
                  <a:lnTo>
                    <a:pt x="0" y="236204"/>
                  </a:lnTo>
                  <a:close/>
                  <a:moveTo>
                    <a:pt x="299716" y="5525"/>
                  </a:moveTo>
                  <a:cubicBezTo>
                    <a:pt x="305753" y="5525"/>
                    <a:pt x="310869" y="7469"/>
                    <a:pt x="315064" y="11357"/>
                  </a:cubicBezTo>
                  <a:cubicBezTo>
                    <a:pt x="319259" y="15245"/>
                    <a:pt x="321357" y="20106"/>
                    <a:pt x="321357" y="25938"/>
                  </a:cubicBezTo>
                  <a:cubicBezTo>
                    <a:pt x="321357" y="31463"/>
                    <a:pt x="319259" y="36195"/>
                    <a:pt x="315064" y="40135"/>
                  </a:cubicBezTo>
                  <a:cubicBezTo>
                    <a:pt x="310869" y="44074"/>
                    <a:pt x="305753" y="46044"/>
                    <a:pt x="299716" y="46044"/>
                  </a:cubicBezTo>
                  <a:cubicBezTo>
                    <a:pt x="293884" y="46044"/>
                    <a:pt x="288896" y="44151"/>
                    <a:pt x="284752" y="40365"/>
                  </a:cubicBezTo>
                  <a:cubicBezTo>
                    <a:pt x="280608" y="36579"/>
                    <a:pt x="278536" y="31770"/>
                    <a:pt x="278536" y="25938"/>
                  </a:cubicBezTo>
                  <a:cubicBezTo>
                    <a:pt x="278536" y="20106"/>
                    <a:pt x="280608" y="15245"/>
                    <a:pt x="284752" y="11357"/>
                  </a:cubicBezTo>
                  <a:cubicBezTo>
                    <a:pt x="288896" y="7469"/>
                    <a:pt x="293884" y="5525"/>
                    <a:pt x="299716" y="5525"/>
                  </a:cubicBezTo>
                  <a:close/>
                  <a:moveTo>
                    <a:pt x="1149851" y="0"/>
                  </a:moveTo>
                  <a:cubicBezTo>
                    <a:pt x="1158650" y="0"/>
                    <a:pt x="1165608" y="972"/>
                    <a:pt x="1170724" y="2916"/>
                  </a:cubicBezTo>
                  <a:lnTo>
                    <a:pt x="1170724" y="32537"/>
                  </a:lnTo>
                  <a:cubicBezTo>
                    <a:pt x="1165915" y="29775"/>
                    <a:pt x="1160441" y="28393"/>
                    <a:pt x="1154302" y="28393"/>
                  </a:cubicBezTo>
                  <a:cubicBezTo>
                    <a:pt x="1137010" y="28393"/>
                    <a:pt x="1128364" y="38165"/>
                    <a:pt x="1128364" y="57708"/>
                  </a:cubicBezTo>
                  <a:lnTo>
                    <a:pt x="1128364" y="79042"/>
                  </a:lnTo>
                  <a:lnTo>
                    <a:pt x="1160534" y="79042"/>
                  </a:lnTo>
                  <a:lnTo>
                    <a:pt x="1164892" y="79042"/>
                  </a:lnTo>
                  <a:lnTo>
                    <a:pt x="1186779" y="79042"/>
                  </a:lnTo>
                  <a:lnTo>
                    <a:pt x="1186779" y="42667"/>
                  </a:lnTo>
                  <a:lnTo>
                    <a:pt x="1222386" y="32537"/>
                  </a:lnTo>
                  <a:lnTo>
                    <a:pt x="1222386" y="79042"/>
                  </a:lnTo>
                  <a:lnTo>
                    <a:pt x="1259988" y="79042"/>
                  </a:lnTo>
                  <a:lnTo>
                    <a:pt x="1259988" y="106975"/>
                  </a:lnTo>
                  <a:lnTo>
                    <a:pt x="1222386" y="106975"/>
                  </a:lnTo>
                  <a:lnTo>
                    <a:pt x="1222386" y="185556"/>
                  </a:lnTo>
                  <a:cubicBezTo>
                    <a:pt x="1222386" y="194867"/>
                    <a:pt x="1224074" y="201518"/>
                    <a:pt x="1227451" y="205508"/>
                  </a:cubicBezTo>
                  <a:cubicBezTo>
                    <a:pt x="1230827" y="209499"/>
                    <a:pt x="1236455" y="211494"/>
                    <a:pt x="1244333" y="211494"/>
                  </a:cubicBezTo>
                  <a:cubicBezTo>
                    <a:pt x="1250370" y="211494"/>
                    <a:pt x="1255589" y="209754"/>
                    <a:pt x="1259988" y="206276"/>
                  </a:cubicBezTo>
                  <a:lnTo>
                    <a:pt x="1259988" y="234516"/>
                  </a:lnTo>
                  <a:cubicBezTo>
                    <a:pt x="1253031" y="237995"/>
                    <a:pt x="1243873" y="239734"/>
                    <a:pt x="1232515" y="239734"/>
                  </a:cubicBezTo>
                  <a:cubicBezTo>
                    <a:pt x="1202024" y="239734"/>
                    <a:pt x="1186779" y="225102"/>
                    <a:pt x="1186779" y="195839"/>
                  </a:cubicBezTo>
                  <a:lnTo>
                    <a:pt x="1186779" y="106975"/>
                  </a:lnTo>
                  <a:lnTo>
                    <a:pt x="1164892" y="106975"/>
                  </a:lnTo>
                  <a:lnTo>
                    <a:pt x="1160534" y="106975"/>
                  </a:lnTo>
                  <a:lnTo>
                    <a:pt x="1128517" y="106975"/>
                  </a:lnTo>
                  <a:lnTo>
                    <a:pt x="1128517" y="236204"/>
                  </a:lnTo>
                  <a:lnTo>
                    <a:pt x="1092910" y="236204"/>
                  </a:lnTo>
                  <a:lnTo>
                    <a:pt x="1092910" y="106975"/>
                  </a:lnTo>
                  <a:lnTo>
                    <a:pt x="1066051" y="106975"/>
                  </a:lnTo>
                  <a:lnTo>
                    <a:pt x="1066051" y="79042"/>
                  </a:lnTo>
                  <a:lnTo>
                    <a:pt x="1092910" y="79042"/>
                  </a:lnTo>
                  <a:lnTo>
                    <a:pt x="1092910" y="53564"/>
                  </a:lnTo>
                  <a:cubicBezTo>
                    <a:pt x="1092910" y="36988"/>
                    <a:pt x="1098333" y="23917"/>
                    <a:pt x="1109179" y="14350"/>
                  </a:cubicBezTo>
                  <a:cubicBezTo>
                    <a:pt x="1120025" y="4783"/>
                    <a:pt x="1133582" y="0"/>
                    <a:pt x="1149851"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3095150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_Title Only">
    <p:bg>
      <p:bgPr>
        <a:solidFill>
          <a:schemeClr val="bg1"/>
        </a:solidFill>
        <a:effectLst/>
      </p:bgPr>
    </p:bg>
    <p:spTree>
      <p:nvGrpSpPr>
        <p:cNvPr id="1" name=""/>
        <p:cNvGrpSpPr/>
        <p:nvPr/>
      </p:nvGrpSpPr>
      <p:grpSpPr>
        <a:xfrm>
          <a:off x="0" y="0"/>
          <a:ext cx="0" cy="0"/>
          <a:chOff x="0" y="0"/>
          <a:chExt cx="0" cy="0"/>
        </a:xfrm>
      </p:grpSpPr>
      <p:cxnSp>
        <p:nvCxnSpPr>
          <p:cNvPr id="102" name="Straight Connector 101">
            <a:extLst>
              <a:ext uri="{FF2B5EF4-FFF2-40B4-BE49-F238E27FC236}">
                <a16:creationId xmlns:a16="http://schemas.microsoft.com/office/drawing/2014/main" id="{60768BB0-0B15-4E4F-9D95-EF5C9393DCD0}"/>
              </a:ext>
            </a:extLst>
          </p:cNvPr>
          <p:cNvCxnSpPr>
            <a:cxnSpLocks/>
          </p:cNvCxnSpPr>
          <p:nvPr/>
        </p:nvCxnSpPr>
        <p:spPr>
          <a:xfrm>
            <a:off x="588263" y="955797"/>
            <a:ext cx="4663440" cy="0"/>
          </a:xfrm>
          <a:prstGeom prst="line">
            <a:avLst/>
          </a:prstGeom>
          <a:ln w="12700">
            <a:solidFill>
              <a:schemeClr val="accent1"/>
            </a:solidFill>
            <a:prstDash val="dash"/>
            <a:headEnd type="none" w="med" len="med"/>
            <a:tailEnd type="none" w="lg"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465753A-F717-4C4D-AC0C-07CC54DDD188}"/>
              </a:ext>
            </a:extLst>
          </p:cNvPr>
          <p:cNvCxnSpPr>
            <a:cxnSpLocks/>
          </p:cNvCxnSpPr>
          <p:nvPr/>
        </p:nvCxnSpPr>
        <p:spPr>
          <a:xfrm flipH="1">
            <a:off x="6848275" y="955797"/>
            <a:ext cx="4758508" cy="0"/>
          </a:xfrm>
          <a:prstGeom prst="line">
            <a:avLst/>
          </a:prstGeom>
          <a:ln w="12700">
            <a:solidFill>
              <a:schemeClr val="accent1"/>
            </a:solidFill>
            <a:prstDash val="dash"/>
            <a:headEnd type="none" w="med" len="med"/>
            <a:tailEnd type="none" w="lg" len="med"/>
          </a:ln>
        </p:spPr>
        <p:style>
          <a:lnRef idx="1">
            <a:schemeClr val="accent1"/>
          </a:lnRef>
          <a:fillRef idx="0">
            <a:schemeClr val="accent1"/>
          </a:fillRef>
          <a:effectRef idx="0">
            <a:schemeClr val="accent1"/>
          </a:effectRef>
          <a:fontRef idx="minor">
            <a:schemeClr val="tx1"/>
          </a:fontRef>
        </p:style>
      </p:cxnSp>
      <p:sp>
        <p:nvSpPr>
          <p:cNvPr id="144" name="Text Placeholder 3">
            <a:extLst>
              <a:ext uri="{FF2B5EF4-FFF2-40B4-BE49-F238E27FC236}">
                <a16:creationId xmlns:a16="http://schemas.microsoft.com/office/drawing/2014/main" id="{CBAE02CF-3818-4615-A1FD-A6F9C4EDEBF8}"/>
              </a:ext>
            </a:extLst>
          </p:cNvPr>
          <p:cNvSpPr>
            <a:spLocks noGrp="1"/>
          </p:cNvSpPr>
          <p:nvPr>
            <p:ph type="body" sz="quarter" idx="10" hasCustomPrompt="1"/>
          </p:nvPr>
        </p:nvSpPr>
        <p:spPr>
          <a:xfrm>
            <a:off x="3314700" y="1318544"/>
            <a:ext cx="5562600" cy="276999"/>
          </a:xfrm>
          <a:prstGeom prst="rect">
            <a:avLst/>
          </a:prstGeom>
        </p:spPr>
        <p:txBody>
          <a:bodyPr wrap="square">
            <a:spAutoFit/>
          </a:bodyPr>
          <a:lstStyle>
            <a:lvl1pPr marL="290513" indent="-228600" algn="ctr">
              <a:buNone/>
              <a:tabLst/>
              <a:defRPr lang="en-US" sz="1800" spc="-50" dirty="0" smtClean="0">
                <a:ln w="3175">
                  <a:noFill/>
                </a:ln>
                <a:solidFill>
                  <a:schemeClr val="accent1"/>
                </a:solidFill>
                <a:latin typeface="+mj-lt"/>
              </a:defRPr>
            </a:lvl1pPr>
            <a:lvl2pPr>
              <a:defRPr lang="en-US" sz="1765" smtClean="0">
                <a:solidFill>
                  <a:schemeClr val="tx1"/>
                </a:solidFill>
              </a:defRPr>
            </a:lvl2pPr>
            <a:lvl3pPr>
              <a:defRPr lang="en-US" sz="1765" smtClean="0">
                <a:solidFill>
                  <a:schemeClr val="tx1"/>
                </a:solidFill>
              </a:defRPr>
            </a:lvl3pPr>
            <a:lvl4pPr>
              <a:defRPr lang="en-US" sz="1765" smtClean="0">
                <a:solidFill>
                  <a:schemeClr val="tx1"/>
                </a:solidFill>
              </a:defRPr>
            </a:lvl4pPr>
            <a:lvl5pPr>
              <a:defRPr lang="en-US" sz="1765">
                <a:solidFill>
                  <a:schemeClr val="tx1"/>
                </a:solidFill>
              </a:defRPr>
            </a:lvl5pPr>
          </a:lstStyle>
          <a:p>
            <a:pPr algn="ctr"/>
            <a:r>
              <a:rPr lang="en-US" sz="1800" spc="-50">
                <a:ln w="3175">
                  <a:noFill/>
                </a:ln>
                <a:solidFill>
                  <a:schemeClr val="accent1"/>
                </a:solidFill>
                <a:latin typeface="+mj-lt"/>
                <a:cs typeface="Segoe UI" pitchFamily="34" charset="0"/>
              </a:rPr>
              <a:t>Subtitle</a:t>
            </a:r>
          </a:p>
        </p:txBody>
      </p:sp>
      <p:sp>
        <p:nvSpPr>
          <p:cNvPr id="7" name="Slide Number Placeholder 3">
            <a:extLst>
              <a:ext uri="{FF2B5EF4-FFF2-40B4-BE49-F238E27FC236}">
                <a16:creationId xmlns:a16="http://schemas.microsoft.com/office/drawing/2014/main" id="{D70DEB00-FE84-4E8F-8D52-96A3EC67DE4D}"/>
              </a:ext>
            </a:extLst>
          </p:cNvPr>
          <p:cNvSpPr>
            <a:spLocks noGrp="1"/>
          </p:cNvSpPr>
          <p:nvPr>
            <p:ph type="sldNum" sz="quarter" idx="11"/>
          </p:nvPr>
        </p:nvSpPr>
        <p:spPr>
          <a:xfrm>
            <a:off x="11769504" y="6565391"/>
            <a:ext cx="371695" cy="246221"/>
          </a:xfrm>
          <a:prstGeom prst="rect">
            <a:avLst/>
          </a:prstGeom>
        </p:spPr>
        <p:txBody>
          <a:bodyPr lIns="0" tIns="0" rIns="0" bIns="0" anchor="ctr"/>
          <a:lstStyle>
            <a:lvl1pPr algn="ctr">
              <a:defRPr sz="1100">
                <a:solidFill>
                  <a:schemeClr val="bg1">
                    <a:lumMod val="50000"/>
                  </a:schemeClr>
                </a:solidFill>
              </a:defRPr>
            </a:lvl1pPr>
          </a:lstStyle>
          <a:p>
            <a:fld id="{EAA0DCFB-5E65-472C-A423-BA3AA87976EA}" type="slidenum">
              <a:rPr lang="en-IN" smtClean="0"/>
              <a:pPr/>
              <a:t>‹#›</a:t>
            </a:fld>
            <a:endParaRPr lang="en-IN"/>
          </a:p>
        </p:txBody>
      </p:sp>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3091880" y="709575"/>
            <a:ext cx="6008240" cy="492443"/>
          </a:xfrm>
          <a:solidFill>
            <a:schemeClr val="bg1"/>
          </a:solidFill>
        </p:spPr>
        <p:txBody>
          <a:bodyPr/>
          <a:lstStyle>
            <a:lvl1pPr algn="ctr">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7317641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ipe(right)">
                                      <p:cBhvr>
                                        <p:cTn id="7" dur="500"/>
                                        <p:tgtEl>
                                          <p:spTgt spid="102"/>
                                        </p:tgtEl>
                                      </p:cBhvr>
                                    </p:animEffect>
                                  </p:childTnLst>
                                </p:cTn>
                              </p:par>
                              <p:par>
                                <p:cTn id="8" presetID="22" presetClass="entr" presetSubtype="8" fill="hold" nodeType="withEffect">
                                  <p:stCondLst>
                                    <p:cond delay="0"/>
                                  </p:stCondLst>
                                  <p:childTnLst>
                                    <p:set>
                                      <p:cBhvr>
                                        <p:cTn id="9" dur="1" fill="hold">
                                          <p:stCondLst>
                                            <p:cond delay="0"/>
                                          </p:stCondLst>
                                        </p:cTn>
                                        <p:tgtEl>
                                          <p:spTgt spid="103"/>
                                        </p:tgtEl>
                                        <p:attrNameLst>
                                          <p:attrName>style.visibility</p:attrName>
                                        </p:attrNameLst>
                                      </p:cBhvr>
                                      <p:to>
                                        <p:strVal val="visible"/>
                                      </p:to>
                                    </p:set>
                                    <p:animEffect transition="in" filter="wipe(left)">
                                      <p:cBhvr>
                                        <p:cTn id="10"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6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column_Text">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9E7B99-27E1-40DA-2909-4D94A9F5277E}"/>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2A76E6DB-43E3-9638-8EED-1A07351FE9B4}"/>
              </a:ext>
            </a:extLst>
          </p:cNvPr>
          <p:cNvSpPr>
            <a:spLocks noGrp="1"/>
          </p:cNvSpPr>
          <p:nvPr>
            <p:ph type="body" sz="quarter" idx="15"/>
          </p:nvPr>
        </p:nvSpPr>
        <p:spPr>
          <a:xfrm>
            <a:off x="586389" y="1614460"/>
            <a:ext cx="819302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7036820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1008">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_with Hea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2633119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1_Title Only">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8263" y="457200"/>
            <a:ext cx="11018520" cy="492443"/>
          </a:xfrm>
        </p:spPr>
        <p:txBody>
          <a:bodyPr/>
          <a:lstStyle>
            <a:lvl1pPr algn="l">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EF80085-2DF6-0E03-25A7-26B4F92025C9}"/>
              </a:ext>
            </a:extLst>
          </p:cNvPr>
          <p:cNvSpPr>
            <a:spLocks noGrp="1"/>
          </p:cNvSpPr>
          <p:nvPr>
            <p:ph type="ftr" sz="quarter" idx="10"/>
          </p:nvPr>
        </p:nvSpPr>
        <p:spPr/>
        <p:txBody>
          <a:bodyPr/>
          <a:lstStyle/>
          <a:p>
            <a:pPr algn="l"/>
            <a:r>
              <a:rPr lang="en-US"/>
              <a:t>Classified as Microsoft Confidential</a:t>
            </a:r>
          </a:p>
        </p:txBody>
      </p:sp>
      <p:sp>
        <p:nvSpPr>
          <p:cNvPr id="2" name="Slide Number Placeholder 5">
            <a:extLst>
              <a:ext uri="{FF2B5EF4-FFF2-40B4-BE49-F238E27FC236}">
                <a16:creationId xmlns:a16="http://schemas.microsoft.com/office/drawing/2014/main" id="{27F85437-8FC7-4FFA-FBC5-950D2A13E9BF}"/>
              </a:ext>
            </a:extLst>
          </p:cNvPr>
          <p:cNvSpPr>
            <a:spLocks noGrp="1"/>
          </p:cNvSpPr>
          <p:nvPr>
            <p:ph type="sldNum" sz="quarter" idx="11"/>
          </p:nvPr>
        </p:nvSpPr>
        <p:spPr>
          <a:xfrm>
            <a:off x="4749802" y="6580858"/>
            <a:ext cx="2743200" cy="208714"/>
          </a:xfrm>
        </p:spPr>
        <p:txBody>
          <a:bodyPr/>
          <a:lstStyle>
            <a:lvl1pPr algn="ctr">
              <a:defRPr/>
            </a:lvl1pPr>
          </a:lstStyle>
          <a:p>
            <a:fld id="{D930CCA6-1D9A-41D8-918F-07473962BAF5}" type="slidenum">
              <a:rPr lang="en-US" smtClean="0"/>
              <a:pPr/>
              <a:t>‹#›</a:t>
            </a:fld>
            <a:endParaRPr lang="en-US"/>
          </a:p>
        </p:txBody>
      </p:sp>
    </p:spTree>
    <p:extLst>
      <p:ext uri="{BB962C8B-B14F-4D97-AF65-F5344CB8AC3E}">
        <p14:creationId xmlns:p14="http://schemas.microsoft.com/office/powerpoint/2010/main" val="15156663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only, White Backgroun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B11B85C6-C23C-00C3-F4AA-8F9893A3EB1D}"/>
              </a:ext>
            </a:extLst>
          </p:cNvPr>
          <p:cNvSpPr>
            <a:spLocks noGrp="1"/>
          </p:cNvSpPr>
          <p:nvPr>
            <p:ph type="title" hasCustomPrompt="1"/>
          </p:nvPr>
        </p:nvSpPr>
        <p:spPr>
          <a:xfrm>
            <a:off x="588265" y="585217"/>
            <a:ext cx="9994392" cy="543185"/>
          </a:xfrm>
        </p:spPr>
        <p:txBody>
          <a:bodyPr/>
          <a:lstStyle>
            <a:lvl1pPr>
              <a:tabLst>
                <a:tab pos="1957733" algn="l"/>
              </a:tabLst>
              <a:defRPr sz="3529"/>
            </a:lvl1pPr>
          </a:lstStyle>
          <a:p>
            <a:r>
              <a:rPr lang="en-US"/>
              <a:t>Title</a:t>
            </a:r>
          </a:p>
        </p:txBody>
      </p:sp>
      <p:sp>
        <p:nvSpPr>
          <p:cNvPr id="31" name="Freeform: Shape 30">
            <a:extLst>
              <a:ext uri="{FF2B5EF4-FFF2-40B4-BE49-F238E27FC236}">
                <a16:creationId xmlns:a16="http://schemas.microsoft.com/office/drawing/2014/main" id="{6882B26E-0429-C545-2350-C0E609B218D7}"/>
              </a:ext>
            </a:extLst>
          </p:cNvPr>
          <p:cNvSpPr/>
          <p:nvPr/>
        </p:nvSpPr>
        <p:spPr bwMode="auto">
          <a:xfrm rot="16200000">
            <a:off x="10808772" y="-356050"/>
            <a:ext cx="1027179" cy="1739278"/>
          </a:xfrm>
          <a:custGeom>
            <a:avLst/>
            <a:gdLst>
              <a:gd name="connsiteX0" fmla="*/ 1027179 w 1027179"/>
              <a:gd name="connsiteY0" fmla="*/ 0 h 1739278"/>
              <a:gd name="connsiteX1" fmla="*/ 1027179 w 1027179"/>
              <a:gd name="connsiteY1" fmla="*/ 1739278 h 1739278"/>
              <a:gd name="connsiteX2" fmla="*/ 279262 w 1027179"/>
              <a:gd name="connsiteY2" fmla="*/ 1739278 h 1739278"/>
              <a:gd name="connsiteX3" fmla="*/ 176993 w 1027179"/>
              <a:gd name="connsiteY3" fmla="*/ 1615327 h 1739278"/>
              <a:gd name="connsiteX4" fmla="*/ 0 w 1027179"/>
              <a:gd name="connsiteY4" fmla="*/ 1035891 h 1739278"/>
              <a:gd name="connsiteX5" fmla="*/ 930393 w 1027179"/>
              <a:gd name="connsiteY5" fmla="*/ 4888 h 1739278"/>
              <a:gd name="connsiteX0" fmla="*/ 1027179 w 1118619"/>
              <a:gd name="connsiteY0" fmla="*/ 1739278 h 1830718"/>
              <a:gd name="connsiteX1" fmla="*/ 279262 w 1118619"/>
              <a:gd name="connsiteY1" fmla="*/ 1739278 h 1830718"/>
              <a:gd name="connsiteX2" fmla="*/ 176993 w 1118619"/>
              <a:gd name="connsiteY2" fmla="*/ 1615327 h 1830718"/>
              <a:gd name="connsiteX3" fmla="*/ 0 w 1118619"/>
              <a:gd name="connsiteY3" fmla="*/ 1035891 h 1830718"/>
              <a:gd name="connsiteX4" fmla="*/ 930393 w 1118619"/>
              <a:gd name="connsiteY4" fmla="*/ 4888 h 1830718"/>
              <a:gd name="connsiteX5" fmla="*/ 1027179 w 1118619"/>
              <a:gd name="connsiteY5" fmla="*/ 0 h 1830718"/>
              <a:gd name="connsiteX6" fmla="*/ 1118619 w 1118619"/>
              <a:gd name="connsiteY6" fmla="*/ 1830718 h 1830718"/>
              <a:gd name="connsiteX0" fmla="*/ 1027179 w 1027179"/>
              <a:gd name="connsiteY0" fmla="*/ 1739278 h 1739278"/>
              <a:gd name="connsiteX1" fmla="*/ 279262 w 1027179"/>
              <a:gd name="connsiteY1" fmla="*/ 1739278 h 1739278"/>
              <a:gd name="connsiteX2" fmla="*/ 176993 w 1027179"/>
              <a:gd name="connsiteY2" fmla="*/ 1615327 h 1739278"/>
              <a:gd name="connsiteX3" fmla="*/ 0 w 1027179"/>
              <a:gd name="connsiteY3" fmla="*/ 1035891 h 1739278"/>
              <a:gd name="connsiteX4" fmla="*/ 930393 w 1027179"/>
              <a:gd name="connsiteY4" fmla="*/ 4888 h 1739278"/>
              <a:gd name="connsiteX5" fmla="*/ 1027179 w 1027179"/>
              <a:gd name="connsiteY5" fmla="*/ 0 h 1739278"/>
              <a:gd name="connsiteX0" fmla="*/ 279262 w 1027179"/>
              <a:gd name="connsiteY0" fmla="*/ 1739278 h 1739278"/>
              <a:gd name="connsiteX1" fmla="*/ 176993 w 1027179"/>
              <a:gd name="connsiteY1" fmla="*/ 1615327 h 1739278"/>
              <a:gd name="connsiteX2" fmla="*/ 0 w 1027179"/>
              <a:gd name="connsiteY2" fmla="*/ 1035891 h 1739278"/>
              <a:gd name="connsiteX3" fmla="*/ 930393 w 1027179"/>
              <a:gd name="connsiteY3" fmla="*/ 4888 h 1739278"/>
              <a:gd name="connsiteX4" fmla="*/ 1027179 w 1027179"/>
              <a:gd name="connsiteY4" fmla="*/ 0 h 1739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7179" h="1739278">
                <a:moveTo>
                  <a:pt x="279262" y="1739278"/>
                </a:moveTo>
                <a:lnTo>
                  <a:pt x="176993" y="1615327"/>
                </a:lnTo>
                <a:cubicBezTo>
                  <a:pt x="65249" y="1449923"/>
                  <a:pt x="0" y="1250527"/>
                  <a:pt x="0" y="1035891"/>
                </a:cubicBezTo>
                <a:cubicBezTo>
                  <a:pt x="0" y="499301"/>
                  <a:pt x="407805" y="57959"/>
                  <a:pt x="930393" y="4888"/>
                </a:cubicBezTo>
                <a:lnTo>
                  <a:pt x="1027179" y="0"/>
                </a:lnTo>
              </a:path>
            </a:pathLst>
          </a:cu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2" name="Freeform: Shape 31">
            <a:extLst>
              <a:ext uri="{FF2B5EF4-FFF2-40B4-BE49-F238E27FC236}">
                <a16:creationId xmlns:a16="http://schemas.microsoft.com/office/drawing/2014/main" id="{2FE0AAF1-A096-0A8C-04F9-D513F9D20F86}"/>
              </a:ext>
            </a:extLst>
          </p:cNvPr>
          <p:cNvSpPr/>
          <p:nvPr/>
        </p:nvSpPr>
        <p:spPr bwMode="auto">
          <a:xfrm rot="16200000">
            <a:off x="11021578" y="-285114"/>
            <a:ext cx="885308" cy="1455537"/>
          </a:xfrm>
          <a:custGeom>
            <a:avLst/>
            <a:gdLst>
              <a:gd name="connsiteX0" fmla="*/ 885308 w 885308"/>
              <a:gd name="connsiteY0" fmla="*/ 0 h 1455537"/>
              <a:gd name="connsiteX1" fmla="*/ 885308 w 885308"/>
              <a:gd name="connsiteY1" fmla="*/ 1455537 h 1455537"/>
              <a:gd name="connsiteX2" fmla="*/ 203426 w 885308"/>
              <a:gd name="connsiteY2" fmla="*/ 1455537 h 1455537"/>
              <a:gd name="connsiteX3" fmla="*/ 152764 w 885308"/>
              <a:gd name="connsiteY3" fmla="*/ 1394134 h 1455537"/>
              <a:gd name="connsiteX4" fmla="*/ 0 w 885308"/>
              <a:gd name="connsiteY4" fmla="*/ 894021 h 1455537"/>
              <a:gd name="connsiteX5" fmla="*/ 803027 w 885308"/>
              <a:gd name="connsiteY5" fmla="*/ 4155 h 1455537"/>
              <a:gd name="connsiteX0" fmla="*/ 885308 w 976748"/>
              <a:gd name="connsiteY0" fmla="*/ 1455537 h 1546977"/>
              <a:gd name="connsiteX1" fmla="*/ 203426 w 976748"/>
              <a:gd name="connsiteY1" fmla="*/ 1455537 h 1546977"/>
              <a:gd name="connsiteX2" fmla="*/ 152764 w 976748"/>
              <a:gd name="connsiteY2" fmla="*/ 1394134 h 1546977"/>
              <a:gd name="connsiteX3" fmla="*/ 0 w 976748"/>
              <a:gd name="connsiteY3" fmla="*/ 894021 h 1546977"/>
              <a:gd name="connsiteX4" fmla="*/ 803027 w 976748"/>
              <a:gd name="connsiteY4" fmla="*/ 4155 h 1546977"/>
              <a:gd name="connsiteX5" fmla="*/ 885308 w 976748"/>
              <a:gd name="connsiteY5" fmla="*/ 0 h 1546977"/>
              <a:gd name="connsiteX6" fmla="*/ 976748 w 976748"/>
              <a:gd name="connsiteY6" fmla="*/ 1546977 h 1546977"/>
              <a:gd name="connsiteX0" fmla="*/ 885308 w 885308"/>
              <a:gd name="connsiteY0" fmla="*/ 1455537 h 1455537"/>
              <a:gd name="connsiteX1" fmla="*/ 203426 w 885308"/>
              <a:gd name="connsiteY1" fmla="*/ 1455537 h 1455537"/>
              <a:gd name="connsiteX2" fmla="*/ 152764 w 885308"/>
              <a:gd name="connsiteY2" fmla="*/ 1394134 h 1455537"/>
              <a:gd name="connsiteX3" fmla="*/ 0 w 885308"/>
              <a:gd name="connsiteY3" fmla="*/ 894021 h 1455537"/>
              <a:gd name="connsiteX4" fmla="*/ 803027 w 885308"/>
              <a:gd name="connsiteY4" fmla="*/ 4155 h 1455537"/>
              <a:gd name="connsiteX5" fmla="*/ 885308 w 885308"/>
              <a:gd name="connsiteY5" fmla="*/ 0 h 1455537"/>
              <a:gd name="connsiteX0" fmla="*/ 203426 w 885308"/>
              <a:gd name="connsiteY0" fmla="*/ 1455537 h 1455537"/>
              <a:gd name="connsiteX1" fmla="*/ 152764 w 885308"/>
              <a:gd name="connsiteY1" fmla="*/ 1394134 h 1455537"/>
              <a:gd name="connsiteX2" fmla="*/ 0 w 885308"/>
              <a:gd name="connsiteY2" fmla="*/ 894021 h 1455537"/>
              <a:gd name="connsiteX3" fmla="*/ 803027 w 885308"/>
              <a:gd name="connsiteY3" fmla="*/ 4155 h 1455537"/>
              <a:gd name="connsiteX4" fmla="*/ 885308 w 885308"/>
              <a:gd name="connsiteY4" fmla="*/ 0 h 1455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308" h="1455537">
                <a:moveTo>
                  <a:pt x="203426" y="1455537"/>
                </a:moveTo>
                <a:lnTo>
                  <a:pt x="152764" y="1394134"/>
                </a:lnTo>
                <a:cubicBezTo>
                  <a:pt x="56317" y="1251374"/>
                  <a:pt x="0" y="1079274"/>
                  <a:pt x="0" y="894021"/>
                </a:cubicBezTo>
                <a:cubicBezTo>
                  <a:pt x="0" y="430887"/>
                  <a:pt x="351979" y="49962"/>
                  <a:pt x="803027" y="4155"/>
                </a:cubicBezTo>
                <a:lnTo>
                  <a:pt x="885308" y="0"/>
                </a:lnTo>
              </a:path>
            </a:pathLst>
          </a:cu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3" name="Freeform: Shape 32">
            <a:extLst>
              <a:ext uri="{FF2B5EF4-FFF2-40B4-BE49-F238E27FC236}">
                <a16:creationId xmlns:a16="http://schemas.microsoft.com/office/drawing/2014/main" id="{8B839C21-7DAE-42B8-A853-EADC630530C9}"/>
              </a:ext>
            </a:extLst>
          </p:cNvPr>
          <p:cNvSpPr/>
          <p:nvPr/>
        </p:nvSpPr>
        <p:spPr bwMode="auto">
          <a:xfrm rot="16200000">
            <a:off x="11236786" y="-213224"/>
            <a:ext cx="741990" cy="1168439"/>
          </a:xfrm>
          <a:custGeom>
            <a:avLst/>
            <a:gdLst>
              <a:gd name="connsiteX0" fmla="*/ 741990 w 741990"/>
              <a:gd name="connsiteY0" fmla="*/ 0 h 1168439"/>
              <a:gd name="connsiteX1" fmla="*/ 741990 w 741990"/>
              <a:gd name="connsiteY1" fmla="*/ 1168439 h 1168439"/>
              <a:gd name="connsiteX2" fmla="*/ 127318 w 741990"/>
              <a:gd name="connsiteY2" fmla="*/ 1168439 h 1168439"/>
              <a:gd name="connsiteX3" fmla="*/ 59030 w 741990"/>
              <a:gd name="connsiteY3" fmla="*/ 1042628 h 1168439"/>
              <a:gd name="connsiteX4" fmla="*/ 0 w 741990"/>
              <a:gd name="connsiteY4" fmla="*/ 750241 h 1168439"/>
              <a:gd name="connsiteX5" fmla="*/ 599779 w 741990"/>
              <a:gd name="connsiteY5" fmla="*/ 14336 h 1168439"/>
              <a:gd name="connsiteX0" fmla="*/ 741990 w 833430"/>
              <a:gd name="connsiteY0" fmla="*/ 1168439 h 1259879"/>
              <a:gd name="connsiteX1" fmla="*/ 127318 w 833430"/>
              <a:gd name="connsiteY1" fmla="*/ 1168439 h 1259879"/>
              <a:gd name="connsiteX2" fmla="*/ 59030 w 833430"/>
              <a:gd name="connsiteY2" fmla="*/ 1042628 h 1259879"/>
              <a:gd name="connsiteX3" fmla="*/ 0 w 833430"/>
              <a:gd name="connsiteY3" fmla="*/ 750241 h 1259879"/>
              <a:gd name="connsiteX4" fmla="*/ 599779 w 833430"/>
              <a:gd name="connsiteY4" fmla="*/ 14336 h 1259879"/>
              <a:gd name="connsiteX5" fmla="*/ 741990 w 833430"/>
              <a:gd name="connsiteY5" fmla="*/ 0 h 1259879"/>
              <a:gd name="connsiteX6" fmla="*/ 833430 w 833430"/>
              <a:gd name="connsiteY6" fmla="*/ 1259879 h 1259879"/>
              <a:gd name="connsiteX0" fmla="*/ 741990 w 741990"/>
              <a:gd name="connsiteY0" fmla="*/ 1168439 h 1168439"/>
              <a:gd name="connsiteX1" fmla="*/ 127318 w 741990"/>
              <a:gd name="connsiteY1" fmla="*/ 1168439 h 1168439"/>
              <a:gd name="connsiteX2" fmla="*/ 59030 w 741990"/>
              <a:gd name="connsiteY2" fmla="*/ 1042628 h 1168439"/>
              <a:gd name="connsiteX3" fmla="*/ 0 w 741990"/>
              <a:gd name="connsiteY3" fmla="*/ 750241 h 1168439"/>
              <a:gd name="connsiteX4" fmla="*/ 599779 w 741990"/>
              <a:gd name="connsiteY4" fmla="*/ 14336 h 1168439"/>
              <a:gd name="connsiteX5" fmla="*/ 741990 w 741990"/>
              <a:gd name="connsiteY5" fmla="*/ 0 h 1168439"/>
              <a:gd name="connsiteX0" fmla="*/ 127318 w 741990"/>
              <a:gd name="connsiteY0" fmla="*/ 1168439 h 1168439"/>
              <a:gd name="connsiteX1" fmla="*/ 59030 w 741990"/>
              <a:gd name="connsiteY1" fmla="*/ 1042628 h 1168439"/>
              <a:gd name="connsiteX2" fmla="*/ 0 w 741990"/>
              <a:gd name="connsiteY2" fmla="*/ 750241 h 1168439"/>
              <a:gd name="connsiteX3" fmla="*/ 599779 w 741990"/>
              <a:gd name="connsiteY3" fmla="*/ 14336 h 1168439"/>
              <a:gd name="connsiteX4" fmla="*/ 741990 w 741990"/>
              <a:gd name="connsiteY4" fmla="*/ 0 h 116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990" h="1168439">
                <a:moveTo>
                  <a:pt x="127318" y="1168439"/>
                </a:moveTo>
                <a:lnTo>
                  <a:pt x="59030" y="1042628"/>
                </a:lnTo>
                <a:cubicBezTo>
                  <a:pt x="21019" y="952760"/>
                  <a:pt x="0" y="853955"/>
                  <a:pt x="0" y="750241"/>
                </a:cubicBezTo>
                <a:cubicBezTo>
                  <a:pt x="0" y="387240"/>
                  <a:pt x="257486" y="84379"/>
                  <a:pt x="599779" y="14336"/>
                </a:cubicBezTo>
                <a:lnTo>
                  <a:pt x="741990" y="0"/>
                </a:lnTo>
              </a:path>
            </a:pathLst>
          </a:cu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4" name="Freeform: Shape 33">
            <a:extLst>
              <a:ext uri="{FF2B5EF4-FFF2-40B4-BE49-F238E27FC236}">
                <a16:creationId xmlns:a16="http://schemas.microsoft.com/office/drawing/2014/main" id="{BFE97E36-3D6F-FB6E-9492-D88FEC930813}"/>
              </a:ext>
            </a:extLst>
          </p:cNvPr>
          <p:cNvSpPr/>
          <p:nvPr/>
        </p:nvSpPr>
        <p:spPr bwMode="auto">
          <a:xfrm rot="16200000">
            <a:off x="11468184" y="-135604"/>
            <a:ext cx="588212" cy="859421"/>
          </a:xfrm>
          <a:custGeom>
            <a:avLst/>
            <a:gdLst>
              <a:gd name="connsiteX0" fmla="*/ 588212 w 588212"/>
              <a:gd name="connsiteY0" fmla="*/ 0 h 859421"/>
              <a:gd name="connsiteX1" fmla="*/ 588212 w 588212"/>
              <a:gd name="connsiteY1" fmla="*/ 859421 h 859421"/>
              <a:gd name="connsiteX2" fmla="*/ 63463 w 588212"/>
              <a:gd name="connsiteY2" fmla="*/ 859421 h 859421"/>
              <a:gd name="connsiteX3" fmla="*/ 46946 w 588212"/>
              <a:gd name="connsiteY3" fmla="*/ 828991 h 859421"/>
              <a:gd name="connsiteX4" fmla="*/ 0 w 588212"/>
              <a:gd name="connsiteY4" fmla="*/ 596461 h 859421"/>
              <a:gd name="connsiteX5" fmla="*/ 476992 w 588212"/>
              <a:gd name="connsiteY5" fmla="*/ 11212 h 859421"/>
              <a:gd name="connsiteX0" fmla="*/ 588212 w 679652"/>
              <a:gd name="connsiteY0" fmla="*/ 859421 h 950861"/>
              <a:gd name="connsiteX1" fmla="*/ 63463 w 679652"/>
              <a:gd name="connsiteY1" fmla="*/ 859421 h 950861"/>
              <a:gd name="connsiteX2" fmla="*/ 46946 w 679652"/>
              <a:gd name="connsiteY2" fmla="*/ 828991 h 950861"/>
              <a:gd name="connsiteX3" fmla="*/ 0 w 679652"/>
              <a:gd name="connsiteY3" fmla="*/ 596461 h 950861"/>
              <a:gd name="connsiteX4" fmla="*/ 476992 w 679652"/>
              <a:gd name="connsiteY4" fmla="*/ 11212 h 950861"/>
              <a:gd name="connsiteX5" fmla="*/ 588212 w 679652"/>
              <a:gd name="connsiteY5" fmla="*/ 0 h 950861"/>
              <a:gd name="connsiteX6" fmla="*/ 679652 w 679652"/>
              <a:gd name="connsiteY6" fmla="*/ 950861 h 950861"/>
              <a:gd name="connsiteX0" fmla="*/ 588212 w 588212"/>
              <a:gd name="connsiteY0" fmla="*/ 859421 h 859421"/>
              <a:gd name="connsiteX1" fmla="*/ 63463 w 588212"/>
              <a:gd name="connsiteY1" fmla="*/ 859421 h 859421"/>
              <a:gd name="connsiteX2" fmla="*/ 46946 w 588212"/>
              <a:gd name="connsiteY2" fmla="*/ 828991 h 859421"/>
              <a:gd name="connsiteX3" fmla="*/ 0 w 588212"/>
              <a:gd name="connsiteY3" fmla="*/ 596461 h 859421"/>
              <a:gd name="connsiteX4" fmla="*/ 476992 w 588212"/>
              <a:gd name="connsiteY4" fmla="*/ 11212 h 859421"/>
              <a:gd name="connsiteX5" fmla="*/ 588212 w 588212"/>
              <a:gd name="connsiteY5" fmla="*/ 0 h 859421"/>
              <a:gd name="connsiteX0" fmla="*/ 63463 w 588212"/>
              <a:gd name="connsiteY0" fmla="*/ 859421 h 859421"/>
              <a:gd name="connsiteX1" fmla="*/ 46946 w 588212"/>
              <a:gd name="connsiteY1" fmla="*/ 828991 h 859421"/>
              <a:gd name="connsiteX2" fmla="*/ 0 w 588212"/>
              <a:gd name="connsiteY2" fmla="*/ 596461 h 859421"/>
              <a:gd name="connsiteX3" fmla="*/ 476992 w 588212"/>
              <a:gd name="connsiteY3" fmla="*/ 11212 h 859421"/>
              <a:gd name="connsiteX4" fmla="*/ 588212 w 588212"/>
              <a:gd name="connsiteY4" fmla="*/ 0 h 859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212" h="859421">
                <a:moveTo>
                  <a:pt x="63463" y="859421"/>
                </a:moveTo>
                <a:lnTo>
                  <a:pt x="46946" y="828991"/>
                </a:lnTo>
                <a:cubicBezTo>
                  <a:pt x="16716" y="757520"/>
                  <a:pt x="0" y="678943"/>
                  <a:pt x="0" y="596461"/>
                </a:cubicBezTo>
                <a:cubicBezTo>
                  <a:pt x="0" y="307775"/>
                  <a:pt x="204773" y="66916"/>
                  <a:pt x="476992" y="11212"/>
                </a:cubicBezTo>
                <a:lnTo>
                  <a:pt x="588212" y="0"/>
                </a:lnTo>
              </a:path>
            </a:pathLst>
          </a:cu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5" name="Freeform: Shape 34">
            <a:extLst>
              <a:ext uri="{FF2B5EF4-FFF2-40B4-BE49-F238E27FC236}">
                <a16:creationId xmlns:a16="http://schemas.microsoft.com/office/drawing/2014/main" id="{8F357006-0536-554F-5C8E-F98D17FE8C7E}"/>
              </a:ext>
            </a:extLst>
          </p:cNvPr>
          <p:cNvSpPr/>
          <p:nvPr/>
        </p:nvSpPr>
        <p:spPr bwMode="auto">
          <a:xfrm rot="16200000">
            <a:off x="11664666" y="-70110"/>
            <a:ext cx="457224" cy="597445"/>
          </a:xfrm>
          <a:custGeom>
            <a:avLst/>
            <a:gdLst>
              <a:gd name="connsiteX0" fmla="*/ 457224 w 457224"/>
              <a:gd name="connsiteY0" fmla="*/ 0 h 597445"/>
              <a:gd name="connsiteX1" fmla="*/ 457224 w 457224"/>
              <a:gd name="connsiteY1" fmla="*/ 597445 h 597445"/>
              <a:gd name="connsiteX2" fmla="*/ 21264 w 457224"/>
              <a:gd name="connsiteY2" fmla="*/ 597445 h 597445"/>
              <a:gd name="connsiteX3" fmla="*/ 9476 w 457224"/>
              <a:gd name="connsiteY3" fmla="*/ 559468 h 597445"/>
              <a:gd name="connsiteX4" fmla="*/ 0 w 457224"/>
              <a:gd name="connsiteY4" fmla="*/ 465473 h 597445"/>
              <a:gd name="connsiteX5" fmla="*/ 372403 w 457224"/>
              <a:gd name="connsiteY5" fmla="*/ 8550 h 597445"/>
              <a:gd name="connsiteX0" fmla="*/ 457224 w 548664"/>
              <a:gd name="connsiteY0" fmla="*/ 597445 h 688885"/>
              <a:gd name="connsiteX1" fmla="*/ 21264 w 548664"/>
              <a:gd name="connsiteY1" fmla="*/ 597445 h 688885"/>
              <a:gd name="connsiteX2" fmla="*/ 9476 w 548664"/>
              <a:gd name="connsiteY2" fmla="*/ 559468 h 688885"/>
              <a:gd name="connsiteX3" fmla="*/ 0 w 548664"/>
              <a:gd name="connsiteY3" fmla="*/ 465473 h 688885"/>
              <a:gd name="connsiteX4" fmla="*/ 372403 w 548664"/>
              <a:gd name="connsiteY4" fmla="*/ 8550 h 688885"/>
              <a:gd name="connsiteX5" fmla="*/ 457224 w 548664"/>
              <a:gd name="connsiteY5" fmla="*/ 0 h 688885"/>
              <a:gd name="connsiteX6" fmla="*/ 548664 w 548664"/>
              <a:gd name="connsiteY6" fmla="*/ 688885 h 688885"/>
              <a:gd name="connsiteX0" fmla="*/ 457224 w 457224"/>
              <a:gd name="connsiteY0" fmla="*/ 597445 h 597445"/>
              <a:gd name="connsiteX1" fmla="*/ 21264 w 457224"/>
              <a:gd name="connsiteY1" fmla="*/ 597445 h 597445"/>
              <a:gd name="connsiteX2" fmla="*/ 9476 w 457224"/>
              <a:gd name="connsiteY2" fmla="*/ 559468 h 597445"/>
              <a:gd name="connsiteX3" fmla="*/ 0 w 457224"/>
              <a:gd name="connsiteY3" fmla="*/ 465473 h 597445"/>
              <a:gd name="connsiteX4" fmla="*/ 372403 w 457224"/>
              <a:gd name="connsiteY4" fmla="*/ 8550 h 597445"/>
              <a:gd name="connsiteX5" fmla="*/ 457224 w 457224"/>
              <a:gd name="connsiteY5" fmla="*/ 0 h 597445"/>
              <a:gd name="connsiteX0" fmla="*/ 21264 w 457224"/>
              <a:gd name="connsiteY0" fmla="*/ 597445 h 597445"/>
              <a:gd name="connsiteX1" fmla="*/ 9476 w 457224"/>
              <a:gd name="connsiteY1" fmla="*/ 559468 h 597445"/>
              <a:gd name="connsiteX2" fmla="*/ 0 w 457224"/>
              <a:gd name="connsiteY2" fmla="*/ 465473 h 597445"/>
              <a:gd name="connsiteX3" fmla="*/ 372403 w 457224"/>
              <a:gd name="connsiteY3" fmla="*/ 8550 h 597445"/>
              <a:gd name="connsiteX4" fmla="*/ 457224 w 457224"/>
              <a:gd name="connsiteY4" fmla="*/ 0 h 597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24" h="597445">
                <a:moveTo>
                  <a:pt x="21264" y="597445"/>
                </a:moveTo>
                <a:lnTo>
                  <a:pt x="9476" y="559468"/>
                </a:lnTo>
                <a:cubicBezTo>
                  <a:pt x="3263" y="529107"/>
                  <a:pt x="0" y="497671"/>
                  <a:pt x="0" y="465473"/>
                </a:cubicBezTo>
                <a:cubicBezTo>
                  <a:pt x="0" y="240085"/>
                  <a:pt x="159873" y="52040"/>
                  <a:pt x="372403" y="8550"/>
                </a:cubicBezTo>
                <a:lnTo>
                  <a:pt x="457224" y="0"/>
                </a:lnTo>
              </a:path>
            </a:pathLst>
          </a:cu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6" name="Oval 35">
            <a:extLst>
              <a:ext uri="{FF2B5EF4-FFF2-40B4-BE49-F238E27FC236}">
                <a16:creationId xmlns:a16="http://schemas.microsoft.com/office/drawing/2014/main" id="{516FDBFA-6DEF-853A-0010-B15F379662C9}"/>
              </a:ext>
            </a:extLst>
          </p:cNvPr>
          <p:cNvSpPr/>
          <p:nvPr/>
        </p:nvSpPr>
        <p:spPr bwMode="auto">
          <a:xfrm rot="16200000" flipH="1">
            <a:off x="11009325" y="220368"/>
            <a:ext cx="148028" cy="148028"/>
          </a:xfrm>
          <a:prstGeom prst="ellipse">
            <a:avLst/>
          </a:prstGeom>
          <a:solidFill>
            <a:schemeClr val="accent1"/>
          </a:solidFill>
          <a:ln w="6350">
            <a:solidFill>
              <a:schemeClr val="bg1"/>
            </a:solidFill>
            <a:headEnd type="none" w="med" len="med"/>
            <a:tailEnd type="none" w="med" len="med"/>
          </a:ln>
          <a:effectLst>
            <a:outerShdw blurRad="304800" dist="63500" dir="5400000" sx="96000" sy="96000" algn="ctr" rotWithShape="0">
              <a:srgbClr val="000000">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7" name="Oval 36">
            <a:extLst>
              <a:ext uri="{FF2B5EF4-FFF2-40B4-BE49-F238E27FC236}">
                <a16:creationId xmlns:a16="http://schemas.microsoft.com/office/drawing/2014/main" id="{EA85E13E-E14E-407B-AB52-4223C2311FCA}"/>
              </a:ext>
            </a:extLst>
          </p:cNvPr>
          <p:cNvSpPr/>
          <p:nvPr/>
        </p:nvSpPr>
        <p:spPr bwMode="auto">
          <a:xfrm rot="16200000" flipH="1">
            <a:off x="11384709" y="971694"/>
            <a:ext cx="108714" cy="108714"/>
          </a:xfrm>
          <a:prstGeom prst="ellipse">
            <a:avLst/>
          </a:prstGeom>
          <a:solidFill>
            <a:schemeClr val="accent1">
              <a:lumMod val="75000"/>
            </a:schemeClr>
          </a:solidFill>
          <a:ln w="6350">
            <a:solidFill>
              <a:schemeClr val="bg1"/>
            </a:solidFill>
            <a:headEnd type="none" w="med" len="med"/>
            <a:tailEnd type="none" w="med" len="med"/>
          </a:ln>
          <a:effectLst>
            <a:outerShdw blurRad="304800" dist="63500" dir="5400000" sx="96000" sy="96000" algn="ctr" rotWithShape="0">
              <a:srgbClr val="000000">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8" name="Oval 37">
            <a:extLst>
              <a:ext uri="{FF2B5EF4-FFF2-40B4-BE49-F238E27FC236}">
                <a16:creationId xmlns:a16="http://schemas.microsoft.com/office/drawing/2014/main" id="{0AD0DFEF-4CBC-7396-F557-C43E0EE912A9}"/>
              </a:ext>
            </a:extLst>
          </p:cNvPr>
          <p:cNvSpPr/>
          <p:nvPr/>
        </p:nvSpPr>
        <p:spPr bwMode="auto">
          <a:xfrm rot="16200000" flipH="1">
            <a:off x="11983846" y="413200"/>
            <a:ext cx="82424" cy="82424"/>
          </a:xfrm>
          <a:prstGeom prst="ellipse">
            <a:avLst/>
          </a:prstGeom>
          <a:solidFill>
            <a:schemeClr val="accent4">
              <a:lumMod val="75000"/>
            </a:schemeClr>
          </a:solidFill>
          <a:ln w="6350">
            <a:solidFill>
              <a:schemeClr val="bg1"/>
            </a:solidFill>
            <a:headEnd type="none" w="med" len="med"/>
            <a:tailEnd type="none" w="med" len="med"/>
          </a:ln>
          <a:effectLst>
            <a:outerShdw blurRad="304800" dist="63500" dir="5400000" sx="96000" sy="96000" algn="ctr" rotWithShape="0">
              <a:srgbClr val="000000">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D71F66C3-E0F3-DD25-3DF0-9C9FC0ACA5DA}"/>
              </a:ext>
            </a:extLst>
          </p:cNvPr>
          <p:cNvSpPr/>
          <p:nvPr/>
        </p:nvSpPr>
        <p:spPr bwMode="auto">
          <a:xfrm>
            <a:off x="0" y="6594764"/>
            <a:ext cx="2835564" cy="26323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722164342"/>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with photo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Microsoft Viva logo" descr="Microsoft Viva logo">
            <a:extLst>
              <a:ext uri="{FF2B5EF4-FFF2-40B4-BE49-F238E27FC236}">
                <a16:creationId xmlns:a16="http://schemas.microsoft.com/office/drawing/2014/main" id="{318C726D-8663-E923-5AF2-6D1C5F533F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4201" y="586071"/>
            <a:ext cx="1885696"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196572"/>
            <a:ext cx="4167887" cy="1354217"/>
          </a:xfrm>
        </p:spPr>
        <p:txBody>
          <a:bodyPr wrap="square" anchor="b" anchorCtr="0">
            <a:spAutoFit/>
          </a:bodyPr>
          <a:lstStyle>
            <a:lvl1pPr marL="0" algn="l" defTabSz="932742" rtl="0" eaLnBrk="1" latinLnBrk="0" hangingPunct="1">
              <a:lnSpc>
                <a:spcPct val="100000"/>
              </a:lnSpc>
              <a:spcBef>
                <a:spcPct val="0"/>
              </a:spcBef>
              <a:buNone/>
              <a:defRPr lang="en-US" sz="4400" b="0" kern="1200" cap="none" spc="-50" baseline="0" dirty="0">
                <a:ln w="3175">
                  <a:noFill/>
                </a:ln>
                <a:solidFill>
                  <a:schemeClr val="accent1"/>
                </a:solidFill>
                <a:effectLst/>
                <a:latin typeface="Segoe UI Semilight" panose="020B0402040204020203" pitchFamily="34" charset="0"/>
                <a:ea typeface="+mn-ea"/>
                <a:cs typeface="Segoe UI Semilight" panose="020B04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solidFill>
                  <a:schemeClr val="tx1"/>
                </a:solidFill>
                <a:latin typeface="+mj-lt"/>
                <a:cs typeface="Segoe UI" panose="020B0502040204020203" pitchFamily="34" charset="0"/>
              </a:defRPr>
            </a:lvl1pPr>
          </a:lstStyle>
          <a:p>
            <a:pPr lvl="0"/>
            <a:r>
              <a:rPr lang="en-US"/>
              <a:t>Speaker name or subtitle</a:t>
            </a:r>
          </a:p>
        </p:txBody>
      </p:sp>
      <p:sp>
        <p:nvSpPr>
          <p:cNvPr id="9" name="Text Placeholder 8">
            <a:extLst>
              <a:ext uri="{FF2B5EF4-FFF2-40B4-BE49-F238E27FC236}">
                <a16:creationId xmlns:a16="http://schemas.microsoft.com/office/drawing/2014/main" id="{E9DFAAC8-CE23-F613-6D2B-8569B34EBE0E}"/>
              </a:ext>
            </a:extLst>
          </p:cNvPr>
          <p:cNvSpPr>
            <a:spLocks noGrp="1"/>
          </p:cNvSpPr>
          <p:nvPr>
            <p:ph type="body" sz="quarter" idx="14" hasCustomPrompt="1"/>
          </p:nvPr>
        </p:nvSpPr>
        <p:spPr>
          <a:xfrm>
            <a:off x="584200" y="4261494"/>
            <a:ext cx="4162425" cy="246221"/>
          </a:xfrm>
        </p:spPr>
        <p:txBody>
          <a:bodyPr/>
          <a:lstStyle>
            <a:lvl1pPr marL="0" indent="0">
              <a:buNone/>
              <a:defRPr sz="1600"/>
            </a:lvl1pPr>
            <a:lvl2pPr marL="228600" indent="0">
              <a:buNone/>
              <a:defRPr/>
            </a:lvl2pPr>
            <a:lvl3pPr marL="457200" indent="0">
              <a:buNone/>
              <a:defRPr/>
            </a:lvl3pPr>
            <a:lvl4pPr marL="661988" indent="0">
              <a:buNone/>
              <a:defRPr/>
            </a:lvl4pPr>
            <a:lvl5pPr marL="855663" indent="0">
              <a:buNone/>
              <a:defRPr/>
            </a:lvl5pPr>
          </a:lstStyle>
          <a:p>
            <a:pPr lvl="0"/>
            <a:r>
              <a:rPr lang="en-US"/>
              <a:t>Company or other information</a:t>
            </a:r>
          </a:p>
        </p:txBody>
      </p:sp>
      <p:sp>
        <p:nvSpPr>
          <p:cNvPr id="10" name="Picture Placeholder 9" descr="This photo is a 'placeholder' only. Drag or drop your photo here, or click and tap the center to insert a photo.">
            <a:extLst>
              <a:ext uri="{FF2B5EF4-FFF2-40B4-BE49-F238E27FC236}">
                <a16:creationId xmlns:a16="http://schemas.microsoft.com/office/drawing/2014/main" id="{937F71D9-5FA1-DECE-2721-B0416707CF7A}"/>
              </a:ext>
            </a:extLst>
          </p:cNvPr>
          <p:cNvSpPr>
            <a:spLocks noGrp="1"/>
          </p:cNvSpPr>
          <p:nvPr>
            <p:ph type="pic" sz="quarter" idx="13"/>
          </p:nvPr>
        </p:nvSpPr>
        <p:spPr>
          <a:xfrm>
            <a:off x="5326063" y="585789"/>
            <a:ext cx="6283325" cy="5683250"/>
          </a:xfrm>
          <a:blipFill dpi="0" rotWithShape="1">
            <a:blip r:embed="rId5"/>
            <a:srcRect/>
            <a:tile tx="0" ty="0" sx="93000" sy="93000" flip="none" algn="tl"/>
          </a:blipFill>
        </p:spPr>
        <p:txBody>
          <a:bodyPr/>
          <a:lstStyle>
            <a:lvl1pPr marL="0" indent="0">
              <a:buNone/>
              <a:defRPr>
                <a:noFill/>
              </a:defRPr>
            </a:lvl1pPr>
          </a:lstStyle>
          <a:p>
            <a:r>
              <a:rPr lang="en-US"/>
              <a:t>Click icon to add picture</a:t>
            </a:r>
          </a:p>
        </p:txBody>
      </p:sp>
    </p:spTree>
    <p:extLst>
      <p:ext uri="{BB962C8B-B14F-4D97-AF65-F5344CB8AC3E}">
        <p14:creationId xmlns:p14="http://schemas.microsoft.com/office/powerpoint/2010/main" val="26275676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with photo 2">
    <p:bg>
      <p:bgPr>
        <a:solidFill>
          <a:srgbClr val="F4F3F5"/>
        </a:solidFill>
        <a:effectLst/>
      </p:bgPr>
    </p:bg>
    <p:spTree>
      <p:nvGrpSpPr>
        <p:cNvPr id="1" name=""/>
        <p:cNvGrpSpPr/>
        <p:nvPr/>
      </p:nvGrpSpPr>
      <p:grpSpPr>
        <a:xfrm>
          <a:off x="0" y="0"/>
          <a:ext cx="0" cy="0"/>
          <a:chOff x="0" y="0"/>
          <a:chExt cx="0" cy="0"/>
        </a:xfrm>
      </p:grpSpPr>
      <p:pic>
        <p:nvPicPr>
          <p:cNvPr id="6" name="Microsoft Viva logo" descr="Microsoft Viva logo">
            <a:extLst>
              <a:ext uri="{FF2B5EF4-FFF2-40B4-BE49-F238E27FC236}">
                <a16:creationId xmlns:a16="http://schemas.microsoft.com/office/drawing/2014/main" id="{5BCA20A5-FBD1-9415-8847-839B7618D2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4201" y="586071"/>
            <a:ext cx="1885696"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196572"/>
            <a:ext cx="4167887" cy="1354217"/>
          </a:xfrm>
        </p:spPr>
        <p:txBody>
          <a:bodyPr wrap="square" anchor="b" anchorCtr="0">
            <a:spAutoFit/>
          </a:bodyPr>
          <a:lstStyle>
            <a:lvl1pPr marL="0" algn="l" defTabSz="932742" rtl="0" eaLnBrk="1" latinLnBrk="0" hangingPunct="1">
              <a:lnSpc>
                <a:spcPct val="100000"/>
              </a:lnSpc>
              <a:spcBef>
                <a:spcPct val="0"/>
              </a:spcBef>
              <a:buNone/>
              <a:defRPr lang="en-US" sz="4400" b="0" kern="1200" cap="none" spc="-50" baseline="0" dirty="0">
                <a:ln w="3175">
                  <a:noFill/>
                </a:ln>
                <a:solidFill>
                  <a:schemeClr val="accent1"/>
                </a:solidFill>
                <a:effectLst/>
                <a:latin typeface="Segoe UI Semilight" panose="020B0402040204020203" pitchFamily="34" charset="0"/>
                <a:ea typeface="+mn-ea"/>
                <a:cs typeface="Segoe UI Semilight" panose="020B04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solidFill>
                  <a:schemeClr val="tx1"/>
                </a:solidFill>
                <a:latin typeface="+mj-lt"/>
                <a:cs typeface="Segoe UI" panose="020B0502040204020203" pitchFamily="34" charset="0"/>
              </a:defRPr>
            </a:lvl1pPr>
          </a:lstStyle>
          <a:p>
            <a:pPr lvl="0"/>
            <a:r>
              <a:rPr lang="en-US"/>
              <a:t>Speaker name or subtitle</a:t>
            </a:r>
          </a:p>
        </p:txBody>
      </p:sp>
      <p:sp>
        <p:nvSpPr>
          <p:cNvPr id="4" name="Text Placeholder 3">
            <a:extLst>
              <a:ext uri="{FF2B5EF4-FFF2-40B4-BE49-F238E27FC236}">
                <a16:creationId xmlns:a16="http://schemas.microsoft.com/office/drawing/2014/main" id="{8C4598A3-3158-55CB-9A6D-7264D56AF02B}"/>
              </a:ext>
            </a:extLst>
          </p:cNvPr>
          <p:cNvSpPr>
            <a:spLocks noGrp="1"/>
          </p:cNvSpPr>
          <p:nvPr>
            <p:ph type="body" sz="quarter" idx="14" hasCustomPrompt="1"/>
          </p:nvPr>
        </p:nvSpPr>
        <p:spPr>
          <a:xfrm>
            <a:off x="584200" y="4261494"/>
            <a:ext cx="4162425" cy="246221"/>
          </a:xfrm>
        </p:spPr>
        <p:txBody>
          <a:bodyPr/>
          <a:lstStyle>
            <a:lvl1pPr marL="0" indent="0">
              <a:buNone/>
              <a:defRPr sz="1600"/>
            </a:lvl1pPr>
            <a:lvl2pPr marL="228600" indent="0">
              <a:buNone/>
              <a:defRPr/>
            </a:lvl2pPr>
            <a:lvl3pPr marL="457200" indent="0">
              <a:buNone/>
              <a:defRPr/>
            </a:lvl3pPr>
            <a:lvl4pPr marL="661988" indent="0">
              <a:buNone/>
              <a:defRPr/>
            </a:lvl4pPr>
            <a:lvl5pPr marL="855663" indent="0">
              <a:buNone/>
              <a:defRPr/>
            </a:lvl5pPr>
          </a:lstStyle>
          <a:p>
            <a:pPr lvl="0"/>
            <a:r>
              <a:rPr lang="en-US"/>
              <a:t>Company or other information</a:t>
            </a:r>
          </a:p>
        </p:txBody>
      </p:sp>
      <p:sp>
        <p:nvSpPr>
          <p:cNvPr id="10" name="Picture Placeholder 9" descr="This photo is a 'placeholder' only. Drag or drop your photo here, or click and tap the center to insert a photo.">
            <a:extLst>
              <a:ext uri="{FF2B5EF4-FFF2-40B4-BE49-F238E27FC236}">
                <a16:creationId xmlns:a16="http://schemas.microsoft.com/office/drawing/2014/main" id="{937F71D9-5FA1-DECE-2721-B0416707CF7A}"/>
              </a:ext>
            </a:extLst>
          </p:cNvPr>
          <p:cNvSpPr>
            <a:spLocks noGrp="1"/>
          </p:cNvSpPr>
          <p:nvPr>
            <p:ph type="pic" sz="quarter" idx="13"/>
          </p:nvPr>
        </p:nvSpPr>
        <p:spPr>
          <a:xfrm>
            <a:off x="5326063" y="0"/>
            <a:ext cx="6865937" cy="6858000"/>
          </a:xfrm>
          <a:blipFill dpi="0" rotWithShape="1">
            <a:blip r:embed="rId4"/>
            <a:srcRect/>
            <a:tile tx="0" ty="0" sx="100000" sy="100000" flip="none" algn="tl"/>
          </a:blipFill>
        </p:spPr>
        <p:txBody>
          <a:bodyPr/>
          <a:lstStyle>
            <a:lvl1pPr marL="0" indent="0">
              <a:buNone/>
              <a:defRPr>
                <a:noFill/>
              </a:defRPr>
            </a:lvl1pPr>
          </a:lstStyle>
          <a:p>
            <a:r>
              <a:rPr lang="en-US"/>
              <a:t>Click icon to add picture</a:t>
            </a:r>
          </a:p>
        </p:txBody>
      </p:sp>
    </p:spTree>
    <p:extLst>
      <p:ext uri="{BB962C8B-B14F-4D97-AF65-F5344CB8AC3E}">
        <p14:creationId xmlns:p14="http://schemas.microsoft.com/office/powerpoint/2010/main" val="41259486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lide illustra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Microsoft Viva logo" descr="Microsoft Viva logo">
            <a:extLst>
              <a:ext uri="{FF2B5EF4-FFF2-40B4-BE49-F238E27FC236}">
                <a16:creationId xmlns:a16="http://schemas.microsoft.com/office/drawing/2014/main" id="{267EAAA3-0163-7FC4-ED5A-CDA76E2ABD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4201" y="586071"/>
            <a:ext cx="1885696"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196572"/>
            <a:ext cx="4167887" cy="1354217"/>
          </a:xfrm>
        </p:spPr>
        <p:txBody>
          <a:bodyPr wrap="square" anchor="b" anchorCtr="0">
            <a:spAutoFit/>
          </a:bodyPr>
          <a:lstStyle>
            <a:lvl1pPr marL="0" algn="l" defTabSz="932742" rtl="0" eaLnBrk="1" latinLnBrk="0" hangingPunct="1">
              <a:lnSpc>
                <a:spcPct val="100000"/>
              </a:lnSpc>
              <a:spcBef>
                <a:spcPct val="0"/>
              </a:spcBef>
              <a:buNone/>
              <a:defRPr lang="en-US" sz="4400" b="0" kern="1200" cap="none" spc="-50" baseline="0" dirty="0">
                <a:ln w="3175">
                  <a:noFill/>
                </a:ln>
                <a:solidFill>
                  <a:schemeClr val="tx1"/>
                </a:solidFill>
                <a:effectLst/>
                <a:latin typeface="Segoe UI Semilight" panose="020B0402040204020203" pitchFamily="34" charset="0"/>
                <a:ea typeface="+mn-ea"/>
                <a:cs typeface="Segoe UI Semilight" panose="020B04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solidFill>
                  <a:schemeClr val="tx1"/>
                </a:solidFill>
                <a:latin typeface="+mj-lt"/>
                <a:cs typeface="Segoe UI" panose="020B0502040204020203" pitchFamily="34" charset="0"/>
              </a:defRPr>
            </a:lvl1pPr>
          </a:lstStyle>
          <a:p>
            <a:pPr lvl="0"/>
            <a:r>
              <a:rPr lang="en-US"/>
              <a:t>Speaker name or subtitle</a:t>
            </a:r>
          </a:p>
        </p:txBody>
      </p:sp>
      <p:sp>
        <p:nvSpPr>
          <p:cNvPr id="4" name="Text Placeholder 3">
            <a:extLst>
              <a:ext uri="{FF2B5EF4-FFF2-40B4-BE49-F238E27FC236}">
                <a16:creationId xmlns:a16="http://schemas.microsoft.com/office/drawing/2014/main" id="{4302AA42-37DF-2361-2B0C-9247BB470756}"/>
              </a:ext>
            </a:extLst>
          </p:cNvPr>
          <p:cNvSpPr>
            <a:spLocks noGrp="1"/>
          </p:cNvSpPr>
          <p:nvPr>
            <p:ph type="body" sz="quarter" idx="13" hasCustomPrompt="1"/>
          </p:nvPr>
        </p:nvSpPr>
        <p:spPr>
          <a:xfrm>
            <a:off x="584200" y="4261494"/>
            <a:ext cx="4162425" cy="246221"/>
          </a:xfrm>
        </p:spPr>
        <p:txBody>
          <a:bodyPr/>
          <a:lstStyle>
            <a:lvl1pPr marL="0" indent="0">
              <a:buNone/>
              <a:defRPr sz="1600"/>
            </a:lvl1pPr>
            <a:lvl2pPr marL="228600" indent="0">
              <a:buNone/>
              <a:defRPr/>
            </a:lvl2pPr>
            <a:lvl3pPr marL="457200" indent="0">
              <a:buNone/>
              <a:defRPr/>
            </a:lvl3pPr>
            <a:lvl4pPr marL="661988" indent="0">
              <a:buNone/>
              <a:defRPr/>
            </a:lvl4pPr>
            <a:lvl5pPr marL="855663" indent="0">
              <a:buNone/>
              <a:defRPr/>
            </a:lvl5pPr>
          </a:lstStyle>
          <a:p>
            <a:pPr lvl="0"/>
            <a:r>
              <a:rPr lang="en-US"/>
              <a:t>Company or other information</a:t>
            </a:r>
          </a:p>
        </p:txBody>
      </p:sp>
    </p:spTree>
    <p:extLst>
      <p:ext uri="{BB962C8B-B14F-4D97-AF65-F5344CB8AC3E}">
        <p14:creationId xmlns:p14="http://schemas.microsoft.com/office/powerpoint/2010/main" val="18142041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slide illustra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Microsoft Viva logo" descr="Microsoft Viva logo">
            <a:extLst>
              <a:ext uri="{FF2B5EF4-FFF2-40B4-BE49-F238E27FC236}">
                <a16:creationId xmlns:a16="http://schemas.microsoft.com/office/drawing/2014/main" id="{80B6C191-A691-AE51-06E2-19F039EFBF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invGray">
          <a:xfrm>
            <a:off x="582042" y="586071"/>
            <a:ext cx="1885696"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196572"/>
            <a:ext cx="4167887" cy="1354217"/>
          </a:xfrm>
        </p:spPr>
        <p:txBody>
          <a:bodyPr wrap="square" anchor="b" anchorCtr="0">
            <a:spAutoFit/>
          </a:bodyPr>
          <a:lstStyle>
            <a:lvl1pPr marL="0" algn="l" defTabSz="932742" rtl="0" eaLnBrk="1" latinLnBrk="0" hangingPunct="1">
              <a:lnSpc>
                <a:spcPct val="100000"/>
              </a:lnSpc>
              <a:spcBef>
                <a:spcPct val="0"/>
              </a:spcBef>
              <a:buNone/>
              <a:defRPr lang="en-US" sz="4400" b="0" kern="1200" cap="none" spc="-50" baseline="0" dirty="0">
                <a:ln w="3175">
                  <a:noFill/>
                </a:ln>
                <a:solidFill>
                  <a:schemeClr val="tx1"/>
                </a:solidFill>
                <a:effectLst/>
                <a:latin typeface="Segoe UI Semilight" panose="020B0402040204020203" pitchFamily="34" charset="0"/>
                <a:ea typeface="+mn-ea"/>
                <a:cs typeface="Segoe UI Semilight" panose="020B04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solidFill>
                  <a:schemeClr val="tx1"/>
                </a:solidFill>
                <a:latin typeface="+mj-lt"/>
                <a:cs typeface="Segoe UI" panose="020B0502040204020203" pitchFamily="34" charset="0"/>
              </a:defRPr>
            </a:lvl1pPr>
          </a:lstStyle>
          <a:p>
            <a:pPr lvl="0"/>
            <a:r>
              <a:rPr lang="en-US"/>
              <a:t>Speaker name or subtitle</a:t>
            </a:r>
          </a:p>
        </p:txBody>
      </p:sp>
      <p:sp>
        <p:nvSpPr>
          <p:cNvPr id="6" name="Text Placeholder 5">
            <a:extLst>
              <a:ext uri="{FF2B5EF4-FFF2-40B4-BE49-F238E27FC236}">
                <a16:creationId xmlns:a16="http://schemas.microsoft.com/office/drawing/2014/main" id="{291F2F13-B4B5-1D8E-1A4D-C843CCCC1C13}"/>
              </a:ext>
            </a:extLst>
          </p:cNvPr>
          <p:cNvSpPr>
            <a:spLocks noGrp="1"/>
          </p:cNvSpPr>
          <p:nvPr>
            <p:ph type="body" sz="quarter" idx="13" hasCustomPrompt="1"/>
          </p:nvPr>
        </p:nvSpPr>
        <p:spPr>
          <a:xfrm>
            <a:off x="584200" y="4261494"/>
            <a:ext cx="4162425" cy="246221"/>
          </a:xfrm>
        </p:spPr>
        <p:txBody>
          <a:bodyPr/>
          <a:lstStyle>
            <a:lvl1pPr marL="0" indent="0">
              <a:buNone/>
              <a:defRPr sz="1600"/>
            </a:lvl1pPr>
            <a:lvl2pPr marL="228600" indent="0">
              <a:buNone/>
              <a:defRPr/>
            </a:lvl2pPr>
            <a:lvl3pPr marL="457200" indent="0">
              <a:buNone/>
              <a:defRPr/>
            </a:lvl3pPr>
            <a:lvl4pPr marL="661988" indent="0">
              <a:buNone/>
              <a:defRPr/>
            </a:lvl4pPr>
            <a:lvl5pPr marL="855663" indent="0">
              <a:buNone/>
              <a:defRPr/>
            </a:lvl5pPr>
          </a:lstStyle>
          <a:p>
            <a:pPr lvl="0"/>
            <a:r>
              <a:rPr lang="en-US"/>
              <a:t>Company or other information</a:t>
            </a:r>
          </a:p>
        </p:txBody>
      </p:sp>
    </p:spTree>
    <p:extLst>
      <p:ext uri="{BB962C8B-B14F-4D97-AF65-F5344CB8AC3E}">
        <p14:creationId xmlns:p14="http://schemas.microsoft.com/office/powerpoint/2010/main" val="16633246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Agend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F0D2-1F7A-B81D-68D7-C8F417F5E38B}"/>
              </a:ext>
            </a:extLst>
          </p:cNvPr>
          <p:cNvSpPr>
            <a:spLocks noGrp="1"/>
          </p:cNvSpPr>
          <p:nvPr>
            <p:ph type="title" hasCustomPrompt="1"/>
          </p:nvPr>
        </p:nvSpPr>
        <p:spPr>
          <a:xfrm>
            <a:off x="588263" y="3124301"/>
            <a:ext cx="2372425" cy="609398"/>
          </a:xfrm>
          <a:noFill/>
        </p:spPr>
        <p:txBody>
          <a:bodyPr vert="horz" wrap="square" lIns="0" tIns="0" rIns="0" bIns="0" rtlCol="0" anchor="ctr" anchorCtr="0">
            <a:spAutoFit/>
          </a:bodyPr>
          <a:lstStyle>
            <a:lvl1pPr>
              <a:defRPr lang="en-US" sz="4400" dirty="0">
                <a:gradFill>
                  <a:gsLst>
                    <a:gs pos="90000">
                      <a:srgbClr val="FFEF86"/>
                    </a:gs>
                    <a:gs pos="10000">
                      <a:srgbClr val="E535E5"/>
                    </a:gs>
                  </a:gsLst>
                  <a:lin ang="14400000" scaled="0"/>
                </a:gradFill>
                <a:latin typeface="Segoe UI Semilight" panose="020B0402040204020203" pitchFamily="34" charset="0"/>
                <a:cs typeface="Segoe UI Semilight" panose="020B0402040204020203" pitchFamily="34" charset="0"/>
              </a:defRPr>
            </a:lvl1pPr>
          </a:lstStyle>
          <a:p>
            <a:pPr lvl="0">
              <a:lnSpc>
                <a:spcPct val="90000"/>
              </a:lnSpc>
            </a:pPr>
            <a:r>
              <a:rPr lang="en-US"/>
              <a:t>Agenda</a:t>
            </a:r>
          </a:p>
        </p:txBody>
      </p:sp>
      <p:sp>
        <p:nvSpPr>
          <p:cNvPr id="6" name="Content Placeholder 5">
            <a:extLst>
              <a:ext uri="{FF2B5EF4-FFF2-40B4-BE49-F238E27FC236}">
                <a16:creationId xmlns:a16="http://schemas.microsoft.com/office/drawing/2014/main" id="{6FB402F3-D749-B066-5249-6A108410026F}"/>
              </a:ext>
            </a:extLst>
          </p:cNvPr>
          <p:cNvSpPr>
            <a:spLocks noGrp="1"/>
          </p:cNvSpPr>
          <p:nvPr>
            <p:ph sz="quarter" idx="10"/>
          </p:nvPr>
        </p:nvSpPr>
        <p:spPr>
          <a:xfrm>
            <a:off x="4144963" y="2622626"/>
            <a:ext cx="7458075" cy="1612749"/>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5201494"/>
      </p:ext>
    </p:extLst>
  </p:cSld>
  <p:clrMapOvr>
    <a:masterClrMapping/>
  </p:clrMapOvr>
  <p:transition>
    <p:fade/>
  </p:transition>
  <p:extLst>
    <p:ext uri="{DCECCB84-F9BA-43D5-87BE-67443E8EF086}">
      <p15:sldGuideLst xmlns:p15="http://schemas.microsoft.com/office/powerpoint/2012/main">
        <p15:guide id="1" pos="2239">
          <p15:clr>
            <a:srgbClr val="FBAE40"/>
          </p15:clr>
        </p15:guide>
        <p15:guide id="2" pos="1865">
          <p15:clr>
            <a:srgbClr val="FBAE40"/>
          </p15:clr>
        </p15:guide>
        <p15:guide id="3" pos="261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39476380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006778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Title Slide with photo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9E449-A406-EA31-2D2D-0DEA072CC657}"/>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6" name="Content Placeholder 3">
            <a:extLst>
              <a:ext uri="{FF2B5EF4-FFF2-40B4-BE49-F238E27FC236}">
                <a16:creationId xmlns:a16="http://schemas.microsoft.com/office/drawing/2014/main" id="{C412C65F-B655-8C4D-A0D3-A75AA1AB811A}"/>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2293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 name="Content Placeholder 3">
            <a:extLst>
              <a:ext uri="{FF2B5EF4-FFF2-40B4-BE49-F238E27FC236}">
                <a16:creationId xmlns:a16="http://schemas.microsoft.com/office/drawing/2014/main" id="{630A006E-82F5-355C-A217-171849B0E548}"/>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690140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1904891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5725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9637772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544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341906"/>
          </a:xfrm>
        </p:spPr>
        <p:txBody>
          <a:bodyPr>
            <a:spAutoFit/>
          </a:bodyPr>
          <a:lstStyle>
            <a:lvl1pPr marL="171450" indent="-171450">
              <a:defRPr lang="en-US" sz="2000" dirty="0"/>
            </a:lvl1pPr>
            <a:lvl2pPr marL="342900" indent="-171450">
              <a:defRPr lang="en-US" sz="1600" dirty="0"/>
            </a:lvl2pPr>
            <a:lvl3pPr marL="514350" indent="-171450">
              <a:defRPr lang="en-US" sz="1400" dirty="0"/>
            </a:lvl3pPr>
            <a:lvl4pPr marL="666750" indent="-152400">
              <a:defRPr lang="en-US" sz="1200" dirty="0"/>
            </a:lvl4pPr>
            <a:lvl5pPr marL="793750" indent="-120650">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341906"/>
          </a:xfrm>
        </p:spPr>
        <p:txBody>
          <a:bodyPr>
            <a:spAutoFit/>
          </a:bodyPr>
          <a:lstStyle>
            <a:lvl1pPr marL="171450" indent="-171450">
              <a:defRPr lang="en-US" sz="2000" dirty="0"/>
            </a:lvl1pPr>
            <a:lvl2pPr marL="342900" indent="-171450">
              <a:defRPr lang="en-US" sz="1600" dirty="0"/>
            </a:lvl2pPr>
            <a:lvl3pPr marL="514350" indent="-171450">
              <a:defRPr lang="en-US" sz="1400" dirty="0"/>
            </a:lvl3pPr>
            <a:lvl4pPr marL="685800" indent="-136525">
              <a:defRPr lang="en-US" sz="1200" dirty="0"/>
            </a:lvl4pPr>
            <a:lvl5pPr marL="793750" indent="-120650">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7269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1341906"/>
          </a:xfrm>
        </p:spPr>
        <p:txBody>
          <a:bodyPr/>
          <a:lstStyle>
            <a:lvl1pPr>
              <a:defRPr sz="20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1341906"/>
          </a:xfrm>
        </p:spPr>
        <p:txBody>
          <a:bodyPr/>
          <a:lstStyle>
            <a:lvl1pPr>
              <a:defRPr sz="20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795053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4" name="Text Placeholder 3">
            <a:extLst>
              <a:ext uri="{FF2B5EF4-FFF2-40B4-BE49-F238E27FC236}">
                <a16:creationId xmlns:a16="http://schemas.microsoft.com/office/drawing/2014/main" id="{9990334F-64A4-97A6-3FCA-1FCAEE0A68CC}"/>
              </a:ext>
            </a:extLst>
          </p:cNvPr>
          <p:cNvSpPr>
            <a:spLocks noGrp="1"/>
          </p:cNvSpPr>
          <p:nvPr>
            <p:ph type="body" sz="quarter" idx="20"/>
          </p:nvPr>
        </p:nvSpPr>
        <p:spPr>
          <a:xfrm>
            <a:off x="585217" y="1438275"/>
            <a:ext cx="3264408" cy="615553"/>
          </a:xfrm>
        </p:spPr>
        <p:txBody>
          <a:bodyPr/>
          <a:lstStyle>
            <a:lvl1pPr marL="0" indent="0">
              <a:buNone/>
              <a:defRPr sz="20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283115"/>
            <a:ext cx="3264408" cy="1354217"/>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6" name="Text Placeholder 5">
            <a:extLst>
              <a:ext uri="{FF2B5EF4-FFF2-40B4-BE49-F238E27FC236}">
                <a16:creationId xmlns:a16="http://schemas.microsoft.com/office/drawing/2014/main" id="{56B23FC0-F06F-3CFF-2466-B04AA6D8F046}"/>
              </a:ext>
            </a:extLst>
          </p:cNvPr>
          <p:cNvSpPr>
            <a:spLocks noGrp="1"/>
          </p:cNvSpPr>
          <p:nvPr>
            <p:ph type="body" sz="quarter" idx="21"/>
          </p:nvPr>
        </p:nvSpPr>
        <p:spPr>
          <a:xfrm>
            <a:off x="4463796" y="1438275"/>
            <a:ext cx="3264408" cy="615553"/>
          </a:xfrm>
        </p:spPr>
        <p:txBody>
          <a:bodyPr/>
          <a:lstStyle>
            <a:lvl1pPr marL="0" indent="0">
              <a:buNone/>
              <a:defRPr sz="20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283115"/>
            <a:ext cx="3264408" cy="1354217"/>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8" name="Text Placeholder 7">
            <a:extLst>
              <a:ext uri="{FF2B5EF4-FFF2-40B4-BE49-F238E27FC236}">
                <a16:creationId xmlns:a16="http://schemas.microsoft.com/office/drawing/2014/main" id="{E92F2B7C-E744-4E83-C681-FFA2C221F7F6}"/>
              </a:ext>
            </a:extLst>
          </p:cNvPr>
          <p:cNvSpPr>
            <a:spLocks noGrp="1"/>
          </p:cNvSpPr>
          <p:nvPr>
            <p:ph type="body" sz="quarter" idx="22"/>
          </p:nvPr>
        </p:nvSpPr>
        <p:spPr>
          <a:xfrm>
            <a:off x="8335963" y="1438275"/>
            <a:ext cx="3273425" cy="615553"/>
          </a:xfrm>
        </p:spPr>
        <p:txBody>
          <a:bodyPr/>
          <a:lstStyle>
            <a:lvl1pPr marL="0" indent="0">
              <a:buNone/>
              <a:defRPr sz="20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283115"/>
            <a:ext cx="3264408" cy="1354217"/>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2798704941"/>
      </p:ext>
    </p:extLst>
  </p:cSld>
  <p:clrMapOvr>
    <a:masterClrMapping/>
  </p:clrMapOvr>
  <p:transition>
    <p:fade/>
  </p:transition>
  <p:extLst>
    <p:ext uri="{DCECCB84-F9BA-43D5-87BE-67443E8EF086}">
      <p15:sldGuideLst xmlns:p15="http://schemas.microsoft.com/office/powerpoint/2012/main">
        <p15:guide id="3" orient="horz" pos="1437">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59633905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600438"/>
          </a:xfrm>
        </p:spPr>
        <p:txBody>
          <a:bodyPr wrap="square">
            <a:spAutoFit/>
          </a:bodyPr>
          <a:lstStyle>
            <a:lvl1pPr marL="141288" indent="-141288">
              <a:defRPr lang="en-US" sz="1600" dirty="0"/>
            </a:lvl1pPr>
            <a:lvl2pPr marL="285750" indent="-125413">
              <a:defRPr lang="en-US" sz="1600" dirty="0"/>
            </a:lvl2pPr>
            <a:lvl3pPr marL="438150" indent="-133350">
              <a:defRPr lang="en-US" sz="1600" dirty="0"/>
            </a:lvl3pPr>
            <a:lvl4pPr marL="566738" indent="-114300">
              <a:defRPr lang="en-US" sz="1400" dirty="0"/>
            </a:lvl4pPr>
            <a:lvl5pPr marL="685800" indent="-109538">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600438"/>
          </a:xfrm>
        </p:spPr>
        <p:txBody>
          <a:bodyPr wrap="square">
            <a:spAutoFit/>
          </a:bodyPr>
          <a:lstStyle>
            <a:lvl1pPr marL="141288" indent="-141288">
              <a:defRPr lang="en-US" sz="1600" dirty="0"/>
            </a:lvl1pPr>
            <a:lvl2pPr marL="285750" indent="-125413">
              <a:defRPr lang="en-US" sz="1600" dirty="0"/>
            </a:lvl2pPr>
            <a:lvl3pPr marL="438150" indent="-133350">
              <a:defRPr lang="en-US" sz="1600" dirty="0"/>
            </a:lvl3pPr>
            <a:lvl4pPr marL="566738" indent="-114300">
              <a:defRPr lang="en-US" sz="1400" dirty="0"/>
            </a:lvl4pPr>
            <a:lvl5pPr marL="685800" indent="-109538">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600438"/>
          </a:xfrm>
        </p:spPr>
        <p:txBody>
          <a:bodyPr wrap="square">
            <a:spAutoFit/>
          </a:bodyPr>
          <a:lstStyle>
            <a:lvl1pPr marL="141288" indent="-141288">
              <a:defRPr lang="en-US" sz="1600" dirty="0"/>
            </a:lvl1pPr>
            <a:lvl2pPr marL="285750" indent="-125413">
              <a:defRPr lang="en-US" sz="1600" dirty="0"/>
            </a:lvl2pPr>
            <a:lvl3pPr marL="438150" indent="-133350">
              <a:defRPr lang="en-US" sz="1600" dirty="0"/>
            </a:lvl3pPr>
            <a:lvl4pPr marL="566738" indent="-114300">
              <a:defRPr lang="en-US" sz="1400" dirty="0"/>
            </a:lvl4pPr>
            <a:lvl5pPr marL="685800" indent="-109538">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600438"/>
          </a:xfrm>
        </p:spPr>
        <p:txBody>
          <a:bodyPr wrap="square">
            <a:spAutoFit/>
          </a:bodyPr>
          <a:lstStyle>
            <a:lvl1pPr marL="141288" indent="-141288">
              <a:defRPr lang="en-US" sz="1600" dirty="0"/>
            </a:lvl1pPr>
            <a:lvl2pPr marL="285750" indent="-125413">
              <a:defRPr lang="en-US" sz="1600" dirty="0"/>
            </a:lvl2pPr>
            <a:lvl3pPr marL="438150" indent="-133350">
              <a:defRPr lang="en-US" sz="1600" dirty="0"/>
            </a:lvl3pPr>
            <a:lvl4pPr marL="566738" indent="-114300">
              <a:defRPr lang="en-US" sz="1400" dirty="0"/>
            </a:lvl4pPr>
            <a:lvl5pPr marL="685800" indent="-109538">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600438"/>
          </a:xfrm>
        </p:spPr>
        <p:txBody>
          <a:bodyPr wrap="square">
            <a:spAutoFit/>
          </a:bodyPr>
          <a:lstStyle>
            <a:lvl1pPr marL="141288" indent="-141288">
              <a:defRPr lang="en-US" sz="1600" dirty="0"/>
            </a:lvl1pPr>
            <a:lvl2pPr marL="285750" indent="-125413">
              <a:defRPr lang="en-US" sz="1600" dirty="0"/>
            </a:lvl2pPr>
            <a:lvl3pPr marL="438150" indent="-133350">
              <a:defRPr lang="en-US" sz="1600" dirty="0"/>
            </a:lvl3pPr>
            <a:lvl4pPr marL="566738" indent="-114300">
              <a:defRPr lang="en-US" sz="1400" dirty="0"/>
            </a:lvl4pPr>
            <a:lvl5pPr marL="685800" indent="-109538">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084959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925098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6243330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027187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Demo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41391"/>
            <a:ext cx="9144000" cy="609398"/>
          </a:xfrm>
          <a:noFill/>
        </p:spPr>
        <p:txBody>
          <a:bodyPr vert="horz" wrap="square" lIns="0" tIns="0" rIns="0" bIns="0" rtlCol="0" anchor="b" anchorCtr="0">
            <a:spAutoFit/>
          </a:bodyPr>
          <a:lstStyle>
            <a:lvl1pPr>
              <a:defRPr lang="en-US" sz="4400" dirty="0">
                <a:gradFill>
                  <a:gsLst>
                    <a:gs pos="90000">
                      <a:srgbClr val="FFEF86"/>
                    </a:gs>
                    <a:gs pos="10000">
                      <a:srgbClr val="D92ED0"/>
                    </a:gs>
                  </a:gsLst>
                  <a:lin ang="14400000" scaled="0"/>
                </a:gradFill>
                <a:latin typeface="Segoe UI Semilight" panose="020B0402040204020203" pitchFamily="34" charset="0"/>
                <a:cs typeface="Segoe UI Semilight" panose="020B0402040204020203" pitchFamily="34" charset="0"/>
              </a:defRPr>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2042" y="3962400"/>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j-lt"/>
              </a:defRPr>
            </a:lvl1pPr>
          </a:lstStyle>
          <a:p>
            <a:pPr lvl="0"/>
            <a:r>
              <a:rPr lang="en-US"/>
              <a:t>Speaker name</a:t>
            </a:r>
          </a:p>
        </p:txBody>
      </p:sp>
      <p:sp>
        <p:nvSpPr>
          <p:cNvPr id="4" name="Text Placeholder 3">
            <a:extLst>
              <a:ext uri="{FF2B5EF4-FFF2-40B4-BE49-F238E27FC236}">
                <a16:creationId xmlns:a16="http://schemas.microsoft.com/office/drawing/2014/main" id="{C9042A0B-1457-9C08-A492-776F4426AA6F}"/>
              </a:ext>
            </a:extLst>
          </p:cNvPr>
          <p:cNvSpPr>
            <a:spLocks noGrp="1"/>
          </p:cNvSpPr>
          <p:nvPr>
            <p:ph type="body" sz="quarter" idx="13" hasCustomPrompt="1"/>
          </p:nvPr>
        </p:nvSpPr>
        <p:spPr>
          <a:xfrm>
            <a:off x="584200" y="4261494"/>
            <a:ext cx="9155113" cy="246221"/>
          </a:xfrm>
        </p:spPr>
        <p:txBody>
          <a:bodyPr/>
          <a:lstStyle>
            <a:lvl1pPr marL="0" indent="0">
              <a:buNone/>
              <a:defRPr sz="1600"/>
            </a:lvl1pPr>
            <a:lvl2pPr marL="228600" indent="0">
              <a:buNone/>
              <a:defRPr/>
            </a:lvl2pPr>
            <a:lvl3pPr marL="457200" indent="0">
              <a:buNone/>
              <a:defRPr/>
            </a:lvl3pPr>
            <a:lvl4pPr marL="661988" indent="0">
              <a:buNone/>
              <a:defRPr/>
            </a:lvl4pPr>
            <a:lvl5pPr marL="855663" indent="0">
              <a:buNone/>
              <a:defRPr/>
            </a:lvl5pPr>
          </a:lstStyle>
          <a:p>
            <a:pPr lvl="0"/>
            <a:r>
              <a:rPr lang="en-US"/>
              <a:t>Company or other information</a:t>
            </a:r>
          </a:p>
        </p:txBody>
      </p:sp>
    </p:spTree>
    <p:extLst>
      <p:ext uri="{BB962C8B-B14F-4D97-AF65-F5344CB8AC3E}">
        <p14:creationId xmlns:p14="http://schemas.microsoft.com/office/powerpoint/2010/main" val="7775795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41391"/>
            <a:ext cx="9144000" cy="609398"/>
          </a:xfrm>
          <a:noFill/>
        </p:spPr>
        <p:txBody>
          <a:bodyPr lIns="0" tIns="0" rIns="0" bIns="0" anchor="b" anchorCtr="0">
            <a:spAutoFit/>
          </a:bodyPr>
          <a:lstStyle>
            <a:lvl1pPr algn="l" defTabSz="932742" rtl="0" eaLnBrk="1" latinLnBrk="0" hangingPunct="1">
              <a:lnSpc>
                <a:spcPct val="90000"/>
              </a:lnSpc>
              <a:spcBef>
                <a:spcPct val="0"/>
              </a:spcBef>
              <a:buNone/>
              <a:defRPr lang="en-US" sz="4400" b="0" kern="1200" cap="none" spc="-50" baseline="0" dirty="0">
                <a:ln w="3175">
                  <a:noFill/>
                </a:ln>
                <a:solidFill>
                  <a:schemeClr val="tx1"/>
                </a:solidFill>
                <a:effectLst/>
                <a:latin typeface="Segoe UI Semilight" panose="020B0402040204020203" pitchFamily="34" charset="0"/>
                <a:ea typeface="+mn-ea"/>
                <a:cs typeface="Segoe UI Semilight" panose="020B0402040204020203" pitchFamily="34" charset="0"/>
              </a:defRPr>
            </a:lvl1pPr>
          </a:lstStyle>
          <a:p>
            <a:r>
              <a:rPr lang="en-US"/>
              <a:t>Demo title</a:t>
            </a:r>
          </a:p>
        </p:txBody>
      </p:sp>
      <p:sp>
        <p:nvSpPr>
          <p:cNvPr id="5" name="Text Placeholder 4"/>
          <p:cNvSpPr>
            <a:spLocks noGrp="1"/>
          </p:cNvSpPr>
          <p:nvPr>
            <p:ph type="body" sz="quarter" idx="12" hasCustomPrompt="1"/>
          </p:nvPr>
        </p:nvSpPr>
        <p:spPr>
          <a:xfrm>
            <a:off x="582042" y="3962400"/>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j-lt"/>
              </a:defRPr>
            </a:lvl1pPr>
          </a:lstStyle>
          <a:p>
            <a:pPr lvl="0"/>
            <a:r>
              <a:rPr lang="en-US"/>
              <a:t>Speaker name</a:t>
            </a:r>
          </a:p>
        </p:txBody>
      </p:sp>
      <p:sp>
        <p:nvSpPr>
          <p:cNvPr id="4" name="Text Placeholder 3">
            <a:extLst>
              <a:ext uri="{FF2B5EF4-FFF2-40B4-BE49-F238E27FC236}">
                <a16:creationId xmlns:a16="http://schemas.microsoft.com/office/drawing/2014/main" id="{E7CCA0E9-2D89-A4F7-A8A2-D49D3FB68390}"/>
              </a:ext>
            </a:extLst>
          </p:cNvPr>
          <p:cNvSpPr>
            <a:spLocks noGrp="1"/>
          </p:cNvSpPr>
          <p:nvPr>
            <p:ph type="body" sz="quarter" idx="13"/>
          </p:nvPr>
        </p:nvSpPr>
        <p:spPr>
          <a:xfrm>
            <a:off x="584200" y="4261494"/>
            <a:ext cx="9155113" cy="246221"/>
          </a:xfrm>
        </p:spPr>
        <p:txBody>
          <a:bodyPr/>
          <a:lstStyle>
            <a:lvl1pPr marL="0" indent="0">
              <a:buNone/>
              <a:defRPr sz="1600"/>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4029912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Section 1">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41391"/>
            <a:ext cx="9144000" cy="609398"/>
          </a:xfrm>
          <a:noFill/>
        </p:spPr>
        <p:txBody>
          <a:bodyPr lIns="0" tIns="0" rIns="0" bIns="0" anchor="b" anchorCtr="0">
            <a:spAutoFit/>
          </a:bodyPr>
          <a:lstStyle>
            <a:lvl1pPr algn="l" defTabSz="932742" rtl="0" eaLnBrk="1" latinLnBrk="0" hangingPunct="1">
              <a:lnSpc>
                <a:spcPct val="90000"/>
              </a:lnSpc>
              <a:spcBef>
                <a:spcPct val="0"/>
              </a:spcBef>
              <a:buNone/>
              <a:defRPr lang="en-US" sz="4400" b="0" kern="1200" cap="none" spc="-50" baseline="0" dirty="0">
                <a:ln w="3175">
                  <a:noFill/>
                </a:ln>
                <a:gradFill>
                  <a:gsLst>
                    <a:gs pos="90000">
                      <a:srgbClr val="FFEF86"/>
                    </a:gs>
                    <a:gs pos="50000">
                      <a:srgbClr val="75C5A6"/>
                    </a:gs>
                    <a:gs pos="10000">
                      <a:srgbClr val="28AFE9"/>
                    </a:gs>
                  </a:gsLst>
                  <a:lin ang="14400000" scaled="0"/>
                </a:gradFill>
                <a:effectLst/>
                <a:latin typeface="Segoe UI Semilight" panose="020B0402040204020203" pitchFamily="34" charset="0"/>
                <a:ea typeface="+mn-ea"/>
                <a:cs typeface="Segoe UI Semilight" panose="020B0402040204020203" pitchFamily="34" charset="0"/>
              </a:defRPr>
            </a:lvl1pPr>
          </a:lstStyle>
          <a:p>
            <a:r>
              <a:rPr lang="en-US"/>
              <a:t>Section title</a:t>
            </a:r>
          </a:p>
        </p:txBody>
      </p:sp>
    </p:spTree>
    <p:extLst>
      <p:ext uri="{BB962C8B-B14F-4D97-AF65-F5344CB8AC3E}">
        <p14:creationId xmlns:p14="http://schemas.microsoft.com/office/powerpoint/2010/main" val="5402322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Section 2">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41391"/>
            <a:ext cx="9144000" cy="609398"/>
          </a:xfrm>
          <a:noFill/>
        </p:spPr>
        <p:txBody>
          <a:bodyPr lIns="0" tIns="0" rIns="0" bIns="0" anchor="b" anchorCtr="0">
            <a:spAutoFit/>
          </a:bodyPr>
          <a:lstStyle>
            <a:lvl1pPr algn="l" defTabSz="932742" rtl="0" eaLnBrk="1" latinLnBrk="0" hangingPunct="1">
              <a:lnSpc>
                <a:spcPct val="90000"/>
              </a:lnSpc>
              <a:spcBef>
                <a:spcPct val="0"/>
              </a:spcBef>
              <a:buNone/>
              <a:defRPr lang="en-US" sz="4400" b="0" kern="1200" cap="none" spc="-50" baseline="0" dirty="0">
                <a:ln w="3175">
                  <a:noFill/>
                </a:ln>
                <a:gradFill>
                  <a:gsLst>
                    <a:gs pos="90000">
                      <a:srgbClr val="FFEF86"/>
                    </a:gs>
                    <a:gs pos="10000">
                      <a:srgbClr val="1CD278"/>
                    </a:gs>
                  </a:gsLst>
                  <a:lin ang="14400000" scaled="0"/>
                </a:gradFill>
                <a:effectLst/>
                <a:latin typeface="Segoe UI Semilight" panose="020B0402040204020203" pitchFamily="34" charset="0"/>
                <a:ea typeface="+mn-ea"/>
                <a:cs typeface="Segoe UI Semilight" panose="020B0402040204020203" pitchFamily="34" charset="0"/>
              </a:defRPr>
            </a:lvl1pPr>
          </a:lstStyle>
          <a:p>
            <a:r>
              <a:rPr lang="en-US"/>
              <a:t>Section title</a:t>
            </a:r>
          </a:p>
        </p:txBody>
      </p:sp>
    </p:spTree>
    <p:extLst>
      <p:ext uri="{BB962C8B-B14F-4D97-AF65-F5344CB8AC3E}">
        <p14:creationId xmlns:p14="http://schemas.microsoft.com/office/powerpoint/2010/main" val="2624768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ection 3">
    <p:bg>
      <p:bgPr>
        <a:solidFill>
          <a:srgbClr val="46366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41391"/>
            <a:ext cx="9144000" cy="609398"/>
          </a:xfrm>
          <a:noFill/>
        </p:spPr>
        <p:txBody>
          <a:bodyPr lIns="0" tIns="0" rIns="0" bIns="0" anchor="b" anchorCtr="0">
            <a:spAutoFit/>
          </a:bodyPr>
          <a:lstStyle>
            <a:lvl1pPr algn="l" defTabSz="932742" rtl="0" eaLnBrk="1" latinLnBrk="0" hangingPunct="1">
              <a:lnSpc>
                <a:spcPct val="90000"/>
              </a:lnSpc>
              <a:spcBef>
                <a:spcPct val="0"/>
              </a:spcBef>
              <a:buNone/>
              <a:defRPr lang="en-US" sz="4400" b="0" kern="1200" cap="none" spc="-50" baseline="0" dirty="0">
                <a:ln w="3175">
                  <a:noFill/>
                </a:ln>
                <a:gradFill>
                  <a:gsLst>
                    <a:gs pos="90000">
                      <a:srgbClr val="FFEF86"/>
                    </a:gs>
                    <a:gs pos="10000">
                      <a:srgbClr val="E535E5"/>
                    </a:gs>
                  </a:gsLst>
                  <a:lin ang="14400000" scaled="0"/>
                </a:gradFill>
                <a:effectLst/>
                <a:latin typeface="Segoe UI Semilight" panose="020B0402040204020203" pitchFamily="34" charset="0"/>
                <a:ea typeface="+mn-ea"/>
                <a:cs typeface="Segoe UI Semilight" panose="020B0402040204020203" pitchFamily="34" charset="0"/>
              </a:defRPr>
            </a:lvl1pPr>
          </a:lstStyle>
          <a:p>
            <a:r>
              <a:rPr lang="en-US"/>
              <a:t>Section title</a:t>
            </a:r>
          </a:p>
        </p:txBody>
      </p:sp>
    </p:spTree>
    <p:extLst>
      <p:ext uri="{BB962C8B-B14F-4D97-AF65-F5344CB8AC3E}">
        <p14:creationId xmlns:p14="http://schemas.microsoft.com/office/powerpoint/2010/main" val="7784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41391"/>
            <a:ext cx="9144000" cy="609398"/>
          </a:xfrm>
          <a:noFill/>
        </p:spPr>
        <p:txBody>
          <a:bodyPr lIns="0" tIns="0" rIns="0" bIns="0" anchor="b" anchorCtr="0">
            <a:spAutoFit/>
          </a:bodyPr>
          <a:lstStyle>
            <a:lvl1pPr algn="l" defTabSz="932742" rtl="0" eaLnBrk="1" latinLnBrk="0" hangingPunct="1">
              <a:lnSpc>
                <a:spcPct val="90000"/>
              </a:lnSpc>
              <a:spcBef>
                <a:spcPct val="0"/>
              </a:spcBef>
              <a:buNone/>
              <a:defRPr lang="en-US" sz="4400" b="0" kern="1200" cap="none" spc="-50" baseline="0" dirty="0">
                <a:ln w="3175">
                  <a:noFill/>
                </a:ln>
                <a:solidFill>
                  <a:schemeClr val="tx1"/>
                </a:solidFill>
                <a:effectLst/>
                <a:latin typeface="Segoe UI Semilight" panose="020B0402040204020203" pitchFamily="34" charset="0"/>
                <a:ea typeface="+mn-ea"/>
                <a:cs typeface="Segoe UI Semilight" panose="020B0402040204020203" pitchFamily="34" charset="0"/>
              </a:defRPr>
            </a:lvl1pPr>
          </a:lstStyle>
          <a:p>
            <a:r>
              <a:rPr lang="en-US"/>
              <a:t>Section title</a:t>
            </a:r>
          </a:p>
        </p:txBody>
      </p:sp>
    </p:spTree>
    <p:extLst>
      <p:ext uri="{BB962C8B-B14F-4D97-AF65-F5344CB8AC3E}">
        <p14:creationId xmlns:p14="http://schemas.microsoft.com/office/powerpoint/2010/main" val="22166719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Quot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05F7F2C-59A9-4E2B-034F-05B733194D6B}"/>
              </a:ext>
            </a:extLst>
          </p:cNvPr>
          <p:cNvSpPr>
            <a:spLocks noGrp="1"/>
          </p:cNvSpPr>
          <p:nvPr>
            <p:ph type="title" hasCustomPrompt="1"/>
          </p:nvPr>
        </p:nvSpPr>
        <p:spPr>
          <a:xfrm>
            <a:off x="369598" y="2941391"/>
            <a:ext cx="9356441" cy="609398"/>
          </a:xfrm>
          <a:noFill/>
        </p:spPr>
        <p:txBody>
          <a:bodyPr wrap="square" lIns="0" tIns="0" rIns="0" bIns="0" anchor="b" anchorCtr="0">
            <a:spAutoFit/>
          </a:bodyPr>
          <a:lstStyle>
            <a:lvl1pPr marL="155448" indent="-155448" algn="l" defTabSz="932742" rtl="0" eaLnBrk="1" latinLnBrk="0" hangingPunct="1">
              <a:lnSpc>
                <a:spcPct val="90000"/>
              </a:lnSpc>
              <a:spcBef>
                <a:spcPct val="0"/>
              </a:spcBef>
              <a:buNone/>
              <a:defRPr lang="en-US" sz="4400" b="0" kern="1200" cap="none" spc="-50" baseline="0" dirty="0">
                <a:ln w="3175">
                  <a:noFill/>
                </a:ln>
                <a:solidFill>
                  <a:schemeClr val="tx1"/>
                </a:solidFill>
                <a:effectLst/>
                <a:latin typeface="Segoe UI Semilight" panose="020B0402040204020203" pitchFamily="34" charset="0"/>
                <a:ea typeface="+mn-ea"/>
                <a:cs typeface="Segoe UI Semilight" panose="020B0402040204020203" pitchFamily="34" charset="0"/>
              </a:defRPr>
            </a:lvl1pPr>
          </a:lstStyle>
          <a:p>
            <a:r>
              <a:rPr lang="en-US"/>
              <a:t>“Quote text”</a:t>
            </a:r>
          </a:p>
        </p:txBody>
      </p:sp>
      <p:sp>
        <p:nvSpPr>
          <p:cNvPr id="8" name="Text Placeholder 4">
            <a:extLst>
              <a:ext uri="{FF2B5EF4-FFF2-40B4-BE49-F238E27FC236}">
                <a16:creationId xmlns:a16="http://schemas.microsoft.com/office/drawing/2014/main" id="{49EC7442-9E8B-4375-C4B2-32309572DD61}"/>
              </a:ext>
            </a:extLst>
          </p:cNvPr>
          <p:cNvSpPr>
            <a:spLocks noGrp="1"/>
          </p:cNvSpPr>
          <p:nvPr>
            <p:ph type="body" sz="quarter" idx="12" hasCustomPrompt="1"/>
          </p:nvPr>
        </p:nvSpPr>
        <p:spPr>
          <a:xfrm>
            <a:off x="582042" y="3962400"/>
            <a:ext cx="914400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j-lt"/>
              </a:defRPr>
            </a:lvl1pPr>
          </a:lstStyle>
          <a:p>
            <a:pPr lvl="0"/>
            <a:r>
              <a:rPr lang="en-US"/>
              <a:t>Name</a:t>
            </a:r>
          </a:p>
        </p:txBody>
      </p:sp>
      <p:sp>
        <p:nvSpPr>
          <p:cNvPr id="9" name="Text Placeholder 4">
            <a:extLst>
              <a:ext uri="{FF2B5EF4-FFF2-40B4-BE49-F238E27FC236}">
                <a16:creationId xmlns:a16="http://schemas.microsoft.com/office/drawing/2014/main" id="{342F6520-30B7-86E6-093E-6B72113BA534}"/>
              </a:ext>
            </a:extLst>
          </p:cNvPr>
          <p:cNvSpPr>
            <a:spLocks noGrp="1"/>
          </p:cNvSpPr>
          <p:nvPr>
            <p:ph type="body" sz="quarter" idx="14" hasCustomPrompt="1"/>
          </p:nvPr>
        </p:nvSpPr>
        <p:spPr>
          <a:xfrm>
            <a:off x="584200" y="4261494"/>
            <a:ext cx="9144000"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Company or position</a:t>
            </a:r>
          </a:p>
        </p:txBody>
      </p:sp>
    </p:spTree>
    <p:extLst>
      <p:ext uri="{BB962C8B-B14F-4D97-AF65-F5344CB8AC3E}">
        <p14:creationId xmlns:p14="http://schemas.microsoft.com/office/powerpoint/2010/main" val="19618688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1910">
          <p15:clr>
            <a:srgbClr val="FBAE40"/>
          </p15:clr>
        </p15:guide>
        <p15:guide id="3" orient="horz" pos="2506">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Quote with photo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C8F9169-A172-6E28-901E-17E67F4047B7}"/>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4" name="Content Placeholder 3">
            <a:extLst>
              <a:ext uri="{FF2B5EF4-FFF2-40B4-BE49-F238E27FC236}">
                <a16:creationId xmlns:a16="http://schemas.microsoft.com/office/drawing/2014/main" id="{9F48AA9B-2BC7-1B60-48A7-394D79E1B4B5}"/>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948514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1909">
          <p15:clr>
            <a:srgbClr val="FBAE40"/>
          </p15:clr>
        </p15:guide>
        <p15:guide id="3" orient="horz" pos="2506">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Quote with photo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05F7F2C-59A9-4E2B-034F-05B733194D6B}"/>
              </a:ext>
            </a:extLst>
          </p:cNvPr>
          <p:cNvSpPr>
            <a:spLocks noGrp="1"/>
          </p:cNvSpPr>
          <p:nvPr>
            <p:ph type="title" hasCustomPrompt="1"/>
          </p:nvPr>
        </p:nvSpPr>
        <p:spPr>
          <a:xfrm>
            <a:off x="4692313" y="2941391"/>
            <a:ext cx="6917075" cy="609398"/>
          </a:xfrm>
          <a:noFill/>
        </p:spPr>
        <p:txBody>
          <a:bodyPr vert="horz" wrap="square" lIns="0" tIns="0" rIns="0" bIns="0" rtlCol="0" anchor="b" anchorCtr="0">
            <a:spAutoFit/>
          </a:bodyPr>
          <a:lstStyle>
            <a:lvl1pPr marL="173736" indent="-173736">
              <a:defRPr lang="en-US" sz="4400" dirty="0">
                <a:latin typeface="Segoe UI Semilight" panose="020B0402040204020203" pitchFamily="34" charset="0"/>
                <a:cs typeface="Segoe UI Semilight" panose="020B0402040204020203" pitchFamily="34" charset="0"/>
              </a:defRPr>
            </a:lvl1pPr>
          </a:lstStyle>
          <a:p>
            <a:pPr marL="155448" lvl="0" indent="-155448">
              <a:lnSpc>
                <a:spcPct val="90000"/>
              </a:lnSpc>
            </a:pPr>
            <a:r>
              <a:rPr lang="en-US"/>
              <a:t>“Quote text”</a:t>
            </a:r>
          </a:p>
        </p:txBody>
      </p:sp>
      <p:sp>
        <p:nvSpPr>
          <p:cNvPr id="3" name="Picture Placeholder 9" descr="This photo is a 'placeholder' only. Drag or drop your photo here, or click and tap the center to insert a photo.">
            <a:extLst>
              <a:ext uri="{FF2B5EF4-FFF2-40B4-BE49-F238E27FC236}">
                <a16:creationId xmlns:a16="http://schemas.microsoft.com/office/drawing/2014/main" id="{F7FD632A-16A5-2492-41F4-7D9AB3D20436}"/>
              </a:ext>
            </a:extLst>
          </p:cNvPr>
          <p:cNvSpPr>
            <a:spLocks noGrp="1"/>
          </p:cNvSpPr>
          <p:nvPr>
            <p:ph type="pic" sz="quarter" idx="13"/>
          </p:nvPr>
        </p:nvSpPr>
        <p:spPr>
          <a:xfrm>
            <a:off x="584200" y="1643865"/>
            <a:ext cx="3741057" cy="3570270"/>
          </a:xfrm>
          <a:blipFill dpi="0" rotWithShape="1">
            <a:blip r:embed="rId3"/>
            <a:srcRect/>
            <a:tile tx="0" ty="0" sx="55000" sy="55000" flip="none" algn="tl"/>
          </a:blipFill>
        </p:spPr>
        <p:txBody>
          <a:bodyPr>
            <a:noAutofit/>
          </a:bodyPr>
          <a:lstStyle>
            <a:lvl1pPr marL="0" indent="0">
              <a:buNone/>
              <a:defRPr>
                <a:noFill/>
              </a:defRPr>
            </a:lvl1pPr>
          </a:lstStyle>
          <a:p>
            <a:r>
              <a:rPr lang="en-US"/>
              <a:t>Click icon to add picture</a:t>
            </a:r>
          </a:p>
        </p:txBody>
      </p:sp>
      <p:sp>
        <p:nvSpPr>
          <p:cNvPr id="8" name="Text Placeholder 4">
            <a:extLst>
              <a:ext uri="{FF2B5EF4-FFF2-40B4-BE49-F238E27FC236}">
                <a16:creationId xmlns:a16="http://schemas.microsoft.com/office/drawing/2014/main" id="{49EC7442-9E8B-4375-C4B2-32309572DD61}"/>
              </a:ext>
            </a:extLst>
          </p:cNvPr>
          <p:cNvSpPr>
            <a:spLocks noGrp="1"/>
          </p:cNvSpPr>
          <p:nvPr>
            <p:ph type="body" sz="quarter" idx="12" hasCustomPrompt="1"/>
          </p:nvPr>
        </p:nvSpPr>
        <p:spPr>
          <a:xfrm>
            <a:off x="4909456" y="3962400"/>
            <a:ext cx="6699932"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j-lt"/>
              </a:defRPr>
            </a:lvl1pPr>
          </a:lstStyle>
          <a:p>
            <a:pPr lvl="0"/>
            <a:r>
              <a:rPr lang="en-US"/>
              <a:t>Name</a:t>
            </a:r>
          </a:p>
        </p:txBody>
      </p:sp>
      <p:sp>
        <p:nvSpPr>
          <p:cNvPr id="9" name="Text Placeholder 4">
            <a:extLst>
              <a:ext uri="{FF2B5EF4-FFF2-40B4-BE49-F238E27FC236}">
                <a16:creationId xmlns:a16="http://schemas.microsoft.com/office/drawing/2014/main" id="{342F6520-30B7-86E6-093E-6B72113BA534}"/>
              </a:ext>
            </a:extLst>
          </p:cNvPr>
          <p:cNvSpPr>
            <a:spLocks noGrp="1"/>
          </p:cNvSpPr>
          <p:nvPr>
            <p:ph type="body" sz="quarter" idx="14" hasCustomPrompt="1"/>
          </p:nvPr>
        </p:nvSpPr>
        <p:spPr>
          <a:xfrm>
            <a:off x="4909456" y="4261494"/>
            <a:ext cx="6699932"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Company or position</a:t>
            </a:r>
          </a:p>
        </p:txBody>
      </p:sp>
    </p:spTree>
    <p:extLst>
      <p:ext uri="{BB962C8B-B14F-4D97-AF65-F5344CB8AC3E}">
        <p14:creationId xmlns:p14="http://schemas.microsoft.com/office/powerpoint/2010/main" val="9864963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1909">
          <p15:clr>
            <a:srgbClr val="FBAE40"/>
          </p15:clr>
        </p15:guide>
        <p15:guide id="3" orient="horz" pos="2506">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creensh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E75E-50C6-99BB-0848-95941F7B34C7}"/>
              </a:ext>
            </a:extLst>
          </p:cNvPr>
          <p:cNvSpPr>
            <a:spLocks noGrp="1"/>
          </p:cNvSpPr>
          <p:nvPr>
            <p:ph type="title"/>
          </p:nvPr>
        </p:nvSpPr>
        <p:spPr>
          <a:xfrm>
            <a:off x="588263" y="457200"/>
            <a:ext cx="4153600" cy="553998"/>
          </a:xfrm>
        </p:spPr>
        <p:txBody>
          <a:bodyPr/>
          <a:lstStyle/>
          <a:p>
            <a:r>
              <a:rPr lang="en-US"/>
              <a:t>Click to edit Master title style</a:t>
            </a:r>
          </a:p>
        </p:txBody>
      </p:sp>
      <p:sp>
        <p:nvSpPr>
          <p:cNvPr id="6" name="Text Placeholder 5">
            <a:extLst>
              <a:ext uri="{FF2B5EF4-FFF2-40B4-BE49-F238E27FC236}">
                <a16:creationId xmlns:a16="http://schemas.microsoft.com/office/drawing/2014/main" id="{5B232AC0-B16F-5C51-D13C-BDEF058EC2DB}"/>
              </a:ext>
            </a:extLst>
          </p:cNvPr>
          <p:cNvSpPr>
            <a:spLocks noGrp="1"/>
          </p:cNvSpPr>
          <p:nvPr>
            <p:ph type="body" sz="quarter" idx="10"/>
          </p:nvPr>
        </p:nvSpPr>
        <p:spPr>
          <a:xfrm>
            <a:off x="584200" y="2025650"/>
            <a:ext cx="4152900" cy="4243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descr="This photo is a 'placeholder' only. Drag or drop your photo here, or click and tap the center to insert a photo.">
            <a:extLst>
              <a:ext uri="{FF2B5EF4-FFF2-40B4-BE49-F238E27FC236}">
                <a16:creationId xmlns:a16="http://schemas.microsoft.com/office/drawing/2014/main" id="{2F80F494-7A48-2460-9280-FA838B6BB860}"/>
              </a:ext>
            </a:extLst>
          </p:cNvPr>
          <p:cNvSpPr>
            <a:spLocks noGrp="1"/>
          </p:cNvSpPr>
          <p:nvPr>
            <p:ph type="pic" sz="quarter" idx="11" hasCustomPrompt="1"/>
          </p:nvPr>
        </p:nvSpPr>
        <p:spPr>
          <a:xfrm>
            <a:off x="5591174" y="1681165"/>
            <a:ext cx="6601968" cy="3713607"/>
          </a:xfrm>
          <a:prstGeom prst="roundRect">
            <a:avLst>
              <a:gd name="adj" fmla="val 3942"/>
            </a:avLst>
          </a:prstGeom>
          <a:blipFill>
            <a:blip r:embed="rId3"/>
            <a:stretch>
              <a:fillRect/>
            </a:stretch>
          </a:blipFill>
          <a:ln w="254000">
            <a:gradFill flip="none" rotWithShape="1">
              <a:gsLst>
                <a:gs pos="0">
                  <a:srgbClr val="FFFFFF"/>
                </a:gs>
                <a:gs pos="100000">
                  <a:srgbClr val="F2F2F2"/>
                </a:gs>
              </a:gsLst>
              <a:lin ang="2700000" scaled="1"/>
              <a:tileRect/>
            </a:gradFill>
          </a:ln>
          <a:effectLst>
            <a:outerShdw blurRad="127000" dist="63500" dir="2700000" algn="ctr" rotWithShape="0">
              <a:srgbClr val="000000">
                <a:alpha val="25000"/>
              </a:srgbClr>
            </a:outerShdw>
          </a:effectLst>
        </p:spPr>
        <p:txBody>
          <a:bodyPr tIns="1005840">
            <a:noAutofit/>
          </a:bodyPr>
          <a:lstStyle>
            <a:lvl1pPr marL="0" indent="0" algn="ctr">
              <a:buNone/>
              <a:defRPr sz="1400">
                <a:solidFill>
                  <a:srgbClr val="000000"/>
                </a:solidFill>
                <a:latin typeface="+mj-lt"/>
              </a:defRPr>
            </a:lvl1pPr>
          </a:lstStyle>
          <a:p>
            <a:r>
              <a:rPr lang="en-US"/>
              <a:t>Drag and drop your</a:t>
            </a:r>
            <a:br>
              <a:rPr lang="en-US"/>
            </a:br>
            <a:r>
              <a:rPr lang="en-US"/>
              <a:t>photo here or click or</a:t>
            </a:r>
            <a:br>
              <a:rPr lang="en-US"/>
            </a:br>
            <a:r>
              <a:rPr lang="en-US"/>
              <a:t>tap icon below to insert</a:t>
            </a:r>
          </a:p>
        </p:txBody>
      </p:sp>
    </p:spTree>
    <p:extLst>
      <p:ext uri="{BB962C8B-B14F-4D97-AF65-F5344CB8AC3E}">
        <p14:creationId xmlns:p14="http://schemas.microsoft.com/office/powerpoint/2010/main" val="378282568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pos="2987">
          <p15:clr>
            <a:srgbClr val="FBAE40"/>
          </p15:clr>
        </p15:guide>
        <p15:guide id="4" orient="horz" pos="1276">
          <p15:clr>
            <a:srgbClr val="FBAE40"/>
          </p15:clr>
        </p15:guide>
        <p15:guide id="5" orient="horz" pos="90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Screensh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E1641F-5060-F1F1-97AF-54DE7E10473D}"/>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4" name="Content Placeholder 3">
            <a:extLst>
              <a:ext uri="{FF2B5EF4-FFF2-40B4-BE49-F238E27FC236}">
                <a16:creationId xmlns:a16="http://schemas.microsoft.com/office/drawing/2014/main" id="{EEFE9CA8-6298-9DE9-3D6F-05A46653D6E0}"/>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823808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pos="2987">
          <p15:clr>
            <a:srgbClr val="FBAE40"/>
          </p15:clr>
        </p15:guide>
        <p15:guide id="4" orient="horz" pos="1276">
          <p15:clr>
            <a:srgbClr val="FBAE40"/>
          </p15:clr>
        </p15:guide>
        <p15:guide id="5" orient="horz" pos="90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Mobile Screensh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E75E-50C6-99BB-0848-95941F7B34C7}"/>
              </a:ext>
            </a:extLst>
          </p:cNvPr>
          <p:cNvSpPr>
            <a:spLocks noGrp="1"/>
          </p:cNvSpPr>
          <p:nvPr>
            <p:ph type="title"/>
          </p:nvPr>
        </p:nvSpPr>
        <p:spPr>
          <a:xfrm>
            <a:off x="588263" y="457200"/>
            <a:ext cx="4926712" cy="553998"/>
          </a:xfrm>
        </p:spPr>
        <p:txBody>
          <a:bodyPr/>
          <a:lstStyle/>
          <a:p>
            <a:r>
              <a:rPr lang="en-US"/>
              <a:t>Click to edit Master title style</a:t>
            </a:r>
          </a:p>
        </p:txBody>
      </p:sp>
      <p:sp>
        <p:nvSpPr>
          <p:cNvPr id="6" name="Text Placeholder 5">
            <a:extLst>
              <a:ext uri="{FF2B5EF4-FFF2-40B4-BE49-F238E27FC236}">
                <a16:creationId xmlns:a16="http://schemas.microsoft.com/office/drawing/2014/main" id="{5B232AC0-B16F-5C51-D13C-BDEF058EC2DB}"/>
              </a:ext>
            </a:extLst>
          </p:cNvPr>
          <p:cNvSpPr>
            <a:spLocks noGrp="1"/>
          </p:cNvSpPr>
          <p:nvPr>
            <p:ph type="body" sz="quarter" idx="10"/>
          </p:nvPr>
        </p:nvSpPr>
        <p:spPr>
          <a:xfrm>
            <a:off x="584199" y="2025650"/>
            <a:ext cx="4930775" cy="4243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560D4059-8C07-7C46-13EE-577BE9B28E67}"/>
              </a:ext>
            </a:extLst>
          </p:cNvPr>
          <p:cNvSpPr>
            <a:spLocks noGrp="1"/>
          </p:cNvSpPr>
          <p:nvPr>
            <p:ph type="pic" sz="quarter" idx="11" hasCustomPrompt="1"/>
          </p:nvPr>
        </p:nvSpPr>
        <p:spPr>
          <a:xfrm>
            <a:off x="7543802" y="843604"/>
            <a:ext cx="2383621" cy="5166360"/>
          </a:xfrm>
          <a:prstGeom prst="roundRect">
            <a:avLst>
              <a:gd name="adj" fmla="val 3755"/>
            </a:avLst>
          </a:prstGeom>
          <a:blipFill>
            <a:blip r:embed="rId3"/>
            <a:stretch>
              <a:fillRect/>
            </a:stretch>
          </a:blipFill>
          <a:ln w="254000">
            <a:gradFill>
              <a:gsLst>
                <a:gs pos="0">
                  <a:srgbClr val="FFFFFF"/>
                </a:gs>
                <a:gs pos="100000">
                  <a:srgbClr val="F2F2F2"/>
                </a:gs>
              </a:gsLst>
              <a:lin ang="2700000" scaled="0"/>
            </a:gradFill>
          </a:ln>
          <a:effectLst>
            <a:outerShdw blurRad="127000" dist="63500" dir="2700000" algn="ctr" rotWithShape="0">
              <a:srgbClr val="000000">
                <a:alpha val="25000"/>
              </a:srgbClr>
            </a:outerShdw>
          </a:effectLst>
        </p:spPr>
        <p:txBody>
          <a:bodyPr bIns="1005840" anchor="ctr" anchorCtr="0">
            <a:noAutofit/>
          </a:bodyPr>
          <a:lstStyle>
            <a:lvl1pPr marL="0" indent="0" algn="ctr">
              <a:buNone/>
              <a:defRPr sz="1200">
                <a:solidFill>
                  <a:srgbClr val="FFFFFF"/>
                </a:solidFill>
                <a:latin typeface="+mj-lt"/>
              </a:defRPr>
            </a:lvl1pPr>
          </a:lstStyle>
          <a:p>
            <a:r>
              <a:rPr lang="en-US"/>
              <a:t>Drag and drop your photo</a:t>
            </a:r>
            <a:br>
              <a:rPr lang="en-US"/>
            </a:br>
            <a:r>
              <a:rPr lang="en-US"/>
              <a:t>here or click or tap icon</a:t>
            </a:r>
            <a:br>
              <a:rPr lang="en-US"/>
            </a:br>
            <a:r>
              <a:rPr lang="en-US"/>
              <a:t>below to insert</a:t>
            </a:r>
          </a:p>
        </p:txBody>
      </p:sp>
    </p:spTree>
    <p:extLst>
      <p:ext uri="{BB962C8B-B14F-4D97-AF65-F5344CB8AC3E}">
        <p14:creationId xmlns:p14="http://schemas.microsoft.com/office/powerpoint/2010/main" val="3883084973"/>
      </p:ext>
    </p:extLst>
  </p:cSld>
  <p:clrMapOvr>
    <a:masterClrMapping/>
  </p:clrMapOvr>
  <p:transition>
    <p:fade/>
  </p:transition>
  <p:extLst>
    <p:ext uri="{DCECCB84-F9BA-43D5-87BE-67443E8EF086}">
      <p15:sldGuideLst xmlns:p15="http://schemas.microsoft.com/office/powerpoint/2012/main">
        <p15:guide id="2" pos="3840">
          <p15:clr>
            <a:srgbClr val="FBAE40"/>
          </p15:clr>
        </p15:guide>
        <p15:guide id="3" pos="3474">
          <p15:clr>
            <a:srgbClr val="FBAE40"/>
          </p15:clr>
        </p15:guide>
        <p15:guide id="4" orient="horz" pos="1276">
          <p15:clr>
            <a:srgbClr val="FBAE40"/>
          </p15:clr>
        </p15:guide>
        <p15:guide id="5" orient="horz" pos="90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_Mobile Screensh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3D109F-0220-8426-3A8C-76D3EFBD75E7}"/>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4" name="Content Placeholder 3">
            <a:extLst>
              <a:ext uri="{FF2B5EF4-FFF2-40B4-BE49-F238E27FC236}">
                <a16:creationId xmlns:a16="http://schemas.microsoft.com/office/drawing/2014/main" id="{79111191-9B8D-214E-B56B-D69C8AA38177}"/>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6331231"/>
      </p:ext>
    </p:extLst>
  </p:cSld>
  <p:clrMapOvr>
    <a:masterClrMapping/>
  </p:clrMapOvr>
  <p:transition>
    <p:fade/>
  </p:transition>
  <p:extLst>
    <p:ext uri="{DCECCB84-F9BA-43D5-87BE-67443E8EF086}">
      <p15:sldGuideLst xmlns:p15="http://schemas.microsoft.com/office/powerpoint/2012/main">
        <p15:guide id="2" pos="3840">
          <p15:clr>
            <a:srgbClr val="FBAE40"/>
          </p15:clr>
        </p15:guide>
        <p15:guide id="3" pos="3474">
          <p15:clr>
            <a:srgbClr val="FBAE40"/>
          </p15:clr>
        </p15:guide>
        <p15:guide id="4" orient="horz" pos="1276">
          <p15:clr>
            <a:srgbClr val="FBAE40"/>
          </p15:clr>
        </p15:guide>
        <p15:guide id="5" orient="horz" pos="90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68481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5726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861774"/>
          </a:xfrm>
        </p:spPr>
        <p:txBody>
          <a:bodyPr/>
          <a:lstStyle>
            <a:lvl1pPr marL="0" indent="0">
              <a:buNone/>
              <a:defRPr sz="28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957457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37124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777187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947148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63879242"/>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56744500"/>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8055808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09844966"/>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307777"/>
          </a:xfrm>
        </p:spPr>
        <p:txBody>
          <a:bodyPr/>
          <a:lstStyle>
            <a:lvl1pPr marL="0" indent="0" algn="l">
              <a:spcBef>
                <a:spcPts val="0"/>
              </a:spcBef>
              <a:buNone/>
              <a:defRPr sz="20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307777"/>
          </a:xfrm>
        </p:spPr>
        <p:txBody>
          <a:bodyPr/>
          <a:lstStyle>
            <a:lvl1pPr marL="0" indent="0" algn="l">
              <a:spcBef>
                <a:spcPts val="0"/>
              </a:spcBef>
              <a:buNone/>
              <a:defRPr sz="20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495120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307777"/>
          </a:xfrm>
        </p:spPr>
        <p:txBody>
          <a:bodyPr/>
          <a:lstStyle>
            <a:lvl1pPr marL="0" indent="0" algn="l">
              <a:spcBef>
                <a:spcPts val="0"/>
              </a:spcBef>
              <a:buNone/>
              <a:defRPr sz="20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307777"/>
          </a:xfrm>
        </p:spPr>
        <p:txBody>
          <a:bodyPr/>
          <a:lstStyle>
            <a:lvl1pPr marL="0" indent="0" algn="l">
              <a:spcBef>
                <a:spcPts val="0"/>
              </a:spcBef>
              <a:buNone/>
              <a:defRPr sz="20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307777"/>
          </a:xfrm>
        </p:spPr>
        <p:txBody>
          <a:bodyPr/>
          <a:lstStyle>
            <a:lvl1pPr marL="0" indent="0" algn="l">
              <a:spcBef>
                <a:spcPts val="0"/>
              </a:spcBef>
              <a:buNone/>
              <a:defRPr sz="20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072633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615553"/>
          </a:xfrm>
        </p:spPr>
        <p:txBody>
          <a:bodyPr/>
          <a:lstStyle>
            <a:lvl1pPr marL="0" indent="0" algn="l">
              <a:spcBef>
                <a:spcPts val="0"/>
              </a:spcBef>
              <a:buNone/>
              <a:defRPr sz="20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615553"/>
          </a:xfrm>
        </p:spPr>
        <p:txBody>
          <a:bodyPr/>
          <a:lstStyle>
            <a:lvl1pPr marL="0" indent="0" algn="l">
              <a:spcBef>
                <a:spcPts val="0"/>
              </a:spcBef>
              <a:buNone/>
              <a:defRPr sz="20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615553"/>
          </a:xfrm>
        </p:spPr>
        <p:txBody>
          <a:bodyPr/>
          <a:lstStyle>
            <a:lvl1pPr marL="0" indent="0" algn="l">
              <a:spcBef>
                <a:spcPts val="0"/>
              </a:spcBef>
              <a:buNone/>
              <a:defRPr sz="20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615553"/>
          </a:xfrm>
        </p:spPr>
        <p:txBody>
          <a:bodyPr/>
          <a:lstStyle>
            <a:lvl1pPr marL="0" indent="0" algn="l">
              <a:spcBef>
                <a:spcPts val="0"/>
              </a:spcBef>
              <a:buNone/>
              <a:defRPr sz="20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0417276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307777"/>
          </a:xfrm>
        </p:spPr>
        <p:txBody>
          <a:bodyPr/>
          <a:lstStyle>
            <a:lvl1pPr marL="0" indent="0" algn="ctr">
              <a:spcBef>
                <a:spcPts val="0"/>
              </a:spcBef>
              <a:buNone/>
              <a:defRPr sz="20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307777"/>
          </a:xfrm>
        </p:spPr>
        <p:txBody>
          <a:bodyPr/>
          <a:lstStyle>
            <a:lvl1pPr marL="0" indent="0" algn="ctr">
              <a:spcBef>
                <a:spcPts val="0"/>
              </a:spcBef>
              <a:buNone/>
              <a:defRPr sz="20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4126967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424859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0006777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73048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7027976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615553"/>
          </a:xfrm>
        </p:spPr>
        <p:txBody>
          <a:bodyPr/>
          <a:lstStyle>
            <a:lvl1pPr marL="0" indent="0" algn="ctr">
              <a:spcBef>
                <a:spcPts val="0"/>
              </a:spcBef>
              <a:buNone/>
              <a:defRPr sz="20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0268469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923330"/>
          </a:xfrm>
        </p:spPr>
        <p:txBody>
          <a:bodyPr/>
          <a:lstStyle>
            <a:lvl1pPr marL="0" indent="0" algn="ctr">
              <a:spcBef>
                <a:spcPts val="0"/>
              </a:spcBef>
              <a:buNone/>
              <a:defRPr sz="20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533564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493990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25314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526109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03237755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2322563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0268369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617532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4562275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Closing logo slide">
    <p:bg>
      <p:bgPr>
        <a:gradFill flip="none" rotWithShape="1">
          <a:gsLst>
            <a:gs pos="10000">
              <a:srgbClr val="254252"/>
            </a:gs>
            <a:gs pos="90000">
              <a:srgbClr val="00A389"/>
            </a:gs>
          </a:gsLst>
          <a:lin ang="2700000" scaled="0"/>
          <a:tileRect/>
        </a:gradFill>
        <a:effectLst/>
      </p:bgPr>
    </p:bg>
    <p:spTree>
      <p:nvGrpSpPr>
        <p:cNvPr id="1" name=""/>
        <p:cNvGrpSpPr/>
        <p:nvPr/>
      </p:nvGrpSpPr>
      <p:grpSpPr>
        <a:xfrm>
          <a:off x="0" y="0"/>
          <a:ext cx="0" cy="0"/>
          <a:chOff x="0" y="0"/>
          <a:chExt cx="0" cy="0"/>
        </a:xfrm>
      </p:grpSpPr>
      <p:pic>
        <p:nvPicPr>
          <p:cNvPr id="4" name="Microsoft Viva logo" descr="Microsoft Viva logo">
            <a:extLst>
              <a:ext uri="{FF2B5EF4-FFF2-40B4-BE49-F238E27FC236}">
                <a16:creationId xmlns:a16="http://schemas.microsoft.com/office/drawing/2014/main" id="{74C769AE-BECE-4486-17CA-6450807141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582042" y="586071"/>
            <a:ext cx="1885696" cy="292608"/>
          </a:xfrm>
          <a:prstGeom prst="rect">
            <a:avLst/>
          </a:prstGeom>
        </p:spPr>
      </p:pic>
      <p:sp>
        <p:nvSpPr>
          <p:cNvPr id="3" name="Title 2">
            <a:extLst>
              <a:ext uri="{FF2B5EF4-FFF2-40B4-BE49-F238E27FC236}">
                <a16:creationId xmlns:a16="http://schemas.microsoft.com/office/drawing/2014/main" id="{C2EDE96F-7980-35CB-4496-0A7233005F51}"/>
              </a:ext>
            </a:extLst>
          </p:cNvPr>
          <p:cNvSpPr>
            <a:spLocks noGrp="1"/>
          </p:cNvSpPr>
          <p:nvPr>
            <p:ph type="title" hasCustomPrompt="1"/>
          </p:nvPr>
        </p:nvSpPr>
        <p:spPr>
          <a:xfrm>
            <a:off x="584200" y="2873681"/>
            <a:ext cx="9144000" cy="677108"/>
          </a:xfrm>
        </p:spPr>
        <p:txBody>
          <a:bodyPr anchor="b" anchorCtr="0"/>
          <a:lstStyle>
            <a:lvl1pPr>
              <a:defRPr sz="4400">
                <a:solidFill>
                  <a:schemeClr val="tx1"/>
                </a:solidFill>
                <a:latin typeface="Segoe UI Semilight" panose="020B0402040204020203" pitchFamily="34" charset="0"/>
                <a:cs typeface="Segoe UI Semilight" panose="020B0402040204020203" pitchFamily="34" charset="0"/>
              </a:defRPr>
            </a:lvl1pPr>
          </a:lstStyle>
          <a:p>
            <a:r>
              <a:rPr lang="en-US"/>
              <a:t>Thank you</a:t>
            </a:r>
          </a:p>
        </p:txBody>
      </p:sp>
      <p:sp>
        <p:nvSpPr>
          <p:cNvPr id="5" name="Text Placeholder 4">
            <a:extLst>
              <a:ext uri="{FF2B5EF4-FFF2-40B4-BE49-F238E27FC236}">
                <a16:creationId xmlns:a16="http://schemas.microsoft.com/office/drawing/2014/main" id="{9AA3F035-7468-E4EC-FC47-1ADAA135E207}"/>
              </a:ext>
            </a:extLst>
          </p:cNvPr>
          <p:cNvSpPr>
            <a:spLocks noGrp="1"/>
          </p:cNvSpPr>
          <p:nvPr>
            <p:ph type="body" sz="quarter" idx="12" hasCustomPrompt="1"/>
          </p:nvPr>
        </p:nvSpPr>
        <p:spPr>
          <a:xfrm>
            <a:off x="582042" y="3962400"/>
            <a:ext cx="914400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j-lt"/>
              </a:defRPr>
            </a:lvl1pPr>
          </a:lstStyle>
          <a:p>
            <a:pPr lvl="0"/>
            <a:r>
              <a:rPr lang="en-US"/>
              <a:t>Name</a:t>
            </a:r>
          </a:p>
        </p:txBody>
      </p:sp>
      <p:sp>
        <p:nvSpPr>
          <p:cNvPr id="6" name="Text Placeholder 4">
            <a:extLst>
              <a:ext uri="{FF2B5EF4-FFF2-40B4-BE49-F238E27FC236}">
                <a16:creationId xmlns:a16="http://schemas.microsoft.com/office/drawing/2014/main" id="{75611570-5588-E293-E5C8-BFB862DD045F}"/>
              </a:ext>
            </a:extLst>
          </p:cNvPr>
          <p:cNvSpPr>
            <a:spLocks noGrp="1"/>
          </p:cNvSpPr>
          <p:nvPr>
            <p:ph type="body" sz="quarter" idx="14" hasCustomPrompt="1"/>
          </p:nvPr>
        </p:nvSpPr>
        <p:spPr>
          <a:xfrm>
            <a:off x="584200" y="4261494"/>
            <a:ext cx="9144000"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Contact information</a:t>
            </a:r>
          </a:p>
        </p:txBody>
      </p:sp>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spTree>
    <p:extLst>
      <p:ext uri="{BB962C8B-B14F-4D97-AF65-F5344CB8AC3E}">
        <p14:creationId xmlns:p14="http://schemas.microsoft.com/office/powerpoint/2010/main" val="417474806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Closing Logo with Photo">
    <p:bg>
      <p:bgPr>
        <a:solidFill>
          <a:srgbClr val="2A446F"/>
        </a:solidFill>
        <a:effectLst/>
      </p:bgPr>
    </p:bg>
    <p:spTree>
      <p:nvGrpSpPr>
        <p:cNvPr id="1" name=""/>
        <p:cNvGrpSpPr/>
        <p:nvPr/>
      </p:nvGrpSpPr>
      <p:grpSpPr>
        <a:xfrm>
          <a:off x="0" y="0"/>
          <a:ext cx="0" cy="0"/>
          <a:chOff x="0" y="0"/>
          <a:chExt cx="0" cy="0"/>
        </a:xfrm>
      </p:grpSpPr>
      <p:pic>
        <p:nvPicPr>
          <p:cNvPr id="7" name="Microsoft Viva logo" descr="Microsoft Viva logo">
            <a:extLst>
              <a:ext uri="{FF2B5EF4-FFF2-40B4-BE49-F238E27FC236}">
                <a16:creationId xmlns:a16="http://schemas.microsoft.com/office/drawing/2014/main" id="{791184DA-6F80-5308-6385-0E294D6B79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582042" y="586071"/>
            <a:ext cx="1885696"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873681"/>
            <a:ext cx="4167887" cy="677108"/>
          </a:xfrm>
        </p:spPr>
        <p:txBody>
          <a:bodyPr wrap="square" anchor="b" anchorCtr="0">
            <a:spAutoFit/>
          </a:bodyPr>
          <a:lstStyle>
            <a:lvl1pPr marL="0" algn="l" defTabSz="932742" rtl="0" eaLnBrk="1" latinLnBrk="0" hangingPunct="1">
              <a:lnSpc>
                <a:spcPct val="100000"/>
              </a:lnSpc>
              <a:spcBef>
                <a:spcPct val="0"/>
              </a:spcBef>
              <a:buNone/>
              <a:defRPr lang="en-US" sz="4400" b="0" kern="1200" cap="none" spc="-50" baseline="0" dirty="0">
                <a:ln w="3175">
                  <a:noFill/>
                </a:ln>
                <a:solidFill>
                  <a:schemeClr val="tx1"/>
                </a:solidFill>
                <a:effectLst/>
                <a:latin typeface="Segoe UI Semilight" panose="020B0402040204020203" pitchFamily="34" charset="0"/>
                <a:ea typeface="+mn-ea"/>
                <a:cs typeface="Segoe UI Semilight" panose="020B0402040204020203" pitchFamily="34" charset="0"/>
              </a:defRPr>
            </a:lvl1pPr>
          </a:lstStyle>
          <a:p>
            <a:r>
              <a:rPr lang="en-US"/>
              <a:t>Thank you</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solidFill>
                  <a:schemeClr val="tx1"/>
                </a:solidFill>
                <a:latin typeface="+mj-lt"/>
                <a:cs typeface="Segoe UI" panose="020B0502040204020203" pitchFamily="34" charset="0"/>
              </a:defRPr>
            </a:lvl1pPr>
          </a:lstStyle>
          <a:p>
            <a:pPr lvl="0"/>
            <a:r>
              <a:rPr lang="en-US"/>
              <a:t>Speaker name or subtitle</a:t>
            </a:r>
          </a:p>
        </p:txBody>
      </p:sp>
      <p:sp>
        <p:nvSpPr>
          <p:cNvPr id="4" name="Text Placeholder 3">
            <a:extLst>
              <a:ext uri="{FF2B5EF4-FFF2-40B4-BE49-F238E27FC236}">
                <a16:creationId xmlns:a16="http://schemas.microsoft.com/office/drawing/2014/main" id="{8C4598A3-3158-55CB-9A6D-7264D56AF02B}"/>
              </a:ext>
            </a:extLst>
          </p:cNvPr>
          <p:cNvSpPr>
            <a:spLocks noGrp="1"/>
          </p:cNvSpPr>
          <p:nvPr>
            <p:ph type="body" sz="quarter" idx="14" hasCustomPrompt="1"/>
          </p:nvPr>
        </p:nvSpPr>
        <p:spPr>
          <a:xfrm>
            <a:off x="584200" y="4261494"/>
            <a:ext cx="4162425" cy="246221"/>
          </a:xfrm>
        </p:spPr>
        <p:txBody>
          <a:bodyPr/>
          <a:lstStyle>
            <a:lvl1pPr marL="0" indent="0">
              <a:buNone/>
              <a:defRPr sz="1600"/>
            </a:lvl1pPr>
            <a:lvl2pPr marL="228600" indent="0">
              <a:buNone/>
              <a:defRPr/>
            </a:lvl2pPr>
            <a:lvl3pPr marL="457200" indent="0">
              <a:buNone/>
              <a:defRPr/>
            </a:lvl3pPr>
            <a:lvl4pPr marL="661988" indent="0">
              <a:buNone/>
              <a:defRPr/>
            </a:lvl4pPr>
            <a:lvl5pPr marL="855663" indent="0">
              <a:buNone/>
              <a:defRPr/>
            </a:lvl5pPr>
          </a:lstStyle>
          <a:p>
            <a:pPr lvl="0"/>
            <a:r>
              <a:rPr lang="en-US"/>
              <a:t>Company or other information</a:t>
            </a:r>
          </a:p>
        </p:txBody>
      </p:sp>
      <p:sp>
        <p:nvSpPr>
          <p:cNvPr id="10" name="Picture Placeholder 9" descr="This photo is a 'placeholder' only. Drag or drop your photo here, or click and tap the center to insert a photo.">
            <a:extLst>
              <a:ext uri="{FF2B5EF4-FFF2-40B4-BE49-F238E27FC236}">
                <a16:creationId xmlns:a16="http://schemas.microsoft.com/office/drawing/2014/main" id="{937F71D9-5FA1-DECE-2721-B0416707CF7A}"/>
              </a:ext>
            </a:extLst>
          </p:cNvPr>
          <p:cNvSpPr>
            <a:spLocks noGrp="1"/>
          </p:cNvSpPr>
          <p:nvPr>
            <p:ph type="pic" sz="quarter" idx="13"/>
          </p:nvPr>
        </p:nvSpPr>
        <p:spPr>
          <a:xfrm>
            <a:off x="5326063" y="0"/>
            <a:ext cx="6865937" cy="6858000"/>
          </a:xfrm>
          <a:blipFill dpi="0" rotWithShape="1">
            <a:blip r:embed="rId4"/>
            <a:srcRect/>
            <a:tile tx="0" ty="0" sx="100000" sy="100000" flip="none" algn="tl"/>
          </a:blipFill>
        </p:spPr>
        <p:txBody>
          <a:bodyPr/>
          <a:lstStyle>
            <a:lvl1pPr marL="0" indent="0">
              <a:buNone/>
              <a:defRPr>
                <a:noFill/>
              </a:defRPr>
            </a:lvl1pPr>
          </a:lstStyle>
          <a:p>
            <a:r>
              <a:rPr lang="en-US"/>
              <a:t>Click icon to add picture</a:t>
            </a:r>
          </a:p>
        </p:txBody>
      </p:sp>
      <p:sp>
        <p:nvSpPr>
          <p:cNvPr id="8" name="Text Box 3" descr="This is a copyright notice that should be included on the final slide.">
            <a:extLst>
              <a:ext uri="{FF2B5EF4-FFF2-40B4-BE49-F238E27FC236}">
                <a16:creationId xmlns:a16="http://schemas.microsoft.com/office/drawing/2014/main" id="{8CA58C26-DE72-1729-C4F7-9FDC215F0E96}"/>
              </a:ext>
            </a:extLst>
          </p:cNvPr>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spTree>
    <p:extLst>
      <p:ext uri="{BB962C8B-B14F-4D97-AF65-F5344CB8AC3E}">
        <p14:creationId xmlns:p14="http://schemas.microsoft.com/office/powerpoint/2010/main" val="14013370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9248010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547940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80856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4_Title and Content">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509156"/>
            <a:ext cx="1101852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84199" y="1435497"/>
            <a:ext cx="1101852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734105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WTI">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67D298-C46F-BD74-58DD-CEA407137F23}"/>
              </a:ext>
            </a:extLst>
          </p:cNvPr>
          <p:cNvPicPr>
            <a:picLocks noChangeAspect="1"/>
          </p:cNvPicPr>
          <p:nvPr/>
        </p:nvPicPr>
        <p:blipFill rotWithShape="1">
          <a:blip r:embed="rId2">
            <a:extLst>
              <a:ext uri="{28A0092B-C50C-407E-A947-70E740481C1C}">
                <a14:useLocalDpi xmlns:a14="http://schemas.microsoft.com/office/drawing/2010/main" val="0"/>
              </a:ext>
            </a:extLst>
          </a:blip>
          <a:srcRect l="11455" t="6859" r="2267" b="52698"/>
          <a:stretch/>
        </p:blipFill>
        <p:spPr>
          <a:xfrm>
            <a:off x="0" y="0"/>
            <a:ext cx="12192000" cy="6858000"/>
          </a:xfrm>
          <a:prstGeom prst="rect">
            <a:avLst/>
          </a:prstGeom>
        </p:spPr>
      </p:pic>
      <p:sp>
        <p:nvSpPr>
          <p:cNvPr id="8" name="Rectangle 7">
            <a:extLst>
              <a:ext uri="{FF2B5EF4-FFF2-40B4-BE49-F238E27FC236}">
                <a16:creationId xmlns:a16="http://schemas.microsoft.com/office/drawing/2014/main" id="{44B1A0FA-985F-640B-232D-C1DC5F26E302}"/>
              </a:ext>
            </a:extLst>
          </p:cNvPr>
          <p:cNvSpPr/>
          <p:nvPr/>
        </p:nvSpPr>
        <p:spPr>
          <a:xfrm rot="10800000">
            <a:off x="0" y="0"/>
            <a:ext cx="6183883" cy="6852679"/>
          </a:xfrm>
          <a:prstGeom prst="rect">
            <a:avLst/>
          </a:prstGeom>
          <a:gradFill>
            <a:gsLst>
              <a:gs pos="0">
                <a:schemeClr val="bg1">
                  <a:alpha val="0"/>
                </a:schemeClr>
              </a:gs>
              <a:gs pos="99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9862323"/>
      </p:ext>
    </p:extLst>
  </p:cSld>
  <p:clrMapOvr>
    <a:masterClrMapping/>
  </p:clrMapOvr>
  <p:extLst>
    <p:ext uri="{DCECCB84-F9BA-43D5-87BE-67443E8EF086}">
      <p15:sldGuideLst xmlns:p15="http://schemas.microsoft.com/office/powerpoint/2012/main">
        <p15:guide id="29" orient="horz" pos="1271">
          <p15:clr>
            <a:srgbClr val="5ACBF0"/>
          </p15:clr>
        </p15:guide>
        <p15:guide id="31" pos="4310">
          <p15:clr>
            <a:srgbClr val="5ACBF0"/>
          </p15:clr>
        </p15:guide>
        <p15:guide id="32" pos="4494">
          <p15:clr>
            <a:srgbClr val="5ACBF0"/>
          </p15:clr>
        </p15:guide>
        <p15:guide id="33" pos="5808">
          <p15:clr>
            <a:srgbClr val="5ACBF0"/>
          </p15:clr>
        </p15:guide>
        <p15:guide id="34" pos="5998">
          <p15:clr>
            <a:srgbClr val="5ACBF0"/>
          </p15:clr>
        </p15:guide>
        <p15:guide id="35" pos="3653">
          <p15:clr>
            <a:srgbClr val="A4A3A4"/>
          </p15:clr>
        </p15:guide>
        <p15:guide id="36" pos="5151">
          <p15:clr>
            <a:srgbClr val="A4A3A4"/>
          </p15:clr>
        </p15:guide>
        <p15:guide id="37" pos="6648">
          <p15:clr>
            <a:srgbClr val="A4A3A4"/>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Blue Gradi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45FAD1-26DD-B72A-C215-35B22E9BE18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
            <a:ext cx="12191999" cy="6858000"/>
          </a:xfrm>
          <a:prstGeom prst="rect">
            <a:avLst/>
          </a:prstGeom>
        </p:spPr>
      </p:pic>
    </p:spTree>
    <p:extLst>
      <p:ext uri="{BB962C8B-B14F-4D97-AF65-F5344CB8AC3E}">
        <p14:creationId xmlns:p14="http://schemas.microsoft.com/office/powerpoint/2010/main" val="2844167813"/>
      </p:ext>
    </p:extLst>
  </p:cSld>
  <p:clrMapOvr>
    <a:masterClrMapping/>
  </p:clrMapOvr>
  <p:extLst>
    <p:ext uri="{DCECCB84-F9BA-43D5-87BE-67443E8EF086}">
      <p15:sldGuideLst xmlns:p15="http://schemas.microsoft.com/office/powerpoint/2012/main">
        <p15:guide id="29" orient="horz" pos="1271">
          <p15:clr>
            <a:srgbClr val="5ACBF0"/>
          </p15:clr>
        </p15:guide>
        <p15:guide id="31" pos="4310">
          <p15:clr>
            <a:srgbClr val="5ACBF0"/>
          </p15:clr>
        </p15:guide>
        <p15:guide id="32" pos="4494">
          <p15:clr>
            <a:srgbClr val="5ACBF0"/>
          </p15:clr>
        </p15:guide>
        <p15:guide id="33" pos="5808">
          <p15:clr>
            <a:srgbClr val="5ACBF0"/>
          </p15:clr>
        </p15:guide>
        <p15:guide id="34" pos="5998">
          <p15:clr>
            <a:srgbClr val="5ACBF0"/>
          </p15:clr>
        </p15:guide>
        <p15:guide id="35" pos="3653">
          <p15:clr>
            <a:srgbClr val="A4A3A4"/>
          </p15:clr>
        </p15:guide>
        <p15:guide id="36" pos="5151">
          <p15:clr>
            <a:srgbClr val="A4A3A4"/>
          </p15:clr>
        </p15:guide>
        <p15:guide id="37" pos="6648">
          <p15:clr>
            <a:srgbClr val="A4A3A4"/>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itle + subtitle only">
    <p:bg>
      <p:bgPr>
        <a:solidFill>
          <a:schemeClr val="bg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CF6C292-9542-D04A-8728-296FBE8EF28E}"/>
              </a:ext>
            </a:extLst>
          </p:cNvPr>
          <p:cNvSpPr>
            <a:spLocks noGrp="1"/>
          </p:cNvSpPr>
          <p:nvPr>
            <p:ph type="title" hasCustomPrompt="1"/>
          </p:nvPr>
        </p:nvSpPr>
        <p:spPr>
          <a:xfrm>
            <a:off x="723913" y="762000"/>
            <a:ext cx="10667298" cy="445111"/>
          </a:xfrm>
          <a:prstGeom prst="rect">
            <a:avLst/>
          </a:prstGeom>
        </p:spPr>
        <p:txBody>
          <a:bodyPr vert="horz" lIns="91440" tIns="45720" rIns="91440" bIns="45720" rtlCol="0" anchor="b">
            <a:normAutofit/>
          </a:bodyPr>
          <a:lstStyle>
            <a:lvl1pPr>
              <a:defRPr>
                <a:solidFill>
                  <a:schemeClr val="accent2"/>
                </a:solidFill>
              </a:defRPr>
            </a:lvl1pPr>
          </a:lstStyle>
          <a:p>
            <a:r>
              <a:rPr lang="en-US"/>
              <a:t>Enter slide title here</a:t>
            </a:r>
          </a:p>
        </p:txBody>
      </p:sp>
      <p:sp>
        <p:nvSpPr>
          <p:cNvPr id="16" name="Text Placeholder 8">
            <a:extLst>
              <a:ext uri="{FF2B5EF4-FFF2-40B4-BE49-F238E27FC236}">
                <a16:creationId xmlns:a16="http://schemas.microsoft.com/office/drawing/2014/main" id="{862C563E-1C76-004E-9470-67C8287E2234}"/>
              </a:ext>
            </a:extLst>
          </p:cNvPr>
          <p:cNvSpPr>
            <a:spLocks noGrp="1"/>
          </p:cNvSpPr>
          <p:nvPr>
            <p:ph type="body" sz="quarter" idx="11" hasCustomPrompt="1"/>
          </p:nvPr>
        </p:nvSpPr>
        <p:spPr>
          <a:xfrm>
            <a:off x="720755" y="1214657"/>
            <a:ext cx="10667299" cy="685800"/>
          </a:xfrm>
        </p:spPr>
        <p:txBody>
          <a:bodyPr lIns="109728" anchor="t">
            <a:normAutofit/>
          </a:bodyPr>
          <a:lstStyle>
            <a:lvl1pPr marL="0" indent="0">
              <a:buFontTx/>
              <a:buNone/>
              <a:defRPr sz="2200" b="0" i="0" baseline="0">
                <a:solidFill>
                  <a:schemeClr val="accent6"/>
                </a:solidFill>
                <a:latin typeface="Community Light" panose="02000303040000020003" pitchFamily="2" charset="0"/>
              </a:defRPr>
            </a:lvl1pPr>
            <a:lvl2pPr marL="457018" indent="0">
              <a:buFontTx/>
              <a:buNone/>
              <a:defRPr b="0" i="0">
                <a:solidFill>
                  <a:schemeClr val="accent6"/>
                </a:solidFill>
                <a:latin typeface="LKN Sans Light" panose="02000303040000020003" pitchFamily="2" charset="0"/>
              </a:defRPr>
            </a:lvl2pPr>
            <a:lvl3pPr marL="914034" indent="0">
              <a:buFontTx/>
              <a:buNone/>
              <a:defRPr b="0" i="0">
                <a:solidFill>
                  <a:schemeClr val="accent6"/>
                </a:solidFill>
                <a:latin typeface="LKN Sans Light" panose="02000303040000020003" pitchFamily="2" charset="0"/>
              </a:defRPr>
            </a:lvl3pPr>
            <a:lvl4pPr marL="1371052" indent="0">
              <a:buFontTx/>
              <a:buNone/>
              <a:defRPr b="0" i="0">
                <a:solidFill>
                  <a:schemeClr val="accent6"/>
                </a:solidFill>
                <a:latin typeface="LKN Sans Light" panose="02000303040000020003" pitchFamily="2" charset="0"/>
              </a:defRPr>
            </a:lvl4pPr>
            <a:lvl5pPr marL="1828068" indent="0">
              <a:buFontTx/>
              <a:buNone/>
              <a:defRPr b="0" i="0">
                <a:solidFill>
                  <a:schemeClr val="accent6"/>
                </a:solidFill>
                <a:latin typeface="LKN Sans Light" panose="02000303040000020003" pitchFamily="2" charset="0"/>
              </a:defRPr>
            </a:lvl5pPr>
          </a:lstStyle>
          <a:p>
            <a:pPr lvl="0"/>
            <a:r>
              <a:rPr lang="en-US"/>
              <a:t>Enter your subtitle here</a:t>
            </a:r>
          </a:p>
        </p:txBody>
      </p:sp>
      <p:sp>
        <p:nvSpPr>
          <p:cNvPr id="4" name="Folded Corner 3">
            <a:extLst>
              <a:ext uri="{FF2B5EF4-FFF2-40B4-BE49-F238E27FC236}">
                <a16:creationId xmlns:a16="http://schemas.microsoft.com/office/drawing/2014/main" id="{00F0ED64-753C-D44B-B6D0-646151DB6B98}"/>
              </a:ext>
            </a:extLst>
          </p:cNvPr>
          <p:cNvSpPr/>
          <p:nvPr/>
        </p:nvSpPr>
        <p:spPr>
          <a:xfrm>
            <a:off x="1" y="-1219200"/>
            <a:ext cx="4457913" cy="937995"/>
          </a:xfrm>
          <a:prstGeom prst="foldedCorner">
            <a:avLst>
              <a:gd name="adj" fmla="val 8607"/>
            </a:avLst>
          </a:prstGeom>
          <a:solidFill>
            <a:srgbClr val="FCE2BA"/>
          </a:solidFill>
          <a:ln>
            <a:noFill/>
          </a:ln>
          <a:effectLst/>
        </p:spPr>
        <p:style>
          <a:lnRef idx="1">
            <a:schemeClr val="accent1"/>
          </a:lnRef>
          <a:fillRef idx="3">
            <a:schemeClr val="accent1"/>
          </a:fillRef>
          <a:effectRef idx="2">
            <a:schemeClr val="accent1"/>
          </a:effectRef>
          <a:fontRef idx="minor">
            <a:schemeClr val="lt1"/>
          </a:fontRef>
        </p:style>
        <p:txBody>
          <a:bodyPr lIns="137124" tIns="137124" rIns="137124" rtlCol="0" anchor="t"/>
          <a:lstStyle/>
          <a:p>
            <a:r>
              <a:rPr lang="en-US" sz="1200" b="1">
                <a:solidFill>
                  <a:schemeClr val="tx1"/>
                </a:solidFill>
                <a:latin typeface="Source Sans Pro" charset="0"/>
                <a:ea typeface="Source Sans Pro" charset="0"/>
                <a:cs typeface="Arial" panose="020B0604020202020204" pitchFamily="34" charset="0"/>
              </a:rPr>
              <a:t>Purpose of Layout</a:t>
            </a:r>
            <a:r>
              <a:rPr lang="en-US" sz="1200">
                <a:solidFill>
                  <a:schemeClr val="tx1"/>
                </a:solidFill>
                <a:latin typeface="Source Sans Pro" charset="0"/>
                <a:ea typeface="Source Sans Pro" charset="0"/>
                <a:cs typeface="Arial" panose="020B0604020202020204" pitchFamily="34" charset="0"/>
              </a:rPr>
              <a:t>: This a multi-purpose title and subtitle layout.</a:t>
            </a:r>
          </a:p>
          <a:p>
            <a:endParaRPr lang="en-US" sz="1200" b="1">
              <a:solidFill>
                <a:schemeClr val="tx1"/>
              </a:solidFill>
              <a:latin typeface="Source Sans Pro" charset="0"/>
              <a:ea typeface="Source Sans Pro" charset="0"/>
              <a:cs typeface="Arial" panose="020B0604020202020204" pitchFamily="34" charset="0"/>
            </a:endParaRPr>
          </a:p>
          <a:p>
            <a:r>
              <a:rPr lang="en-US" sz="1200" b="1">
                <a:solidFill>
                  <a:schemeClr val="tx1"/>
                </a:solidFill>
                <a:latin typeface="Source Sans Pro" charset="0"/>
                <a:ea typeface="Source Sans Pro" charset="0"/>
                <a:cs typeface="Arial" panose="020B0604020202020204" pitchFamily="34" charset="0"/>
              </a:rPr>
              <a:t>Tip: </a:t>
            </a:r>
            <a:r>
              <a:rPr lang="en-US" sz="1200" b="0">
                <a:solidFill>
                  <a:schemeClr val="tx1"/>
                </a:solidFill>
                <a:latin typeface="Source Sans Pro" charset="0"/>
                <a:ea typeface="Source Sans Pro" charset="0"/>
                <a:cs typeface="Arial" panose="020B0604020202020204" pitchFamily="34" charset="0"/>
              </a:rPr>
              <a:t>Make sure to keep your slide titles short and clear. Only add subtitles if it adds the message.</a:t>
            </a:r>
            <a:endParaRPr lang="en-US" sz="1200" b="1">
              <a:solidFill>
                <a:schemeClr val="tx1"/>
              </a:solidFill>
              <a:latin typeface="Source Sans Pro" panose="020B0503030403020204" pitchFamily="34" charset="77"/>
              <a:ea typeface="Source Sans Pro" charset="0"/>
              <a:cs typeface="Arial" panose="020B0604020202020204" pitchFamily="34" charset="0"/>
            </a:endParaRPr>
          </a:p>
        </p:txBody>
      </p:sp>
    </p:spTree>
    <p:extLst>
      <p:ext uri="{BB962C8B-B14F-4D97-AF65-F5344CB8AC3E}">
        <p14:creationId xmlns:p14="http://schemas.microsoft.com/office/powerpoint/2010/main" val="60174690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4" y="121841"/>
            <a:ext cx="11336039" cy="758022"/>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2629550546"/>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Footer Placeholder 4">
            <a:extLst>
              <a:ext uri="{FF2B5EF4-FFF2-40B4-BE49-F238E27FC236}">
                <a16:creationId xmlns:a16="http://schemas.microsoft.com/office/drawing/2014/main" id="{6E89407B-5079-4CAF-AE29-795198E40233}"/>
              </a:ext>
            </a:extLst>
          </p:cNvPr>
          <p:cNvSpPr>
            <a:spLocks noGrp="1"/>
          </p:cNvSpPr>
          <p:nvPr>
            <p:ph type="ftr" sz="quarter" idx="3"/>
          </p:nvPr>
        </p:nvSpPr>
        <p:spPr>
          <a:xfrm>
            <a:off x="239723" y="6484702"/>
            <a:ext cx="4114800" cy="365125"/>
          </a:xfrm>
          <a:prstGeom prst="rect">
            <a:avLst/>
          </a:prstGeom>
        </p:spPr>
        <p:txBody>
          <a:bodyPr vert="horz" lIns="91440" tIns="45720" rIns="91440" bIns="45720" rtlCol="0" anchor="ctr"/>
          <a:lstStyle>
            <a:lvl1pPr algn="l">
              <a:defRPr sz="700" spc="300">
                <a:solidFill>
                  <a:schemeClr val="tx1">
                    <a:lumMod val="40000"/>
                    <a:lumOff val="60000"/>
                  </a:schemeClr>
                </a:solidFill>
                <a:latin typeface="Segoe UI" panose="020B0502040204020203" pitchFamily="34" charset="0"/>
                <a:cs typeface="Segoe UI" panose="020B0502040204020203" pitchFamily="34" charset="0"/>
              </a:defRPr>
            </a:lvl1pPr>
          </a:lstStyle>
          <a:p>
            <a:endParaRPr lang="en-US"/>
          </a:p>
        </p:txBody>
      </p:sp>
      <p:sp>
        <p:nvSpPr>
          <p:cNvPr id="10" name="Slide Number Placeholder 5">
            <a:extLst>
              <a:ext uri="{FF2B5EF4-FFF2-40B4-BE49-F238E27FC236}">
                <a16:creationId xmlns:a16="http://schemas.microsoft.com/office/drawing/2014/main" id="{6FBF4C4E-4870-4A23-87A2-E746B75BE916}"/>
              </a:ext>
            </a:extLst>
          </p:cNvPr>
          <p:cNvSpPr>
            <a:spLocks noGrp="1"/>
          </p:cNvSpPr>
          <p:nvPr>
            <p:ph type="sldNum" sz="quarter" idx="4"/>
          </p:nvPr>
        </p:nvSpPr>
        <p:spPr>
          <a:xfrm>
            <a:off x="9209077" y="6492875"/>
            <a:ext cx="2743200" cy="365125"/>
          </a:xfrm>
          <a:prstGeom prst="rect">
            <a:avLst/>
          </a:prstGeom>
        </p:spPr>
        <p:txBody>
          <a:bodyPr vert="horz" lIns="91440" tIns="45720" rIns="91440" bIns="45720" rtlCol="0" anchor="ctr"/>
          <a:lstStyle>
            <a:lvl1pPr algn="r">
              <a:defRPr sz="700">
                <a:solidFill>
                  <a:schemeClr val="tx1">
                    <a:lumMod val="40000"/>
                    <a:lumOff val="60000"/>
                  </a:schemeClr>
                </a:solidFill>
                <a:latin typeface="Segoe UI Bold" panose="020B0802040204020203" pitchFamily="34" charset="0"/>
                <a:cs typeface="Segoe UI Bold" panose="020B0802040204020203" pitchFamily="34" charset="0"/>
              </a:defRPr>
            </a:lvl1pPr>
          </a:lstStyle>
          <a:p>
            <a:fld id="{06FE9125-3AA6-446F-9EBA-3918E860FF6D}" type="slidenum">
              <a:rPr lang="en-US" smtClean="0"/>
              <a:t>‹#›</a:t>
            </a:fld>
            <a:endParaRPr lang="en-US"/>
          </a:p>
        </p:txBody>
      </p:sp>
    </p:spTree>
    <p:extLst>
      <p:ext uri="{BB962C8B-B14F-4D97-AF65-F5344CB8AC3E}">
        <p14:creationId xmlns:p14="http://schemas.microsoft.com/office/powerpoint/2010/main" val="2091618004"/>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Content: 3-col">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15553"/>
          </a:xfrm>
        </p:spPr>
        <p:txBody>
          <a:bodyPr anchor="t"/>
          <a:lstStyle>
            <a:lvl1pPr marL="0" indent="0">
              <a:spcBef>
                <a:spcPts val="0"/>
              </a:spcBef>
              <a:buNone/>
              <a:defRPr sz="2000" b="0" i="0">
                <a:solidFill>
                  <a:schemeClr val="tx1"/>
                </a:solidFill>
                <a:latin typeface="Segoe UI Semibold" panose="020B0702040204020203" pitchFamily="34" charset="0"/>
                <a:cs typeface="Segoe UI Semibold" panose="020B0702040204020203" pitchFamily="34" charset="0"/>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156106"/>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15553"/>
          </a:xfrm>
        </p:spPr>
        <p:txBody>
          <a:bodyPr anchor="t"/>
          <a:lstStyle>
            <a:lvl1pPr marL="0" indent="0">
              <a:spcBef>
                <a:spcPts val="0"/>
              </a:spcBef>
              <a:buNone/>
              <a:defRPr sz="2000" b="0" i="0">
                <a:solidFill>
                  <a:schemeClr val="tx1"/>
                </a:solidFill>
                <a:latin typeface="Segoe UI Semibold" panose="020B0702040204020203" pitchFamily="34" charset="0"/>
                <a:cs typeface="Segoe UI Semibold" panose="020B0702040204020203" pitchFamily="34" charset="0"/>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149466"/>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15553"/>
          </a:xfrm>
        </p:spPr>
        <p:txBody>
          <a:bodyPr anchor="t"/>
          <a:lstStyle>
            <a:lvl1pPr marL="0" indent="0">
              <a:spcBef>
                <a:spcPts val="0"/>
              </a:spcBef>
              <a:buNone/>
              <a:defRPr sz="2000" b="0" i="0">
                <a:solidFill>
                  <a:schemeClr val="tx1"/>
                </a:solidFill>
                <a:latin typeface="Segoe UI Semibold" panose="020B0702040204020203" pitchFamily="34" charset="0"/>
                <a:cs typeface="Segoe UI Semibold" panose="020B0702040204020203" pitchFamily="34" charset="0"/>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156106"/>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21494FCB-C4B8-4301-9FDE-2FB12775B5EA}"/>
              </a:ext>
            </a:extLst>
          </p:cNvPr>
          <p:cNvSpPr>
            <a:spLocks noGrp="1"/>
          </p:cNvSpPr>
          <p:nvPr>
            <p:ph type="ftr" sz="quarter" idx="3"/>
          </p:nvPr>
        </p:nvSpPr>
        <p:spPr>
          <a:xfrm>
            <a:off x="239723" y="6484702"/>
            <a:ext cx="4114800" cy="365125"/>
          </a:xfrm>
          <a:prstGeom prst="rect">
            <a:avLst/>
          </a:prstGeom>
        </p:spPr>
        <p:txBody>
          <a:bodyPr vert="horz" lIns="91440" tIns="45720" rIns="91440" bIns="45720" rtlCol="0" anchor="ctr"/>
          <a:lstStyle>
            <a:lvl1pPr algn="l">
              <a:defRPr sz="700" spc="300">
                <a:solidFill>
                  <a:schemeClr val="tx1">
                    <a:lumMod val="40000"/>
                    <a:lumOff val="60000"/>
                  </a:schemeClr>
                </a:solidFill>
                <a:latin typeface="Segoe UI" panose="020B0502040204020203" pitchFamily="34" charset="0"/>
                <a:cs typeface="Segoe UI" panose="020B0502040204020203" pitchFamily="34" charset="0"/>
              </a:defRPr>
            </a:lvl1pPr>
          </a:lstStyle>
          <a:p>
            <a:endParaRPr lang="en-US"/>
          </a:p>
        </p:txBody>
      </p:sp>
      <p:sp>
        <p:nvSpPr>
          <p:cNvPr id="12" name="Slide Number Placeholder 5">
            <a:extLst>
              <a:ext uri="{FF2B5EF4-FFF2-40B4-BE49-F238E27FC236}">
                <a16:creationId xmlns:a16="http://schemas.microsoft.com/office/drawing/2014/main" id="{4CFF3E6B-982F-4688-8A0E-6B442E9683DF}"/>
              </a:ext>
            </a:extLst>
          </p:cNvPr>
          <p:cNvSpPr>
            <a:spLocks noGrp="1"/>
          </p:cNvSpPr>
          <p:nvPr>
            <p:ph type="sldNum" sz="quarter" idx="4"/>
          </p:nvPr>
        </p:nvSpPr>
        <p:spPr>
          <a:xfrm>
            <a:off x="9209077" y="6492875"/>
            <a:ext cx="2743200" cy="365125"/>
          </a:xfrm>
          <a:prstGeom prst="rect">
            <a:avLst/>
          </a:prstGeom>
        </p:spPr>
        <p:txBody>
          <a:bodyPr vert="horz" lIns="91440" tIns="45720" rIns="91440" bIns="45720" rtlCol="0" anchor="ctr"/>
          <a:lstStyle>
            <a:lvl1pPr algn="r">
              <a:defRPr sz="700">
                <a:solidFill>
                  <a:schemeClr val="tx1">
                    <a:lumMod val="40000"/>
                    <a:lumOff val="60000"/>
                  </a:schemeClr>
                </a:solidFill>
                <a:latin typeface="Segoe UI Bold" panose="020B0802040204020203" pitchFamily="34" charset="0"/>
                <a:cs typeface="Segoe UI Bold" panose="020B0802040204020203" pitchFamily="34" charset="0"/>
              </a:defRPr>
            </a:lvl1pPr>
          </a:lstStyle>
          <a:p>
            <a:fld id="{06FE9125-3AA6-446F-9EBA-3918E860FF6D}" type="slidenum">
              <a:rPr lang="en-US" smtClean="0"/>
              <a:t>‹#›</a:t>
            </a:fld>
            <a:endParaRPr lang="en-US"/>
          </a:p>
        </p:txBody>
      </p:sp>
    </p:spTree>
    <p:extLst>
      <p:ext uri="{BB962C8B-B14F-4D97-AF65-F5344CB8AC3E}">
        <p14:creationId xmlns:p14="http://schemas.microsoft.com/office/powerpoint/2010/main" val="3661498085"/>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Rectangle 2">
            <a:extLst>
              <a:ext uri="{FF2B5EF4-FFF2-40B4-BE49-F238E27FC236}">
                <a16:creationId xmlns:a16="http://schemas.microsoft.com/office/drawing/2014/main" id="{0DFE0CCE-AF81-D964-81E3-986A81CA7CD6}"/>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068907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Slide 1">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2422AF-3058-B144-8730-CC9C5C8B12AE}"/>
              </a:ext>
              <a:ext uri="{C183D7F6-B498-43B3-948B-1728B52AA6E4}">
                <adec:decorative xmlns:adec="http://schemas.microsoft.com/office/drawing/2017/decorative" val="1"/>
              </a:ext>
            </a:extLst>
          </p:cNvPr>
          <p:cNvPicPr>
            <a:picLocks noChangeAspect="1"/>
          </p:cNvPicPr>
          <p:nvPr/>
        </p:nvPicPr>
        <p:blipFill rotWithShape="1">
          <a:blip r:embed="rId2"/>
          <a:srcRect l="17093" t="1130" r="5634" b="220"/>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23EF143-CE0B-763F-31DC-5E3FD677E5F8}"/>
              </a:ext>
              <a:ext uri="{C183D7F6-B498-43B3-948B-1728B52AA6E4}">
                <adec:decorative xmlns:adec="http://schemas.microsoft.com/office/drawing/2017/decorative" val="1"/>
              </a:ext>
            </a:extLst>
          </p:cNvPr>
          <p:cNvSpPr/>
          <p:nvPr/>
        </p:nvSpPr>
        <p:spPr bwMode="auto">
          <a:xfrm>
            <a:off x="-1" y="0"/>
            <a:ext cx="6505303"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2859842"/>
            <a:ext cx="9144000" cy="677108"/>
          </a:xfrm>
          <a:noFill/>
        </p:spPr>
        <p:txBody>
          <a:bodyPr lIns="0" tIns="0" rIns="0" bIns="0" anchor="b" anchorCtr="0">
            <a:spAutoFit/>
          </a:bodyPr>
          <a:lstStyle>
            <a:lvl1pPr>
              <a:defRPr sz="4400" spc="-50" baseline="0">
                <a:gradFill>
                  <a:gsLst>
                    <a:gs pos="50000">
                      <a:schemeClr val="accent5"/>
                    </a:gs>
                    <a:gs pos="0">
                      <a:schemeClr val="accent1"/>
                    </a:gs>
                    <a:gs pos="100000">
                      <a:srgbClr val="C73ECC"/>
                    </a:gs>
                  </a:gsLst>
                  <a:lin ang="2700000" scaled="1"/>
                </a:gradFill>
                <a:latin typeface="+mj-lt"/>
                <a:cs typeface="Segoe UI" panose="020B0502040204020203" pitchFamily="34" charset="0"/>
              </a:defRPr>
            </a:lvl1pPr>
          </a:lstStyle>
          <a:p>
            <a:r>
              <a:rPr lang="en-US"/>
              <a:t>Event name or presentation title </a:t>
            </a:r>
          </a:p>
        </p:txBody>
      </p:sp>
      <p:pic>
        <p:nvPicPr>
          <p:cNvPr id="10" name="Picture 9" descr="A close-up of a logo&#10;&#10;Description automatically generated with medium confidence">
            <a:extLst>
              <a:ext uri="{FF2B5EF4-FFF2-40B4-BE49-F238E27FC236}">
                <a16:creationId xmlns:a16="http://schemas.microsoft.com/office/drawing/2014/main" id="{97B1F2AE-6C5C-018D-7632-164C4B217057}"/>
              </a:ext>
            </a:extLst>
          </p:cNvPr>
          <p:cNvPicPr>
            <a:picLocks noChangeAspect="1"/>
          </p:cNvPicPr>
          <p:nvPr/>
        </p:nvPicPr>
        <p:blipFill>
          <a:blip r:embed="rId3"/>
          <a:stretch>
            <a:fillRect/>
          </a:stretch>
        </p:blipFill>
        <p:spPr>
          <a:xfrm>
            <a:off x="296863" y="298450"/>
            <a:ext cx="2361272" cy="867859"/>
          </a:xfrm>
          <a:prstGeom prst="rect">
            <a:avLst/>
          </a:prstGeom>
        </p:spPr>
      </p:pic>
      <p:sp>
        <p:nvSpPr>
          <p:cNvPr id="5" name="Text Placeholder 4">
            <a:extLst>
              <a:ext uri="{FF2B5EF4-FFF2-40B4-BE49-F238E27FC236}">
                <a16:creationId xmlns:a16="http://schemas.microsoft.com/office/drawing/2014/main" id="{2117018B-B519-E0C7-79F9-9F1296445CE7}"/>
              </a:ext>
            </a:extLst>
          </p:cNvPr>
          <p:cNvSpPr>
            <a:spLocks noGrp="1"/>
          </p:cNvSpPr>
          <p:nvPr>
            <p:ph type="body" sz="quarter" idx="10"/>
          </p:nvPr>
        </p:nvSpPr>
        <p:spPr>
          <a:xfrm>
            <a:off x="584200" y="3962400"/>
            <a:ext cx="9150350" cy="338554"/>
          </a:xfrm>
        </p:spPr>
        <p:txBody>
          <a:bodyPr/>
          <a:lstStyle>
            <a:lvl1pPr marL="0" indent="0">
              <a:buNone/>
              <a:defRPr sz="2200">
                <a:latin typeface="+mj-lt"/>
              </a:defRPr>
            </a:lvl1pPr>
            <a:lvl2pPr marL="228600" indent="0">
              <a:buNone/>
              <a:defRPr/>
            </a:lvl2pPr>
          </a:lstStyle>
          <a:p>
            <a:pPr lvl="0"/>
            <a:r>
              <a:rPr lang="en-US"/>
              <a:t>Click to edit Master text styles</a:t>
            </a:r>
          </a:p>
        </p:txBody>
      </p:sp>
      <p:grpSp>
        <p:nvGrpSpPr>
          <p:cNvPr id="14" name="Group 13">
            <a:extLst>
              <a:ext uri="{FF2B5EF4-FFF2-40B4-BE49-F238E27FC236}">
                <a16:creationId xmlns:a16="http://schemas.microsoft.com/office/drawing/2014/main" id="{7B926D93-96C3-00C7-DCB2-C247AD8106E9}"/>
              </a:ext>
            </a:extLst>
          </p:cNvPr>
          <p:cNvGrpSpPr/>
          <p:nvPr/>
        </p:nvGrpSpPr>
        <p:grpSpPr>
          <a:xfrm>
            <a:off x="10962344" y="331941"/>
            <a:ext cx="1229656" cy="787970"/>
            <a:chOff x="9706632" y="331941"/>
            <a:chExt cx="1229656" cy="787970"/>
          </a:xfrm>
        </p:grpSpPr>
        <p:sp>
          <p:nvSpPr>
            <p:cNvPr id="4" name="Rectangle: Top Corners Rounded 3">
              <a:extLst>
                <a:ext uri="{FF2B5EF4-FFF2-40B4-BE49-F238E27FC236}">
                  <a16:creationId xmlns:a16="http://schemas.microsoft.com/office/drawing/2014/main" id="{DFE2F7FE-4CFF-1C92-C90D-2A53E0608EF8}"/>
                </a:ext>
                <a:ext uri="{C183D7F6-B498-43B3-948B-1728B52AA6E4}">
                  <adec:decorative xmlns:adec="http://schemas.microsoft.com/office/drawing/2017/decorative" val="1"/>
                </a:ext>
              </a:extLst>
            </p:cNvPr>
            <p:cNvSpPr/>
            <p:nvPr/>
          </p:nvSpPr>
          <p:spPr bwMode="auto">
            <a:xfrm rot="16200000">
              <a:off x="9927475" y="111098"/>
              <a:ext cx="787970" cy="1229656"/>
            </a:xfrm>
            <a:prstGeom prst="round2SameRect">
              <a:avLst>
                <a:gd name="adj1" fmla="val 50000"/>
                <a:gd name="adj2" fmla="val 0"/>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alpha val="72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Oval 6">
              <a:extLst>
                <a:ext uri="{FF2B5EF4-FFF2-40B4-BE49-F238E27FC236}">
                  <a16:creationId xmlns:a16="http://schemas.microsoft.com/office/drawing/2014/main" id="{4D6246BF-AD21-EE64-45C2-58F8BFF440D9}"/>
                </a:ext>
                <a:ext uri="{C183D7F6-B498-43B3-948B-1728B52AA6E4}">
                  <adec:decorative xmlns:adec="http://schemas.microsoft.com/office/drawing/2017/decorative" val="1"/>
                </a:ext>
              </a:extLst>
            </p:cNvPr>
            <p:cNvSpPr/>
            <p:nvPr/>
          </p:nvSpPr>
          <p:spPr bwMode="auto">
            <a:xfrm>
              <a:off x="9762292" y="378680"/>
              <a:ext cx="694492" cy="694492"/>
            </a:xfrm>
            <a:prstGeom prst="ellipse">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pic>
          <p:nvPicPr>
            <p:cNvPr id="12" name="Picture 11" descr="Copilot icon">
              <a:extLst>
                <a:ext uri="{FF2B5EF4-FFF2-40B4-BE49-F238E27FC236}">
                  <a16:creationId xmlns:a16="http://schemas.microsoft.com/office/drawing/2014/main" id="{48E71862-46E9-1E30-ED58-7F0E39F78298}"/>
                </a:ext>
              </a:extLst>
            </p:cNvPr>
            <p:cNvPicPr>
              <a:picLocks noChangeAspect="1"/>
            </p:cNvPicPr>
            <p:nvPr/>
          </p:nvPicPr>
          <p:blipFill>
            <a:blip r:embed="rId4"/>
            <a:stretch>
              <a:fillRect/>
            </a:stretch>
          </p:blipFill>
          <p:spPr>
            <a:xfrm>
              <a:off x="9865400" y="457644"/>
              <a:ext cx="488276" cy="536566"/>
            </a:xfrm>
            <a:prstGeom prst="rect">
              <a:avLst/>
            </a:prstGeom>
          </p:spPr>
        </p:pic>
      </p:grpSp>
    </p:spTree>
    <p:extLst>
      <p:ext uri="{BB962C8B-B14F-4D97-AF65-F5344CB8AC3E}">
        <p14:creationId xmlns:p14="http://schemas.microsoft.com/office/powerpoint/2010/main" val="8116659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2422AF-3058-B144-8730-CC9C5C8B12AE}"/>
              </a:ext>
              <a:ext uri="{C183D7F6-B498-43B3-948B-1728B52AA6E4}">
                <adec:decorative xmlns:adec="http://schemas.microsoft.com/office/drawing/2017/decorative" val="1"/>
              </a:ext>
            </a:extLst>
          </p:cNvPr>
          <p:cNvPicPr>
            <a:picLocks noChangeAspect="1"/>
          </p:cNvPicPr>
          <p:nvPr/>
        </p:nvPicPr>
        <p:blipFill rotWithShape="1">
          <a:blip r:embed="rId2"/>
          <a:srcRect l="17093" t="1130" r="5634" b="220"/>
          <a:stretch/>
        </p:blipFill>
        <p:spPr>
          <a:xfrm>
            <a:off x="0" y="0"/>
            <a:ext cx="12192000" cy="6858000"/>
          </a:xfrm>
          <a:prstGeom prst="rect">
            <a:avLst/>
          </a:prstGeom>
        </p:spPr>
      </p:pic>
      <p:pic>
        <p:nvPicPr>
          <p:cNvPr id="10" name="Picture 9" descr="A close-up of a logo&#10;&#10;Description automatically generated with medium confidence">
            <a:extLst>
              <a:ext uri="{FF2B5EF4-FFF2-40B4-BE49-F238E27FC236}">
                <a16:creationId xmlns:a16="http://schemas.microsoft.com/office/drawing/2014/main" id="{97B1F2AE-6C5C-018D-7632-164C4B217057}"/>
              </a:ext>
            </a:extLst>
          </p:cNvPr>
          <p:cNvPicPr>
            <a:picLocks noChangeAspect="1"/>
          </p:cNvPicPr>
          <p:nvPr/>
        </p:nvPicPr>
        <p:blipFill>
          <a:blip r:embed="rId3"/>
          <a:stretch>
            <a:fillRect/>
          </a:stretch>
        </p:blipFill>
        <p:spPr>
          <a:xfrm>
            <a:off x="296863" y="298450"/>
            <a:ext cx="2361272" cy="867859"/>
          </a:xfrm>
          <a:prstGeom prst="rect">
            <a:avLst/>
          </a:prstGeom>
        </p:spPr>
      </p:pic>
      <p:pic>
        <p:nvPicPr>
          <p:cNvPr id="11" name="Picture 10">
            <a:extLst>
              <a:ext uri="{FF2B5EF4-FFF2-40B4-BE49-F238E27FC236}">
                <a16:creationId xmlns:a16="http://schemas.microsoft.com/office/drawing/2014/main" id="{80A446DA-4E27-944A-D133-88CD77BAFA64}"/>
              </a:ext>
              <a:ext uri="{C183D7F6-B498-43B3-948B-1728B52AA6E4}">
                <adec:decorative xmlns:adec="http://schemas.microsoft.com/office/drawing/2017/decorative" val="1"/>
              </a:ext>
            </a:extLst>
          </p:cNvPr>
          <p:cNvPicPr>
            <a:picLocks noChangeAspect="1"/>
          </p:cNvPicPr>
          <p:nvPr/>
        </p:nvPicPr>
        <p:blipFill rotWithShape="1">
          <a:blip r:embed="rId4">
            <a:alphaModFix amt="50000"/>
            <a:extLst>
              <a:ext uri="{BEBA8EAE-BF5A-486C-A8C5-ECC9F3942E4B}">
                <a14:imgProps xmlns:a14="http://schemas.microsoft.com/office/drawing/2010/main">
                  <a14:imgLayer r:embed="rId5">
                    <a14:imgEffect>
                      <a14:sharpenSoften amount="-100000"/>
                    </a14:imgEffect>
                  </a14:imgLayer>
                </a14:imgProps>
              </a:ext>
            </a:extLst>
          </a:blip>
          <a:srcRect l="17094" t="21773" r="21208" b="8622"/>
          <a:stretch/>
        </p:blipFill>
        <p:spPr>
          <a:xfrm>
            <a:off x="0" y="1435100"/>
            <a:ext cx="9734551" cy="4833938"/>
          </a:xfrm>
          <a:custGeom>
            <a:avLst/>
            <a:gdLst>
              <a:gd name="connsiteX0" fmla="*/ 0 w 9734551"/>
              <a:gd name="connsiteY0" fmla="*/ 0 h 4833938"/>
              <a:gd name="connsiteX1" fmla="*/ 9416816 w 9734551"/>
              <a:gd name="connsiteY1" fmla="*/ 0 h 4833938"/>
              <a:gd name="connsiteX2" fmla="*/ 9734551 w 9734551"/>
              <a:gd name="connsiteY2" fmla="*/ 317735 h 4833938"/>
              <a:gd name="connsiteX3" fmla="*/ 9734551 w 9734551"/>
              <a:gd name="connsiteY3" fmla="*/ 4516203 h 4833938"/>
              <a:gd name="connsiteX4" fmla="*/ 9416816 w 9734551"/>
              <a:gd name="connsiteY4" fmla="*/ 4833938 h 4833938"/>
              <a:gd name="connsiteX5" fmla="*/ 0 w 9734551"/>
              <a:gd name="connsiteY5" fmla="*/ 4833938 h 4833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4551" h="4833938">
                <a:moveTo>
                  <a:pt x="0" y="0"/>
                </a:moveTo>
                <a:lnTo>
                  <a:pt x="9416816" y="0"/>
                </a:lnTo>
                <a:cubicBezTo>
                  <a:pt x="9592296" y="0"/>
                  <a:pt x="9734551" y="142255"/>
                  <a:pt x="9734551" y="317735"/>
                </a:cubicBezTo>
                <a:lnTo>
                  <a:pt x="9734551" y="4516203"/>
                </a:lnTo>
                <a:cubicBezTo>
                  <a:pt x="9734551" y="4691683"/>
                  <a:pt x="9592296" y="4833938"/>
                  <a:pt x="9416816" y="4833938"/>
                </a:cubicBezTo>
                <a:lnTo>
                  <a:pt x="0" y="4833938"/>
                </a:lnTo>
                <a:close/>
              </a:path>
            </a:pathLst>
          </a:custGeom>
          <a:solidFill>
            <a:schemeClr val="bg1"/>
          </a:solidFill>
          <a:ln>
            <a:solidFill>
              <a:schemeClr val="bg1"/>
            </a:solidFill>
          </a:ln>
          <a:effectLst>
            <a:outerShdw blurRad="223661" dist="140295" dir="2700000" algn="tl" rotWithShape="0">
              <a:schemeClr val="accent1">
                <a:alpha val="15000"/>
              </a:schemeClr>
            </a:outerShdw>
          </a:effectLst>
        </p:spPr>
      </p:pic>
      <p:sp>
        <p:nvSpPr>
          <p:cNvPr id="9" name="Title 1"/>
          <p:cNvSpPr>
            <a:spLocks noGrp="1"/>
          </p:cNvSpPr>
          <p:nvPr>
            <p:ph type="title" hasCustomPrompt="1"/>
          </p:nvPr>
        </p:nvSpPr>
        <p:spPr>
          <a:xfrm>
            <a:off x="584200" y="2859842"/>
            <a:ext cx="9144000" cy="677108"/>
          </a:xfrm>
          <a:noFill/>
        </p:spPr>
        <p:txBody>
          <a:bodyPr lIns="0" tIns="0" rIns="0" bIns="0" anchor="b" anchorCtr="0">
            <a:spAutoFit/>
          </a:bodyPr>
          <a:lstStyle>
            <a:lvl1pPr>
              <a:defRPr sz="4400" spc="-50" baseline="0">
                <a:gradFill>
                  <a:gsLst>
                    <a:gs pos="50000">
                      <a:schemeClr val="accent5"/>
                    </a:gs>
                    <a:gs pos="0">
                      <a:schemeClr val="accent1"/>
                    </a:gs>
                    <a:gs pos="100000">
                      <a:srgbClr val="C73ECC"/>
                    </a:gs>
                  </a:gsLst>
                  <a:lin ang="2700000" scaled="1"/>
                </a:gradFill>
                <a:latin typeface="+mj-lt"/>
                <a:cs typeface="Segoe UI" panose="020B0502040204020203" pitchFamily="34" charset="0"/>
              </a:defRPr>
            </a:lvl1pPr>
          </a:lstStyle>
          <a:p>
            <a:r>
              <a:rPr lang="en-US"/>
              <a:t>Event name or presentation title </a:t>
            </a:r>
          </a:p>
        </p:txBody>
      </p:sp>
      <p:sp>
        <p:nvSpPr>
          <p:cNvPr id="5" name="Text Placeholder 4">
            <a:extLst>
              <a:ext uri="{FF2B5EF4-FFF2-40B4-BE49-F238E27FC236}">
                <a16:creationId xmlns:a16="http://schemas.microsoft.com/office/drawing/2014/main" id="{2117018B-B519-E0C7-79F9-9F1296445CE7}"/>
              </a:ext>
            </a:extLst>
          </p:cNvPr>
          <p:cNvSpPr>
            <a:spLocks noGrp="1"/>
          </p:cNvSpPr>
          <p:nvPr>
            <p:ph type="body" sz="quarter" idx="10"/>
          </p:nvPr>
        </p:nvSpPr>
        <p:spPr>
          <a:xfrm>
            <a:off x="584200" y="3962400"/>
            <a:ext cx="9150350" cy="338554"/>
          </a:xfrm>
        </p:spPr>
        <p:txBody>
          <a:bodyPr/>
          <a:lstStyle>
            <a:lvl1pPr marL="0" indent="0">
              <a:buNone/>
              <a:defRPr sz="2200">
                <a:latin typeface="+mj-lt"/>
              </a:defRPr>
            </a:lvl1pPr>
            <a:lvl2pPr marL="228600" indent="0">
              <a:buNone/>
              <a:defRPr/>
            </a:lvl2pPr>
          </a:lstStyle>
          <a:p>
            <a:pPr lvl="0"/>
            <a:r>
              <a:rPr lang="en-US"/>
              <a:t>Click to edit Master text styles</a:t>
            </a:r>
          </a:p>
        </p:txBody>
      </p:sp>
      <p:grpSp>
        <p:nvGrpSpPr>
          <p:cNvPr id="7" name="Group 6">
            <a:extLst>
              <a:ext uri="{FF2B5EF4-FFF2-40B4-BE49-F238E27FC236}">
                <a16:creationId xmlns:a16="http://schemas.microsoft.com/office/drawing/2014/main" id="{D0A668BD-F4A1-4A0A-F46D-BCA6AEC30140}"/>
              </a:ext>
            </a:extLst>
          </p:cNvPr>
          <p:cNvGrpSpPr/>
          <p:nvPr/>
        </p:nvGrpSpPr>
        <p:grpSpPr>
          <a:xfrm>
            <a:off x="10962344" y="331941"/>
            <a:ext cx="1229656" cy="787970"/>
            <a:chOff x="9706632" y="331941"/>
            <a:chExt cx="1229656" cy="787970"/>
          </a:xfrm>
        </p:grpSpPr>
        <p:sp>
          <p:nvSpPr>
            <p:cNvPr id="8" name="Rectangle: Top Corners Rounded 7">
              <a:extLst>
                <a:ext uri="{FF2B5EF4-FFF2-40B4-BE49-F238E27FC236}">
                  <a16:creationId xmlns:a16="http://schemas.microsoft.com/office/drawing/2014/main" id="{6828524D-E7B6-A509-3910-5CAAE4E05DBB}"/>
                </a:ext>
                <a:ext uri="{C183D7F6-B498-43B3-948B-1728B52AA6E4}">
                  <adec:decorative xmlns:adec="http://schemas.microsoft.com/office/drawing/2017/decorative" val="1"/>
                </a:ext>
              </a:extLst>
            </p:cNvPr>
            <p:cNvSpPr/>
            <p:nvPr/>
          </p:nvSpPr>
          <p:spPr bwMode="auto">
            <a:xfrm rot="16200000">
              <a:off x="9927475" y="111098"/>
              <a:ext cx="787970" cy="1229656"/>
            </a:xfrm>
            <a:prstGeom prst="round2SameRect">
              <a:avLst>
                <a:gd name="adj1" fmla="val 50000"/>
                <a:gd name="adj2" fmla="val 0"/>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alpha val="72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3" name="Oval 12">
              <a:extLst>
                <a:ext uri="{FF2B5EF4-FFF2-40B4-BE49-F238E27FC236}">
                  <a16:creationId xmlns:a16="http://schemas.microsoft.com/office/drawing/2014/main" id="{32B04374-DB0C-900A-701E-7BF0B2BB190E}"/>
                </a:ext>
                <a:ext uri="{C183D7F6-B498-43B3-948B-1728B52AA6E4}">
                  <adec:decorative xmlns:adec="http://schemas.microsoft.com/office/drawing/2017/decorative" val="1"/>
                </a:ext>
              </a:extLst>
            </p:cNvPr>
            <p:cNvSpPr/>
            <p:nvPr/>
          </p:nvSpPr>
          <p:spPr bwMode="auto">
            <a:xfrm>
              <a:off x="9762292" y="378680"/>
              <a:ext cx="694492" cy="694492"/>
            </a:xfrm>
            <a:prstGeom prst="ellipse">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pic>
          <p:nvPicPr>
            <p:cNvPr id="14" name="Picture 13" descr="Copilot icon">
              <a:extLst>
                <a:ext uri="{FF2B5EF4-FFF2-40B4-BE49-F238E27FC236}">
                  <a16:creationId xmlns:a16="http://schemas.microsoft.com/office/drawing/2014/main" id="{0AF0AC26-0DA7-74BE-7AB3-4C2883F94619}"/>
                </a:ext>
              </a:extLst>
            </p:cNvPr>
            <p:cNvPicPr>
              <a:picLocks noChangeAspect="1"/>
            </p:cNvPicPr>
            <p:nvPr/>
          </p:nvPicPr>
          <p:blipFill>
            <a:blip r:embed="rId6"/>
            <a:stretch>
              <a:fillRect/>
            </a:stretch>
          </p:blipFill>
          <p:spPr>
            <a:xfrm>
              <a:off x="9865400" y="457644"/>
              <a:ext cx="488276" cy="536566"/>
            </a:xfrm>
            <a:prstGeom prst="rect">
              <a:avLst/>
            </a:prstGeom>
          </p:spPr>
        </p:pic>
      </p:grpSp>
    </p:spTree>
    <p:extLst>
      <p:ext uri="{BB962C8B-B14F-4D97-AF65-F5344CB8AC3E}">
        <p14:creationId xmlns:p14="http://schemas.microsoft.com/office/powerpoint/2010/main" val="31118156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Slide 3">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2422AF-3058-B144-8730-CC9C5C8B12AE}"/>
              </a:ext>
              <a:ext uri="{C183D7F6-B498-43B3-948B-1728B52AA6E4}">
                <adec:decorative xmlns:adec="http://schemas.microsoft.com/office/drawing/2017/decorative" val="1"/>
              </a:ext>
            </a:extLst>
          </p:cNvPr>
          <p:cNvPicPr>
            <a:picLocks noChangeAspect="1"/>
          </p:cNvPicPr>
          <p:nvPr/>
        </p:nvPicPr>
        <p:blipFill rotWithShape="1">
          <a:blip r:embed="rId2"/>
          <a:srcRect l="17093" t="1130" r="5634" b="220"/>
          <a:stretch/>
        </p:blipFill>
        <p:spPr>
          <a:xfrm>
            <a:off x="0" y="0"/>
            <a:ext cx="12192000" cy="6858000"/>
          </a:xfrm>
          <a:prstGeom prst="rect">
            <a:avLst/>
          </a:prstGeom>
        </p:spPr>
      </p:pic>
      <p:pic>
        <p:nvPicPr>
          <p:cNvPr id="2" name="Picture 1">
            <a:extLst>
              <a:ext uri="{FF2B5EF4-FFF2-40B4-BE49-F238E27FC236}">
                <a16:creationId xmlns:a16="http://schemas.microsoft.com/office/drawing/2014/main" id="{82ACD044-EA28-FE9E-0B56-595AD3521A1B}"/>
              </a:ext>
              <a:ext uri="{C183D7F6-B498-43B3-948B-1728B52AA6E4}">
                <adec:decorative xmlns:adec="http://schemas.microsoft.com/office/drawing/2017/decorative" val="1"/>
              </a:ext>
            </a:extLst>
          </p:cNvPr>
          <p:cNvPicPr>
            <a:picLocks noChangeAspect="1"/>
          </p:cNvPicPr>
          <p:nvPr/>
        </p:nvPicPr>
        <p:blipFill rotWithShape="1">
          <a:blip r:embed="rId3">
            <a:alphaModFix amt="50000"/>
            <a:extLst>
              <a:ext uri="{BEBA8EAE-BF5A-486C-A8C5-ECC9F3942E4B}">
                <a14:imgProps xmlns:a14="http://schemas.microsoft.com/office/drawing/2010/main">
                  <a14:imgLayer r:embed="rId4">
                    <a14:imgEffect>
                      <a14:sharpenSoften amount="-100000"/>
                    </a14:imgEffect>
                  </a14:imgLayer>
                </a14:imgProps>
              </a:ext>
            </a:extLst>
          </a:blip>
          <a:srcRect l="9254" t="43081" r="64919" b="28065"/>
          <a:stretch/>
        </p:blipFill>
        <p:spPr>
          <a:xfrm>
            <a:off x="1" y="0"/>
            <a:ext cx="11607799" cy="6269038"/>
          </a:xfrm>
          <a:custGeom>
            <a:avLst/>
            <a:gdLst>
              <a:gd name="connsiteX0" fmla="*/ 0 w 11633682"/>
              <a:gd name="connsiteY0" fmla="*/ 0 h 6246003"/>
              <a:gd name="connsiteX1" fmla="*/ 11633682 w 11633682"/>
              <a:gd name="connsiteY1" fmla="*/ 0 h 6246003"/>
              <a:gd name="connsiteX2" fmla="*/ 11633682 w 11633682"/>
              <a:gd name="connsiteY2" fmla="*/ 6020531 h 6246003"/>
              <a:gd name="connsiteX3" fmla="*/ 11408210 w 11633682"/>
              <a:gd name="connsiteY3" fmla="*/ 6246003 h 6246003"/>
              <a:gd name="connsiteX4" fmla="*/ 0 w 11633682"/>
              <a:gd name="connsiteY4" fmla="*/ 6246003 h 6246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3682" h="6246003">
                <a:moveTo>
                  <a:pt x="0" y="0"/>
                </a:moveTo>
                <a:lnTo>
                  <a:pt x="11633682" y="0"/>
                </a:lnTo>
                <a:lnTo>
                  <a:pt x="11633682" y="6020531"/>
                </a:lnTo>
                <a:cubicBezTo>
                  <a:pt x="11633682" y="6145055"/>
                  <a:pt x="11532734" y="6246003"/>
                  <a:pt x="11408210" y="6246003"/>
                </a:cubicBezTo>
                <a:lnTo>
                  <a:pt x="0" y="6246003"/>
                </a:lnTo>
                <a:close/>
              </a:path>
            </a:pathLst>
          </a:custGeom>
          <a:solidFill>
            <a:schemeClr val="bg1"/>
          </a:solidFill>
          <a:ln>
            <a:solidFill>
              <a:schemeClr val="bg1"/>
            </a:solidFill>
          </a:ln>
          <a:effectLst>
            <a:outerShdw blurRad="223661" dist="140295" dir="2700000" algn="tl" rotWithShape="0">
              <a:schemeClr val="accent1">
                <a:alpha val="15000"/>
              </a:schemeClr>
            </a:outerShdw>
          </a:effectLst>
        </p:spPr>
      </p:pic>
      <p:pic>
        <p:nvPicPr>
          <p:cNvPr id="10" name="Picture 9" descr="A close-up of a logo&#10;&#10;Description automatically generated with medium confidence">
            <a:extLst>
              <a:ext uri="{FF2B5EF4-FFF2-40B4-BE49-F238E27FC236}">
                <a16:creationId xmlns:a16="http://schemas.microsoft.com/office/drawing/2014/main" id="{97B1F2AE-6C5C-018D-7632-164C4B217057}"/>
              </a:ext>
            </a:extLst>
          </p:cNvPr>
          <p:cNvPicPr>
            <a:picLocks noChangeAspect="1"/>
          </p:cNvPicPr>
          <p:nvPr/>
        </p:nvPicPr>
        <p:blipFill>
          <a:blip r:embed="rId5"/>
          <a:stretch>
            <a:fillRect/>
          </a:stretch>
        </p:blipFill>
        <p:spPr>
          <a:xfrm>
            <a:off x="296863" y="298450"/>
            <a:ext cx="2361272" cy="867859"/>
          </a:xfrm>
          <a:prstGeom prst="rect">
            <a:avLst/>
          </a:prstGeom>
        </p:spPr>
      </p:pic>
      <p:sp>
        <p:nvSpPr>
          <p:cNvPr id="9" name="Title 1"/>
          <p:cNvSpPr>
            <a:spLocks noGrp="1"/>
          </p:cNvSpPr>
          <p:nvPr>
            <p:ph type="title" hasCustomPrompt="1"/>
          </p:nvPr>
        </p:nvSpPr>
        <p:spPr>
          <a:xfrm>
            <a:off x="584200" y="2859842"/>
            <a:ext cx="9144000" cy="677108"/>
          </a:xfrm>
          <a:noFill/>
        </p:spPr>
        <p:txBody>
          <a:bodyPr lIns="0" tIns="0" rIns="0" bIns="0" anchor="b" anchorCtr="0">
            <a:spAutoFit/>
          </a:bodyPr>
          <a:lstStyle>
            <a:lvl1pPr>
              <a:defRPr sz="4400" spc="-50" baseline="0">
                <a:gradFill>
                  <a:gsLst>
                    <a:gs pos="50000">
                      <a:schemeClr val="accent5"/>
                    </a:gs>
                    <a:gs pos="0">
                      <a:schemeClr val="accent1"/>
                    </a:gs>
                    <a:gs pos="100000">
                      <a:srgbClr val="C73ECC"/>
                    </a:gs>
                  </a:gsLst>
                  <a:lin ang="2700000" scaled="1"/>
                </a:gradFill>
                <a:latin typeface="+mj-lt"/>
                <a:cs typeface="Segoe UI" panose="020B0502040204020203" pitchFamily="34" charset="0"/>
              </a:defRPr>
            </a:lvl1pPr>
          </a:lstStyle>
          <a:p>
            <a:r>
              <a:rPr lang="en-US"/>
              <a:t>Event name or presentation title </a:t>
            </a:r>
          </a:p>
        </p:txBody>
      </p:sp>
      <p:sp>
        <p:nvSpPr>
          <p:cNvPr id="5" name="Text Placeholder 4">
            <a:extLst>
              <a:ext uri="{FF2B5EF4-FFF2-40B4-BE49-F238E27FC236}">
                <a16:creationId xmlns:a16="http://schemas.microsoft.com/office/drawing/2014/main" id="{2117018B-B519-E0C7-79F9-9F1296445CE7}"/>
              </a:ext>
            </a:extLst>
          </p:cNvPr>
          <p:cNvSpPr>
            <a:spLocks noGrp="1"/>
          </p:cNvSpPr>
          <p:nvPr>
            <p:ph type="body" sz="quarter" idx="10"/>
          </p:nvPr>
        </p:nvSpPr>
        <p:spPr>
          <a:xfrm>
            <a:off x="584200" y="3962400"/>
            <a:ext cx="9150350" cy="338554"/>
          </a:xfrm>
        </p:spPr>
        <p:txBody>
          <a:bodyPr/>
          <a:lstStyle>
            <a:lvl1pPr marL="0" indent="0">
              <a:buNone/>
              <a:defRPr sz="2200">
                <a:latin typeface="+mj-lt"/>
              </a:defRPr>
            </a:lvl1pPr>
            <a:lvl2pPr marL="228600" indent="0">
              <a:buNone/>
              <a:defRPr/>
            </a:lvl2pPr>
          </a:lstStyle>
          <a:p>
            <a:pPr lvl="0"/>
            <a:r>
              <a:rPr lang="en-US"/>
              <a:t>Click to edit Master text styles</a:t>
            </a:r>
          </a:p>
        </p:txBody>
      </p:sp>
      <p:grpSp>
        <p:nvGrpSpPr>
          <p:cNvPr id="13" name="Group 12">
            <a:extLst>
              <a:ext uri="{FF2B5EF4-FFF2-40B4-BE49-F238E27FC236}">
                <a16:creationId xmlns:a16="http://schemas.microsoft.com/office/drawing/2014/main" id="{64A5434E-0E29-698D-5D0A-F15D91A6A83A}"/>
              </a:ext>
            </a:extLst>
          </p:cNvPr>
          <p:cNvGrpSpPr/>
          <p:nvPr/>
        </p:nvGrpSpPr>
        <p:grpSpPr>
          <a:xfrm>
            <a:off x="10378145" y="331941"/>
            <a:ext cx="1229656" cy="787970"/>
            <a:chOff x="9706632" y="331941"/>
            <a:chExt cx="1229656" cy="787970"/>
          </a:xfrm>
        </p:grpSpPr>
        <p:sp>
          <p:nvSpPr>
            <p:cNvPr id="14" name="Rectangle: Top Corners Rounded 13">
              <a:extLst>
                <a:ext uri="{FF2B5EF4-FFF2-40B4-BE49-F238E27FC236}">
                  <a16:creationId xmlns:a16="http://schemas.microsoft.com/office/drawing/2014/main" id="{998B1A70-7B9A-2D27-D1AE-7B791B7CD18B}"/>
                </a:ext>
                <a:ext uri="{C183D7F6-B498-43B3-948B-1728B52AA6E4}">
                  <adec:decorative xmlns:adec="http://schemas.microsoft.com/office/drawing/2017/decorative" val="1"/>
                </a:ext>
              </a:extLst>
            </p:cNvPr>
            <p:cNvSpPr/>
            <p:nvPr/>
          </p:nvSpPr>
          <p:spPr bwMode="auto">
            <a:xfrm rot="16200000">
              <a:off x="9927475" y="111098"/>
              <a:ext cx="787970" cy="1229656"/>
            </a:xfrm>
            <a:prstGeom prst="round2SameRect">
              <a:avLst>
                <a:gd name="adj1" fmla="val 50000"/>
                <a:gd name="adj2" fmla="val 0"/>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alpha val="72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Oval 14">
              <a:extLst>
                <a:ext uri="{FF2B5EF4-FFF2-40B4-BE49-F238E27FC236}">
                  <a16:creationId xmlns:a16="http://schemas.microsoft.com/office/drawing/2014/main" id="{60AD0AEE-EDE0-A2FD-D1F7-837C2298D498}"/>
                </a:ext>
                <a:ext uri="{C183D7F6-B498-43B3-948B-1728B52AA6E4}">
                  <adec:decorative xmlns:adec="http://schemas.microsoft.com/office/drawing/2017/decorative" val="1"/>
                </a:ext>
              </a:extLst>
            </p:cNvPr>
            <p:cNvSpPr/>
            <p:nvPr/>
          </p:nvSpPr>
          <p:spPr bwMode="auto">
            <a:xfrm>
              <a:off x="9762292" y="378680"/>
              <a:ext cx="694492" cy="694492"/>
            </a:xfrm>
            <a:prstGeom prst="ellipse">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pic>
          <p:nvPicPr>
            <p:cNvPr id="16" name="Picture 15" descr="Copilot icon">
              <a:extLst>
                <a:ext uri="{FF2B5EF4-FFF2-40B4-BE49-F238E27FC236}">
                  <a16:creationId xmlns:a16="http://schemas.microsoft.com/office/drawing/2014/main" id="{C0FE10FA-C2C1-A828-AF43-4A2BF2F70203}"/>
                </a:ext>
              </a:extLst>
            </p:cNvPr>
            <p:cNvPicPr>
              <a:picLocks noChangeAspect="1"/>
            </p:cNvPicPr>
            <p:nvPr/>
          </p:nvPicPr>
          <p:blipFill>
            <a:blip r:embed="rId6"/>
            <a:stretch>
              <a:fillRect/>
            </a:stretch>
          </p:blipFill>
          <p:spPr>
            <a:xfrm>
              <a:off x="9865400" y="457644"/>
              <a:ext cx="488276" cy="536566"/>
            </a:xfrm>
            <a:prstGeom prst="rect">
              <a:avLst/>
            </a:prstGeom>
          </p:spPr>
        </p:pic>
      </p:grpSp>
    </p:spTree>
    <p:extLst>
      <p:ext uri="{BB962C8B-B14F-4D97-AF65-F5344CB8AC3E}">
        <p14:creationId xmlns:p14="http://schemas.microsoft.com/office/powerpoint/2010/main" val="18669638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itle Slide with spot illustration">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56D41C-2693-DF84-B52B-AAFE49E0D9AD}"/>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41350" t="6371" r="22947" b="48048"/>
          <a:stretch/>
        </p:blipFill>
        <p:spPr>
          <a:xfrm>
            <a:off x="0" y="0"/>
            <a:ext cx="12191999" cy="6858000"/>
          </a:xfrm>
          <a:prstGeom prst="rect">
            <a:avLst/>
          </a:prstGeom>
        </p:spPr>
      </p:pic>
      <p:sp>
        <p:nvSpPr>
          <p:cNvPr id="3" name="Rectangle 2">
            <a:extLst>
              <a:ext uri="{FF2B5EF4-FFF2-40B4-BE49-F238E27FC236}">
                <a16:creationId xmlns:a16="http://schemas.microsoft.com/office/drawing/2014/main" id="{523EF143-CE0B-763F-31DC-5E3FD677E5F8}"/>
              </a:ext>
              <a:ext uri="{C183D7F6-B498-43B3-948B-1728B52AA6E4}">
                <adec:decorative xmlns:adec="http://schemas.microsoft.com/office/drawing/2017/decorative" val="1"/>
              </a:ext>
            </a:extLst>
          </p:cNvPr>
          <p:cNvSpPr/>
          <p:nvPr/>
        </p:nvSpPr>
        <p:spPr bwMode="auto">
          <a:xfrm>
            <a:off x="-1" y="0"/>
            <a:ext cx="6505303"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2182733"/>
            <a:ext cx="5511800" cy="1354217"/>
          </a:xfrm>
          <a:noFill/>
        </p:spPr>
        <p:txBody>
          <a:bodyPr wrap="square" lIns="0" tIns="0" rIns="0" bIns="0" anchor="b" anchorCtr="0">
            <a:spAutoFit/>
          </a:bodyPr>
          <a:lstStyle>
            <a:lvl1pPr>
              <a:defRPr sz="4400" spc="-50" baseline="0">
                <a:gradFill>
                  <a:gsLst>
                    <a:gs pos="50000">
                      <a:srgbClr val="8661C5"/>
                    </a:gs>
                    <a:gs pos="0">
                      <a:srgbClr val="3E76D4"/>
                    </a:gs>
                    <a:gs pos="100000">
                      <a:srgbClr val="C73ECC"/>
                    </a:gs>
                  </a:gsLst>
                  <a:lin ang="2700000" scaled="1"/>
                </a:gradFill>
                <a:latin typeface="+mj-lt"/>
                <a:cs typeface="Segoe UI" panose="020B0502040204020203" pitchFamily="34" charset="0"/>
              </a:defRPr>
            </a:lvl1pPr>
          </a:lstStyle>
          <a:p>
            <a:r>
              <a:rPr lang="en-US"/>
              <a:t>Event name or presentation title </a:t>
            </a:r>
          </a:p>
        </p:txBody>
      </p:sp>
      <p:pic>
        <p:nvPicPr>
          <p:cNvPr id="5" name="Picture 4" descr="A close-up of a logo&#10;&#10;Description automatically generated with medium confidence">
            <a:extLst>
              <a:ext uri="{FF2B5EF4-FFF2-40B4-BE49-F238E27FC236}">
                <a16:creationId xmlns:a16="http://schemas.microsoft.com/office/drawing/2014/main" id="{B7CCD9CC-6226-0424-5409-124F7DF60F61}"/>
              </a:ext>
            </a:extLst>
          </p:cNvPr>
          <p:cNvPicPr>
            <a:picLocks noChangeAspect="1"/>
          </p:cNvPicPr>
          <p:nvPr/>
        </p:nvPicPr>
        <p:blipFill>
          <a:blip r:embed="rId4"/>
          <a:stretch>
            <a:fillRect/>
          </a:stretch>
        </p:blipFill>
        <p:spPr>
          <a:xfrm>
            <a:off x="296863" y="298450"/>
            <a:ext cx="2361272" cy="867859"/>
          </a:xfrm>
          <a:prstGeom prst="rect">
            <a:avLst/>
          </a:prstGeom>
        </p:spPr>
      </p:pic>
      <p:pic>
        <p:nvPicPr>
          <p:cNvPr id="6" name="Picture 2" descr="Map, photo with location pin, mobile device with likes icon in magenta, purple, and yellow color">
            <a:extLst>
              <a:ext uri="{FF2B5EF4-FFF2-40B4-BE49-F238E27FC236}">
                <a16:creationId xmlns:a16="http://schemas.microsoft.com/office/drawing/2014/main" id="{0A983905-67D2-5C33-136D-E6F40D6AC0D2}"/>
              </a:ext>
            </a:extLst>
          </p:cNvPr>
          <p:cNvPicPr>
            <a:picLocks noChangeAspect="1"/>
          </p:cNvPicPr>
          <p:nvPr/>
        </p:nvPicPr>
        <p:blipFill>
          <a:blip r:embed="rId5"/>
          <a:stretch>
            <a:fillRect/>
          </a:stretch>
        </p:blipFill>
        <p:spPr>
          <a:xfrm>
            <a:off x="7038244" y="1060538"/>
            <a:ext cx="4736924" cy="4736924"/>
          </a:xfrm>
          <a:prstGeom prst="rect">
            <a:avLst/>
          </a:prstGeom>
        </p:spPr>
      </p:pic>
      <p:sp>
        <p:nvSpPr>
          <p:cNvPr id="4" name="Text Placeholder 4">
            <a:extLst>
              <a:ext uri="{FF2B5EF4-FFF2-40B4-BE49-F238E27FC236}">
                <a16:creationId xmlns:a16="http://schemas.microsoft.com/office/drawing/2014/main" id="{7A88E8CF-D478-59AB-21A4-06C64B387915}"/>
              </a:ext>
            </a:extLst>
          </p:cNvPr>
          <p:cNvSpPr>
            <a:spLocks noGrp="1"/>
          </p:cNvSpPr>
          <p:nvPr>
            <p:ph type="body" sz="quarter" idx="10"/>
          </p:nvPr>
        </p:nvSpPr>
        <p:spPr>
          <a:xfrm>
            <a:off x="584200" y="3962400"/>
            <a:ext cx="5511800" cy="338554"/>
          </a:xfrm>
        </p:spPr>
        <p:txBody>
          <a:bodyPr/>
          <a:lstStyle>
            <a:lvl1pPr marL="0" indent="0">
              <a:buNone/>
              <a:defRPr sz="2200">
                <a:latin typeface="+mj-lt"/>
              </a:defRPr>
            </a:lvl1pPr>
            <a:lvl2pPr marL="228600" indent="0">
              <a:buNone/>
              <a:defRPr/>
            </a:lvl2pPr>
          </a:lstStyle>
          <a:p>
            <a:pPr lvl="0"/>
            <a:r>
              <a:rPr lang="en-US"/>
              <a:t>Click to edit Master text styles</a:t>
            </a:r>
          </a:p>
        </p:txBody>
      </p:sp>
      <p:grpSp>
        <p:nvGrpSpPr>
          <p:cNvPr id="12" name="Group 11">
            <a:extLst>
              <a:ext uri="{FF2B5EF4-FFF2-40B4-BE49-F238E27FC236}">
                <a16:creationId xmlns:a16="http://schemas.microsoft.com/office/drawing/2014/main" id="{65B31452-92BE-E6D9-9D0E-91C694285777}"/>
              </a:ext>
            </a:extLst>
          </p:cNvPr>
          <p:cNvGrpSpPr/>
          <p:nvPr/>
        </p:nvGrpSpPr>
        <p:grpSpPr>
          <a:xfrm>
            <a:off x="10962344" y="331941"/>
            <a:ext cx="1229656" cy="787970"/>
            <a:chOff x="9706632" y="331941"/>
            <a:chExt cx="1229656" cy="787970"/>
          </a:xfrm>
        </p:grpSpPr>
        <p:sp>
          <p:nvSpPr>
            <p:cNvPr id="13" name="Rectangle: Top Corners Rounded 12">
              <a:extLst>
                <a:ext uri="{FF2B5EF4-FFF2-40B4-BE49-F238E27FC236}">
                  <a16:creationId xmlns:a16="http://schemas.microsoft.com/office/drawing/2014/main" id="{9A7CD558-EB26-5DAD-6C5D-724F1E056AC0}"/>
                </a:ext>
                <a:ext uri="{C183D7F6-B498-43B3-948B-1728B52AA6E4}">
                  <adec:decorative xmlns:adec="http://schemas.microsoft.com/office/drawing/2017/decorative" val="1"/>
                </a:ext>
              </a:extLst>
            </p:cNvPr>
            <p:cNvSpPr/>
            <p:nvPr/>
          </p:nvSpPr>
          <p:spPr bwMode="auto">
            <a:xfrm rot="16200000">
              <a:off x="9927475" y="111098"/>
              <a:ext cx="787970" cy="1229656"/>
            </a:xfrm>
            <a:prstGeom prst="round2SameRect">
              <a:avLst>
                <a:gd name="adj1" fmla="val 50000"/>
                <a:gd name="adj2" fmla="val 0"/>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alpha val="72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4" name="Oval 13">
              <a:extLst>
                <a:ext uri="{FF2B5EF4-FFF2-40B4-BE49-F238E27FC236}">
                  <a16:creationId xmlns:a16="http://schemas.microsoft.com/office/drawing/2014/main" id="{0DF66DCB-CEFD-223B-A977-EC2252DF6429}"/>
                </a:ext>
                <a:ext uri="{C183D7F6-B498-43B3-948B-1728B52AA6E4}">
                  <adec:decorative xmlns:adec="http://schemas.microsoft.com/office/drawing/2017/decorative" val="1"/>
                </a:ext>
              </a:extLst>
            </p:cNvPr>
            <p:cNvSpPr/>
            <p:nvPr/>
          </p:nvSpPr>
          <p:spPr bwMode="auto">
            <a:xfrm>
              <a:off x="9762292" y="378680"/>
              <a:ext cx="694492" cy="694492"/>
            </a:xfrm>
            <a:prstGeom prst="ellipse">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pic>
          <p:nvPicPr>
            <p:cNvPr id="15" name="Picture 14" descr="Copilot icon">
              <a:extLst>
                <a:ext uri="{FF2B5EF4-FFF2-40B4-BE49-F238E27FC236}">
                  <a16:creationId xmlns:a16="http://schemas.microsoft.com/office/drawing/2014/main" id="{360B3CD7-9CCB-CEA5-4DA8-A2F75DBF2CF5}"/>
                </a:ext>
              </a:extLst>
            </p:cNvPr>
            <p:cNvPicPr>
              <a:picLocks noChangeAspect="1"/>
            </p:cNvPicPr>
            <p:nvPr/>
          </p:nvPicPr>
          <p:blipFill>
            <a:blip r:embed="rId6"/>
            <a:stretch>
              <a:fillRect/>
            </a:stretch>
          </p:blipFill>
          <p:spPr>
            <a:xfrm>
              <a:off x="9865400" y="457644"/>
              <a:ext cx="488276" cy="536566"/>
            </a:xfrm>
            <a:prstGeom prst="rect">
              <a:avLst/>
            </a:prstGeom>
          </p:spPr>
        </p:pic>
      </p:grpSp>
    </p:spTree>
    <p:extLst>
      <p:ext uri="{BB962C8B-B14F-4D97-AF65-F5344CB8AC3E}">
        <p14:creationId xmlns:p14="http://schemas.microsoft.com/office/powerpoint/2010/main" val="10370882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Slide with image">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56D41C-2693-DF84-B52B-AAFE49E0D9AD}"/>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41350" t="6371" r="22947" b="48048"/>
          <a:stretch/>
        </p:blipFill>
        <p:spPr>
          <a:xfrm>
            <a:off x="0" y="0"/>
            <a:ext cx="12191999" cy="6858000"/>
          </a:xfrm>
          <a:prstGeom prst="rect">
            <a:avLst/>
          </a:prstGeom>
        </p:spPr>
      </p:pic>
      <p:pic>
        <p:nvPicPr>
          <p:cNvPr id="11" name="Picture 10" descr="Copilot, a whole new way to work">
            <a:extLst>
              <a:ext uri="{FF2B5EF4-FFF2-40B4-BE49-F238E27FC236}">
                <a16:creationId xmlns:a16="http://schemas.microsoft.com/office/drawing/2014/main" id="{7C2ED8BF-C5BA-DA11-6D79-74545D78EE7E}"/>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794500" y="0"/>
            <a:ext cx="5397500" cy="6858000"/>
          </a:xfrm>
          <a:prstGeom prst="rect">
            <a:avLst/>
          </a:prstGeom>
        </p:spPr>
      </p:pic>
      <p:pic>
        <p:nvPicPr>
          <p:cNvPr id="7" name="Picture 6" descr="Copilot, a whole new way to work">
            <a:extLst>
              <a:ext uri="{FF2B5EF4-FFF2-40B4-BE49-F238E27FC236}">
                <a16:creationId xmlns:a16="http://schemas.microsoft.com/office/drawing/2014/main" id="{8F0503B5-77E2-B538-A446-E4B8F410290A}"/>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5777713" y="0"/>
            <a:ext cx="6414287" cy="6858000"/>
          </a:xfrm>
          <a:prstGeom prst="roundRect">
            <a:avLst>
              <a:gd name="adj" fmla="val 6109"/>
            </a:avLst>
          </a:prstGeom>
        </p:spPr>
      </p:pic>
      <p:sp>
        <p:nvSpPr>
          <p:cNvPr id="3" name="Rectangle 2">
            <a:extLst>
              <a:ext uri="{FF2B5EF4-FFF2-40B4-BE49-F238E27FC236}">
                <a16:creationId xmlns:a16="http://schemas.microsoft.com/office/drawing/2014/main" id="{523EF143-CE0B-763F-31DC-5E3FD677E5F8}"/>
              </a:ext>
              <a:ext uri="{C183D7F6-B498-43B3-948B-1728B52AA6E4}">
                <adec:decorative xmlns:adec="http://schemas.microsoft.com/office/drawing/2017/decorative" val="1"/>
              </a:ext>
            </a:extLst>
          </p:cNvPr>
          <p:cNvSpPr/>
          <p:nvPr/>
        </p:nvSpPr>
        <p:spPr bwMode="auto">
          <a:xfrm>
            <a:off x="0" y="0"/>
            <a:ext cx="5674606"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2182733"/>
            <a:ext cx="5193513" cy="1354217"/>
          </a:xfrm>
          <a:noFill/>
        </p:spPr>
        <p:txBody>
          <a:bodyPr wrap="square" lIns="0" tIns="0" rIns="0" bIns="0" anchor="b" anchorCtr="0">
            <a:spAutoFit/>
          </a:bodyPr>
          <a:lstStyle>
            <a:lvl1pPr>
              <a:defRPr sz="4400" spc="-50" baseline="0">
                <a:gradFill>
                  <a:gsLst>
                    <a:gs pos="50000">
                      <a:srgbClr val="8661C5"/>
                    </a:gs>
                    <a:gs pos="0">
                      <a:srgbClr val="3E76D4"/>
                    </a:gs>
                    <a:gs pos="100000">
                      <a:srgbClr val="C73ECC"/>
                    </a:gs>
                  </a:gsLst>
                  <a:lin ang="2700000" scaled="1"/>
                </a:gradFill>
                <a:latin typeface="+mj-lt"/>
                <a:cs typeface="Segoe UI" panose="020B0502040204020203" pitchFamily="34" charset="0"/>
              </a:defRPr>
            </a:lvl1pPr>
          </a:lstStyle>
          <a:p>
            <a:r>
              <a:rPr lang="en-US"/>
              <a:t>Event name or presentation title </a:t>
            </a:r>
          </a:p>
        </p:txBody>
      </p:sp>
      <p:pic>
        <p:nvPicPr>
          <p:cNvPr id="5" name="Picture 4" descr="A close-up of a logo&#10;&#10;Description automatically generated with medium confidence">
            <a:extLst>
              <a:ext uri="{FF2B5EF4-FFF2-40B4-BE49-F238E27FC236}">
                <a16:creationId xmlns:a16="http://schemas.microsoft.com/office/drawing/2014/main" id="{B7CCD9CC-6226-0424-5409-124F7DF60F61}"/>
              </a:ext>
            </a:extLst>
          </p:cNvPr>
          <p:cNvPicPr>
            <a:picLocks noChangeAspect="1"/>
          </p:cNvPicPr>
          <p:nvPr/>
        </p:nvPicPr>
        <p:blipFill>
          <a:blip r:embed="rId6"/>
          <a:stretch>
            <a:fillRect/>
          </a:stretch>
        </p:blipFill>
        <p:spPr>
          <a:xfrm>
            <a:off x="296863" y="298450"/>
            <a:ext cx="2361272" cy="867859"/>
          </a:xfrm>
          <a:prstGeom prst="rect">
            <a:avLst/>
          </a:prstGeom>
        </p:spPr>
      </p:pic>
      <p:sp>
        <p:nvSpPr>
          <p:cNvPr id="4" name="Text Placeholder 4">
            <a:extLst>
              <a:ext uri="{FF2B5EF4-FFF2-40B4-BE49-F238E27FC236}">
                <a16:creationId xmlns:a16="http://schemas.microsoft.com/office/drawing/2014/main" id="{7A88E8CF-D478-59AB-21A4-06C64B387915}"/>
              </a:ext>
            </a:extLst>
          </p:cNvPr>
          <p:cNvSpPr>
            <a:spLocks noGrp="1"/>
          </p:cNvSpPr>
          <p:nvPr>
            <p:ph type="body" sz="quarter" idx="10"/>
          </p:nvPr>
        </p:nvSpPr>
        <p:spPr>
          <a:xfrm>
            <a:off x="584200" y="3962400"/>
            <a:ext cx="5193513" cy="338554"/>
          </a:xfrm>
        </p:spPr>
        <p:txBody>
          <a:bodyPr/>
          <a:lstStyle>
            <a:lvl1pPr marL="0" indent="0">
              <a:buNone/>
              <a:defRPr sz="2200">
                <a:latin typeface="+mj-lt"/>
              </a:defRPr>
            </a:lvl1pPr>
            <a:lvl2pPr marL="228600" indent="0">
              <a:buNone/>
              <a:defRPr/>
            </a:lvl2pPr>
          </a:lstStyle>
          <a:p>
            <a:pPr lvl="0"/>
            <a:r>
              <a:rPr lang="en-US"/>
              <a:t>Click to edit Master text styles</a:t>
            </a:r>
          </a:p>
        </p:txBody>
      </p:sp>
      <p:grpSp>
        <p:nvGrpSpPr>
          <p:cNvPr id="12" name="Group 11">
            <a:extLst>
              <a:ext uri="{FF2B5EF4-FFF2-40B4-BE49-F238E27FC236}">
                <a16:creationId xmlns:a16="http://schemas.microsoft.com/office/drawing/2014/main" id="{65B31452-92BE-E6D9-9D0E-91C694285777}"/>
              </a:ext>
            </a:extLst>
          </p:cNvPr>
          <p:cNvGrpSpPr/>
          <p:nvPr/>
        </p:nvGrpSpPr>
        <p:grpSpPr>
          <a:xfrm>
            <a:off x="10848043" y="331941"/>
            <a:ext cx="1343955" cy="787970"/>
            <a:chOff x="9706631" y="331941"/>
            <a:chExt cx="1343955" cy="787970"/>
          </a:xfrm>
        </p:grpSpPr>
        <p:sp>
          <p:nvSpPr>
            <p:cNvPr id="13" name="Rectangle: Top Corners Rounded 12">
              <a:extLst>
                <a:ext uri="{FF2B5EF4-FFF2-40B4-BE49-F238E27FC236}">
                  <a16:creationId xmlns:a16="http://schemas.microsoft.com/office/drawing/2014/main" id="{9A7CD558-EB26-5DAD-6C5D-724F1E056AC0}"/>
                </a:ext>
                <a:ext uri="{C183D7F6-B498-43B3-948B-1728B52AA6E4}">
                  <adec:decorative xmlns:adec="http://schemas.microsoft.com/office/drawing/2017/decorative" val="1"/>
                </a:ext>
              </a:extLst>
            </p:cNvPr>
            <p:cNvSpPr/>
            <p:nvPr/>
          </p:nvSpPr>
          <p:spPr bwMode="auto">
            <a:xfrm rot="16200000">
              <a:off x="9984624" y="53948"/>
              <a:ext cx="787970" cy="1343955"/>
            </a:xfrm>
            <a:prstGeom prst="round2SameRect">
              <a:avLst>
                <a:gd name="adj1" fmla="val 50000"/>
                <a:gd name="adj2" fmla="val 0"/>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alpha val="72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4" name="Oval 13">
              <a:extLst>
                <a:ext uri="{FF2B5EF4-FFF2-40B4-BE49-F238E27FC236}">
                  <a16:creationId xmlns:a16="http://schemas.microsoft.com/office/drawing/2014/main" id="{0DF66DCB-CEFD-223B-A977-EC2252DF6429}"/>
                </a:ext>
                <a:ext uri="{C183D7F6-B498-43B3-948B-1728B52AA6E4}">
                  <adec:decorative xmlns:adec="http://schemas.microsoft.com/office/drawing/2017/decorative" val="1"/>
                </a:ext>
              </a:extLst>
            </p:cNvPr>
            <p:cNvSpPr/>
            <p:nvPr/>
          </p:nvSpPr>
          <p:spPr bwMode="auto">
            <a:xfrm>
              <a:off x="9762292" y="378680"/>
              <a:ext cx="694492" cy="694492"/>
            </a:xfrm>
            <a:prstGeom prst="ellipse">
              <a:avLst/>
            </a:prstGeom>
            <a:gradFill flip="none" rotWithShape="1">
              <a:gsLst>
                <a:gs pos="0">
                  <a:schemeClr val="bg1">
                    <a:alpha val="47000"/>
                  </a:schemeClr>
                </a:gs>
                <a:gs pos="81000">
                  <a:schemeClr val="bg1">
                    <a:alpha val="30000"/>
                  </a:schemeClr>
                </a:gs>
              </a:gsLst>
              <a:path path="circle">
                <a:fillToRect r="100000" b="100000"/>
              </a:path>
              <a:tileRect l="-100000" t="-100000"/>
            </a:gra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pic>
          <p:nvPicPr>
            <p:cNvPr id="15" name="Picture 14" descr="Copilot icon">
              <a:extLst>
                <a:ext uri="{FF2B5EF4-FFF2-40B4-BE49-F238E27FC236}">
                  <a16:creationId xmlns:a16="http://schemas.microsoft.com/office/drawing/2014/main" id="{360B3CD7-9CCB-CEA5-4DA8-A2F75DBF2CF5}"/>
                </a:ext>
              </a:extLst>
            </p:cNvPr>
            <p:cNvPicPr>
              <a:picLocks noChangeAspect="1"/>
            </p:cNvPicPr>
            <p:nvPr/>
          </p:nvPicPr>
          <p:blipFill>
            <a:blip r:embed="rId7"/>
            <a:stretch>
              <a:fillRect/>
            </a:stretch>
          </p:blipFill>
          <p:spPr>
            <a:xfrm>
              <a:off x="9865400" y="457644"/>
              <a:ext cx="488276" cy="536566"/>
            </a:xfrm>
            <a:prstGeom prst="rect">
              <a:avLst/>
            </a:prstGeom>
          </p:spPr>
        </p:pic>
      </p:grpSp>
    </p:spTree>
    <p:extLst>
      <p:ext uri="{BB962C8B-B14F-4D97-AF65-F5344CB8AC3E}">
        <p14:creationId xmlns:p14="http://schemas.microsoft.com/office/powerpoint/2010/main" val="39936827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624">
          <p15:clr>
            <a:srgbClr val="5ACBF0"/>
          </p15:clr>
        </p15:guide>
        <p15:guide id="4" orient="horz" pos="216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478643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Box 2">
            <a:extLst>
              <a:ext uri="{FF2B5EF4-FFF2-40B4-BE49-F238E27FC236}">
                <a16:creationId xmlns:a16="http://schemas.microsoft.com/office/drawing/2014/main" id="{DE11EEA9-E42A-EB44-7002-E55D1057DEC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08532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82128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65315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19913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2611911"/>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832980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013906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818250237"/>
      </p:ext>
    </p:extLst>
  </p:cSld>
  <p:clrMapOvr>
    <a:masterClrMapping/>
  </p:clrMapOvr>
  <p:transition>
    <p:fade/>
  </p:transition>
  <p:extLst>
    <p:ext uri="{DCECCB84-F9BA-43D5-87BE-67443E8EF086}">
      <p15:sldGuideLst xmlns:p15="http://schemas.microsoft.com/office/powerpoint/2012/main">
        <p15:guide id="29" orient="horz" pos="1271">
          <p15:clr>
            <a:srgbClr val="5ACBF0"/>
          </p15:clr>
        </p15:guide>
        <p15:guide id="30" orient="horz" pos="288">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itle Only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D35DD05-D32B-4D8A-86E7-4A79B49AE9E2}"/>
              </a:ext>
            </a:extLst>
          </p:cNvPr>
          <p:cNvSpPr/>
          <p:nvPr/>
        </p:nvSpPr>
        <p:spPr bwMode="auto">
          <a:xfrm>
            <a:off x="0" y="0"/>
            <a:ext cx="12192000" cy="6564313"/>
          </a:xfrm>
          <a:prstGeom prst="rect">
            <a:avLst/>
          </a:prstGeom>
          <a:solidFill>
            <a:schemeClr val="bg1"/>
          </a:solid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2528070482"/>
      </p:ext>
    </p:extLst>
  </p:cSld>
  <p:clrMapOvr>
    <a:masterClrMapping/>
  </p:clrMapOvr>
  <p:transition>
    <p:fade/>
  </p:transition>
  <p:extLst>
    <p:ext uri="{DCECCB84-F9BA-43D5-87BE-67443E8EF086}">
      <p15:sldGuideLst xmlns:p15="http://schemas.microsoft.com/office/powerpoint/2012/main">
        <p15:guide id="29" orient="horz" pos="1271">
          <p15:clr>
            <a:srgbClr val="5ACBF0"/>
          </p15:clr>
        </p15:guide>
        <p15:guide id="30" orient="horz" pos="288">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 c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584200"/>
            <a:ext cx="11018520" cy="553998"/>
          </a:xfrm>
        </p:spPr>
        <p:txBody>
          <a:bodyPr/>
          <a:lstStyle>
            <a:lvl1pPr algn="ctr">
              <a:defRPr sz="3600"/>
            </a:lvl1pPr>
          </a:lstStyle>
          <a:p>
            <a:r>
              <a:rPr lang="en-US"/>
              <a:t>Click to edit Master title style</a:t>
            </a:r>
          </a:p>
        </p:txBody>
      </p:sp>
    </p:spTree>
    <p:extLst>
      <p:ext uri="{BB962C8B-B14F-4D97-AF65-F5344CB8AC3E}">
        <p14:creationId xmlns:p14="http://schemas.microsoft.com/office/powerpoint/2010/main" val="3689178529"/>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 center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6BF8E8-EC82-C9D5-CE21-DD030D954FDB}"/>
              </a:ext>
            </a:extLst>
          </p:cNvPr>
          <p:cNvSpPr/>
          <p:nvPr/>
        </p:nvSpPr>
        <p:spPr bwMode="auto">
          <a:xfrm>
            <a:off x="0" y="0"/>
            <a:ext cx="12192000" cy="6564313"/>
          </a:xfrm>
          <a:prstGeom prst="rect">
            <a:avLst/>
          </a:prstGeom>
          <a:solidFill>
            <a:schemeClr val="bg1"/>
          </a:solid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584200"/>
            <a:ext cx="11018520" cy="553998"/>
          </a:xfrm>
        </p:spPr>
        <p:txBody>
          <a:bodyPr/>
          <a:lstStyle>
            <a:lvl1pPr algn="ctr">
              <a:defRPr sz="3600"/>
            </a:lvl1pPr>
          </a:lstStyle>
          <a:p>
            <a:r>
              <a:rPr lang="en-US"/>
              <a:t>Click to edit Master title style</a:t>
            </a:r>
          </a:p>
        </p:txBody>
      </p:sp>
    </p:spTree>
    <p:extLst>
      <p:ext uri="{BB962C8B-B14F-4D97-AF65-F5344CB8AC3E}">
        <p14:creationId xmlns:p14="http://schemas.microsoft.com/office/powerpoint/2010/main" val="2957036041"/>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9BC85A5-34E5-6670-091B-03BC2EB1ACAF}"/>
              </a:ext>
            </a:extLst>
          </p:cNvPr>
          <p:cNvSpPr>
            <a:spLocks noGrp="1"/>
          </p:cNvSpPr>
          <p:nvPr>
            <p:ph type="body" sz="quarter" idx="10"/>
          </p:nvPr>
        </p:nvSpPr>
        <p:spPr>
          <a:xfrm>
            <a:off x="588262" y="1033099"/>
            <a:ext cx="11021125" cy="307777"/>
          </a:xfrm>
        </p:spPr>
        <p:txBody>
          <a:bodyPr/>
          <a:lstStyle>
            <a:lvl1pPr marL="0" indent="0">
              <a:buNone/>
              <a:defRPr sz="2000">
                <a:latin typeface="+mj-lt"/>
              </a:defRPr>
            </a:lvl1pPr>
          </a:lstStyle>
          <a:p>
            <a:pPr lvl="0"/>
            <a:r>
              <a:rPr lang="en-US"/>
              <a:t>Click to edit Master text styles</a:t>
            </a:r>
          </a:p>
        </p:txBody>
      </p:sp>
    </p:spTree>
    <p:extLst>
      <p:ext uri="{BB962C8B-B14F-4D97-AF65-F5344CB8AC3E}">
        <p14:creationId xmlns:p14="http://schemas.microsoft.com/office/powerpoint/2010/main" val="935535588"/>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itle and subtitl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225132-CFBC-028E-1D41-8F6B86B2F70E}"/>
              </a:ext>
            </a:extLst>
          </p:cNvPr>
          <p:cNvSpPr/>
          <p:nvPr/>
        </p:nvSpPr>
        <p:spPr bwMode="auto">
          <a:xfrm>
            <a:off x="0" y="0"/>
            <a:ext cx="12192000" cy="6564313"/>
          </a:xfrm>
          <a:prstGeom prst="rect">
            <a:avLst/>
          </a:prstGeom>
          <a:solidFill>
            <a:schemeClr val="bg1"/>
          </a:solid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9BC85A5-34E5-6670-091B-03BC2EB1ACAF}"/>
              </a:ext>
            </a:extLst>
          </p:cNvPr>
          <p:cNvSpPr>
            <a:spLocks noGrp="1"/>
          </p:cNvSpPr>
          <p:nvPr>
            <p:ph type="body" sz="quarter" idx="10"/>
          </p:nvPr>
        </p:nvSpPr>
        <p:spPr>
          <a:xfrm>
            <a:off x="588262" y="1033099"/>
            <a:ext cx="11021125" cy="307777"/>
          </a:xfrm>
        </p:spPr>
        <p:txBody>
          <a:bodyPr/>
          <a:lstStyle>
            <a:lvl1pPr marL="0" indent="0">
              <a:buNone/>
              <a:defRPr sz="2000">
                <a:latin typeface="+mj-lt"/>
              </a:defRPr>
            </a:lvl1pPr>
          </a:lstStyle>
          <a:p>
            <a:pPr lvl="0"/>
            <a:r>
              <a:rPr lang="en-US"/>
              <a:t>Click to edit Master text styles</a:t>
            </a:r>
          </a:p>
        </p:txBody>
      </p:sp>
    </p:spTree>
    <p:extLst>
      <p:ext uri="{BB962C8B-B14F-4D97-AF65-F5344CB8AC3E}">
        <p14:creationId xmlns:p14="http://schemas.microsoft.com/office/powerpoint/2010/main" val="82741078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2231028"/>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Blank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DD4C1C-A0F5-5D7E-9E48-369AD3A46798}"/>
              </a:ext>
            </a:extLst>
          </p:cNvPr>
          <p:cNvSpPr/>
          <p:nvPr/>
        </p:nvSpPr>
        <p:spPr bwMode="auto">
          <a:xfrm>
            <a:off x="0" y="0"/>
            <a:ext cx="12192000" cy="6564313"/>
          </a:xfrm>
          <a:prstGeom prst="rect">
            <a:avLst/>
          </a:prstGeom>
          <a:solidFill>
            <a:schemeClr val="bg1"/>
          </a:solid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cs typeface="Segoe UI" pitchFamily="34" charset="0"/>
            </a:endParaRPr>
          </a:p>
        </p:txBody>
      </p:sp>
    </p:spTree>
    <p:extLst>
      <p:ext uri="{BB962C8B-B14F-4D97-AF65-F5344CB8AC3E}">
        <p14:creationId xmlns:p14="http://schemas.microsoft.com/office/powerpoint/2010/main" val="2723239230"/>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EC282E-249D-828D-D936-3BA40077F5B0}"/>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3678" r="19088" b="1398"/>
          <a:stretch/>
        </p:blipFill>
        <p:spPr>
          <a:xfrm>
            <a:off x="0" y="0"/>
            <a:ext cx="12192000" cy="6858001"/>
          </a:xfrm>
          <a:prstGeom prst="rect">
            <a:avLst/>
          </a:prstGeom>
        </p:spPr>
      </p:pic>
      <p:sp>
        <p:nvSpPr>
          <p:cNvPr id="5" name="Rectangle: Rounded Corners 4">
            <a:extLst>
              <a:ext uri="{FF2B5EF4-FFF2-40B4-BE49-F238E27FC236}">
                <a16:creationId xmlns:a16="http://schemas.microsoft.com/office/drawing/2014/main" id="{2AC4FF7E-E515-066E-F515-D20157E265D8}"/>
              </a:ext>
              <a:ext uri="{C183D7F6-B498-43B3-948B-1728B52AA6E4}">
                <adec:decorative xmlns:adec="http://schemas.microsoft.com/office/drawing/2017/decorative" val="1"/>
              </a:ext>
            </a:extLst>
          </p:cNvPr>
          <p:cNvSpPr/>
          <p:nvPr/>
        </p:nvSpPr>
        <p:spPr bwMode="auto">
          <a:xfrm>
            <a:off x="293689" y="1435100"/>
            <a:ext cx="11315699" cy="3987800"/>
          </a:xfrm>
          <a:prstGeom prst="roundRect">
            <a:avLst>
              <a:gd name="adj" fmla="val 5011"/>
            </a:avLst>
          </a:prstGeom>
          <a:solidFill>
            <a:schemeClr val="bg1">
              <a:alpha val="70000"/>
            </a:schemeClr>
          </a:solidFill>
          <a:ln w="22225">
            <a:solidFill>
              <a:schemeClr val="bg1">
                <a:alpha val="50000"/>
              </a:schemeClr>
            </a:solid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indent="0">
              <a:lnSpc>
                <a:spcPct val="107000"/>
              </a:lnSpc>
              <a:spcAft>
                <a:spcPts val="800"/>
              </a:spcAft>
              <a:buFont typeface="Arial" panose="020B0604020202020204" pitchFamily="34" charset="0"/>
              <a:buNone/>
            </a:pPr>
            <a:endParaRPr lang="en-US" sz="1600" noProof="0" err="1">
              <a:ln w="3175">
                <a:noFill/>
              </a:ln>
              <a:gradFill>
                <a:gsLst>
                  <a:gs pos="50000">
                    <a:srgbClr val="8661C5"/>
                  </a:gs>
                  <a:gs pos="0">
                    <a:srgbClr val="3E76D4"/>
                  </a:gs>
                  <a:gs pos="100000">
                    <a:srgbClr val="C73ECC"/>
                  </a:gs>
                </a:gsLst>
                <a:lin ang="2700000" scaled="1"/>
              </a:gradFill>
              <a:latin typeface="+mj-lt"/>
              <a:cs typeface="Segoe UI" panose="020B0502040204020203"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971800"/>
            <a:ext cx="7249224" cy="553998"/>
          </a:xfrm>
        </p:spPr>
        <p:txBody>
          <a:bodyPr wrap="square" anchor="b">
            <a:spAutoFit/>
          </a:bodyPr>
          <a:lstStyle>
            <a:lvl1pPr>
              <a:defRPr sz="3600"/>
            </a:lvl1pPr>
          </a:lstStyle>
          <a:p>
            <a:r>
              <a:rPr lang="en-US"/>
              <a:t>Click to edit Master title style</a:t>
            </a:r>
          </a:p>
        </p:txBody>
      </p:sp>
      <p:pic>
        <p:nvPicPr>
          <p:cNvPr id="3" name="Picture 2" descr="Copilot icon">
            <a:extLst>
              <a:ext uri="{FF2B5EF4-FFF2-40B4-BE49-F238E27FC236}">
                <a16:creationId xmlns:a16="http://schemas.microsoft.com/office/drawing/2014/main" id="{893D2EF8-9FB5-848D-9B2C-78E386663FE7}"/>
              </a:ext>
            </a:extLst>
          </p:cNvPr>
          <p:cNvPicPr>
            <a:picLocks noChangeAspect="1"/>
          </p:cNvPicPr>
          <p:nvPr/>
        </p:nvPicPr>
        <p:blipFill>
          <a:blip r:embed="rId4"/>
          <a:stretch>
            <a:fillRect/>
          </a:stretch>
        </p:blipFill>
        <p:spPr>
          <a:xfrm>
            <a:off x="10931751" y="293688"/>
            <a:ext cx="677637" cy="744657"/>
          </a:xfrm>
          <a:prstGeom prst="rect">
            <a:avLst/>
          </a:prstGeom>
        </p:spPr>
      </p:pic>
    </p:spTree>
    <p:extLst>
      <p:ext uri="{BB962C8B-B14F-4D97-AF65-F5344CB8AC3E}">
        <p14:creationId xmlns:p14="http://schemas.microsoft.com/office/powerpoint/2010/main" val="3305383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EC282E-249D-828D-D936-3BA40077F5B0}"/>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3678" r="19088" b="1398"/>
          <a:stretch/>
        </p:blipFill>
        <p:spPr>
          <a:xfrm>
            <a:off x="0" y="0"/>
            <a:ext cx="12192000" cy="6858001"/>
          </a:xfrm>
          <a:prstGeom prst="rect">
            <a:avLst/>
          </a:prstGeom>
        </p:spPr>
      </p:pic>
      <p:pic>
        <p:nvPicPr>
          <p:cNvPr id="10" name="Picture 9">
            <a:extLst>
              <a:ext uri="{FF2B5EF4-FFF2-40B4-BE49-F238E27FC236}">
                <a16:creationId xmlns:a16="http://schemas.microsoft.com/office/drawing/2014/main" id="{A743C968-78B3-55FC-D8A4-959A0701C1D5}"/>
              </a:ext>
              <a:ext uri="{C183D7F6-B498-43B3-948B-1728B52AA6E4}">
                <adec:decorative xmlns:adec="http://schemas.microsoft.com/office/drawing/2017/decorative" val="1"/>
              </a:ext>
            </a:extLst>
          </p:cNvPr>
          <p:cNvPicPr>
            <a:picLocks noChangeAspect="1"/>
          </p:cNvPicPr>
          <p:nvPr/>
        </p:nvPicPr>
        <p:blipFill rotWithShape="1">
          <a:blip r:embed="rId2">
            <a:alphaModFix amt="67000"/>
            <a:extLst>
              <a:ext uri="{BEBA8EAE-BF5A-486C-A8C5-ECC9F3942E4B}">
                <a14:imgProps xmlns:a14="http://schemas.microsoft.com/office/drawing/2010/main">
                  <a14:imgLayer r:embed="rId3">
                    <a14:imgEffect>
                      <a14:sharpenSoften amount="-100000"/>
                    </a14:imgEffect>
                  </a14:imgLayer>
                </a14:imgProps>
              </a:ext>
            </a:extLst>
          </a:blip>
          <a:srcRect l="3678" r="41372" b="1397"/>
          <a:stretch/>
        </p:blipFill>
        <p:spPr>
          <a:xfrm>
            <a:off x="0" y="0"/>
            <a:ext cx="8674101" cy="6858000"/>
          </a:xfrm>
          <a:custGeom>
            <a:avLst/>
            <a:gdLst>
              <a:gd name="connsiteX0" fmla="*/ 0 w 8674101"/>
              <a:gd name="connsiteY0" fmla="*/ 0 h 6858000"/>
              <a:gd name="connsiteX1" fmla="*/ 7396137 w 8674101"/>
              <a:gd name="connsiteY1" fmla="*/ 0 h 6858000"/>
              <a:gd name="connsiteX2" fmla="*/ 7476376 w 8674101"/>
              <a:gd name="connsiteY2" fmla="*/ 92630 h 6858000"/>
              <a:gd name="connsiteX3" fmla="*/ 8674101 w 8674101"/>
              <a:gd name="connsiteY3" fmla="*/ 3429001 h 6858000"/>
              <a:gd name="connsiteX4" fmla="*/ 7476376 w 8674101"/>
              <a:gd name="connsiteY4" fmla="*/ 6765372 h 6858000"/>
              <a:gd name="connsiteX5" fmla="*/ 7396139 w 8674101"/>
              <a:gd name="connsiteY5" fmla="*/ 6858000 h 6858000"/>
              <a:gd name="connsiteX6" fmla="*/ 0 w 86741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74101" h="6858000">
                <a:moveTo>
                  <a:pt x="0" y="0"/>
                </a:moveTo>
                <a:lnTo>
                  <a:pt x="7396137" y="0"/>
                </a:lnTo>
                <a:lnTo>
                  <a:pt x="7476376" y="92630"/>
                </a:lnTo>
                <a:cubicBezTo>
                  <a:pt x="8224620" y="999293"/>
                  <a:pt x="8674101" y="2161656"/>
                  <a:pt x="8674101" y="3429001"/>
                </a:cubicBezTo>
                <a:cubicBezTo>
                  <a:pt x="8674101" y="4696346"/>
                  <a:pt x="8224620" y="5858710"/>
                  <a:pt x="7476376" y="6765372"/>
                </a:cubicBezTo>
                <a:lnTo>
                  <a:pt x="7396139" y="6858000"/>
                </a:lnTo>
                <a:lnTo>
                  <a:pt x="0" y="6858000"/>
                </a:lnTo>
                <a:close/>
              </a:path>
            </a:pathLst>
          </a:custGeom>
          <a:noFill/>
          <a:ln>
            <a:noFill/>
          </a:ln>
          <a:effectLst>
            <a:outerShdw blurRad="223661" dist="140295" dir="2700000" algn="tl" rotWithShape="0">
              <a:schemeClr val="accent1">
                <a:alpha val="15000"/>
              </a:schemeClr>
            </a:outerShdw>
          </a:effectLst>
        </p:spPr>
      </p:pic>
      <p:pic>
        <p:nvPicPr>
          <p:cNvPr id="6" name="Picture 5">
            <a:extLst>
              <a:ext uri="{FF2B5EF4-FFF2-40B4-BE49-F238E27FC236}">
                <a16:creationId xmlns:a16="http://schemas.microsoft.com/office/drawing/2014/main" id="{76EAE975-C86D-8B72-1151-43DCB81328E7}"/>
              </a:ext>
              <a:ext uri="{C183D7F6-B498-43B3-948B-1728B52AA6E4}">
                <adec:decorative xmlns:adec="http://schemas.microsoft.com/office/drawing/2017/decorative" val="1"/>
              </a:ext>
            </a:extLst>
          </p:cNvPr>
          <p:cNvPicPr>
            <a:picLocks noChangeAspect="1"/>
          </p:cNvPicPr>
          <p:nvPr/>
        </p:nvPicPr>
        <p:blipFill rotWithShape="1">
          <a:blip r:embed="rId2">
            <a:alphaModFix amt="50000"/>
            <a:extLst>
              <a:ext uri="{BEBA8EAE-BF5A-486C-A8C5-ECC9F3942E4B}">
                <a14:imgProps xmlns:a14="http://schemas.microsoft.com/office/drawing/2010/main">
                  <a14:imgLayer r:embed="rId3">
                    <a14:imgEffect>
                      <a14:sharpenSoften amount="-100000"/>
                    </a14:imgEffect>
                  </a14:imgLayer>
                </a14:imgProps>
              </a:ext>
            </a:extLst>
          </a:blip>
          <a:srcRect l="5609" t="4382" r="54808" b="5780"/>
          <a:stretch/>
        </p:blipFill>
        <p:spPr>
          <a:xfrm>
            <a:off x="304800" y="304801"/>
            <a:ext cx="6248400" cy="6248400"/>
          </a:xfrm>
          <a:prstGeom prst="ellipse">
            <a:avLst/>
          </a:prstGeom>
          <a:solidFill>
            <a:schemeClr val="bg1"/>
          </a:solidFill>
          <a:ln>
            <a:solidFill>
              <a:schemeClr val="bg1"/>
            </a:solidFill>
          </a:ln>
          <a:effectLst>
            <a:outerShdw blurRad="223661" dist="140295" dir="2700000" algn="tl" rotWithShape="0">
              <a:schemeClr val="accent1">
                <a:alpha val="15000"/>
              </a:schemeClr>
            </a:outerShdw>
          </a:effectLst>
        </p:spPr>
      </p:pic>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04800" y="3286034"/>
            <a:ext cx="6248400" cy="615553"/>
          </a:xfrm>
        </p:spPr>
        <p:txBody>
          <a:bodyPr wrap="square" anchor="b">
            <a:spAutoFit/>
          </a:bodyPr>
          <a:lstStyle>
            <a:lvl1pPr algn="ctr">
              <a:defRPr sz="4000"/>
            </a:lvl1pPr>
          </a:lstStyle>
          <a:p>
            <a:r>
              <a:rPr lang="en-US"/>
              <a:t>Demo title</a:t>
            </a:r>
          </a:p>
        </p:txBody>
      </p:sp>
      <p:sp>
        <p:nvSpPr>
          <p:cNvPr id="12" name="Text Placeholder 11">
            <a:extLst>
              <a:ext uri="{FF2B5EF4-FFF2-40B4-BE49-F238E27FC236}">
                <a16:creationId xmlns:a16="http://schemas.microsoft.com/office/drawing/2014/main" id="{7BC0A1E6-4820-1468-5418-B00837F632AC}"/>
              </a:ext>
            </a:extLst>
          </p:cNvPr>
          <p:cNvSpPr>
            <a:spLocks noGrp="1"/>
          </p:cNvSpPr>
          <p:nvPr>
            <p:ph type="body" sz="quarter" idx="10" hasCustomPrompt="1"/>
          </p:nvPr>
        </p:nvSpPr>
        <p:spPr>
          <a:xfrm>
            <a:off x="762000" y="4309877"/>
            <a:ext cx="5334000" cy="369332"/>
          </a:xfrm>
        </p:spPr>
        <p:txBody>
          <a:bodyPr/>
          <a:lstStyle>
            <a:lvl1pPr algn="ctr">
              <a:defRPr sz="2400"/>
            </a:lvl1pPr>
          </a:lstStyle>
          <a:p>
            <a:pPr lvl="0"/>
            <a:r>
              <a:rPr lang="en-US"/>
              <a:t>Speaker name</a:t>
            </a:r>
          </a:p>
        </p:txBody>
      </p:sp>
      <p:pic>
        <p:nvPicPr>
          <p:cNvPr id="14" name="Picture 6" descr="Talk bubble filled with geometric shapes in yellow, orange, teal, and brown color">
            <a:extLst>
              <a:ext uri="{FF2B5EF4-FFF2-40B4-BE49-F238E27FC236}">
                <a16:creationId xmlns:a16="http://schemas.microsoft.com/office/drawing/2014/main" id="{8B35E419-FB83-C3CB-FC01-358C3FEC11D1}"/>
              </a:ext>
            </a:extLst>
          </p:cNvPr>
          <p:cNvPicPr>
            <a:picLocks noChangeAspect="1"/>
          </p:cNvPicPr>
          <p:nvPr/>
        </p:nvPicPr>
        <p:blipFill>
          <a:blip r:embed="rId4"/>
          <a:stretch>
            <a:fillRect/>
          </a:stretch>
        </p:blipFill>
        <p:spPr>
          <a:xfrm>
            <a:off x="2295237" y="742861"/>
            <a:ext cx="2267528" cy="2267526"/>
          </a:xfrm>
          <a:prstGeom prst="rect">
            <a:avLst/>
          </a:prstGeom>
        </p:spPr>
      </p:pic>
    </p:spTree>
    <p:extLst>
      <p:ext uri="{BB962C8B-B14F-4D97-AF65-F5344CB8AC3E}">
        <p14:creationId xmlns:p14="http://schemas.microsoft.com/office/powerpoint/2010/main" val="5957590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4627406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12_Header Line 12 Months">
    <p:bg>
      <p:bgPr>
        <a:solidFill>
          <a:schemeClr val="tx2"/>
        </a:solidFill>
        <a:effectLst/>
      </p:bgPr>
    </p:bg>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10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lang="en-US" sz="1400" kern="1200" spc="0" baseline="0" dirty="0">
                <a:solidFill>
                  <a:schemeClr val="tx1"/>
                </a:solidFill>
                <a:latin typeface="+mn-lt"/>
                <a:ea typeface="+mn-ea"/>
                <a:cs typeface="Segoe UI" panose="020B0502040204020203" pitchFamily="34"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marL="179388" marR="0" lvl="0" indent="-179388" algn="l" defTabSz="932742" rtl="0" eaLnBrk="1" fontAlgn="auto" latinLnBrk="0" hangingPunct="1">
              <a:lnSpc>
                <a:spcPct val="100000"/>
              </a:lnSpc>
              <a:spcBef>
                <a:spcPct val="20000"/>
              </a:spcBef>
              <a:spcAft>
                <a:spcPts val="0"/>
              </a:spcAft>
              <a:buClrTx/>
              <a:buSzPct val="100000"/>
              <a:buFont typeface="Wingdings" pitchFamily="2" charset="2"/>
              <a:buChar char=""/>
              <a:tabLst/>
            </a:pPr>
            <a:r>
              <a:rPr lang="en-US"/>
              <a:t>Click to edit Master text styles</a:t>
            </a:r>
          </a:p>
        </p:txBody>
      </p: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sp>
        <p:nvSpPr>
          <p:cNvPr id="3" name="Title 2">
            <a:extLst>
              <a:ext uri="{FF2B5EF4-FFF2-40B4-BE49-F238E27FC236}">
                <a16:creationId xmlns:a16="http://schemas.microsoft.com/office/drawing/2014/main" id="{20192061-FF13-69EC-CC80-6B8B2C161E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43974172"/>
      </p:ext>
    </p:extLst>
  </p:cSld>
  <p:clrMapOvr>
    <a:masterClrMapping/>
  </p:clrMapOvr>
  <p:transition>
    <p:fade/>
  </p:transition>
  <p:hf sldNum="0" hdr="0" ftr="0" dt="0"/>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p:nvSpPr>
        <p:spPr bwMode="auto">
          <a:xfrm>
            <a:off x="0" y="0"/>
            <a:ext cx="5959475" cy="6858000"/>
          </a:xfrm>
          <a:prstGeom prst="rect">
            <a:avLst/>
          </a:prstGeom>
          <a:solidFill>
            <a:schemeClr val="bg1">
              <a:alpha val="70000"/>
            </a:schemeClr>
          </a:solidFill>
          <a:ln w="22225">
            <a:solidFill>
              <a:schemeClr val="bg1">
                <a:alpha val="50000"/>
              </a:schemeClr>
            </a:solid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indent="0">
              <a:lnSpc>
                <a:spcPct val="107000"/>
              </a:lnSpc>
              <a:spcAft>
                <a:spcPts val="800"/>
              </a:spcAft>
              <a:buFont typeface="Arial" panose="020B0604020202020204" pitchFamily="34" charset="0"/>
              <a:buNone/>
            </a:pPr>
            <a:endParaRPr lang="en-US" sz="1600" err="1">
              <a:ln w="3175">
                <a:noFill/>
              </a:ln>
              <a:gradFill>
                <a:gsLst>
                  <a:gs pos="50000">
                    <a:srgbClr val="8661C5"/>
                  </a:gs>
                  <a:gs pos="0">
                    <a:srgbClr val="3E76D4"/>
                  </a:gs>
                  <a:gs pos="100000">
                    <a:srgbClr val="C73ECC"/>
                  </a:gs>
                </a:gsLst>
                <a:lin ang="2700000" scaled="1"/>
              </a:gradFill>
              <a:latin typeface="+mj-lt"/>
              <a:cs typeface="Segoe UI" panose="020B0502040204020203" pitchFamily="34" charset="0"/>
            </a:endParaRP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10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10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10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10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10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10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accent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accent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accent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accent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accent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accent1"/>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861774"/>
          </a:xfrm>
        </p:spPr>
        <p:txBody>
          <a:bodyPr/>
          <a:lstStyle>
            <a:lvl1pPr marL="0" indent="0">
              <a:buNone/>
              <a:defRPr>
                <a:solidFill>
                  <a:schemeClr val="tx1"/>
                </a:solidFill>
              </a:defRPr>
            </a:lvl1pPr>
          </a:lstStyle>
          <a:p>
            <a:pPr lvl="0"/>
            <a:r>
              <a:rPr lang="en-US"/>
              <a:t>Click to edit Master text styles</a:t>
            </a:r>
          </a:p>
        </p:txBody>
      </p:sp>
      <p:sp>
        <p:nvSpPr>
          <p:cNvPr id="6" name="Title 5">
            <a:extLst>
              <a:ext uri="{FF2B5EF4-FFF2-40B4-BE49-F238E27FC236}">
                <a16:creationId xmlns:a16="http://schemas.microsoft.com/office/drawing/2014/main" id="{CEE9C8ED-6953-4478-5560-51C460600359}"/>
              </a:ext>
            </a:extLst>
          </p:cNvPr>
          <p:cNvSpPr>
            <a:spLocks noGrp="1"/>
          </p:cNvSpPr>
          <p:nvPr>
            <p:ph type="title"/>
          </p:nvPr>
        </p:nvSpPr>
        <p:spPr>
          <a:xfrm>
            <a:off x="588263" y="457200"/>
            <a:ext cx="3477325" cy="492443"/>
          </a:xfrm>
        </p:spPr>
        <p:txBody>
          <a:bodyPr/>
          <a:lstStyle/>
          <a:p>
            <a:r>
              <a:rPr lang="en-US"/>
              <a:t>Click to edit Master title style</a:t>
            </a:r>
          </a:p>
        </p:txBody>
      </p:sp>
    </p:spTree>
    <p:extLst>
      <p:ext uri="{BB962C8B-B14F-4D97-AF65-F5344CB8AC3E}">
        <p14:creationId xmlns:p14="http://schemas.microsoft.com/office/powerpoint/2010/main" val="116219677"/>
      </p:ext>
    </p:extLst>
  </p:cSld>
  <p:clrMapOvr>
    <a:masterClrMapping/>
  </p:clrMapOvr>
  <p:transition>
    <p:fade/>
  </p:transition>
  <p:hf sldNum="0" hdr="0" ftr="0" dt="0"/>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984885"/>
          </a:xfrm>
        </p:spPr>
        <p:txBody>
          <a:bodyPr anchor="t"/>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2311400"/>
            <a:ext cx="4162425" cy="39576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Box 1">
            <a:extLst>
              <a:ext uri="{FF2B5EF4-FFF2-40B4-BE49-F238E27FC236}">
                <a16:creationId xmlns:a16="http://schemas.microsoft.com/office/drawing/2014/main" id="{17157A75-AD2E-01C0-E42D-62B8FC79489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858772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Box 1">
            <a:extLst>
              <a:ext uri="{FF2B5EF4-FFF2-40B4-BE49-F238E27FC236}">
                <a16:creationId xmlns:a16="http://schemas.microsoft.com/office/drawing/2014/main" id="{929DB7CC-666F-81A5-92F0-4CDD91713B9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312731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Box 1">
            <a:extLst>
              <a:ext uri="{FF2B5EF4-FFF2-40B4-BE49-F238E27FC236}">
                <a16:creationId xmlns:a16="http://schemas.microsoft.com/office/drawing/2014/main" id="{50DCD3F5-F640-0C5B-935D-59E46B7F2B7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4815523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782112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8" pos="4342">
          <p15:clr>
            <a:srgbClr val="A4A3A4"/>
          </p15:clr>
        </p15:guide>
        <p15:guide id="19" pos="4531">
          <p15:clr>
            <a:srgbClr val="A4A3A4"/>
          </p15:clr>
        </p15:guide>
        <p15:guide id="28" orient="horz" pos="905">
          <p15:clr>
            <a:srgbClr val="5ACBF0"/>
          </p15:clr>
        </p15:guide>
        <p15:guide id="30" orient="horz" pos="288">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4416425" cy="1963614"/>
          </a:xfrm>
        </p:spPr>
        <p:txBody>
          <a:bodyPr/>
          <a:lstStyle>
            <a:lvl1pPr marL="0" indent="0">
              <a:spcBef>
                <a:spcPts val="1200"/>
              </a:spcBef>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263827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8" pos="3160">
          <p15:clr>
            <a:srgbClr val="A4A3A4"/>
          </p15:clr>
        </p15:guide>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Box 2">
            <a:extLst>
              <a:ext uri="{FF2B5EF4-FFF2-40B4-BE49-F238E27FC236}">
                <a16:creationId xmlns:a16="http://schemas.microsoft.com/office/drawing/2014/main" id="{AB9017B1-DFC1-EBA5-69CA-CFC95FEC074E}"/>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1014961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Box 2">
            <a:extLst>
              <a:ext uri="{FF2B5EF4-FFF2-40B4-BE49-F238E27FC236}">
                <a16:creationId xmlns:a16="http://schemas.microsoft.com/office/drawing/2014/main" id="{7BF71D7F-4132-0DE5-6177-3669DE6ABBA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5609310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25377693"/>
      </p:ext>
    </p:extLst>
  </p:cSld>
  <p:clrMapOvr>
    <a:masterClrMapping/>
  </p:clrMapOvr>
  <p:transition>
    <p:fade/>
  </p:transition>
  <p:hf sldNum="0" hdr="0" ftr="0" dt="0"/>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Box 1">
            <a:extLst>
              <a:ext uri="{FF2B5EF4-FFF2-40B4-BE49-F238E27FC236}">
                <a16:creationId xmlns:a16="http://schemas.microsoft.com/office/drawing/2014/main" id="{C66D6786-3D88-309E-4071-C590B21ED98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3037097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Box 1">
            <a:extLst>
              <a:ext uri="{FF2B5EF4-FFF2-40B4-BE49-F238E27FC236}">
                <a16:creationId xmlns:a16="http://schemas.microsoft.com/office/drawing/2014/main" id="{4A122A4F-4704-9BF7-7D28-359DDD1FB97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3652231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 name="TextBox 1">
            <a:extLst>
              <a:ext uri="{FF2B5EF4-FFF2-40B4-BE49-F238E27FC236}">
                <a16:creationId xmlns:a16="http://schemas.microsoft.com/office/drawing/2014/main" id="{53B20A7A-BC04-51C7-86A3-04C7EE0B97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0290986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68555B6-2E09-9B1A-44C2-8417BD897867}"/>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7874833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829285C9-74B1-E07B-2170-CC32C55B4C9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7650103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DF57889F-87BA-0577-6B53-E251F1F6CA4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222597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0CBF814A-B799-E6D1-24A0-7CB67903A63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6179639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Box 2">
            <a:extLst>
              <a:ext uri="{FF2B5EF4-FFF2-40B4-BE49-F238E27FC236}">
                <a16:creationId xmlns:a16="http://schemas.microsoft.com/office/drawing/2014/main" id="{DD0AA993-3A58-3972-AA55-AAB49935C23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052483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D957E051-DE7C-E1D5-EB44-FD4608F3B67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4298402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6791455E-BB77-895B-EA69-15EFD8F9A0B7}"/>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856924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Quote slide 1b">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38E8D9-3698-E852-B8D6-19CF297F8815}"/>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13988" t="7131" r="15678" b="3078"/>
          <a:stretch/>
        </p:blipFill>
        <p:spPr>
          <a:xfrm>
            <a:off x="0" y="0"/>
            <a:ext cx="12192000" cy="6858000"/>
          </a:xfrm>
          <a:prstGeom prst="rect">
            <a:avLst/>
          </a:prstGeom>
        </p:spPr>
      </p:pic>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bg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bg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825869"/>
            <a:ext cx="9866313" cy="861774"/>
          </a:xfrm>
        </p:spPr>
        <p:txBody>
          <a:bodyPr anchor="b"/>
          <a:lstStyle>
            <a:lvl1pPr algn="l" defTabSz="932742" rtl="0" eaLnBrk="1" latinLnBrk="0" hangingPunct="1">
              <a:lnSpc>
                <a:spcPct val="100000"/>
              </a:lnSpc>
              <a:spcBef>
                <a:spcPct val="0"/>
              </a:spcBef>
              <a:buNone/>
              <a:defRPr lang="en-US" sz="2800" b="0" kern="1200" cap="none" spc="-50" baseline="0" dirty="0">
                <a:ln w="3175">
                  <a:noFill/>
                </a:ln>
                <a:gradFill>
                  <a:gsLst>
                    <a:gs pos="50000">
                      <a:schemeClr val="accent5"/>
                    </a:gs>
                    <a:gs pos="0">
                      <a:schemeClr val="accent1"/>
                    </a:gs>
                    <a:gs pos="100000">
                      <a:srgbClr val="C73ECC"/>
                    </a:gs>
                  </a:gsLst>
                  <a:lin ang="2700000" scaled="1"/>
                </a:gradFill>
                <a:effectLst/>
                <a:latin typeface="+mj-lt"/>
                <a:ea typeface="+mn-ea"/>
                <a:cs typeface="Segoe UI" pitchFamily="34" charset="0"/>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3874065114"/>
      </p:ext>
    </p:extLst>
  </p:cSld>
  <p:clrMapOvr>
    <a:overrideClrMapping bg1="dk1" tx1="lt1" bg2="dk2" tx2="lt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Quote slide 2b">
    <p:bg>
      <p:bgRef idx="1001">
        <a:schemeClr val="bg1"/>
      </p:bgRef>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339D5D9-B234-7B4F-90F8-2A7ABA2E4ABF}"/>
              </a:ext>
            </a:extLst>
          </p:cNvPr>
          <p:cNvSpPr/>
          <p:nvPr/>
        </p:nvSpPr>
        <p:spPr bwMode="auto">
          <a:xfrm>
            <a:off x="293687" y="293688"/>
            <a:ext cx="7543802" cy="6270624"/>
          </a:xfrm>
          <a:prstGeom prst="roundRect">
            <a:avLst>
              <a:gd name="adj" fmla="val 4074"/>
            </a:avLst>
          </a:prstGeom>
          <a:solidFill>
            <a:schemeClr val="bg1">
              <a:alpha val="70000"/>
            </a:schemeClr>
          </a:solidFill>
          <a:ln w="22225">
            <a:solidFill>
              <a:schemeClr val="bg1">
                <a:alpha val="50000"/>
              </a:schemeClr>
            </a:solid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indent="0">
              <a:lnSpc>
                <a:spcPct val="107000"/>
              </a:lnSpc>
              <a:spcAft>
                <a:spcPts val="800"/>
              </a:spcAft>
              <a:buFont typeface="Arial" panose="020B0604020202020204" pitchFamily="34" charset="0"/>
              <a:buNone/>
            </a:pPr>
            <a:endParaRPr lang="en-US" sz="1600" err="1">
              <a:ln w="3175">
                <a:noFill/>
              </a:ln>
              <a:gradFill>
                <a:gsLst>
                  <a:gs pos="50000">
                    <a:srgbClr val="8661C5"/>
                  </a:gs>
                  <a:gs pos="0">
                    <a:srgbClr val="3E76D4"/>
                  </a:gs>
                  <a:gs pos="100000">
                    <a:srgbClr val="C73ECC"/>
                  </a:gs>
                </a:gsLst>
                <a:lin ang="2700000" scaled="1"/>
              </a:gradFill>
              <a:latin typeface="+mj-lt"/>
              <a:cs typeface="Segoe UI" panose="020B0502040204020203"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3463926"/>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3761505"/>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430887"/>
          </a:xfrm>
        </p:spPr>
        <p:txBody>
          <a:bodyPr anchor="t"/>
          <a:lstStyle>
            <a:lvl1pPr algn="l" defTabSz="932742" rtl="0" eaLnBrk="1" latinLnBrk="0" hangingPunct="1">
              <a:lnSpc>
                <a:spcPct val="100000"/>
              </a:lnSpc>
              <a:spcBef>
                <a:spcPct val="0"/>
              </a:spcBef>
              <a:spcAft>
                <a:spcPts val="600"/>
              </a:spcAft>
              <a:buNone/>
              <a:defRPr lang="en-US" sz="2800" b="0" kern="1200" cap="none" spc="-50" baseline="0" dirty="0">
                <a:ln w="3175">
                  <a:noFill/>
                </a:ln>
                <a:gradFill>
                  <a:gsLst>
                    <a:gs pos="50000">
                      <a:schemeClr val="accent5"/>
                    </a:gs>
                    <a:gs pos="0">
                      <a:schemeClr val="accent1"/>
                    </a:gs>
                    <a:gs pos="100000">
                      <a:srgbClr val="C73ECC"/>
                    </a:gs>
                  </a:gsLst>
                  <a:lin ang="2700000" scaled="1"/>
                </a:gradFill>
                <a:effectLst/>
                <a:latin typeface="+mj-lt"/>
                <a:ea typeface="+mn-ea"/>
                <a:cs typeface="Segoe UI" pitchFamily="34" charset="0"/>
              </a:defRPr>
            </a:lvl1pPr>
          </a:lstStyle>
          <a:p>
            <a:r>
              <a:rPr lang="en-US"/>
              <a:t>Add quote text here</a:t>
            </a:r>
          </a:p>
        </p:txBody>
      </p:sp>
      <p:sp>
        <p:nvSpPr>
          <p:cNvPr id="2" name="Freeform: Shape 1">
            <a:extLst>
              <a:ext uri="{FF2B5EF4-FFF2-40B4-BE49-F238E27FC236}">
                <a16:creationId xmlns:a16="http://schemas.microsoft.com/office/drawing/2014/main" id="{B8576EE6-A83D-E93F-FE25-807342A89127}"/>
              </a:ext>
            </a:extLst>
          </p:cNvPr>
          <p:cNvSpPr/>
          <p:nvPr/>
        </p:nvSpPr>
        <p:spPr>
          <a:xfrm flipV="1">
            <a:off x="1163638" y="1187558"/>
            <a:ext cx="749301" cy="553822"/>
          </a:xfrm>
          <a:custGeom>
            <a:avLst/>
            <a:gdLst>
              <a:gd name="connsiteX0" fmla="*/ 718143 w 943900"/>
              <a:gd name="connsiteY0" fmla="*/ 0 h 697654"/>
              <a:gd name="connsiteX1" fmla="*/ 943846 w 943900"/>
              <a:gd name="connsiteY1" fmla="*/ 225703 h 697654"/>
              <a:gd name="connsiteX2" fmla="*/ 824382 w 943900"/>
              <a:gd name="connsiteY2" fmla="*/ 424046 h 697654"/>
              <a:gd name="connsiteX3" fmla="*/ 779535 w 943900"/>
              <a:gd name="connsiteY3" fmla="*/ 506511 h 697654"/>
              <a:gd name="connsiteX4" fmla="*/ 931664 w 943900"/>
              <a:gd name="connsiteY4" fmla="*/ 658360 h 697654"/>
              <a:gd name="connsiteX5" fmla="*/ 920778 w 943900"/>
              <a:gd name="connsiteY5" fmla="*/ 697468 h 697654"/>
              <a:gd name="connsiteX6" fmla="*/ 492443 w 943900"/>
              <a:gd name="connsiteY6" fmla="*/ 268375 h 697654"/>
              <a:gd name="connsiteX7" fmla="*/ 718143 w 943900"/>
              <a:gd name="connsiteY7" fmla="*/ 0 h 697654"/>
              <a:gd name="connsiteX8" fmla="*/ 225700 w 943900"/>
              <a:gd name="connsiteY8" fmla="*/ 0 h 697654"/>
              <a:gd name="connsiteX9" fmla="*/ 451403 w 943900"/>
              <a:gd name="connsiteY9" fmla="*/ 225703 h 697654"/>
              <a:gd name="connsiteX10" fmla="*/ 331939 w 943900"/>
              <a:gd name="connsiteY10" fmla="*/ 424046 h 697654"/>
              <a:gd name="connsiteX11" fmla="*/ 287092 w 943900"/>
              <a:gd name="connsiteY11" fmla="*/ 506511 h 697654"/>
              <a:gd name="connsiteX12" fmla="*/ 439221 w 943900"/>
              <a:gd name="connsiteY12" fmla="*/ 658360 h 697654"/>
              <a:gd name="connsiteX13" fmla="*/ 428335 w 943900"/>
              <a:gd name="connsiteY13" fmla="*/ 697468 h 697654"/>
              <a:gd name="connsiteX14" fmla="*/ 0 w 943900"/>
              <a:gd name="connsiteY14" fmla="*/ 268375 h 697654"/>
              <a:gd name="connsiteX15" fmla="*/ 225700 w 943900"/>
              <a:gd name="connsiteY15" fmla="*/ 0 h 697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3900" h="697654">
                <a:moveTo>
                  <a:pt x="718143" y="0"/>
                </a:moveTo>
                <a:cubicBezTo>
                  <a:pt x="842795" y="0"/>
                  <a:pt x="943846" y="101051"/>
                  <a:pt x="943846" y="225703"/>
                </a:cubicBezTo>
                <a:cubicBezTo>
                  <a:pt x="943846" y="317773"/>
                  <a:pt x="895917" y="406857"/>
                  <a:pt x="824382" y="424046"/>
                </a:cubicBezTo>
                <a:cubicBezTo>
                  <a:pt x="796789" y="430677"/>
                  <a:pt x="774814" y="466087"/>
                  <a:pt x="779535" y="506511"/>
                </a:cubicBezTo>
                <a:cubicBezTo>
                  <a:pt x="785855" y="560618"/>
                  <a:pt x="834785" y="615282"/>
                  <a:pt x="931664" y="658360"/>
                </a:cubicBezTo>
                <a:cubicBezTo>
                  <a:pt x="953235" y="667952"/>
                  <a:pt x="944203" y="700401"/>
                  <a:pt x="920778" y="697468"/>
                </a:cubicBezTo>
                <a:cubicBezTo>
                  <a:pt x="668296" y="665858"/>
                  <a:pt x="493283" y="501256"/>
                  <a:pt x="492443" y="268375"/>
                </a:cubicBezTo>
                <a:cubicBezTo>
                  <a:pt x="492440" y="108216"/>
                  <a:pt x="587062" y="0"/>
                  <a:pt x="718143" y="0"/>
                </a:cubicBezTo>
                <a:close/>
                <a:moveTo>
                  <a:pt x="225700" y="0"/>
                </a:moveTo>
                <a:cubicBezTo>
                  <a:pt x="350352" y="0"/>
                  <a:pt x="451403" y="101051"/>
                  <a:pt x="451403" y="225703"/>
                </a:cubicBezTo>
                <a:cubicBezTo>
                  <a:pt x="451403" y="317773"/>
                  <a:pt x="403474" y="406857"/>
                  <a:pt x="331939" y="424046"/>
                </a:cubicBezTo>
                <a:cubicBezTo>
                  <a:pt x="304346" y="430677"/>
                  <a:pt x="282371" y="466087"/>
                  <a:pt x="287092" y="506511"/>
                </a:cubicBezTo>
                <a:cubicBezTo>
                  <a:pt x="293412" y="560618"/>
                  <a:pt x="342341" y="615282"/>
                  <a:pt x="439221" y="658360"/>
                </a:cubicBezTo>
                <a:cubicBezTo>
                  <a:pt x="460792" y="667952"/>
                  <a:pt x="451760" y="700401"/>
                  <a:pt x="428335" y="697468"/>
                </a:cubicBezTo>
                <a:cubicBezTo>
                  <a:pt x="175853" y="665858"/>
                  <a:pt x="840" y="501256"/>
                  <a:pt x="0" y="268375"/>
                </a:cubicBezTo>
                <a:cubicBezTo>
                  <a:pt x="-3" y="108216"/>
                  <a:pt x="94619" y="0"/>
                  <a:pt x="225700" y="0"/>
                </a:cubicBezTo>
                <a:close/>
              </a:path>
            </a:pathLst>
          </a:custGeom>
          <a:gradFill flip="none" rotWithShape="1">
            <a:gsLst>
              <a:gs pos="0">
                <a:schemeClr val="accent1"/>
              </a:gs>
              <a:gs pos="100000">
                <a:srgbClr val="8661C5"/>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cs typeface="Segoe UI" pitchFamily="34" charset="0"/>
            </a:endParaRPr>
          </a:p>
        </p:txBody>
      </p:sp>
      <p:pic>
        <p:nvPicPr>
          <p:cNvPr id="5" name="Graphic 4">
            <a:extLst>
              <a:ext uri="{FF2B5EF4-FFF2-40B4-BE49-F238E27FC236}">
                <a16:creationId xmlns:a16="http://schemas.microsoft.com/office/drawing/2014/main" id="{2B61C577-3DB6-C1EE-833A-C35A398778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20100" y="2025650"/>
            <a:ext cx="1266825" cy="1266825"/>
          </a:xfrm>
          <a:prstGeom prst="rect">
            <a:avLst/>
          </a:prstGeom>
        </p:spPr>
      </p:pic>
    </p:spTree>
    <p:extLst>
      <p:ext uri="{BB962C8B-B14F-4D97-AF65-F5344CB8AC3E}">
        <p14:creationId xmlns:p14="http://schemas.microsoft.com/office/powerpoint/2010/main" val="106164383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065589" y="585789"/>
            <a:ext cx="2161340" cy="2679700"/>
          </a:xfrm>
        </p:spPr>
        <p:txBody>
          <a:bodyPr anchor="t">
            <a:noAutofit/>
          </a:bodyPr>
          <a:lstStyle>
            <a:lvl1pPr marL="0" indent="0">
              <a:spcAft>
                <a:spcPts val="600"/>
              </a:spcAft>
              <a:buFont typeface="Wingdings" panose="05000000000000000000" pitchFamily="2" charset="2"/>
              <a:buNone/>
              <a:defRPr sz="2400">
                <a:solidFill>
                  <a:schemeClr val="tx1"/>
                </a:solidFill>
                <a:latin typeface="+mn-lt"/>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6614905" y="585789"/>
            <a:ext cx="2154862" cy="2679700"/>
          </a:xfrm>
        </p:spPr>
        <p:txBody>
          <a:bodyPr anchor="t">
            <a:noAutofit/>
          </a:bodyPr>
          <a:lstStyle>
            <a:lvl1pPr marL="0" indent="0">
              <a:spcAft>
                <a:spcPts val="600"/>
              </a:spcAft>
              <a:buFont typeface="Wingdings" panose="05000000000000000000" pitchFamily="2" charset="2"/>
              <a:buNone/>
              <a:defRPr sz="2400">
                <a:solidFill>
                  <a:schemeClr val="tx1"/>
                </a:solidFill>
                <a:latin typeface="+mn-lt"/>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065589" y="3589338"/>
            <a:ext cx="2161340" cy="2679700"/>
          </a:xfrm>
        </p:spPr>
        <p:txBody>
          <a:bodyPr anchor="t">
            <a:noAutofit/>
          </a:bodyPr>
          <a:lstStyle>
            <a:lvl1pPr marL="0" indent="0">
              <a:spcAft>
                <a:spcPts val="600"/>
              </a:spcAft>
              <a:buFont typeface="Wingdings" panose="05000000000000000000" pitchFamily="2" charset="2"/>
              <a:buNone/>
              <a:defRPr sz="2400">
                <a:solidFill>
                  <a:schemeClr val="tx1"/>
                </a:solidFill>
                <a:latin typeface="+mn-lt"/>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6614905" y="3589338"/>
            <a:ext cx="2154862" cy="2679700"/>
          </a:xfrm>
        </p:spPr>
        <p:txBody>
          <a:bodyPr anchor="t">
            <a:noAutofit/>
          </a:bodyPr>
          <a:lstStyle>
            <a:lvl1pPr marL="0" indent="0">
              <a:spcAft>
                <a:spcPts val="600"/>
              </a:spcAft>
              <a:buFont typeface="Wingdings" panose="05000000000000000000" pitchFamily="2" charset="2"/>
              <a:buNone/>
              <a:defRPr sz="2400">
                <a:solidFill>
                  <a:schemeClr val="tx1"/>
                </a:solidFill>
                <a:latin typeface="+mn-lt"/>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9433759" y="585789"/>
            <a:ext cx="2169977" cy="2679700"/>
          </a:xfrm>
        </p:spPr>
        <p:txBody>
          <a:bodyPr anchor="t">
            <a:noAutofit/>
          </a:bodyPr>
          <a:lstStyle>
            <a:lvl1pPr marL="0" indent="0">
              <a:spcAft>
                <a:spcPts val="600"/>
              </a:spcAft>
              <a:buFont typeface="Wingdings" panose="05000000000000000000" pitchFamily="2" charset="2"/>
              <a:buNone/>
              <a:defRPr sz="2400">
                <a:solidFill>
                  <a:schemeClr val="tx1"/>
                </a:solidFill>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9433759" y="3589338"/>
            <a:ext cx="2169977" cy="2679700"/>
          </a:xfrm>
        </p:spPr>
        <p:txBody>
          <a:bodyPr anchor="t">
            <a:noAutofit/>
          </a:bodyPr>
          <a:lstStyle>
            <a:lvl1pPr marL="0" indent="0">
              <a:spcAft>
                <a:spcPts val="600"/>
              </a:spcAft>
              <a:buFont typeface="Wingdings" panose="05000000000000000000" pitchFamily="2" charset="2"/>
              <a:buNone/>
              <a:defRPr sz="2400">
                <a:solidFill>
                  <a:schemeClr val="tx1"/>
                </a:solidFill>
                <a:latin typeface="+mn-lt"/>
              </a:defRPr>
            </a:lvl1pPr>
          </a:lstStyle>
          <a:p>
            <a:pPr lvl="0"/>
            <a:r>
              <a:rPr lang="en-US"/>
              <a:t>Click to edit Master text styles</a:t>
            </a:r>
          </a:p>
        </p:txBody>
      </p:sp>
      <p:sp>
        <p:nvSpPr>
          <p:cNvPr id="9" name="Title 8">
            <a:extLst>
              <a:ext uri="{FF2B5EF4-FFF2-40B4-BE49-F238E27FC236}">
                <a16:creationId xmlns:a16="http://schemas.microsoft.com/office/drawing/2014/main" id="{58B0AB39-51FC-8151-4393-47DE9B47F2EE}"/>
              </a:ext>
            </a:extLst>
          </p:cNvPr>
          <p:cNvSpPr>
            <a:spLocks noGrp="1"/>
          </p:cNvSpPr>
          <p:nvPr>
            <p:ph type="title"/>
          </p:nvPr>
        </p:nvSpPr>
        <p:spPr>
          <a:xfrm>
            <a:off x="588263" y="457200"/>
            <a:ext cx="2824862" cy="492443"/>
          </a:xfrm>
        </p:spPr>
        <p:txBody>
          <a:bodyPr/>
          <a:lstStyle/>
          <a:p>
            <a:r>
              <a:rPr lang="en-US"/>
              <a:t>Click to edit Master title style</a:t>
            </a:r>
          </a:p>
        </p:txBody>
      </p:sp>
    </p:spTree>
    <p:extLst>
      <p:ext uri="{BB962C8B-B14F-4D97-AF65-F5344CB8AC3E}">
        <p14:creationId xmlns:p14="http://schemas.microsoft.com/office/powerpoint/2010/main" val="206766571"/>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DBC097-AFF9-9855-8213-4A8898217A8C}"/>
              </a:ext>
            </a:extLst>
          </p:cNvPr>
          <p:cNvSpPr/>
          <p:nvPr/>
        </p:nvSpPr>
        <p:spPr bwMode="auto">
          <a:xfrm>
            <a:off x="0" y="0"/>
            <a:ext cx="12192000" cy="6858000"/>
          </a:xfrm>
          <a:prstGeom prst="rect">
            <a:avLst/>
          </a:prstGeom>
          <a:solidFill>
            <a:schemeClr val="bg1"/>
          </a:solid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cs typeface="Segoe UI" pitchFamily="34" charset="0"/>
            </a:endParaRPr>
          </a:p>
        </p:txBody>
      </p:sp>
      <p:pic>
        <p:nvPicPr>
          <p:cNvPr id="10" name="Picture 9">
            <a:extLst>
              <a:ext uri="{FF2B5EF4-FFF2-40B4-BE49-F238E27FC236}">
                <a16:creationId xmlns:a16="http://schemas.microsoft.com/office/drawing/2014/main" id="{C495A8C1-A897-DC10-C504-6DFFC67ACB36}"/>
              </a:ext>
              <a:ext uri="{C183D7F6-B498-43B3-948B-1728B52AA6E4}">
                <adec:decorative xmlns:adec="http://schemas.microsoft.com/office/drawing/2017/decorative" val="1"/>
              </a:ext>
            </a:extLst>
          </p:cNvPr>
          <p:cNvPicPr>
            <a:picLocks noChangeAspect="1"/>
          </p:cNvPicPr>
          <p:nvPr/>
        </p:nvPicPr>
        <p:blipFill rotWithShape="1">
          <a:blip r:embed="rId2"/>
          <a:srcRect l="54072" t="895" r="21860" b="13108"/>
          <a:stretch/>
        </p:blipFill>
        <p:spPr>
          <a:xfrm>
            <a:off x="1" y="0"/>
            <a:ext cx="4356100" cy="6858000"/>
          </a:xfrm>
          <a:prstGeom prst="rect">
            <a:avLst/>
          </a:prstGeom>
        </p:spPr>
      </p:pic>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4">
            <a:extLst>
              <a:ext uri="{FF2B5EF4-FFF2-40B4-BE49-F238E27FC236}">
                <a16:creationId xmlns:a16="http://schemas.microsoft.com/office/drawing/2014/main" id="{54AAA2ED-A438-17F5-A980-20FCCC866BB6}"/>
              </a:ext>
            </a:extLst>
          </p:cNvPr>
          <p:cNvSpPr>
            <a:spLocks noGrp="1"/>
          </p:cNvSpPr>
          <p:nvPr>
            <p:ph type="title"/>
          </p:nvPr>
        </p:nvSpPr>
        <p:spPr>
          <a:xfrm>
            <a:off x="588263" y="457200"/>
            <a:ext cx="3183637" cy="492443"/>
          </a:xfrm>
        </p:spPr>
        <p:txBody>
          <a:bodyPr/>
          <a:lstStyle/>
          <a:p>
            <a:r>
              <a:rPr lang="en-US"/>
              <a:t>Click to edit Master title style</a:t>
            </a:r>
          </a:p>
        </p:txBody>
      </p:sp>
    </p:spTree>
    <p:extLst>
      <p:ext uri="{BB962C8B-B14F-4D97-AF65-F5344CB8AC3E}">
        <p14:creationId xmlns:p14="http://schemas.microsoft.com/office/powerpoint/2010/main" val="3183452879"/>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495A8C1-A897-DC10-C504-6DFFC67ACB36}"/>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0"/>
            <a:ext cx="3771899" cy="6858000"/>
          </a:xfrm>
          <a:prstGeom prst="rect">
            <a:avLst/>
          </a:prstGeom>
        </p:spPr>
      </p:pic>
      <p:pic>
        <p:nvPicPr>
          <p:cNvPr id="3" name="Picture 2">
            <a:extLst>
              <a:ext uri="{FF2B5EF4-FFF2-40B4-BE49-F238E27FC236}">
                <a16:creationId xmlns:a16="http://schemas.microsoft.com/office/drawing/2014/main" id="{896E2AD7-CA18-C890-7F80-8E0C033DF832}"/>
              </a:ext>
              <a:ext uri="{C183D7F6-B498-43B3-948B-1728B52AA6E4}">
                <adec:decorative xmlns:adec="http://schemas.microsoft.com/office/drawing/2017/decorative" val="1"/>
              </a:ext>
            </a:extLst>
          </p:cNvPr>
          <p:cNvPicPr>
            <a:picLocks noChangeAspect="1"/>
          </p:cNvPicPr>
          <p:nvPr/>
        </p:nvPicPr>
        <p:blipFill rotWithShape="1">
          <a:blip r:embed="rId3" cstate="screen">
            <a:alphaModFix amt="50000"/>
            <a:extLst>
              <a:ext uri="{BEBA8EAE-BF5A-486C-A8C5-ECC9F3942E4B}">
                <a14:imgProps xmlns:a14="http://schemas.microsoft.com/office/drawing/2010/main">
                  <a14:imgLayer r:embed="rId4">
                    <a14:imgEffect>
                      <a14:sharpenSoften amount="-100000"/>
                    </a14:imgEffect>
                  </a14:imgLayer>
                </a14:imgProps>
              </a:ext>
              <a:ext uri="{28A0092B-C50C-407E-A947-70E740481C1C}">
                <a14:useLocalDpi xmlns:a14="http://schemas.microsoft.com/office/drawing/2010/main"/>
              </a:ext>
            </a:extLst>
          </a:blip>
          <a:srcRect/>
          <a:stretch/>
        </p:blipFill>
        <p:spPr>
          <a:xfrm>
            <a:off x="292101" y="596900"/>
            <a:ext cx="3187700" cy="5664200"/>
          </a:xfrm>
          <a:prstGeom prst="roundRect">
            <a:avLst>
              <a:gd name="adj" fmla="val 6630"/>
            </a:avLst>
          </a:prstGeom>
          <a:solidFill>
            <a:schemeClr val="bg1"/>
          </a:solidFill>
          <a:ln>
            <a:solidFill>
              <a:schemeClr val="bg1"/>
            </a:solidFill>
          </a:ln>
          <a:effectLst>
            <a:outerShdw blurRad="223661" dist="140295" dir="2700000" algn="tl" rotWithShape="0">
              <a:schemeClr val="accent1">
                <a:alpha val="15000"/>
              </a:schemeClr>
            </a:outerShdw>
          </a:effectLst>
        </p:spPr>
      </p:pic>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4">
            <a:extLst>
              <a:ext uri="{FF2B5EF4-FFF2-40B4-BE49-F238E27FC236}">
                <a16:creationId xmlns:a16="http://schemas.microsoft.com/office/drawing/2014/main" id="{54AAA2ED-A438-17F5-A980-20FCCC866BB6}"/>
              </a:ext>
            </a:extLst>
          </p:cNvPr>
          <p:cNvSpPr>
            <a:spLocks noGrp="1"/>
          </p:cNvSpPr>
          <p:nvPr>
            <p:ph type="title" hasCustomPrompt="1"/>
          </p:nvPr>
        </p:nvSpPr>
        <p:spPr>
          <a:xfrm>
            <a:off x="588264" y="1041400"/>
            <a:ext cx="2891538" cy="615553"/>
          </a:xfrm>
        </p:spPr>
        <p:txBody>
          <a:bodyPr/>
          <a:lstStyle>
            <a:lvl1pPr>
              <a:defRPr sz="4000"/>
            </a:lvl1pPr>
          </a:lstStyle>
          <a:p>
            <a:r>
              <a:rPr lang="en-US"/>
              <a:t>Agenda</a:t>
            </a:r>
          </a:p>
        </p:txBody>
      </p:sp>
      <p:sp>
        <p:nvSpPr>
          <p:cNvPr id="2" name="Text Placeholder 2">
            <a:extLst>
              <a:ext uri="{FF2B5EF4-FFF2-40B4-BE49-F238E27FC236}">
                <a16:creationId xmlns:a16="http://schemas.microsoft.com/office/drawing/2014/main" id="{A75F47C4-1325-FE8F-1499-CC2DF61AE190}"/>
              </a:ext>
            </a:extLst>
          </p:cNvPr>
          <p:cNvSpPr>
            <a:spLocks noGrp="1"/>
          </p:cNvSpPr>
          <p:nvPr>
            <p:ph type="body" sz="quarter" idx="11"/>
          </p:nvPr>
        </p:nvSpPr>
        <p:spPr>
          <a:xfrm>
            <a:off x="4941888" y="1041400"/>
            <a:ext cx="6661848" cy="646111"/>
          </a:xfrm>
        </p:spPr>
        <p:txBody>
          <a:bodyPr anchor="ctr">
            <a:noAutofit/>
          </a:bodyPr>
          <a:lstStyle>
            <a:lvl1pPr marL="0" indent="0">
              <a:spcAft>
                <a:spcPts val="600"/>
              </a:spcAft>
              <a:buFont typeface="Wingdings" panose="05000000000000000000" pitchFamily="2" charset="2"/>
              <a:buNone/>
              <a:defRPr sz="2000">
                <a:solidFill>
                  <a:schemeClr val="tx1"/>
                </a:solidFill>
                <a:latin typeface="+mn-lt"/>
              </a:defRPr>
            </a:lvl1pPr>
          </a:lstStyle>
          <a:p>
            <a:pPr lvl="0"/>
            <a:r>
              <a:rPr lang="en-US"/>
              <a:t>Click to edit Master text styles</a:t>
            </a:r>
          </a:p>
        </p:txBody>
      </p:sp>
      <p:sp>
        <p:nvSpPr>
          <p:cNvPr id="4" name="Text Placeholder 2">
            <a:extLst>
              <a:ext uri="{FF2B5EF4-FFF2-40B4-BE49-F238E27FC236}">
                <a16:creationId xmlns:a16="http://schemas.microsoft.com/office/drawing/2014/main" id="{D165DFD9-D2C8-E00A-DA28-3E48473CFD19}"/>
              </a:ext>
            </a:extLst>
          </p:cNvPr>
          <p:cNvSpPr>
            <a:spLocks noGrp="1"/>
          </p:cNvSpPr>
          <p:nvPr>
            <p:ph type="body" sz="quarter" idx="12"/>
          </p:nvPr>
        </p:nvSpPr>
        <p:spPr>
          <a:xfrm>
            <a:off x="4941888" y="1892300"/>
            <a:ext cx="6661848" cy="646111"/>
          </a:xfrm>
        </p:spPr>
        <p:txBody>
          <a:bodyPr anchor="ctr">
            <a:noAutofit/>
          </a:bodyPr>
          <a:lstStyle>
            <a:lvl1pPr marL="0" indent="0">
              <a:spcAft>
                <a:spcPts val="600"/>
              </a:spcAft>
              <a:buFont typeface="Wingdings" panose="05000000000000000000" pitchFamily="2" charset="2"/>
              <a:buNone/>
              <a:defRPr sz="2000">
                <a:solidFill>
                  <a:schemeClr val="tx1"/>
                </a:solidFill>
                <a:latin typeface="+mn-lt"/>
              </a:defRPr>
            </a:lvl1pPr>
          </a:lstStyle>
          <a:p>
            <a:pPr lvl="0"/>
            <a:r>
              <a:rPr lang="en-US"/>
              <a:t>Click to edit Master text styles</a:t>
            </a:r>
          </a:p>
        </p:txBody>
      </p:sp>
      <p:sp>
        <p:nvSpPr>
          <p:cNvPr id="7" name="Text Placeholder 2">
            <a:extLst>
              <a:ext uri="{FF2B5EF4-FFF2-40B4-BE49-F238E27FC236}">
                <a16:creationId xmlns:a16="http://schemas.microsoft.com/office/drawing/2014/main" id="{EBD9ACCC-4463-9EF3-306D-D5AF4053B141}"/>
              </a:ext>
            </a:extLst>
          </p:cNvPr>
          <p:cNvSpPr>
            <a:spLocks noGrp="1"/>
          </p:cNvSpPr>
          <p:nvPr>
            <p:ph type="body" sz="quarter" idx="13"/>
          </p:nvPr>
        </p:nvSpPr>
        <p:spPr>
          <a:xfrm>
            <a:off x="4941888" y="2743200"/>
            <a:ext cx="6661848" cy="646111"/>
          </a:xfrm>
        </p:spPr>
        <p:txBody>
          <a:bodyPr anchor="ctr">
            <a:noAutofit/>
          </a:bodyPr>
          <a:lstStyle>
            <a:lvl1pPr marL="0" indent="0">
              <a:spcAft>
                <a:spcPts val="600"/>
              </a:spcAft>
              <a:buFont typeface="Wingdings" panose="05000000000000000000" pitchFamily="2" charset="2"/>
              <a:buNone/>
              <a:defRPr sz="2000">
                <a:solidFill>
                  <a:schemeClr val="tx1"/>
                </a:solidFill>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4BCC3F2C-2A6A-5CE8-BFAB-73224B1E963D}"/>
              </a:ext>
            </a:extLst>
          </p:cNvPr>
          <p:cNvSpPr>
            <a:spLocks noGrp="1"/>
          </p:cNvSpPr>
          <p:nvPr>
            <p:ph type="body" sz="quarter" idx="14"/>
          </p:nvPr>
        </p:nvSpPr>
        <p:spPr>
          <a:xfrm>
            <a:off x="4941888" y="3594100"/>
            <a:ext cx="6661848" cy="646111"/>
          </a:xfrm>
        </p:spPr>
        <p:txBody>
          <a:bodyPr anchor="ctr">
            <a:noAutofit/>
          </a:bodyPr>
          <a:lstStyle>
            <a:lvl1pPr marL="0" indent="0">
              <a:spcAft>
                <a:spcPts val="600"/>
              </a:spcAft>
              <a:buFont typeface="Wingdings" panose="05000000000000000000" pitchFamily="2" charset="2"/>
              <a:buNone/>
              <a:defRPr sz="2000">
                <a:solidFill>
                  <a:schemeClr val="tx1"/>
                </a:solidFill>
                <a:latin typeface="+mn-lt"/>
              </a:defRPr>
            </a:lvl1pPr>
          </a:lstStyle>
          <a:p>
            <a:pPr lvl="0"/>
            <a:r>
              <a:rPr lang="en-US"/>
              <a:t>Click to edit Master text styles</a:t>
            </a:r>
          </a:p>
        </p:txBody>
      </p:sp>
      <p:sp>
        <p:nvSpPr>
          <p:cNvPr id="9" name="Text Placeholder 2">
            <a:extLst>
              <a:ext uri="{FF2B5EF4-FFF2-40B4-BE49-F238E27FC236}">
                <a16:creationId xmlns:a16="http://schemas.microsoft.com/office/drawing/2014/main" id="{FDCA8C8F-99E0-D1BC-C735-60C9AE309883}"/>
              </a:ext>
            </a:extLst>
          </p:cNvPr>
          <p:cNvSpPr>
            <a:spLocks noGrp="1"/>
          </p:cNvSpPr>
          <p:nvPr>
            <p:ph type="body" sz="quarter" idx="15"/>
          </p:nvPr>
        </p:nvSpPr>
        <p:spPr>
          <a:xfrm>
            <a:off x="4941888" y="4445000"/>
            <a:ext cx="6661848" cy="646111"/>
          </a:xfrm>
        </p:spPr>
        <p:txBody>
          <a:bodyPr anchor="ctr">
            <a:noAutofit/>
          </a:bodyPr>
          <a:lstStyle>
            <a:lvl1pPr marL="0" indent="0">
              <a:spcAft>
                <a:spcPts val="600"/>
              </a:spcAft>
              <a:buFont typeface="Wingdings" panose="05000000000000000000" pitchFamily="2" charset="2"/>
              <a:buNone/>
              <a:defRPr sz="2000">
                <a:solidFill>
                  <a:schemeClr val="tx1"/>
                </a:solidFill>
                <a:latin typeface="+mn-lt"/>
              </a:defRPr>
            </a:lvl1pPr>
          </a:lstStyle>
          <a:p>
            <a:pPr lvl="0"/>
            <a:r>
              <a:rPr lang="en-US"/>
              <a:t>Click to edit Master text styles</a:t>
            </a:r>
          </a:p>
        </p:txBody>
      </p:sp>
      <p:sp>
        <p:nvSpPr>
          <p:cNvPr id="11" name="Text Placeholder 2">
            <a:extLst>
              <a:ext uri="{FF2B5EF4-FFF2-40B4-BE49-F238E27FC236}">
                <a16:creationId xmlns:a16="http://schemas.microsoft.com/office/drawing/2014/main" id="{D8F42287-B9E2-1801-1116-DE13B28EBEA2}"/>
              </a:ext>
            </a:extLst>
          </p:cNvPr>
          <p:cNvSpPr>
            <a:spLocks noGrp="1"/>
          </p:cNvSpPr>
          <p:nvPr>
            <p:ph type="body" sz="quarter" idx="16"/>
          </p:nvPr>
        </p:nvSpPr>
        <p:spPr>
          <a:xfrm>
            <a:off x="4941888" y="5295900"/>
            <a:ext cx="6661848" cy="646111"/>
          </a:xfrm>
        </p:spPr>
        <p:txBody>
          <a:bodyPr anchor="ctr">
            <a:noAutofit/>
          </a:bodyPr>
          <a:lstStyle>
            <a:lvl1pPr marL="0" indent="0">
              <a:spcAft>
                <a:spcPts val="600"/>
              </a:spcAft>
              <a:buFont typeface="Wingdings" panose="05000000000000000000" pitchFamily="2" charset="2"/>
              <a:buNone/>
              <a:defRPr sz="2000">
                <a:solidFill>
                  <a:schemeClr val="tx1"/>
                </a:solidFill>
                <a:latin typeface="+mn-lt"/>
              </a:defRPr>
            </a:lvl1pPr>
          </a:lstStyle>
          <a:p>
            <a:pPr lvl="0"/>
            <a:r>
              <a:rPr lang="en-US"/>
              <a:t>Click to edit Master text styles</a:t>
            </a:r>
          </a:p>
        </p:txBody>
      </p:sp>
      <p:sp>
        <p:nvSpPr>
          <p:cNvPr id="12" name="Text Placeholder 2">
            <a:extLst>
              <a:ext uri="{FF2B5EF4-FFF2-40B4-BE49-F238E27FC236}">
                <a16:creationId xmlns:a16="http://schemas.microsoft.com/office/drawing/2014/main" id="{ED28ACC6-395B-45C3-D103-686CA1D34B34}"/>
              </a:ext>
            </a:extLst>
          </p:cNvPr>
          <p:cNvSpPr>
            <a:spLocks noGrp="1"/>
          </p:cNvSpPr>
          <p:nvPr>
            <p:ph type="body" sz="quarter" idx="17" hasCustomPrompt="1"/>
          </p:nvPr>
        </p:nvSpPr>
        <p:spPr>
          <a:xfrm>
            <a:off x="4035423" y="1041400"/>
            <a:ext cx="649224" cy="646111"/>
          </a:xfrm>
          <a:prstGeom prst="ellipse">
            <a:avLst/>
          </a:prstGeom>
          <a:solidFill>
            <a:schemeClr val="bg1">
              <a:alpha val="70000"/>
            </a:schemeClr>
          </a:solidFill>
          <a:ln w="12700">
            <a:solidFill>
              <a:schemeClr val="bg1"/>
            </a:solidFill>
          </a:ln>
          <a:effectLst>
            <a:outerShdw blurRad="190500" algn="ctr" rotWithShape="0">
              <a:prstClr val="black">
                <a:alpha val="15000"/>
              </a:prstClr>
            </a:outerShdw>
          </a:effectLst>
        </p:spPr>
        <p:txBody>
          <a:bodyPr wrap="none" anchor="ctr">
            <a:noAutofit/>
          </a:bodyPr>
          <a:lstStyle>
            <a:lvl1pPr marL="0" indent="0" algn="ctr">
              <a:spcAft>
                <a:spcPts val="600"/>
              </a:spcAft>
              <a:buFont typeface="Wingdings" panose="05000000000000000000" pitchFamily="2" charset="2"/>
              <a:buNone/>
              <a:defRPr kumimoji="0" lang="en-US" sz="2800" b="1" i="0" u="none" strike="noStrike" kern="1200" cap="none" spc="0" normalizeH="0" baseline="0" dirty="0">
                <a:ln>
                  <a:noFill/>
                </a:ln>
                <a:gradFill flip="none" rotWithShape="1">
                  <a:gsLst>
                    <a:gs pos="50000">
                      <a:schemeClr val="accent1"/>
                    </a:gs>
                    <a:gs pos="0">
                      <a:schemeClr val="accent3"/>
                    </a:gs>
                    <a:gs pos="100000">
                      <a:schemeClr val="accent5"/>
                    </a:gs>
                  </a:gsLst>
                  <a:lin ang="2700000" scaled="1"/>
                  <a:tileRect/>
                </a:gradFill>
                <a:effectLst/>
                <a:uLnTx/>
                <a:uFillTx/>
                <a:latin typeface="+mj-lt"/>
                <a:ea typeface="+mn-ea"/>
                <a:cs typeface="Segoe UI" panose="020B0502040204020203" pitchFamily="34" charset="0"/>
              </a:defRPr>
            </a:lvl1pPr>
          </a:lstStyle>
          <a:p>
            <a:pPr marL="0" marR="0" lvl="0" indent="0" algn="ctr" defTabSz="914400" rtl="0" eaLnBrk="1" fontAlgn="auto" latinLnBrk="0" hangingPunct="1">
              <a:lnSpc>
                <a:spcPct val="100000"/>
              </a:lnSpc>
              <a:spcBef>
                <a:spcPts val="3600"/>
              </a:spcBef>
              <a:spcAft>
                <a:spcPts val="0"/>
              </a:spcAft>
              <a:buClrTx/>
              <a:buSzTx/>
              <a:buFontTx/>
              <a:buNone/>
              <a:tabLst/>
              <a:defRPr/>
            </a:pPr>
            <a:r>
              <a:rPr lang="en-US"/>
              <a:t>01</a:t>
            </a:r>
          </a:p>
        </p:txBody>
      </p:sp>
      <p:sp>
        <p:nvSpPr>
          <p:cNvPr id="13" name="Text Placeholder 2">
            <a:extLst>
              <a:ext uri="{FF2B5EF4-FFF2-40B4-BE49-F238E27FC236}">
                <a16:creationId xmlns:a16="http://schemas.microsoft.com/office/drawing/2014/main" id="{8F425EEB-EE8D-5C78-8C9D-8C0FA0F5D896}"/>
              </a:ext>
            </a:extLst>
          </p:cNvPr>
          <p:cNvSpPr>
            <a:spLocks noGrp="1"/>
          </p:cNvSpPr>
          <p:nvPr>
            <p:ph type="body" sz="quarter" idx="18" hasCustomPrompt="1"/>
          </p:nvPr>
        </p:nvSpPr>
        <p:spPr>
          <a:xfrm>
            <a:off x="4035423" y="1892300"/>
            <a:ext cx="649224" cy="646111"/>
          </a:xfrm>
          <a:prstGeom prst="ellipse">
            <a:avLst/>
          </a:prstGeom>
          <a:solidFill>
            <a:schemeClr val="bg1">
              <a:alpha val="70000"/>
            </a:schemeClr>
          </a:solidFill>
          <a:ln w="12700">
            <a:solidFill>
              <a:schemeClr val="bg1"/>
            </a:solidFill>
          </a:ln>
          <a:effectLst>
            <a:outerShdw blurRad="190500" algn="ctr" rotWithShape="0">
              <a:prstClr val="black">
                <a:alpha val="15000"/>
              </a:prstClr>
            </a:outerShdw>
          </a:effectLst>
        </p:spPr>
        <p:txBody>
          <a:bodyPr wrap="none" anchor="ctr">
            <a:noAutofit/>
          </a:bodyPr>
          <a:lstStyle>
            <a:lvl1pPr marL="0" indent="0" algn="ctr">
              <a:spcAft>
                <a:spcPts val="600"/>
              </a:spcAft>
              <a:buFont typeface="Wingdings" panose="05000000000000000000" pitchFamily="2" charset="2"/>
              <a:buNone/>
              <a:defRPr kumimoji="0" lang="en-US" sz="2800" b="1" i="0" u="none" strike="noStrike" kern="1200" cap="none" spc="0" normalizeH="0" baseline="0" dirty="0">
                <a:ln>
                  <a:noFill/>
                </a:ln>
                <a:gradFill flip="none" rotWithShape="1">
                  <a:gsLst>
                    <a:gs pos="50000">
                      <a:schemeClr val="accent1"/>
                    </a:gs>
                    <a:gs pos="0">
                      <a:schemeClr val="accent3"/>
                    </a:gs>
                    <a:gs pos="100000">
                      <a:schemeClr val="accent5"/>
                    </a:gs>
                  </a:gsLst>
                  <a:lin ang="2700000" scaled="1"/>
                  <a:tileRect/>
                </a:gradFill>
                <a:effectLst/>
                <a:uLnTx/>
                <a:uFillTx/>
                <a:latin typeface="+mj-lt"/>
                <a:ea typeface="+mn-ea"/>
                <a:cs typeface="Segoe UI" panose="020B0502040204020203" pitchFamily="34" charset="0"/>
              </a:defRPr>
            </a:lvl1pPr>
          </a:lstStyle>
          <a:p>
            <a:pPr marL="0" marR="0" lvl="0" indent="0" algn="ctr" defTabSz="914400" rtl="0" eaLnBrk="1" fontAlgn="auto" latinLnBrk="0" hangingPunct="1">
              <a:lnSpc>
                <a:spcPct val="100000"/>
              </a:lnSpc>
              <a:spcBef>
                <a:spcPts val="3600"/>
              </a:spcBef>
              <a:spcAft>
                <a:spcPts val="0"/>
              </a:spcAft>
              <a:buClrTx/>
              <a:buSzTx/>
              <a:buFontTx/>
              <a:buNone/>
              <a:tabLst/>
              <a:defRPr/>
            </a:pPr>
            <a:r>
              <a:rPr lang="en-US"/>
              <a:t>02</a:t>
            </a:r>
          </a:p>
        </p:txBody>
      </p:sp>
      <p:sp>
        <p:nvSpPr>
          <p:cNvPr id="14" name="Text Placeholder 2">
            <a:extLst>
              <a:ext uri="{FF2B5EF4-FFF2-40B4-BE49-F238E27FC236}">
                <a16:creationId xmlns:a16="http://schemas.microsoft.com/office/drawing/2014/main" id="{AB31F17A-C628-8E68-CDE6-6ACC9D85A225}"/>
              </a:ext>
            </a:extLst>
          </p:cNvPr>
          <p:cNvSpPr>
            <a:spLocks noGrp="1"/>
          </p:cNvSpPr>
          <p:nvPr>
            <p:ph type="body" sz="quarter" idx="19" hasCustomPrompt="1"/>
          </p:nvPr>
        </p:nvSpPr>
        <p:spPr>
          <a:xfrm>
            <a:off x="4035423" y="2743200"/>
            <a:ext cx="649224" cy="646111"/>
          </a:xfrm>
          <a:prstGeom prst="ellipse">
            <a:avLst/>
          </a:prstGeom>
          <a:solidFill>
            <a:schemeClr val="bg1">
              <a:alpha val="70000"/>
            </a:schemeClr>
          </a:solidFill>
          <a:ln w="12700">
            <a:solidFill>
              <a:schemeClr val="bg1"/>
            </a:solidFill>
          </a:ln>
          <a:effectLst>
            <a:outerShdw blurRad="190500" algn="ctr" rotWithShape="0">
              <a:prstClr val="black">
                <a:alpha val="15000"/>
              </a:prstClr>
            </a:outerShdw>
          </a:effectLst>
        </p:spPr>
        <p:txBody>
          <a:bodyPr wrap="none" anchor="ctr">
            <a:noAutofit/>
          </a:bodyPr>
          <a:lstStyle>
            <a:lvl1pPr marL="0" indent="0" algn="ctr">
              <a:spcAft>
                <a:spcPts val="600"/>
              </a:spcAft>
              <a:buFont typeface="Wingdings" panose="05000000000000000000" pitchFamily="2" charset="2"/>
              <a:buNone/>
              <a:defRPr kumimoji="0" lang="en-US" sz="2800" b="1" i="0" u="none" strike="noStrike" kern="1200" cap="none" spc="0" normalizeH="0" baseline="0" dirty="0">
                <a:ln>
                  <a:noFill/>
                </a:ln>
                <a:gradFill flip="none" rotWithShape="1">
                  <a:gsLst>
                    <a:gs pos="50000">
                      <a:schemeClr val="accent1"/>
                    </a:gs>
                    <a:gs pos="0">
                      <a:schemeClr val="accent3"/>
                    </a:gs>
                    <a:gs pos="100000">
                      <a:schemeClr val="accent5"/>
                    </a:gs>
                  </a:gsLst>
                  <a:lin ang="2700000" scaled="1"/>
                  <a:tileRect/>
                </a:gradFill>
                <a:effectLst/>
                <a:uLnTx/>
                <a:uFillTx/>
                <a:latin typeface="+mj-lt"/>
                <a:ea typeface="+mn-ea"/>
                <a:cs typeface="Segoe UI" panose="020B0502040204020203" pitchFamily="34" charset="0"/>
              </a:defRPr>
            </a:lvl1pPr>
          </a:lstStyle>
          <a:p>
            <a:pPr marL="0" marR="0" lvl="0" indent="0" algn="ctr" defTabSz="914400" rtl="0" eaLnBrk="1" fontAlgn="auto" latinLnBrk="0" hangingPunct="1">
              <a:lnSpc>
                <a:spcPct val="100000"/>
              </a:lnSpc>
              <a:spcBef>
                <a:spcPts val="3600"/>
              </a:spcBef>
              <a:spcAft>
                <a:spcPts val="0"/>
              </a:spcAft>
              <a:buClrTx/>
              <a:buSzTx/>
              <a:buFontTx/>
              <a:buNone/>
              <a:tabLst/>
              <a:defRPr/>
            </a:pPr>
            <a:r>
              <a:rPr lang="en-US"/>
              <a:t>03</a:t>
            </a:r>
          </a:p>
        </p:txBody>
      </p:sp>
      <p:sp>
        <p:nvSpPr>
          <p:cNvPr id="15" name="Text Placeholder 2">
            <a:extLst>
              <a:ext uri="{FF2B5EF4-FFF2-40B4-BE49-F238E27FC236}">
                <a16:creationId xmlns:a16="http://schemas.microsoft.com/office/drawing/2014/main" id="{7C70CB12-D986-F3D5-B2A0-F3DBC2904BF0}"/>
              </a:ext>
            </a:extLst>
          </p:cNvPr>
          <p:cNvSpPr>
            <a:spLocks noGrp="1"/>
          </p:cNvSpPr>
          <p:nvPr>
            <p:ph type="body" sz="quarter" idx="20" hasCustomPrompt="1"/>
          </p:nvPr>
        </p:nvSpPr>
        <p:spPr>
          <a:xfrm>
            <a:off x="4035423" y="3594100"/>
            <a:ext cx="649224" cy="646111"/>
          </a:xfrm>
          <a:prstGeom prst="ellipse">
            <a:avLst/>
          </a:prstGeom>
          <a:solidFill>
            <a:schemeClr val="bg1">
              <a:alpha val="70000"/>
            </a:schemeClr>
          </a:solidFill>
          <a:ln w="12700">
            <a:solidFill>
              <a:schemeClr val="bg1"/>
            </a:solidFill>
          </a:ln>
          <a:effectLst>
            <a:outerShdw blurRad="190500" algn="ctr" rotWithShape="0">
              <a:prstClr val="black">
                <a:alpha val="15000"/>
              </a:prstClr>
            </a:outerShdw>
          </a:effectLst>
        </p:spPr>
        <p:txBody>
          <a:bodyPr wrap="none" anchor="ctr">
            <a:noAutofit/>
          </a:bodyPr>
          <a:lstStyle>
            <a:lvl1pPr marL="0" indent="0" algn="ctr">
              <a:spcAft>
                <a:spcPts val="600"/>
              </a:spcAft>
              <a:buFont typeface="Wingdings" panose="05000000000000000000" pitchFamily="2" charset="2"/>
              <a:buNone/>
              <a:defRPr kumimoji="0" lang="en-US" sz="2800" b="1" i="0" u="none" strike="noStrike" kern="1200" cap="none" spc="0" normalizeH="0" baseline="0" dirty="0">
                <a:ln>
                  <a:noFill/>
                </a:ln>
                <a:gradFill flip="none" rotWithShape="1">
                  <a:gsLst>
                    <a:gs pos="50000">
                      <a:schemeClr val="accent1"/>
                    </a:gs>
                    <a:gs pos="0">
                      <a:schemeClr val="accent3"/>
                    </a:gs>
                    <a:gs pos="100000">
                      <a:schemeClr val="accent5"/>
                    </a:gs>
                  </a:gsLst>
                  <a:lin ang="2700000" scaled="1"/>
                  <a:tileRect/>
                </a:gradFill>
                <a:effectLst/>
                <a:uLnTx/>
                <a:uFillTx/>
                <a:latin typeface="+mj-lt"/>
                <a:ea typeface="+mn-ea"/>
                <a:cs typeface="Segoe UI" panose="020B0502040204020203" pitchFamily="34" charset="0"/>
              </a:defRPr>
            </a:lvl1pPr>
          </a:lstStyle>
          <a:p>
            <a:pPr marL="0" marR="0" lvl="0" indent="0" algn="ctr" defTabSz="914400" rtl="0" eaLnBrk="1" fontAlgn="auto" latinLnBrk="0" hangingPunct="1">
              <a:lnSpc>
                <a:spcPct val="100000"/>
              </a:lnSpc>
              <a:spcBef>
                <a:spcPts val="3600"/>
              </a:spcBef>
              <a:spcAft>
                <a:spcPts val="0"/>
              </a:spcAft>
              <a:buClrTx/>
              <a:buSzTx/>
              <a:buFontTx/>
              <a:buNone/>
              <a:tabLst/>
              <a:defRPr/>
            </a:pPr>
            <a:r>
              <a:rPr lang="en-US"/>
              <a:t>04</a:t>
            </a:r>
          </a:p>
        </p:txBody>
      </p:sp>
      <p:sp>
        <p:nvSpPr>
          <p:cNvPr id="16" name="Text Placeholder 2">
            <a:extLst>
              <a:ext uri="{FF2B5EF4-FFF2-40B4-BE49-F238E27FC236}">
                <a16:creationId xmlns:a16="http://schemas.microsoft.com/office/drawing/2014/main" id="{710EE149-552A-9AA5-49D2-DCD238F73C4C}"/>
              </a:ext>
            </a:extLst>
          </p:cNvPr>
          <p:cNvSpPr>
            <a:spLocks noGrp="1"/>
          </p:cNvSpPr>
          <p:nvPr>
            <p:ph type="body" sz="quarter" idx="21" hasCustomPrompt="1"/>
          </p:nvPr>
        </p:nvSpPr>
        <p:spPr>
          <a:xfrm>
            <a:off x="4035423" y="4445000"/>
            <a:ext cx="649224" cy="646111"/>
          </a:xfrm>
          <a:prstGeom prst="ellipse">
            <a:avLst/>
          </a:prstGeom>
          <a:solidFill>
            <a:schemeClr val="bg1">
              <a:alpha val="70000"/>
            </a:schemeClr>
          </a:solidFill>
          <a:ln w="12700">
            <a:solidFill>
              <a:schemeClr val="bg1"/>
            </a:solidFill>
          </a:ln>
          <a:effectLst>
            <a:outerShdw blurRad="190500" algn="ctr" rotWithShape="0">
              <a:prstClr val="black">
                <a:alpha val="15000"/>
              </a:prstClr>
            </a:outerShdw>
          </a:effectLst>
        </p:spPr>
        <p:txBody>
          <a:bodyPr wrap="none" anchor="ctr">
            <a:noAutofit/>
          </a:bodyPr>
          <a:lstStyle>
            <a:lvl1pPr marL="0" indent="0" algn="ctr">
              <a:spcAft>
                <a:spcPts val="600"/>
              </a:spcAft>
              <a:buFont typeface="Wingdings" panose="05000000000000000000" pitchFamily="2" charset="2"/>
              <a:buNone/>
              <a:defRPr kumimoji="0" lang="en-US" sz="2800" b="1" i="0" u="none" strike="noStrike" kern="1200" cap="none" spc="0" normalizeH="0" baseline="0" dirty="0">
                <a:ln>
                  <a:noFill/>
                </a:ln>
                <a:gradFill flip="none" rotWithShape="1">
                  <a:gsLst>
                    <a:gs pos="50000">
                      <a:schemeClr val="accent1"/>
                    </a:gs>
                    <a:gs pos="0">
                      <a:schemeClr val="accent3"/>
                    </a:gs>
                    <a:gs pos="100000">
                      <a:schemeClr val="accent5"/>
                    </a:gs>
                  </a:gsLst>
                  <a:lin ang="2700000" scaled="1"/>
                  <a:tileRect/>
                </a:gradFill>
                <a:effectLst/>
                <a:uLnTx/>
                <a:uFillTx/>
                <a:latin typeface="+mj-lt"/>
                <a:ea typeface="+mn-ea"/>
                <a:cs typeface="Segoe UI" panose="020B0502040204020203" pitchFamily="34" charset="0"/>
              </a:defRPr>
            </a:lvl1pPr>
          </a:lstStyle>
          <a:p>
            <a:pPr marL="0" marR="0" lvl="0" indent="0" algn="ctr" defTabSz="914400" rtl="0" eaLnBrk="1" fontAlgn="auto" latinLnBrk="0" hangingPunct="1">
              <a:lnSpc>
                <a:spcPct val="100000"/>
              </a:lnSpc>
              <a:spcBef>
                <a:spcPts val="3600"/>
              </a:spcBef>
              <a:spcAft>
                <a:spcPts val="0"/>
              </a:spcAft>
              <a:buClrTx/>
              <a:buSzTx/>
              <a:buFontTx/>
              <a:buNone/>
              <a:tabLst/>
              <a:defRPr/>
            </a:pPr>
            <a:r>
              <a:rPr lang="en-US"/>
              <a:t>05</a:t>
            </a:r>
          </a:p>
        </p:txBody>
      </p:sp>
      <p:sp>
        <p:nvSpPr>
          <p:cNvPr id="17" name="Text Placeholder 2">
            <a:extLst>
              <a:ext uri="{FF2B5EF4-FFF2-40B4-BE49-F238E27FC236}">
                <a16:creationId xmlns:a16="http://schemas.microsoft.com/office/drawing/2014/main" id="{1A6054E5-F965-E734-7A37-8A9732745BF2}"/>
              </a:ext>
            </a:extLst>
          </p:cNvPr>
          <p:cNvSpPr>
            <a:spLocks noGrp="1"/>
          </p:cNvSpPr>
          <p:nvPr>
            <p:ph type="body" sz="quarter" idx="22" hasCustomPrompt="1"/>
          </p:nvPr>
        </p:nvSpPr>
        <p:spPr>
          <a:xfrm>
            <a:off x="4035423" y="5295900"/>
            <a:ext cx="649224" cy="646111"/>
          </a:xfrm>
          <a:prstGeom prst="ellipse">
            <a:avLst/>
          </a:prstGeom>
          <a:solidFill>
            <a:schemeClr val="bg1">
              <a:alpha val="70000"/>
            </a:schemeClr>
          </a:solidFill>
          <a:ln w="12700">
            <a:solidFill>
              <a:schemeClr val="bg1"/>
            </a:solidFill>
          </a:ln>
          <a:effectLst>
            <a:outerShdw blurRad="190500" algn="ctr" rotWithShape="0">
              <a:prstClr val="black">
                <a:alpha val="15000"/>
              </a:prstClr>
            </a:outerShdw>
          </a:effectLst>
        </p:spPr>
        <p:txBody>
          <a:bodyPr wrap="none" anchor="ctr">
            <a:noAutofit/>
          </a:bodyPr>
          <a:lstStyle>
            <a:lvl1pPr marL="0" indent="0" algn="ctr">
              <a:spcAft>
                <a:spcPts val="600"/>
              </a:spcAft>
              <a:buFont typeface="Wingdings" panose="05000000000000000000" pitchFamily="2" charset="2"/>
              <a:buNone/>
              <a:defRPr kumimoji="0" lang="en-US" sz="2800" b="1" i="0" u="none" strike="noStrike" kern="1200" cap="none" spc="0" normalizeH="0" baseline="0" dirty="0">
                <a:ln>
                  <a:noFill/>
                </a:ln>
                <a:gradFill flip="none" rotWithShape="1">
                  <a:gsLst>
                    <a:gs pos="50000">
                      <a:schemeClr val="accent1"/>
                    </a:gs>
                    <a:gs pos="0">
                      <a:schemeClr val="accent3"/>
                    </a:gs>
                    <a:gs pos="100000">
                      <a:schemeClr val="accent5"/>
                    </a:gs>
                  </a:gsLst>
                  <a:lin ang="2700000" scaled="1"/>
                  <a:tileRect/>
                </a:gradFill>
                <a:effectLst/>
                <a:uLnTx/>
                <a:uFillTx/>
                <a:latin typeface="+mj-lt"/>
                <a:ea typeface="+mn-ea"/>
                <a:cs typeface="Segoe UI" panose="020B0502040204020203" pitchFamily="34" charset="0"/>
              </a:defRPr>
            </a:lvl1pPr>
          </a:lstStyle>
          <a:p>
            <a:pPr marL="0" marR="0" lvl="0" indent="0" algn="ctr" defTabSz="914400" rtl="0" eaLnBrk="1" fontAlgn="auto" latinLnBrk="0" hangingPunct="1">
              <a:lnSpc>
                <a:spcPct val="100000"/>
              </a:lnSpc>
              <a:spcBef>
                <a:spcPts val="3600"/>
              </a:spcBef>
              <a:spcAft>
                <a:spcPts val="0"/>
              </a:spcAft>
              <a:buClrTx/>
              <a:buSzTx/>
              <a:buFontTx/>
              <a:buNone/>
              <a:tabLst/>
              <a:defRPr/>
            </a:pPr>
            <a:r>
              <a:rPr lang="en-US"/>
              <a:t>06</a:t>
            </a:r>
          </a:p>
        </p:txBody>
      </p:sp>
      <p:pic>
        <p:nvPicPr>
          <p:cNvPr id="18" name="Picture 2" descr="Laptop, calendar, cloud, and two cups in yellow, orange, magenta, and brown color">
            <a:extLst>
              <a:ext uri="{FF2B5EF4-FFF2-40B4-BE49-F238E27FC236}">
                <a16:creationId xmlns:a16="http://schemas.microsoft.com/office/drawing/2014/main" id="{67F56FC9-56DF-999F-C66F-6ED8A3158AD3}"/>
              </a:ext>
            </a:extLst>
          </p:cNvPr>
          <p:cNvPicPr>
            <a:picLocks noChangeAspect="1"/>
          </p:cNvPicPr>
          <p:nvPr/>
        </p:nvPicPr>
        <p:blipFill>
          <a:blip r:embed="rId5"/>
          <a:stretch>
            <a:fillRect/>
          </a:stretch>
        </p:blipFill>
        <p:spPr>
          <a:xfrm>
            <a:off x="567183" y="3355275"/>
            <a:ext cx="2637536" cy="2637536"/>
          </a:xfrm>
          <a:prstGeom prst="rect">
            <a:avLst/>
          </a:prstGeom>
        </p:spPr>
      </p:pic>
    </p:spTree>
    <p:extLst>
      <p:ext uri="{BB962C8B-B14F-4D97-AF65-F5344CB8AC3E}">
        <p14:creationId xmlns:p14="http://schemas.microsoft.com/office/powerpoint/2010/main" val="1504684240"/>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2_Title and text side by side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9BBD3A-A839-4358-DFB5-0E309F5BF908}"/>
              </a:ext>
              <a:ext uri="{C183D7F6-B498-43B3-948B-1728B52AA6E4}">
                <adec:decorative xmlns:adec="http://schemas.microsoft.com/office/drawing/2017/decorative" val="1"/>
              </a:ext>
            </a:extLst>
          </p:cNvPr>
          <p:cNvPicPr>
            <a:picLocks noChangeAspect="1"/>
          </p:cNvPicPr>
          <p:nvPr/>
        </p:nvPicPr>
        <p:blipFill rotWithShape="1">
          <a:blip r:embed="rId2"/>
          <a:srcRect l="54072" t="895" r="21860" b="13108"/>
          <a:stretch/>
        </p:blipFill>
        <p:spPr>
          <a:xfrm>
            <a:off x="1" y="0"/>
            <a:ext cx="4356100" cy="6858000"/>
          </a:xfrm>
          <a:prstGeom prst="rect">
            <a:avLst/>
          </a:prstGeom>
          <a:effectLst>
            <a:outerShdw blurRad="101600" dist="38100" algn="l" rotWithShape="0">
              <a:prstClr val="black">
                <a:alpha val="15000"/>
              </a:prstClr>
            </a:outerShdw>
          </a:effectLst>
        </p:spPr>
      </p:pic>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524000"/>
            <a:ext cx="3187700" cy="4745038"/>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itle 6">
            <a:extLst>
              <a:ext uri="{FF2B5EF4-FFF2-40B4-BE49-F238E27FC236}">
                <a16:creationId xmlns:a16="http://schemas.microsoft.com/office/drawing/2014/main" id="{976D45CC-29AA-335C-C01F-612F659E4D3A}"/>
              </a:ext>
            </a:extLst>
          </p:cNvPr>
          <p:cNvSpPr>
            <a:spLocks noGrp="1"/>
          </p:cNvSpPr>
          <p:nvPr>
            <p:ph type="title"/>
          </p:nvPr>
        </p:nvSpPr>
        <p:spPr>
          <a:xfrm>
            <a:off x="588263" y="457200"/>
            <a:ext cx="3183637" cy="492443"/>
          </a:xfrm>
        </p:spPr>
        <p:txBody>
          <a:bodyPr/>
          <a:lstStyle/>
          <a:p>
            <a:r>
              <a:rPr lang="en-US"/>
              <a:t>Click to edit Master title style</a:t>
            </a:r>
          </a:p>
        </p:txBody>
      </p:sp>
    </p:spTree>
    <p:extLst>
      <p:ext uri="{BB962C8B-B14F-4D97-AF65-F5344CB8AC3E}">
        <p14:creationId xmlns:p14="http://schemas.microsoft.com/office/powerpoint/2010/main" val="1357952962"/>
      </p:ext>
    </p:extLst>
  </p:cSld>
  <p:clrMapOvr>
    <a:masterClrMapping/>
  </p:clrMapOvr>
  <p:transition>
    <p:fade/>
  </p:transition>
  <p:hf sldNum="0" hdr="0" ftr="0" dt="0"/>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664591-6ED8-E5C8-91E7-E4C4A86493FF}"/>
              </a:ext>
              <a:ext uri="{C183D7F6-B498-43B3-948B-1728B52AA6E4}">
                <adec:decorative xmlns:adec="http://schemas.microsoft.com/office/drawing/2017/decorative" val="1"/>
              </a:ext>
            </a:extLst>
          </p:cNvPr>
          <p:cNvPicPr>
            <a:picLocks noChangeAspect="1"/>
          </p:cNvPicPr>
          <p:nvPr/>
        </p:nvPicPr>
        <p:blipFill rotWithShape="1">
          <a:blip r:embed="rId2"/>
          <a:srcRect l="17093" t="1130" r="5634" b="220"/>
          <a:stretch/>
        </p:blipFill>
        <p:spPr>
          <a:xfrm>
            <a:off x="0" y="0"/>
            <a:ext cx="12192000" cy="6858000"/>
          </a:xfrm>
          <a:prstGeom prst="rect">
            <a:avLst/>
          </a:prstGeom>
        </p:spPr>
      </p:pic>
      <p:pic>
        <p:nvPicPr>
          <p:cNvPr id="8" name="Picture 7">
            <a:extLst>
              <a:ext uri="{FF2B5EF4-FFF2-40B4-BE49-F238E27FC236}">
                <a16:creationId xmlns:a16="http://schemas.microsoft.com/office/drawing/2014/main" id="{3146DA58-94F0-3153-3EC2-9784AC5EC031}"/>
              </a:ext>
              <a:ext uri="{C183D7F6-B498-43B3-948B-1728B52AA6E4}">
                <adec:decorative xmlns:adec="http://schemas.microsoft.com/office/drawing/2017/decorative" val="1"/>
              </a:ext>
            </a:extLst>
          </p:cNvPr>
          <p:cNvPicPr>
            <a:picLocks noChangeAspect="1"/>
          </p:cNvPicPr>
          <p:nvPr/>
        </p:nvPicPr>
        <p:blipFill rotWithShape="1">
          <a:blip r:embed="rId3">
            <a:alphaModFix amt="50000"/>
            <a:extLst>
              <a:ext uri="{BEBA8EAE-BF5A-486C-A8C5-ECC9F3942E4B}">
                <a14:imgProps xmlns:a14="http://schemas.microsoft.com/office/drawing/2010/main">
                  <a14:imgLayer r:embed="rId4">
                    <a14:imgEffect>
                      <a14:sharpenSoften amount="-100000"/>
                    </a14:imgEffect>
                  </a14:imgLayer>
                </a14:imgProps>
              </a:ext>
            </a:extLst>
          </a:blip>
          <a:srcRect l="26773" t="16110" r="15312" b="15200"/>
          <a:stretch/>
        </p:blipFill>
        <p:spPr>
          <a:xfrm>
            <a:off x="1527175" y="1041400"/>
            <a:ext cx="9137650" cy="4775200"/>
          </a:xfrm>
          <a:prstGeom prst="roundRect">
            <a:avLst>
              <a:gd name="adj" fmla="val 8920"/>
            </a:avLst>
          </a:prstGeom>
          <a:solidFill>
            <a:schemeClr val="bg1"/>
          </a:solidFill>
          <a:ln>
            <a:solidFill>
              <a:schemeClr val="bg1"/>
            </a:solidFill>
          </a:ln>
          <a:effectLst>
            <a:outerShdw blurRad="223661" dist="140295" dir="2700000" algn="tl" rotWithShape="0">
              <a:schemeClr val="accent1">
                <a:alpha val="15000"/>
              </a:schemeClr>
            </a:outerShdw>
          </a:effectLst>
        </p:spPr>
      </p:pic>
      <p:sp>
        <p:nvSpPr>
          <p:cNvPr id="2" name="Title 20">
            <a:extLst>
              <a:ext uri="{FF2B5EF4-FFF2-40B4-BE49-F238E27FC236}">
                <a16:creationId xmlns:a16="http://schemas.microsoft.com/office/drawing/2014/main" id="{52BC684F-FBD0-A6A5-E44F-423750A66F9E}"/>
              </a:ext>
            </a:extLst>
          </p:cNvPr>
          <p:cNvSpPr txBox="1">
            <a:spLocks/>
          </p:cNvSpPr>
          <p:nvPr/>
        </p:nvSpPr>
        <p:spPr>
          <a:xfrm>
            <a:off x="4296886" y="2613724"/>
            <a:ext cx="3598228" cy="52322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algn="ctr" defTabSz="914400" rtl="0" eaLnBrk="1" fontAlgn="base" latinLnBrk="0" hangingPunct="1">
              <a:spcBef>
                <a:spcPts val="0"/>
              </a:spcBef>
              <a:spcAft>
                <a:spcPct val="0"/>
              </a:spcAft>
              <a:tabLst>
                <a:tab pos="920876" algn="l"/>
              </a:tabLst>
              <a:defRPr/>
            </a:pPr>
            <a:r>
              <a:rPr lang="en-US" sz="2800" b="1" kern="1200">
                <a:ln w="3175">
                  <a:noFill/>
                </a:ln>
                <a:solidFill>
                  <a:schemeClr val="tx1"/>
                </a:solidFill>
                <a:latin typeface="+mj-lt"/>
                <a:ea typeface="+mn-ea"/>
                <a:cs typeface="Segoe UI" pitchFamily="34" charset="0"/>
              </a:rPr>
              <a:t>Microsoft 365 Copilot</a:t>
            </a:r>
          </a:p>
        </p:txBody>
      </p:sp>
      <p:pic>
        <p:nvPicPr>
          <p:cNvPr id="7" name="Picture 6" descr="Copilot icon">
            <a:extLst>
              <a:ext uri="{FF2B5EF4-FFF2-40B4-BE49-F238E27FC236}">
                <a16:creationId xmlns:a16="http://schemas.microsoft.com/office/drawing/2014/main" id="{6DCC572A-7080-7E6E-31BD-6C1D1BCDD45C}"/>
              </a:ext>
            </a:extLst>
          </p:cNvPr>
          <p:cNvPicPr>
            <a:picLocks noChangeAspect="1"/>
          </p:cNvPicPr>
          <p:nvPr/>
        </p:nvPicPr>
        <p:blipFill>
          <a:blip r:embed="rId5"/>
          <a:stretch>
            <a:fillRect/>
          </a:stretch>
        </p:blipFill>
        <p:spPr>
          <a:xfrm>
            <a:off x="5593080" y="1405563"/>
            <a:ext cx="1005840" cy="1105322"/>
          </a:xfrm>
          <a:prstGeom prst="rect">
            <a:avLst/>
          </a:prstGeom>
        </p:spPr>
      </p:pic>
      <p:sp>
        <p:nvSpPr>
          <p:cNvPr id="10" name="Text Placeholder 9">
            <a:extLst>
              <a:ext uri="{FF2B5EF4-FFF2-40B4-BE49-F238E27FC236}">
                <a16:creationId xmlns:a16="http://schemas.microsoft.com/office/drawing/2014/main" id="{68A55A00-4DDB-CBE6-DDE6-11B70D59412C}"/>
              </a:ext>
            </a:extLst>
          </p:cNvPr>
          <p:cNvSpPr>
            <a:spLocks noGrp="1"/>
          </p:cNvSpPr>
          <p:nvPr>
            <p:ph type="body" sz="quarter" idx="10" hasCustomPrompt="1"/>
          </p:nvPr>
        </p:nvSpPr>
        <p:spPr>
          <a:xfrm>
            <a:off x="3048000" y="3872893"/>
            <a:ext cx="6096000" cy="1015663"/>
          </a:xfrm>
        </p:spPr>
        <p:txBody>
          <a:bodyPr/>
          <a:lstStyle>
            <a:lvl1pPr marL="0" algn="ctr" defTabSz="914400" rtl="0" eaLnBrk="1" fontAlgn="base" latinLnBrk="0" hangingPunct="1">
              <a:lnSpc>
                <a:spcPct val="100000"/>
              </a:lnSpc>
              <a:spcBef>
                <a:spcPts val="0"/>
              </a:spcBef>
              <a:spcAft>
                <a:spcPct val="0"/>
              </a:spcAft>
              <a:buNone/>
              <a:tabLst>
                <a:tab pos="920876" algn="l"/>
              </a:tabLst>
              <a:defRPr lang="en-US" sz="6600" b="1" kern="1200" cap="none" spc="-50" baseline="0" dirty="0" smtClean="0">
                <a:ln w="3175">
                  <a:noFill/>
                </a:ln>
                <a:gradFill flip="none" rotWithShape="1">
                  <a:gsLst>
                    <a:gs pos="50000">
                      <a:srgbClr val="8661C5"/>
                    </a:gs>
                    <a:gs pos="0">
                      <a:schemeClr val="accent1"/>
                    </a:gs>
                    <a:gs pos="100000">
                      <a:srgbClr val="C73ECC"/>
                    </a:gs>
                  </a:gsLst>
                  <a:lin ang="2700000" scaled="1"/>
                  <a:tileRect/>
                </a:gradFill>
                <a:effectLst/>
                <a:latin typeface="+mj-lt"/>
                <a:ea typeface="+mn-ea"/>
                <a:cs typeface="Segoe UI" pitchFamily="34" charset="0"/>
              </a:defRPr>
            </a:lvl1pPr>
          </a:lstStyle>
          <a:p>
            <a:pPr lvl="0"/>
            <a:r>
              <a:rPr lang="en-US"/>
              <a:t>Thank you</a:t>
            </a:r>
          </a:p>
        </p:txBody>
      </p:sp>
    </p:spTree>
    <p:extLst>
      <p:ext uri="{BB962C8B-B14F-4D97-AF65-F5344CB8AC3E}">
        <p14:creationId xmlns:p14="http://schemas.microsoft.com/office/powerpoint/2010/main" val="16875209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8" name="Content Placeholder 11">
            <a:extLst>
              <a:ext uri="{FF2B5EF4-FFF2-40B4-BE49-F238E27FC236}">
                <a16:creationId xmlns:a16="http://schemas.microsoft.com/office/drawing/2014/main" id="{766DA961-49BC-4B5A-B18A-E84C1E4F7F2B}"/>
              </a:ext>
            </a:extLst>
          </p:cNvPr>
          <p:cNvSpPr>
            <a:spLocks noGrp="1"/>
          </p:cNvSpPr>
          <p:nvPr>
            <p:ph sz="quarter" idx="13"/>
          </p:nvPr>
        </p:nvSpPr>
        <p:spPr>
          <a:xfrm>
            <a:off x="6096000" y="0"/>
            <a:ext cx="6096000" cy="6858000"/>
          </a:xfrm>
          <a:prstGeom prst="rect">
            <a:avLst/>
          </a:prstGeom>
          <a:solidFill>
            <a:srgbClr val="EDF0F9"/>
          </a:solidFill>
        </p:spPr>
        <p:txBody>
          <a:bodyP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7225EE52-9F3D-4E15-83E2-689B1DA74EEC}"/>
              </a:ext>
            </a:extLst>
          </p:cNvPr>
          <p:cNvSpPr>
            <a:spLocks noGrp="1"/>
          </p:cNvSpPr>
          <p:nvPr>
            <p:ph type="title"/>
          </p:nvPr>
        </p:nvSpPr>
        <p:spPr>
          <a:xfrm>
            <a:off x="541958" y="316355"/>
            <a:ext cx="11108084" cy="6583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B59E2774-27F8-41B7-9628-BA892D48E261}"/>
              </a:ext>
            </a:extLst>
          </p:cNvPr>
          <p:cNvSpPr>
            <a:spLocks noGrp="1"/>
          </p:cNvSpPr>
          <p:nvPr>
            <p:ph idx="1"/>
          </p:nvPr>
        </p:nvSpPr>
        <p:spPr>
          <a:xfrm>
            <a:off x="541958" y="974722"/>
            <a:ext cx="5554042" cy="5117307"/>
          </a:xfrm>
          <a:prstGeom prst="rect">
            <a:avLst/>
          </a:prstGeom>
        </p:spPr>
        <p:txBody>
          <a:bodyPr lIns="0" tIns="91440" rIns="0" bIns="91440"/>
          <a:lstStyle>
            <a:lvl1pPr marL="177800" indent="-177800">
              <a:lnSpc>
                <a:spcPct val="100000"/>
              </a:lnSpc>
              <a:spcBef>
                <a:spcPts val="400"/>
              </a:spcBef>
              <a:spcAft>
                <a:spcPts val="400"/>
              </a:spcAft>
              <a:defRPr sz="1200">
                <a:latin typeface="Segoe UI Semilight" panose="020B0402040204020203" pitchFamily="34" charset="0"/>
                <a:cs typeface="Segoe UI Semilight" panose="020B0402040204020203" pitchFamily="34" charset="0"/>
              </a:defRPr>
            </a:lvl1pPr>
            <a:lvl2pPr marL="406400" indent="-177800">
              <a:lnSpc>
                <a:spcPct val="100000"/>
              </a:lnSpc>
              <a:spcBef>
                <a:spcPts val="400"/>
              </a:spcBef>
              <a:spcAft>
                <a:spcPts val="400"/>
              </a:spcAft>
              <a:buFont typeface="Segoe UI Semilight" panose="020B0402040204020203" pitchFamily="34" charset="0"/>
              <a:buChar char="‑"/>
              <a:defRPr sz="1200">
                <a:latin typeface="Segoe UI Semilight" panose="020B0402040204020203" pitchFamily="34" charset="0"/>
                <a:cs typeface="Segoe UI Semilight" panose="020B0402040204020203" pitchFamily="34" charset="0"/>
              </a:defRPr>
            </a:lvl2pPr>
            <a:lvl3pPr marL="635000" indent="-177800">
              <a:lnSpc>
                <a:spcPct val="100000"/>
              </a:lnSpc>
              <a:spcBef>
                <a:spcPts val="400"/>
              </a:spcBef>
              <a:spcAft>
                <a:spcPts val="400"/>
              </a:spcAft>
              <a:buFont typeface="Courier New" panose="02070309020205020404" pitchFamily="49" charset="0"/>
              <a:buChar char="o"/>
              <a:defRPr sz="1200">
                <a:latin typeface="Segoe UI Semilight" panose="020B0402040204020203" pitchFamily="34" charset="0"/>
                <a:cs typeface="Segoe UI Semilight" panose="020B0402040204020203" pitchFamily="34" charset="0"/>
              </a:defRPr>
            </a:lvl3pPr>
            <a:lvl4pPr marL="863600" indent="-177800">
              <a:lnSpc>
                <a:spcPct val="100000"/>
              </a:lnSpc>
              <a:spcBef>
                <a:spcPts val="400"/>
              </a:spcBef>
              <a:spcAft>
                <a:spcPts val="400"/>
              </a:spcAft>
              <a:buFont typeface="Wingdings" panose="05000000000000000000" pitchFamily="2" charset="2"/>
              <a:buChar char="§"/>
              <a:defRPr sz="1200">
                <a:latin typeface="Segoe UI Semilight" panose="020B0402040204020203" pitchFamily="34" charset="0"/>
                <a:cs typeface="Segoe UI Semilight" panose="020B0402040204020203" pitchFamily="34" charset="0"/>
              </a:defRPr>
            </a:lvl4pPr>
            <a:lvl5pPr>
              <a:defRPr sz="1200">
                <a:latin typeface="Segoe UI Semilight" panose="020B0402040204020203" pitchFamily="34" charset="0"/>
                <a:cs typeface="Segoe UI Semilight" panose="020B04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2">
            <a:extLst>
              <a:ext uri="{FF2B5EF4-FFF2-40B4-BE49-F238E27FC236}">
                <a16:creationId xmlns:a16="http://schemas.microsoft.com/office/drawing/2014/main" id="{A43F3A07-761A-44C2-8B52-2C19C8F75ED3}"/>
              </a:ext>
            </a:extLst>
          </p:cNvPr>
          <p:cNvSpPr>
            <a:spLocks noGrp="1"/>
          </p:cNvSpPr>
          <p:nvPr>
            <p:ph idx="14"/>
          </p:nvPr>
        </p:nvSpPr>
        <p:spPr>
          <a:xfrm>
            <a:off x="6096000" y="974722"/>
            <a:ext cx="5554042" cy="5117307"/>
          </a:xfrm>
          <a:prstGeom prst="rect">
            <a:avLst/>
          </a:prstGeom>
        </p:spPr>
        <p:txBody>
          <a:bodyPr lIns="0" tIns="91440" rIns="0" bIns="91440"/>
          <a:lstStyle>
            <a:lvl1pPr marL="177800" indent="-177800">
              <a:lnSpc>
                <a:spcPct val="100000"/>
              </a:lnSpc>
              <a:spcBef>
                <a:spcPts val="400"/>
              </a:spcBef>
              <a:spcAft>
                <a:spcPts val="400"/>
              </a:spcAft>
              <a:defRPr sz="1200">
                <a:latin typeface="Segoe UI Semilight" panose="020B0402040204020203" pitchFamily="34" charset="0"/>
                <a:cs typeface="Segoe UI Semilight" panose="020B0402040204020203" pitchFamily="34" charset="0"/>
              </a:defRPr>
            </a:lvl1pPr>
            <a:lvl2pPr marL="406400" indent="-177800">
              <a:lnSpc>
                <a:spcPct val="100000"/>
              </a:lnSpc>
              <a:spcBef>
                <a:spcPts val="400"/>
              </a:spcBef>
              <a:spcAft>
                <a:spcPts val="400"/>
              </a:spcAft>
              <a:buFont typeface="Segoe UI Semilight" panose="020B0402040204020203" pitchFamily="34" charset="0"/>
              <a:buChar char="‑"/>
              <a:defRPr sz="1200">
                <a:latin typeface="Segoe UI Semilight" panose="020B0402040204020203" pitchFamily="34" charset="0"/>
                <a:cs typeface="Segoe UI Semilight" panose="020B0402040204020203" pitchFamily="34" charset="0"/>
              </a:defRPr>
            </a:lvl2pPr>
            <a:lvl3pPr marL="635000" indent="-177800">
              <a:lnSpc>
                <a:spcPct val="100000"/>
              </a:lnSpc>
              <a:spcBef>
                <a:spcPts val="400"/>
              </a:spcBef>
              <a:spcAft>
                <a:spcPts val="400"/>
              </a:spcAft>
              <a:buFont typeface="Courier New" panose="02070309020205020404" pitchFamily="49" charset="0"/>
              <a:buChar char="o"/>
              <a:defRPr sz="1200">
                <a:latin typeface="Segoe UI Semilight" panose="020B0402040204020203" pitchFamily="34" charset="0"/>
                <a:cs typeface="Segoe UI Semilight" panose="020B0402040204020203" pitchFamily="34" charset="0"/>
              </a:defRPr>
            </a:lvl3pPr>
            <a:lvl4pPr marL="863600" indent="-177800">
              <a:lnSpc>
                <a:spcPct val="100000"/>
              </a:lnSpc>
              <a:spcBef>
                <a:spcPts val="400"/>
              </a:spcBef>
              <a:spcAft>
                <a:spcPts val="400"/>
              </a:spcAft>
              <a:buFont typeface="Wingdings" panose="05000000000000000000" pitchFamily="2" charset="2"/>
              <a:buChar char="§"/>
              <a:defRPr sz="1200">
                <a:latin typeface="Segoe UI Semilight" panose="020B0402040204020203" pitchFamily="34" charset="0"/>
                <a:cs typeface="Segoe UI Semilight" panose="020B0402040204020203" pitchFamily="34" charset="0"/>
              </a:defRPr>
            </a:lvl4pPr>
            <a:lvl5pPr>
              <a:defRPr sz="1200">
                <a:latin typeface="Segoe UI Semilight" panose="020B0402040204020203" pitchFamily="34" charset="0"/>
                <a:cs typeface="Segoe UI Semilight" panose="020B04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2">
            <a:extLst>
              <a:ext uri="{FF2B5EF4-FFF2-40B4-BE49-F238E27FC236}">
                <a16:creationId xmlns:a16="http://schemas.microsoft.com/office/drawing/2014/main" id="{24DC2842-A293-4356-B98C-DB84EE48CF5C}"/>
              </a:ext>
            </a:extLst>
          </p:cNvPr>
          <p:cNvSpPr>
            <a:spLocks noGrp="1"/>
          </p:cNvSpPr>
          <p:nvPr>
            <p:ph idx="15"/>
          </p:nvPr>
        </p:nvSpPr>
        <p:spPr>
          <a:xfrm>
            <a:off x="541958" y="6356350"/>
            <a:ext cx="11108084" cy="365125"/>
          </a:xfrm>
          <a:prstGeom prst="rect">
            <a:avLst/>
          </a:prstGeom>
        </p:spPr>
        <p:txBody>
          <a:bodyPr lIns="0" tIns="91440" rIns="0" bIns="91440"/>
          <a:lstStyle>
            <a:lvl1pPr marL="0" indent="0">
              <a:lnSpc>
                <a:spcPct val="100000"/>
              </a:lnSpc>
              <a:spcBef>
                <a:spcPts val="400"/>
              </a:spcBef>
              <a:spcAft>
                <a:spcPts val="400"/>
              </a:spcAft>
              <a:buNone/>
              <a:defRPr sz="1200">
                <a:latin typeface="Segoe UI Semilight" panose="020B0402040204020203" pitchFamily="34" charset="0"/>
                <a:cs typeface="Segoe UI Semilight" panose="020B0402040204020203" pitchFamily="34" charset="0"/>
              </a:defRPr>
            </a:lvl1pPr>
            <a:lvl2pPr marL="406400" indent="-177800">
              <a:lnSpc>
                <a:spcPct val="100000"/>
              </a:lnSpc>
              <a:spcBef>
                <a:spcPts val="400"/>
              </a:spcBef>
              <a:spcAft>
                <a:spcPts val="400"/>
              </a:spcAft>
              <a:buFont typeface="Segoe UI Semilight" panose="020B0402040204020203" pitchFamily="34" charset="0"/>
              <a:buChar char="‑"/>
              <a:defRPr sz="1200">
                <a:latin typeface="Segoe UI Semilight" panose="020B0402040204020203" pitchFamily="34" charset="0"/>
                <a:cs typeface="Segoe UI Semilight" panose="020B0402040204020203" pitchFamily="34" charset="0"/>
              </a:defRPr>
            </a:lvl2pPr>
            <a:lvl3pPr marL="635000" indent="-177800">
              <a:lnSpc>
                <a:spcPct val="100000"/>
              </a:lnSpc>
              <a:spcBef>
                <a:spcPts val="400"/>
              </a:spcBef>
              <a:spcAft>
                <a:spcPts val="400"/>
              </a:spcAft>
              <a:buFont typeface="Courier New" panose="02070309020205020404" pitchFamily="49" charset="0"/>
              <a:buChar char="o"/>
              <a:defRPr sz="1200">
                <a:latin typeface="Segoe UI Semilight" panose="020B0402040204020203" pitchFamily="34" charset="0"/>
                <a:cs typeface="Segoe UI Semilight" panose="020B0402040204020203" pitchFamily="34" charset="0"/>
              </a:defRPr>
            </a:lvl3pPr>
            <a:lvl4pPr marL="863600" indent="-177800">
              <a:lnSpc>
                <a:spcPct val="100000"/>
              </a:lnSpc>
              <a:spcBef>
                <a:spcPts val="400"/>
              </a:spcBef>
              <a:spcAft>
                <a:spcPts val="400"/>
              </a:spcAft>
              <a:buFont typeface="Wingdings" panose="05000000000000000000" pitchFamily="2" charset="2"/>
              <a:buChar char="§"/>
              <a:defRPr sz="1200">
                <a:latin typeface="Segoe UI Semilight" panose="020B0402040204020203" pitchFamily="34" charset="0"/>
                <a:cs typeface="Segoe UI Semilight" panose="020B0402040204020203" pitchFamily="34" charset="0"/>
              </a:defRPr>
            </a:lvl4pPr>
            <a:lvl5pPr>
              <a:defRPr sz="1200">
                <a:latin typeface="Segoe UI Semilight" panose="020B0402040204020203" pitchFamily="34" charset="0"/>
                <a:cs typeface="Segoe UI Semilight" panose="020B0402040204020203" pitchFamily="34" charset="0"/>
              </a:defRPr>
            </a:lvl5pPr>
          </a:lstStyle>
          <a:p>
            <a:pPr lvl="0"/>
            <a:r>
              <a:rPr lang="en-US"/>
              <a:t>Click to edit Master text styles</a:t>
            </a:r>
          </a:p>
        </p:txBody>
      </p:sp>
      <p:sp>
        <p:nvSpPr>
          <p:cNvPr id="7" name="Text Placeholder 8">
            <a:extLst>
              <a:ext uri="{FF2B5EF4-FFF2-40B4-BE49-F238E27FC236}">
                <a16:creationId xmlns:a16="http://schemas.microsoft.com/office/drawing/2014/main" id="{5CE5932F-4C16-4907-8607-2928277E79CC}"/>
              </a:ext>
            </a:extLst>
          </p:cNvPr>
          <p:cNvSpPr>
            <a:spLocks noGrp="1"/>
          </p:cNvSpPr>
          <p:nvPr>
            <p:ph type="body" sz="quarter" idx="16" hasCustomPrompt="1"/>
          </p:nvPr>
        </p:nvSpPr>
        <p:spPr>
          <a:xfrm>
            <a:off x="541958" y="67905"/>
            <a:ext cx="11109960" cy="246888"/>
          </a:xfrm>
          <a:prstGeom prst="rect">
            <a:avLst/>
          </a:prstGeom>
        </p:spPr>
        <p:txBody>
          <a:bodyPr lIns="0" rIns="0" anchor="ctr"/>
          <a:lstStyle>
            <a:lvl1pPr marL="0" indent="0">
              <a:buNone/>
              <a:defRPr sz="1400" spc="50" baseline="0">
                <a:solidFill>
                  <a:schemeClr val="tx2">
                    <a:lumMod val="20000"/>
                    <a:lumOff val="80000"/>
                  </a:schemeClr>
                </a:solidFill>
                <a:latin typeface="Segoe UI" panose="020B0502040204020203" pitchFamily="34" charset="0"/>
                <a:cs typeface="Segoe UI" panose="020B0502040204020203" pitchFamily="34" charset="0"/>
              </a:defRPr>
            </a:lvl1pPr>
            <a:lvl2pPr>
              <a:defRPr sz="1400">
                <a:latin typeface="Segoe UI Semilight" panose="020B0402040204020203" pitchFamily="34" charset="0"/>
                <a:cs typeface="Segoe UI Semilight" panose="020B0402040204020203" pitchFamily="34" charset="0"/>
              </a:defRPr>
            </a:lvl2pPr>
            <a:lvl3pPr>
              <a:defRPr sz="1400">
                <a:latin typeface="Segoe UI Semilight" panose="020B0402040204020203" pitchFamily="34" charset="0"/>
                <a:cs typeface="Segoe UI Semilight" panose="020B0402040204020203" pitchFamily="34" charset="0"/>
              </a:defRPr>
            </a:lvl3pPr>
            <a:lvl4pPr>
              <a:defRPr sz="1400">
                <a:latin typeface="Segoe UI Semilight" panose="020B0402040204020203" pitchFamily="34" charset="0"/>
                <a:cs typeface="Segoe UI Semilight" panose="020B0402040204020203" pitchFamily="34" charset="0"/>
              </a:defRPr>
            </a:lvl4pPr>
            <a:lvl5pPr>
              <a:defRPr sz="1400">
                <a:latin typeface="Segoe UI Semilight" panose="020B0402040204020203" pitchFamily="34" charset="0"/>
                <a:cs typeface="Segoe UI Semilight" panose="020B0402040204020203" pitchFamily="34" charset="0"/>
              </a:defRPr>
            </a:lvl5pPr>
          </a:lstStyle>
          <a:p>
            <a:r>
              <a:rPr lang="en-US" sz="1400">
                <a:solidFill>
                  <a:schemeClr val="accent3"/>
                </a:solidFill>
              </a:rPr>
              <a:t>Click to edit Master title style</a:t>
            </a:r>
          </a:p>
        </p:txBody>
      </p:sp>
    </p:spTree>
    <p:extLst>
      <p:ext uri="{BB962C8B-B14F-4D97-AF65-F5344CB8AC3E}">
        <p14:creationId xmlns:p14="http://schemas.microsoft.com/office/powerpoint/2010/main" val="360155216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1_Screenshot_Insight">
    <p:bg>
      <p:bgPr>
        <a:solidFill>
          <a:srgbClr val="F2F2F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82DDB0-BD3A-0403-AF25-006B129ECEB7}"/>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3678" r="19088" b="1398"/>
          <a:stretch/>
        </p:blipFill>
        <p:spPr>
          <a:xfrm>
            <a:off x="0" y="0"/>
            <a:ext cx="12191999" cy="6858000"/>
          </a:xfrm>
          <a:prstGeom prst="rect">
            <a:avLst/>
          </a:prstGeom>
        </p:spPr>
      </p:pic>
      <p:sp>
        <p:nvSpPr>
          <p:cNvPr id="5" name="Rectangle 4">
            <a:extLst>
              <a:ext uri="{FF2B5EF4-FFF2-40B4-BE49-F238E27FC236}">
                <a16:creationId xmlns:a16="http://schemas.microsoft.com/office/drawing/2014/main" id="{75365163-5C90-AB9D-06C9-A99C5161623B}"/>
              </a:ext>
              <a:ext uri="{C183D7F6-B498-43B3-948B-1728B52AA6E4}">
                <adec:decorative xmlns:adec="http://schemas.microsoft.com/office/drawing/2017/decorative" val="1"/>
              </a:ext>
            </a:extLst>
          </p:cNvPr>
          <p:cNvSpPr/>
          <p:nvPr/>
        </p:nvSpPr>
        <p:spPr bwMode="auto">
          <a:xfrm>
            <a:off x="-1" y="0"/>
            <a:ext cx="8534401"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6" name="Title 1">
            <a:extLst>
              <a:ext uri="{FF2B5EF4-FFF2-40B4-BE49-F238E27FC236}">
                <a16:creationId xmlns:a16="http://schemas.microsoft.com/office/drawing/2014/main" id="{D028FD1C-AA20-4E6B-68EB-4D7169A32110}"/>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891404153"/>
      </p:ext>
    </p:extLst>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sz="3600">
                <a:solidFill>
                  <a:schemeClr val="tx1"/>
                </a:solidFill>
              </a:defRPr>
            </a:lvl1pPr>
          </a:lstStyle>
          <a:p>
            <a:r>
              <a:rPr lang="en-US"/>
              <a:t>Click to edit Master title style</a:t>
            </a:r>
          </a:p>
        </p:txBody>
      </p:sp>
      <p:sp>
        <p:nvSpPr>
          <p:cNvPr id="4" name="Rectangle: Rounded Corners 3">
            <a:extLst>
              <a:ext uri="{FF2B5EF4-FFF2-40B4-BE49-F238E27FC236}">
                <a16:creationId xmlns:a16="http://schemas.microsoft.com/office/drawing/2014/main" id="{D127B3CD-C642-F5B9-B10F-7301F2C5985B}"/>
              </a:ext>
              <a:ext uri="{C183D7F6-B498-43B3-948B-1728B52AA6E4}">
                <adec:decorative xmlns:adec="http://schemas.microsoft.com/office/drawing/2017/decorative" val="1"/>
              </a:ext>
            </a:extLst>
          </p:cNvPr>
          <p:cNvSpPr/>
          <p:nvPr/>
        </p:nvSpPr>
        <p:spPr bwMode="auto">
          <a:xfrm flipH="1" flipV="1">
            <a:off x="588263" y="1381125"/>
            <a:ext cx="11018520" cy="45719"/>
          </a:xfrm>
          <a:prstGeom prst="roundRect">
            <a:avLst>
              <a:gd name="adj" fmla="val 0"/>
            </a:avLst>
          </a:prstGeom>
          <a:gradFill flip="none" rotWithShape="1">
            <a:gsLst>
              <a:gs pos="0">
                <a:srgbClr val="FF8C00"/>
              </a:gs>
              <a:gs pos="74000">
                <a:srgbClr val="DB3B01"/>
              </a:gs>
            </a:gsLst>
            <a:path path="circle">
              <a:fillToRect r="100000" b="100000"/>
            </a:path>
            <a:tileRect l="-100000" t="-100000"/>
          </a:gradFill>
          <a:ln>
            <a:noFill/>
            <a:headEnd type="none" w="med" len="med"/>
            <a:tailEnd type="none" w="med" len="med"/>
          </a:ln>
          <a:effectLst>
            <a:outerShdw blurRad="3810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err="1">
              <a:solidFill>
                <a:srgbClr val="FFFFFF"/>
              </a:solidFill>
              <a:cs typeface="Segoe UI" pitchFamily="34" charset="0"/>
            </a:endParaRPr>
          </a:p>
        </p:txBody>
      </p:sp>
      <p:sp>
        <p:nvSpPr>
          <p:cNvPr id="3" name="Text Placeholder 2"/>
          <p:cNvSpPr>
            <a:spLocks noGrp="1"/>
          </p:cNvSpPr>
          <p:nvPr>
            <p:ph type="body" sz="quarter" idx="10" hasCustomPrompt="1"/>
          </p:nvPr>
        </p:nvSpPr>
        <p:spPr>
          <a:xfrm>
            <a:off x="584200" y="1796771"/>
            <a:ext cx="11018520" cy="1800493"/>
          </a:xfrm>
        </p:spPr>
        <p:txBody>
          <a:bodyPr/>
          <a:lstStyle>
            <a:lvl1pPr marL="228556" indent="-228556">
              <a:lnSpc>
                <a:spcPct val="100000"/>
              </a:lnSpc>
              <a:spcBef>
                <a:spcPts val="588"/>
              </a:spcBef>
              <a:spcAft>
                <a:spcPts val="588"/>
              </a:spcAft>
              <a:buFont typeface="Arial" panose="020B0604020202020204" pitchFamily="34" charset="0"/>
              <a:buChar char="•"/>
              <a:defRPr sz="2400">
                <a:solidFill>
                  <a:schemeClr val="tx1"/>
                </a:solidFill>
              </a:defRPr>
            </a:lvl1pPr>
            <a:lvl2pPr marL="457112" indent="-228556">
              <a:lnSpc>
                <a:spcPct val="100000"/>
              </a:lnSpc>
              <a:spcBef>
                <a:spcPts val="588"/>
              </a:spcBef>
              <a:spcAft>
                <a:spcPts val="588"/>
              </a:spcAft>
              <a:buFont typeface="Arial" panose="020B0604020202020204" pitchFamily="34" charset="0"/>
              <a:buChar char="•"/>
              <a:defRPr sz="1600">
                <a:solidFill>
                  <a:schemeClr val="tx1"/>
                </a:solidFill>
              </a:defRPr>
            </a:lvl2pPr>
            <a:lvl3pPr marL="657099" indent="-199986">
              <a:lnSpc>
                <a:spcPct val="100000"/>
              </a:lnSpc>
              <a:spcBef>
                <a:spcPts val="588"/>
              </a:spcBef>
              <a:spcAft>
                <a:spcPts val="588"/>
              </a:spcAft>
              <a:buFont typeface="Arial" panose="020B0604020202020204" pitchFamily="34" charset="0"/>
              <a:buChar char="•"/>
              <a:defRPr sz="1400">
                <a:solidFill>
                  <a:schemeClr val="tx1"/>
                </a:solidFill>
              </a:defRPr>
            </a:lvl3pPr>
            <a:lvl4pPr marL="842801" indent="-180940">
              <a:lnSpc>
                <a:spcPct val="100000"/>
              </a:lnSpc>
              <a:spcBef>
                <a:spcPts val="588"/>
              </a:spcBef>
              <a:spcAft>
                <a:spcPts val="588"/>
              </a:spcAft>
              <a:buFont typeface="Arial" panose="020B0604020202020204" pitchFamily="34" charset="0"/>
              <a:buChar char="•"/>
              <a:defRPr sz="1200">
                <a:solidFill>
                  <a:schemeClr val="tx1"/>
                </a:solidFill>
              </a:defRPr>
            </a:lvl4pPr>
            <a:lvl5pPr marL="1023741" indent="-168243">
              <a:lnSpc>
                <a:spcPct val="100000"/>
              </a:lnSpc>
              <a:spcBef>
                <a:spcPts val="588"/>
              </a:spcBef>
              <a:spcAft>
                <a:spcPts val="588"/>
              </a:spcAft>
              <a:buFont typeface="Arial" panose="020B0604020202020204" pitchFamily="34" charset="0"/>
              <a:buChar char="•"/>
              <a:defRPr sz="10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227603106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9/10/2025</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877556264"/>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DB660C8-FCFE-8CB6-A08E-975F87F66C4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Title 6">
            <a:extLst>
              <a:ext uri="{FF2B5EF4-FFF2-40B4-BE49-F238E27FC236}">
                <a16:creationId xmlns:a16="http://schemas.microsoft.com/office/drawing/2014/main" id="{51C9B6F3-E735-840E-3BE2-D2B3CC818C47}"/>
              </a:ext>
            </a:extLst>
          </p:cNvPr>
          <p:cNvSpPr>
            <a:spLocks noGrp="1"/>
          </p:cNvSpPr>
          <p:nvPr>
            <p:ph type="title"/>
          </p:nvPr>
        </p:nvSpPr>
        <p:spPr>
          <a:xfrm>
            <a:off x="586892" y="443426"/>
            <a:ext cx="11018520" cy="430887"/>
          </a:xfrm>
        </p:spPr>
        <p:txBody>
          <a:bodyPr anchor="t" anchorCtr="0"/>
          <a:lstStyle/>
          <a:p>
            <a:r>
              <a:rPr lang="en-US"/>
              <a:t>Click to edit Master title style</a:t>
            </a:r>
          </a:p>
        </p:txBody>
      </p:sp>
      <p:sp>
        <p:nvSpPr>
          <p:cNvPr id="6" name="Text Placeholder 2">
            <a:extLst>
              <a:ext uri="{FF2B5EF4-FFF2-40B4-BE49-F238E27FC236}">
                <a16:creationId xmlns:a16="http://schemas.microsoft.com/office/drawing/2014/main" id="{DC5275CD-9BC7-D5C8-CFA6-C95A6628B7BE}"/>
              </a:ext>
            </a:extLst>
          </p:cNvPr>
          <p:cNvSpPr>
            <a:spLocks noGrp="1"/>
          </p:cNvSpPr>
          <p:nvPr>
            <p:ph type="body" sz="quarter" idx="11"/>
          </p:nvPr>
        </p:nvSpPr>
        <p:spPr>
          <a:xfrm>
            <a:off x="588176" y="968255"/>
            <a:ext cx="11018520" cy="276999"/>
          </a:xfrm>
        </p:spPr>
        <p:txBody>
          <a:bodyPr/>
          <a:lstStyle>
            <a:lvl1pPr marL="0" indent="0">
              <a:buNone/>
              <a:defRPr sz="1600"/>
            </a:lvl1pPr>
          </a:lstStyle>
          <a:p>
            <a:pPr lvl="0"/>
            <a:r>
              <a:rPr lang="en-US"/>
              <a:t>Click to edit Master text styles</a:t>
            </a:r>
          </a:p>
        </p:txBody>
      </p:sp>
    </p:spTree>
    <p:extLst>
      <p:ext uri="{BB962C8B-B14F-4D97-AF65-F5344CB8AC3E}">
        <p14:creationId xmlns:p14="http://schemas.microsoft.com/office/powerpoint/2010/main" val="549378386"/>
      </p:ext>
    </p:extLst>
  </p:cSld>
  <p:clrMapOvr>
    <a:masterClrMapping/>
  </p:clrMapOvr>
  <p:transition>
    <p:fade/>
  </p:transition>
  <p:extLst>
    <p:ext uri="{DCECCB84-F9BA-43D5-87BE-67443E8EF086}">
      <p15:sldGuideLst xmlns:p15="http://schemas.microsoft.com/office/powerpoint/2012/main"/>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rgbClr val="FFFFFF"/>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24890930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9" name="Title 1"/>
          <p:cNvSpPr>
            <a:spLocks noGrp="1"/>
          </p:cNvSpPr>
          <p:nvPr>
            <p:ph type="title"/>
          </p:nvPr>
        </p:nvSpPr>
        <p:spPr>
          <a:xfrm>
            <a:off x="217716" y="201706"/>
            <a:ext cx="11756571" cy="484094"/>
          </a:xfrm>
        </p:spPr>
        <p:txBody>
          <a:bodyPr lIns="45720" rIns="0" anchor="b"/>
          <a:lstStyle>
            <a:lvl1pPr>
              <a:defRPr sz="3530">
                <a:solidFill>
                  <a:schemeClr val="tx1"/>
                </a:solidFill>
              </a:defRPr>
            </a:lvl1pPr>
          </a:lstStyle>
          <a:p>
            <a:r>
              <a:rPr lang="en-US"/>
              <a:t>Click to edit Master title style</a:t>
            </a:r>
          </a:p>
        </p:txBody>
      </p:sp>
    </p:spTree>
    <p:extLst>
      <p:ext uri="{BB962C8B-B14F-4D97-AF65-F5344CB8AC3E}">
        <p14:creationId xmlns:p14="http://schemas.microsoft.com/office/powerpoint/2010/main" val="442034047"/>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78830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Title Slide 5">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3867152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4_Title and Content">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509156"/>
            <a:ext cx="11018521"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84199" y="1435497"/>
            <a:ext cx="11018521" cy="1268296"/>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21471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718300"/>
          </a:xfrm>
          <a:prstGeom prst="rect">
            <a:avLst/>
          </a:prstGeom>
        </p:spPr>
      </p:pic>
      <p:sp>
        <p:nvSpPr>
          <p:cNvPr id="5" name="Title 4">
            <a:extLst>
              <a:ext uri="{FF2B5EF4-FFF2-40B4-BE49-F238E27FC236}">
                <a16:creationId xmlns:a16="http://schemas.microsoft.com/office/drawing/2014/main" id="{2A17C1B5-8C73-489B-B527-0AEF26BAC008}"/>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B9370407-EBCA-77DD-F103-9EE016845C7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8" name="Slide Number Placeholder 7">
            <a:extLst>
              <a:ext uri="{FF2B5EF4-FFF2-40B4-BE49-F238E27FC236}">
                <a16:creationId xmlns:a16="http://schemas.microsoft.com/office/drawing/2014/main" id="{5CA02BBB-A5DB-8DFB-47F1-494DD1C45354}"/>
              </a:ext>
            </a:extLst>
          </p:cNvPr>
          <p:cNvSpPr>
            <a:spLocks noGrp="1"/>
          </p:cNvSpPr>
          <p:nvPr>
            <p:ph type="sldNum" sz="quarter" idx="12"/>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white"/>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Segoe UI"/>
              <a:ea typeface="+mn-ea"/>
              <a:cs typeface="+mn-cs"/>
            </a:endParaRPr>
          </a:p>
        </p:txBody>
      </p:sp>
      <p:sp>
        <p:nvSpPr>
          <p:cNvPr id="10" name="Content Placeholder 9">
            <a:extLst>
              <a:ext uri="{FF2B5EF4-FFF2-40B4-BE49-F238E27FC236}">
                <a16:creationId xmlns:a16="http://schemas.microsoft.com/office/drawing/2014/main" id="{11280968-7614-5E59-F463-E4CC029276B5}"/>
              </a:ext>
            </a:extLst>
          </p:cNvPr>
          <p:cNvSpPr>
            <a:spLocks noGrp="1"/>
          </p:cNvSpPr>
          <p:nvPr>
            <p:ph sz="quarter" idx="13"/>
          </p:nvPr>
        </p:nvSpPr>
        <p:spPr>
          <a:xfrm>
            <a:off x="549275" y="1638300"/>
            <a:ext cx="11088688" cy="4529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412836"/>
      </p:ext>
    </p:extLst>
  </p:cSld>
  <p:clrMapOvr>
    <a:masterClrMapping/>
  </p:clrMapOvr>
  <p:transition>
    <p:fade/>
  </p:transition>
  <p:extLst>
    <p:ext uri="{DCECCB84-F9BA-43D5-87BE-67443E8EF086}">
      <p15:sldGuideLst xmlns:p15="http://schemas.microsoft.com/office/powerpoint/2012/main"/>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718300"/>
          </a:xfrm>
          <a:prstGeom prst="rect">
            <a:avLst/>
          </a:prstGeom>
        </p:spPr>
      </p:pic>
      <p:sp>
        <p:nvSpPr>
          <p:cNvPr id="5" name="Title 4">
            <a:extLst>
              <a:ext uri="{FF2B5EF4-FFF2-40B4-BE49-F238E27FC236}">
                <a16:creationId xmlns:a16="http://schemas.microsoft.com/office/drawing/2014/main" id="{2A17C1B5-8C73-489B-B527-0AEF26BAC008}"/>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B9370407-EBCA-77DD-F103-9EE016845C7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8" name="Slide Number Placeholder 7">
            <a:extLst>
              <a:ext uri="{FF2B5EF4-FFF2-40B4-BE49-F238E27FC236}">
                <a16:creationId xmlns:a16="http://schemas.microsoft.com/office/drawing/2014/main" id="{5CA02BBB-A5DB-8DFB-47F1-494DD1C45354}"/>
              </a:ext>
            </a:extLst>
          </p:cNvPr>
          <p:cNvSpPr>
            <a:spLocks noGrp="1"/>
          </p:cNvSpPr>
          <p:nvPr>
            <p:ph type="sldNum" sz="quarter" idx="12"/>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white"/>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Segoe UI"/>
              <a:ea typeface="+mn-ea"/>
              <a:cs typeface="+mn-cs"/>
            </a:endParaRPr>
          </a:p>
        </p:txBody>
      </p:sp>
      <p:sp>
        <p:nvSpPr>
          <p:cNvPr id="10" name="Content Placeholder 9">
            <a:extLst>
              <a:ext uri="{FF2B5EF4-FFF2-40B4-BE49-F238E27FC236}">
                <a16:creationId xmlns:a16="http://schemas.microsoft.com/office/drawing/2014/main" id="{11280968-7614-5E59-F463-E4CC029276B5}"/>
              </a:ext>
            </a:extLst>
          </p:cNvPr>
          <p:cNvSpPr>
            <a:spLocks noGrp="1"/>
          </p:cNvSpPr>
          <p:nvPr>
            <p:ph sz="quarter" idx="13"/>
          </p:nvPr>
        </p:nvSpPr>
        <p:spPr>
          <a:xfrm>
            <a:off x="549275" y="1638300"/>
            <a:ext cx="11088688" cy="4529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6547253"/>
      </p:ext>
    </p:extLst>
  </p:cSld>
  <p:clrMapOvr>
    <a:masterClrMapping/>
  </p:clrMapOvr>
  <p:transition>
    <p:fade/>
  </p:transition>
  <p:extLst>
    <p:ext uri="{DCECCB84-F9BA-43D5-87BE-67443E8EF086}">
      <p15:sldGuideLst xmlns:p15="http://schemas.microsoft.com/office/powerpoint/2012/main"/>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userDrawn="1">
  <p:cSld name="1_Title Slide - rebuilt">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8F7DB3BE-F5F3-49BB-EF55-A95511E0F32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rot="10800000">
            <a:off x="-3" y="0"/>
            <a:ext cx="12192002" cy="6858000"/>
          </a:xfrm>
          <a:prstGeom prst="rect">
            <a:avLst/>
          </a:prstGeom>
        </p:spPr>
      </p:pic>
      <p:pic>
        <p:nvPicPr>
          <p:cNvPr id="3" name="Picture 2">
            <a:extLst>
              <a:ext uri="{FF2B5EF4-FFF2-40B4-BE49-F238E27FC236}">
                <a16:creationId xmlns:a16="http://schemas.microsoft.com/office/drawing/2014/main" id="{66C900F9-C0A0-A726-36E2-7CA189B6D8A4}"/>
              </a:ext>
              <a:ext uri="{C183D7F6-B498-43B3-948B-1728B52AA6E4}">
                <adec:decorative xmlns:adec="http://schemas.microsoft.com/office/drawing/2017/decorative" val="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30860"/>
          <a:stretch/>
        </p:blipFill>
        <p:spPr>
          <a:xfrm>
            <a:off x="0" y="2849737"/>
            <a:ext cx="12191999" cy="4008263"/>
          </a:xfrm>
          <a:prstGeom prst="rect">
            <a:avLst/>
          </a:prstGeom>
        </p:spPr>
      </p:pic>
      <p:sp>
        <p:nvSpPr>
          <p:cNvPr id="4" name="Rectangle 3">
            <a:extLst>
              <a:ext uri="{FF2B5EF4-FFF2-40B4-BE49-F238E27FC236}">
                <a16:creationId xmlns:a16="http://schemas.microsoft.com/office/drawing/2014/main" id="{637687C2-C888-EC4A-C1FB-AFC06B2CBDEA}"/>
              </a:ext>
            </a:extLst>
          </p:cNvPr>
          <p:cNvSpPr/>
          <p:nvPr userDrawn="1"/>
        </p:nvSpPr>
        <p:spPr bwMode="auto">
          <a:xfrm>
            <a:off x="-2" y="0"/>
            <a:ext cx="12192000" cy="4331731"/>
          </a:xfrm>
          <a:prstGeom prst="rect">
            <a:avLst/>
          </a:prstGeom>
          <a:gradFill flip="none" rotWithShape="1">
            <a:gsLst>
              <a:gs pos="52000">
                <a:srgbClr val="FFFFFF"/>
              </a:gs>
              <a:gs pos="42000">
                <a:srgbClr val="FFFFFF">
                  <a:lumMod val="100000"/>
                </a:srgbClr>
              </a:gs>
              <a:gs pos="0">
                <a:schemeClr val="bg1">
                  <a:alpha val="0"/>
                </a:schemeClr>
              </a:gs>
              <a:gs pos="64000">
                <a:srgbClr val="FFFFFF"/>
              </a:gs>
              <a:gs pos="100000">
                <a:schemeClr val="bg1">
                  <a:alpha val="0"/>
                </a:schemeClr>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 name="Subtitle 2">
            <a:extLst>
              <a:ext uri="{FF2B5EF4-FFF2-40B4-BE49-F238E27FC236}">
                <a16:creationId xmlns:a16="http://schemas.microsoft.com/office/drawing/2014/main" id="{77F229C0-D499-072E-810F-19409791B2C8}"/>
              </a:ext>
            </a:extLst>
          </p:cNvPr>
          <p:cNvSpPr>
            <a:spLocks noGrp="1"/>
          </p:cNvSpPr>
          <p:nvPr userDrawn="1">
            <p:ph type="subTitle" idx="1"/>
          </p:nvPr>
        </p:nvSpPr>
        <p:spPr>
          <a:xfrm>
            <a:off x="549274" y="3547872"/>
            <a:ext cx="5434013" cy="1229519"/>
          </a:xfrm>
        </p:spPr>
        <p:txBody>
          <a:bodyPr/>
          <a:lstStyle>
            <a:lvl1pPr marL="0" indent="0" algn="l">
              <a:buNone/>
              <a:defRPr sz="2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itle 9">
            <a:extLst>
              <a:ext uri="{FF2B5EF4-FFF2-40B4-BE49-F238E27FC236}">
                <a16:creationId xmlns:a16="http://schemas.microsoft.com/office/drawing/2014/main" id="{493D5124-EFE5-8658-970A-410C2D4393B5}"/>
              </a:ext>
            </a:extLst>
          </p:cNvPr>
          <p:cNvSpPr>
            <a:spLocks noGrp="1"/>
          </p:cNvSpPr>
          <p:nvPr userDrawn="1">
            <p:ph type="title"/>
          </p:nvPr>
        </p:nvSpPr>
        <p:spPr>
          <a:xfrm>
            <a:off x="549274" y="1638300"/>
            <a:ext cx="7379759" cy="1790699"/>
          </a:xfrm>
        </p:spPr>
        <p:txBody>
          <a:bodyPr anchor="b" anchorCtr="0"/>
          <a:lstStyle/>
          <a:p>
            <a:r>
              <a:rPr lang="en-US"/>
              <a:t>Click to edit Master title style</a:t>
            </a:r>
          </a:p>
        </p:txBody>
      </p:sp>
      <p:pic>
        <p:nvPicPr>
          <p:cNvPr id="15" name="Graphic 14">
            <a:extLst>
              <a:ext uri="{FF2B5EF4-FFF2-40B4-BE49-F238E27FC236}">
                <a16:creationId xmlns:a16="http://schemas.microsoft.com/office/drawing/2014/main" id="{7C2BAD0B-4457-2DF2-7054-0C4401D2454B}"/>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275" y="549275"/>
            <a:ext cx="1287780" cy="274320"/>
          </a:xfrm>
          <a:prstGeom prst="rect">
            <a:avLst/>
          </a:prstGeom>
        </p:spPr>
      </p:pic>
      <p:sp>
        <p:nvSpPr>
          <p:cNvPr id="17" name="Text Placeholder 16">
            <a:extLst>
              <a:ext uri="{FF2B5EF4-FFF2-40B4-BE49-F238E27FC236}">
                <a16:creationId xmlns:a16="http://schemas.microsoft.com/office/drawing/2014/main" id="{5E5B4B8C-29A5-BEB3-9EDB-185921B3024B}"/>
              </a:ext>
            </a:extLst>
          </p:cNvPr>
          <p:cNvSpPr>
            <a:spLocks noGrp="1"/>
          </p:cNvSpPr>
          <p:nvPr>
            <p:ph type="body" sz="quarter" idx="12"/>
          </p:nvPr>
        </p:nvSpPr>
        <p:spPr>
          <a:xfrm>
            <a:off x="549274" y="4896264"/>
            <a:ext cx="5434013" cy="12759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07142DE-F2CF-0AE4-68A5-25893FF79870}"/>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376751038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pic>
        <p:nvPicPr>
          <p:cNvPr id="6" name="Picture 5" descr="A group of colorful markers&#10;&#10;Description automatically generated">
            <a:extLst>
              <a:ext uri="{FF2B5EF4-FFF2-40B4-BE49-F238E27FC236}">
                <a16:creationId xmlns:a16="http://schemas.microsoft.com/office/drawing/2014/main" id="{B7CB5806-AB58-71DC-BFD8-4783C5A69EC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718300"/>
          </a:xfrm>
          <a:prstGeom prst="rect">
            <a:avLst/>
          </a:prstGeom>
        </p:spPr>
      </p:pic>
      <p:sp>
        <p:nvSpPr>
          <p:cNvPr id="2" name="Title 1">
            <a:extLst>
              <a:ext uri="{FF2B5EF4-FFF2-40B4-BE49-F238E27FC236}">
                <a16:creationId xmlns:a16="http://schemas.microsoft.com/office/drawing/2014/main" id="{197B602E-9B39-C760-682B-76D3E1958452}"/>
              </a:ext>
            </a:extLst>
          </p:cNvPr>
          <p:cNvSpPr>
            <a:spLocks noGrp="1"/>
          </p:cNvSpPr>
          <p:nvPr>
            <p:ph type="title"/>
          </p:nvPr>
        </p:nvSpPr>
        <p:spPr>
          <a:xfrm>
            <a:off x="551391" y="3200400"/>
            <a:ext cx="11089218" cy="457200"/>
          </a:xfrm>
        </p:spPr>
        <p:txBody>
          <a:bodyPr/>
          <a:lstStyle>
            <a:lvl1pPr algn="ctr">
              <a:defRPr>
                <a:solidFill>
                  <a:schemeClr val="accent2"/>
                </a:solidFill>
              </a:defRPr>
            </a:lvl1pPr>
          </a:lstStyle>
          <a:p>
            <a:r>
              <a:rPr lang="en-US"/>
              <a:t>Click to edit Master title style</a:t>
            </a:r>
          </a:p>
        </p:txBody>
      </p:sp>
      <p:sp>
        <p:nvSpPr>
          <p:cNvPr id="4" name="Text Placeholder 3">
            <a:extLst>
              <a:ext uri="{FF2B5EF4-FFF2-40B4-BE49-F238E27FC236}">
                <a16:creationId xmlns:a16="http://schemas.microsoft.com/office/drawing/2014/main" id="{BA19DC5A-ABF0-B74F-A83E-61C7307AAEA0}"/>
              </a:ext>
            </a:extLst>
          </p:cNvPr>
          <p:cNvSpPr>
            <a:spLocks noGrp="1"/>
          </p:cNvSpPr>
          <p:nvPr>
            <p:ph type="body" sz="quarter" idx="10"/>
          </p:nvPr>
        </p:nvSpPr>
        <p:spPr>
          <a:xfrm>
            <a:off x="2419350" y="6172200"/>
            <a:ext cx="7351713" cy="546100"/>
          </a:xfrm>
        </p:spPr>
        <p:txBody>
          <a:bodyPr anchor="ctr" anchorCtr="0"/>
          <a:lstStyle>
            <a:lvl1pPr algn="ctr">
              <a:defRPr sz="1000" spc="0" baseline="0">
                <a:latin typeface="+mn-lt"/>
              </a:defRPr>
            </a:lvl1pPr>
          </a:lstStyle>
          <a:p>
            <a:pPr lvl="0"/>
            <a:r>
              <a:rPr lang="en-US"/>
              <a:t>Click to edit Master text styles</a:t>
            </a:r>
          </a:p>
        </p:txBody>
      </p:sp>
      <p:pic>
        <p:nvPicPr>
          <p:cNvPr id="5" name="Graphic 4">
            <a:extLst>
              <a:ext uri="{FF2B5EF4-FFF2-40B4-BE49-F238E27FC236}">
                <a16:creationId xmlns:a16="http://schemas.microsoft.com/office/drawing/2014/main" id="{0F71A9E8-C53F-3E03-820E-C09994D80065}"/>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275" y="549275"/>
            <a:ext cx="1287780" cy="274320"/>
          </a:xfrm>
          <a:prstGeom prst="rect">
            <a:avLst/>
          </a:prstGeom>
        </p:spPr>
      </p:pic>
    </p:spTree>
    <p:extLst>
      <p:ext uri="{BB962C8B-B14F-4D97-AF65-F5344CB8AC3E}">
        <p14:creationId xmlns:p14="http://schemas.microsoft.com/office/powerpoint/2010/main" val="97168388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userDrawn="1">
  <p:cSld name="Get Ready Checklist">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CB36B853-4E0C-228F-D382-0CFCBE1C44B9}"/>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a:ext>
            </a:extLst>
          </a:blip>
          <a:stretch>
            <a:fillRect/>
          </a:stretch>
        </p:blipFill>
        <p:spPr>
          <a:xfrm>
            <a:off x="0" y="0"/>
            <a:ext cx="12192000" cy="6718300"/>
          </a:xfrm>
          <a:prstGeom prst="rect">
            <a:avLst/>
          </a:prstGeom>
        </p:spPr>
      </p:pic>
      <p:sp>
        <p:nvSpPr>
          <p:cNvPr id="2" name="Rectangle 1">
            <a:extLst>
              <a:ext uri="{FF2B5EF4-FFF2-40B4-BE49-F238E27FC236}">
                <a16:creationId xmlns:a16="http://schemas.microsoft.com/office/drawing/2014/main" id="{B7F3E4E7-F160-2E60-0935-077CBA9DB6A9}"/>
              </a:ext>
            </a:extLst>
          </p:cNvPr>
          <p:cNvSpPr/>
          <p:nvPr userDrawn="1"/>
        </p:nvSpPr>
        <p:spPr bwMode="auto">
          <a:xfrm>
            <a:off x="0" y="0"/>
            <a:ext cx="12192000" cy="6718300"/>
          </a:xfrm>
          <a:prstGeom prst="rect">
            <a:avLst/>
          </a:prstGeom>
          <a:gradFill>
            <a:gsLst>
              <a:gs pos="0">
                <a:schemeClr val="bg1"/>
              </a:gs>
              <a:gs pos="100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5" name="Title 4">
            <a:extLst>
              <a:ext uri="{FF2B5EF4-FFF2-40B4-BE49-F238E27FC236}">
                <a16:creationId xmlns:a16="http://schemas.microsoft.com/office/drawing/2014/main" id="{2A17C1B5-8C73-489B-B527-0AEF26BAC008}"/>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B9370407-EBCA-77DD-F103-9EE016845C7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Accelerate customer transformation with Microsoft Copilot </a:t>
            </a:r>
          </a:p>
        </p:txBody>
      </p:sp>
      <p:sp>
        <p:nvSpPr>
          <p:cNvPr id="8" name="Slide Number Placeholder 7">
            <a:extLst>
              <a:ext uri="{FF2B5EF4-FFF2-40B4-BE49-F238E27FC236}">
                <a16:creationId xmlns:a16="http://schemas.microsoft.com/office/drawing/2014/main" id="{5CA02BBB-A5DB-8DFB-47F1-494DD1C45354}"/>
              </a:ext>
            </a:extLst>
          </p:cNvPr>
          <p:cNvSpPr>
            <a:spLocks noGrp="1"/>
          </p:cNvSpPr>
          <p:nvPr>
            <p:ph type="sldNum" sz="quarter" idx="12"/>
          </p:nvPr>
        </p:nvSpPr>
        <p:spPr/>
        <p:txBody>
          <a:bodyPr/>
          <a:lstStyle>
            <a:lvl1pPr>
              <a:defRPr>
                <a:solidFill>
                  <a:schemeClr val="tx1">
                    <a:lumMod val="50000"/>
                    <a:lumOff val="50000"/>
                  </a:schemeClr>
                </a:solidFill>
              </a:defRPr>
            </a:lvl1pPr>
          </a:lstStyle>
          <a:p>
            <a:pPr defTabSz="914400">
              <a:defRPr/>
            </a:pPr>
            <a:fld id="{C67CA0B0-04EF-433A-8113-67BC344D39D3}" type="slidenum">
              <a:rPr lang="en-US" smtClean="0"/>
              <a:pPr defTabSz="914400">
                <a:defRPr/>
              </a:pPr>
              <a:t>‹#›</a:t>
            </a:fld>
            <a:endParaRPr lang="en-US"/>
          </a:p>
        </p:txBody>
      </p:sp>
      <p:sp>
        <p:nvSpPr>
          <p:cNvPr id="10" name="Content Placeholder 9">
            <a:extLst>
              <a:ext uri="{FF2B5EF4-FFF2-40B4-BE49-F238E27FC236}">
                <a16:creationId xmlns:a16="http://schemas.microsoft.com/office/drawing/2014/main" id="{11280968-7614-5E59-F463-E4CC029276B5}"/>
              </a:ext>
            </a:extLst>
          </p:cNvPr>
          <p:cNvSpPr>
            <a:spLocks noGrp="1"/>
          </p:cNvSpPr>
          <p:nvPr>
            <p:ph sz="quarter" idx="13"/>
          </p:nvPr>
        </p:nvSpPr>
        <p:spPr>
          <a:xfrm>
            <a:off x="549275" y="2465403"/>
            <a:ext cx="11088688" cy="3706798"/>
          </a:xfrm>
          <a:prstGeom prst="round2SameRect">
            <a:avLst>
              <a:gd name="adj1" fmla="val 0"/>
              <a:gd name="adj2" fmla="val 2987"/>
            </a:avLst>
          </a:prstGeom>
          <a:solidFill>
            <a:schemeClr val="bg1">
              <a:alpha val="50000"/>
            </a:schemeClr>
          </a:solidFill>
          <a:ln w="12700">
            <a:solidFill>
              <a:schemeClr val="bg1"/>
            </a:solidFill>
          </a:ln>
          <a:effectLst>
            <a:outerShdw blurRad="285750" dist="95250" dir="3240000" algn="ctr" rotWithShape="0">
              <a:srgbClr val="000000">
                <a:alpha val="15000"/>
              </a:srgbClr>
            </a:outerShdw>
          </a:effectLst>
        </p:spPr>
        <p:txBody>
          <a:bodyPr lIns="274320" tIns="274320"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0FF3A391-208C-0E11-76DB-316F05FC52C0}"/>
              </a:ext>
            </a:extLst>
          </p:cNvPr>
          <p:cNvSpPr>
            <a:spLocks noGrp="1"/>
          </p:cNvSpPr>
          <p:nvPr>
            <p:ph sz="quarter" idx="14"/>
          </p:nvPr>
        </p:nvSpPr>
        <p:spPr>
          <a:xfrm>
            <a:off x="549276" y="1507410"/>
            <a:ext cx="11093450" cy="969963"/>
          </a:xfrm>
          <a:prstGeom prst="round2SameRect">
            <a:avLst>
              <a:gd name="adj1" fmla="val 14475"/>
              <a:gd name="adj2" fmla="val 0"/>
            </a:avLst>
          </a:prstGeom>
          <a:gradFill>
            <a:gsLst>
              <a:gs pos="0">
                <a:schemeClr val="accent2"/>
              </a:gs>
              <a:gs pos="100000">
                <a:schemeClr val="accent6"/>
              </a:gs>
            </a:gsLst>
            <a:lin ang="2400000" scaled="0"/>
          </a:gradFill>
          <a:ln w="12700">
            <a:gradFill>
              <a:gsLst>
                <a:gs pos="0">
                  <a:schemeClr val="accent2"/>
                </a:gs>
                <a:gs pos="100000">
                  <a:schemeClr val="accent6"/>
                </a:gs>
              </a:gsLst>
              <a:lin ang="2400000" scaled="0"/>
            </a:gradFill>
          </a:ln>
        </p:spPr>
        <p:txBody>
          <a:bodyPr lIns="274320" tIns="137160"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title 2">
            <a:extLst>
              <a:ext uri="{FF2B5EF4-FFF2-40B4-BE49-F238E27FC236}">
                <a16:creationId xmlns:a16="http://schemas.microsoft.com/office/drawing/2014/main" id="{92235C77-5BC0-1C8F-56EE-079636DC879F}"/>
              </a:ext>
            </a:extLst>
          </p:cNvPr>
          <p:cNvSpPr>
            <a:spLocks noGrp="1"/>
          </p:cNvSpPr>
          <p:nvPr>
            <p:ph type="subTitle" idx="1"/>
          </p:nvPr>
        </p:nvSpPr>
        <p:spPr>
          <a:xfrm>
            <a:off x="549275" y="1046164"/>
            <a:ext cx="11093450" cy="457199"/>
          </a:xfrm>
        </p:spPr>
        <p:txBody>
          <a:bodyPr/>
          <a:lstStyle>
            <a:lvl1pPr marL="0" indent="0" algn="l">
              <a:buNone/>
              <a:defRPr sz="2600" baseline="0">
                <a:gradFill>
                  <a:gsLst>
                    <a:gs pos="20000">
                      <a:srgbClr val="8661C5"/>
                    </a:gs>
                    <a:gs pos="100000">
                      <a:srgbClr val="C03BC4"/>
                    </a:gs>
                  </a:gsLst>
                  <a:lin ang="0" scaled="1"/>
                </a:gra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18304926"/>
      </p:ext>
    </p:extLst>
  </p:cSld>
  <p:clrMapOvr>
    <a:masterClrMapping/>
  </p:clrMapOvr>
  <p:transition>
    <p:fade/>
  </p:transition>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cSld name="Title &amp; Text">
    <p:bg>
      <p:bgPr>
        <a:solidFill>
          <a:schemeClr val="bg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90" y="1434370"/>
            <a:ext cx="11018520" cy="1612749"/>
          </a:xfrm>
        </p:spPr>
        <p:txBody>
          <a:bodyPr wrap="square">
            <a:spAutoFit/>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7A7F81D6-D960-882D-2677-0F5176A5B3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35538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userDrawn="1">
  <p:cSld name="Section slide with subtitle">
    <p:spTree>
      <p:nvGrpSpPr>
        <p:cNvPr id="1" name=""/>
        <p:cNvGrpSpPr/>
        <p:nvPr/>
      </p:nvGrpSpPr>
      <p:grpSpPr>
        <a:xfrm>
          <a:off x="0" y="0"/>
          <a:ext cx="0" cy="0"/>
          <a:chOff x="0" y="0"/>
          <a:chExt cx="0" cy="0"/>
        </a:xfrm>
      </p:grpSpPr>
      <p:pic>
        <p:nvPicPr>
          <p:cNvPr id="9" name="Picture 8" descr="A group of messages on a table&#10;&#10;Description automatically generated">
            <a:extLst>
              <a:ext uri="{FF2B5EF4-FFF2-40B4-BE49-F238E27FC236}">
                <a16:creationId xmlns:a16="http://schemas.microsoft.com/office/drawing/2014/main" id="{32D53500-C353-063C-4052-2F0AD4B8A7CF}"/>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a:stretch/>
        </p:blipFill>
        <p:spPr>
          <a:xfrm>
            <a:off x="0" y="0"/>
            <a:ext cx="12192000" cy="6718300"/>
          </a:xfrm>
          <a:prstGeom prst="rect">
            <a:avLst/>
          </a:prstGeom>
        </p:spPr>
      </p:pic>
      <p:sp>
        <p:nvSpPr>
          <p:cNvPr id="2" name="Title 1">
            <a:extLst>
              <a:ext uri="{FF2B5EF4-FFF2-40B4-BE49-F238E27FC236}">
                <a16:creationId xmlns:a16="http://schemas.microsoft.com/office/drawing/2014/main" id="{8FE305BE-18A1-0942-6062-8821EF9E869A}"/>
              </a:ext>
            </a:extLst>
          </p:cNvPr>
          <p:cNvSpPr>
            <a:spLocks noGrp="1"/>
          </p:cNvSpPr>
          <p:nvPr>
            <p:ph type="title"/>
          </p:nvPr>
        </p:nvSpPr>
        <p:spPr>
          <a:xfrm>
            <a:off x="549274" y="1638300"/>
            <a:ext cx="4648368" cy="1903912"/>
          </a:xfrm>
        </p:spPr>
        <p:txBody>
          <a:bodyPr anchor="b" anchorCtr="0"/>
          <a:lstStyle>
            <a:lvl1pPr>
              <a:defRPr>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E576D92-A183-6157-4180-3A75A6BC1053}"/>
              </a:ext>
            </a:extLst>
          </p:cNvPr>
          <p:cNvSpPr>
            <a:spLocks noGrp="1"/>
          </p:cNvSpPr>
          <p:nvPr>
            <p:ph type="ftr" sz="quarter" idx="10"/>
          </p:nvPr>
        </p:nvSpPr>
        <p:spPr/>
        <p:txBody>
          <a:bodyPr/>
          <a:lstStyle>
            <a:lvl1pPr>
              <a:defRPr>
                <a:solidFill>
                  <a:schemeClr val="bg1"/>
                </a:solidFill>
              </a:defRPr>
            </a:lvl1pPr>
          </a:lstStyle>
          <a:p>
            <a:pPr defTabSz="914400"/>
            <a:r>
              <a:rPr lang="en-US"/>
              <a:t>© Copyright Microsoft Corporation. All rights reserved.</a:t>
            </a:r>
          </a:p>
        </p:txBody>
      </p:sp>
      <p:sp>
        <p:nvSpPr>
          <p:cNvPr id="6" name="Slide Number Placeholder 5">
            <a:extLst>
              <a:ext uri="{FF2B5EF4-FFF2-40B4-BE49-F238E27FC236}">
                <a16:creationId xmlns:a16="http://schemas.microsoft.com/office/drawing/2014/main" id="{075DF1DD-E965-5DD5-6A1E-E9943C781597}"/>
              </a:ext>
            </a:extLst>
          </p:cNvPr>
          <p:cNvSpPr>
            <a:spLocks noGrp="1"/>
          </p:cNvSpPr>
          <p:nvPr>
            <p:ph type="sldNum" sz="quarter" idx="11"/>
          </p:nvPr>
        </p:nvSpPr>
        <p:spPr/>
        <p:txBody>
          <a:bodyPr/>
          <a:lstStyle>
            <a:lvl1pPr>
              <a:defRPr>
                <a:solidFill>
                  <a:schemeClr val="bg1"/>
                </a:solidFill>
              </a:defRPr>
            </a:lvl1pPr>
          </a:lstStyle>
          <a:p>
            <a:pPr defTabSz="914400"/>
            <a:fld id="{C67CA0B0-04EF-433A-8113-67BC344D39D3}" type="slidenum">
              <a:rPr lang="en-US" smtClean="0"/>
              <a:pPr defTabSz="914400"/>
              <a:t>‹#›</a:t>
            </a:fld>
            <a:endParaRPr lang="en-US"/>
          </a:p>
        </p:txBody>
      </p:sp>
      <p:sp>
        <p:nvSpPr>
          <p:cNvPr id="3" name="Subtitle 2">
            <a:extLst>
              <a:ext uri="{FF2B5EF4-FFF2-40B4-BE49-F238E27FC236}">
                <a16:creationId xmlns:a16="http://schemas.microsoft.com/office/drawing/2014/main" id="{2F46EE99-187A-2F80-4FB5-ED8673EC8A54}"/>
              </a:ext>
            </a:extLst>
          </p:cNvPr>
          <p:cNvSpPr>
            <a:spLocks noGrp="1"/>
          </p:cNvSpPr>
          <p:nvPr>
            <p:ph type="subTitle" idx="1"/>
          </p:nvPr>
        </p:nvSpPr>
        <p:spPr>
          <a:xfrm>
            <a:off x="549275" y="3665438"/>
            <a:ext cx="4648368" cy="1229519"/>
          </a:xfrm>
        </p:spPr>
        <p:txBody>
          <a:bodyPr/>
          <a:lstStyle>
            <a:lvl1pPr marL="0" indent="0" algn="l">
              <a:buNone/>
              <a:defRPr sz="2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6793730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cSld name="Title subtitle left over light shape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C779E0-CB0C-2CEC-A2F8-B2C16A0191DB}"/>
              </a:ext>
            </a:extLst>
          </p:cNvPr>
          <p:cNvSpPr>
            <a:spLocks noGrp="1"/>
          </p:cNvSpPr>
          <p:nvPr>
            <p:ph type="title"/>
          </p:nvPr>
        </p:nvSpPr>
        <p:spPr/>
        <p:txBody>
          <a:bodyPr/>
          <a:lstStyle/>
          <a:p>
            <a:r>
              <a:rPr lang="en-US"/>
              <a:t>Click to edit Master title style</a:t>
            </a:r>
          </a:p>
        </p:txBody>
      </p:sp>
      <p:sp>
        <p:nvSpPr>
          <p:cNvPr id="39" name="Text Placeholder 20">
            <a:extLst>
              <a:ext uri="{FF2B5EF4-FFF2-40B4-BE49-F238E27FC236}">
                <a16:creationId xmlns:a16="http://schemas.microsoft.com/office/drawing/2014/main" id="{09C9F24C-A0BB-24AC-D897-7EA4866017B5}"/>
              </a:ext>
            </a:extLst>
          </p:cNvPr>
          <p:cNvSpPr>
            <a:spLocks noGrp="1"/>
          </p:cNvSpPr>
          <p:nvPr>
            <p:ph type="body" sz="quarter" idx="10"/>
          </p:nvPr>
        </p:nvSpPr>
        <p:spPr>
          <a:xfrm>
            <a:off x="588262" y="913331"/>
            <a:ext cx="8482713" cy="276999"/>
          </a:xfrm>
        </p:spPr>
        <p:txBody>
          <a:bodyPr/>
          <a:lstStyle>
            <a:lvl1pPr marL="0" indent="0">
              <a:buNone/>
              <a:defRPr sz="1800">
                <a:latin typeface="+mj-lt"/>
              </a:defRPr>
            </a:lvl1pPr>
          </a:lstStyle>
          <a:p>
            <a:pPr lvl="0"/>
            <a:endParaRPr lang="en-IN"/>
          </a:p>
        </p:txBody>
      </p:sp>
    </p:spTree>
    <p:extLst>
      <p:ext uri="{BB962C8B-B14F-4D97-AF65-F5344CB8AC3E}">
        <p14:creationId xmlns:p14="http://schemas.microsoft.com/office/powerpoint/2010/main" val="4094091840"/>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itle Layout">
    <p:bg>
      <p:bgRef idx="1001">
        <a:schemeClr val="bg1"/>
      </p:bgRef>
    </p:bg>
    <p:spTree>
      <p:nvGrpSpPr>
        <p:cNvPr id="1" name=""/>
        <p:cNvGrpSpPr/>
        <p:nvPr/>
      </p:nvGrpSpPr>
      <p:grpSpPr>
        <a:xfrm>
          <a:off x="0" y="0"/>
          <a:ext cx="0" cy="0"/>
          <a:chOff x="0" y="0"/>
          <a:chExt cx="0" cy="0"/>
        </a:xfrm>
      </p:grpSpPr>
      <p:pic>
        <p:nvPicPr>
          <p:cNvPr id="11" name="Picture 10" descr="A computer screen with a message&#10;&#10;Description automatically generated">
            <a:extLst>
              <a:ext uri="{FF2B5EF4-FFF2-40B4-BE49-F238E27FC236}">
                <a16:creationId xmlns:a16="http://schemas.microsoft.com/office/drawing/2014/main" id="{0D1FD168-A5F7-025E-98E1-DB090695725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0"/>
            <a:ext cx="12192000" cy="66929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671763"/>
            <a:ext cx="4167887" cy="861774"/>
          </a:xfrm>
        </p:spPr>
        <p:txBody>
          <a:bodyPr anchor="b" anchorCtr="0">
            <a:spAutoFit/>
          </a:bodyPr>
          <a:lstStyle>
            <a:lvl1pPr>
              <a:defRPr baseline="0">
                <a:solidFill>
                  <a:schemeClr val="accent2"/>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prstGeom prst="rect">
            <a:avLst/>
          </a:prstGeom>
          <a:noFill/>
        </p:spPr>
        <p:txBody>
          <a:bodyPr wrap="square" lIns="0" tIns="0" rIns="0" bIns="0">
            <a:spAutoFit/>
          </a:bodyPr>
          <a:lstStyle>
            <a:lvl1pPr marL="0" indent="0">
              <a:spcBef>
                <a:spcPts val="0"/>
              </a:spcBef>
              <a:buNone/>
              <a:defRPr sz="2200" spc="0" baseline="0">
                <a:solidFill>
                  <a:schemeClr val="tx1"/>
                </a:solidFill>
                <a:latin typeface="+mn-lt"/>
                <a:cs typeface="Segoe Sans Display" pitchFamily="2" charset="0"/>
              </a:defRPr>
            </a:lvl1pPr>
          </a:lstStyle>
          <a:p>
            <a:pPr lvl="0"/>
            <a:r>
              <a:rPr lang="en-US"/>
              <a:t>Speaker name or subtitle</a:t>
            </a:r>
          </a:p>
        </p:txBody>
      </p:sp>
      <p:pic>
        <p:nvPicPr>
          <p:cNvPr id="6" name="Graphic 5">
            <a:extLst>
              <a:ext uri="{FF2B5EF4-FFF2-40B4-BE49-F238E27FC236}">
                <a16:creationId xmlns:a16="http://schemas.microsoft.com/office/drawing/2014/main" id="{BB3866FD-0852-D1B9-8F6C-143D58E2EDB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2042" y="487680"/>
            <a:ext cx="1287780" cy="274320"/>
          </a:xfrm>
          <a:prstGeom prst="rect">
            <a:avLst/>
          </a:prstGeom>
        </p:spPr>
      </p:pic>
      <p:sp>
        <p:nvSpPr>
          <p:cNvPr id="9" name="Text Placeholder 8">
            <a:extLst>
              <a:ext uri="{FF2B5EF4-FFF2-40B4-BE49-F238E27FC236}">
                <a16:creationId xmlns:a16="http://schemas.microsoft.com/office/drawing/2014/main" id="{904D6BD9-775E-DA24-C2E8-B07F09BA9489}"/>
              </a:ext>
            </a:extLst>
          </p:cNvPr>
          <p:cNvSpPr>
            <a:spLocks noGrp="1"/>
          </p:cNvSpPr>
          <p:nvPr>
            <p:ph type="body" sz="quarter" idx="13"/>
          </p:nvPr>
        </p:nvSpPr>
        <p:spPr>
          <a:xfrm>
            <a:off x="582613" y="4732338"/>
            <a:ext cx="4164012" cy="339725"/>
          </a:xfrm>
        </p:spPr>
        <p:txBody>
          <a:bodyPr/>
          <a:lstStyle>
            <a:lvl1pPr>
              <a:defRPr sz="1800">
                <a:latin typeface="+mj-lt"/>
              </a:defRPr>
            </a:lvl1pPr>
          </a:lstStyle>
          <a:p>
            <a:pPr lvl="0"/>
            <a:r>
              <a:rPr lang="en-US"/>
              <a:t>Click to edit Master text styles</a:t>
            </a:r>
          </a:p>
        </p:txBody>
      </p:sp>
    </p:spTree>
    <p:extLst>
      <p:ext uri="{BB962C8B-B14F-4D97-AF65-F5344CB8AC3E}">
        <p14:creationId xmlns:p14="http://schemas.microsoft.com/office/powerpoint/2010/main" val="23070672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Slide - rebuilt">
    <p:spTree>
      <p:nvGrpSpPr>
        <p:cNvPr id="1" name=""/>
        <p:cNvGrpSpPr/>
        <p:nvPr/>
      </p:nvGrpSpPr>
      <p:grpSpPr>
        <a:xfrm>
          <a:off x="0" y="0"/>
          <a:ext cx="0" cy="0"/>
          <a:chOff x="0" y="0"/>
          <a:chExt cx="0" cy="0"/>
        </a:xfrm>
      </p:grpSpPr>
      <p:pic>
        <p:nvPicPr>
          <p:cNvPr id="3" name="Picture 2" descr="A computer screen with a message&#10;&#10;Description automatically generated">
            <a:extLst>
              <a:ext uri="{FF2B5EF4-FFF2-40B4-BE49-F238E27FC236}">
                <a16:creationId xmlns:a16="http://schemas.microsoft.com/office/drawing/2014/main" id="{EEEC84BD-C0F4-2F84-A789-92882025AF7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98"/>
          <a:stretch/>
        </p:blipFill>
        <p:spPr>
          <a:xfrm>
            <a:off x="0" y="0"/>
            <a:ext cx="12192000" cy="6726416"/>
          </a:xfrm>
          <a:prstGeom prst="rect">
            <a:avLst/>
          </a:prstGeom>
        </p:spPr>
      </p:pic>
      <p:sp>
        <p:nvSpPr>
          <p:cNvPr id="8" name="Subtitle 2">
            <a:extLst>
              <a:ext uri="{FF2B5EF4-FFF2-40B4-BE49-F238E27FC236}">
                <a16:creationId xmlns:a16="http://schemas.microsoft.com/office/drawing/2014/main" id="{77F229C0-D499-072E-810F-19409791B2C8}"/>
              </a:ext>
            </a:extLst>
          </p:cNvPr>
          <p:cNvSpPr>
            <a:spLocks noGrp="1"/>
          </p:cNvSpPr>
          <p:nvPr>
            <p:ph type="subTitle" idx="1"/>
          </p:nvPr>
        </p:nvSpPr>
        <p:spPr>
          <a:xfrm>
            <a:off x="549274" y="3547872"/>
            <a:ext cx="5434013" cy="1229519"/>
          </a:xfrm>
        </p:spPr>
        <p:txBody>
          <a:bodyPr/>
          <a:lstStyle>
            <a:lvl1pPr marL="0" indent="0" algn="l">
              <a:buNone/>
              <a:defRPr sz="2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itle 9">
            <a:extLst>
              <a:ext uri="{FF2B5EF4-FFF2-40B4-BE49-F238E27FC236}">
                <a16:creationId xmlns:a16="http://schemas.microsoft.com/office/drawing/2014/main" id="{493D5124-EFE5-8658-970A-410C2D4393B5}"/>
              </a:ext>
            </a:extLst>
          </p:cNvPr>
          <p:cNvSpPr>
            <a:spLocks noGrp="1"/>
          </p:cNvSpPr>
          <p:nvPr>
            <p:ph type="title"/>
          </p:nvPr>
        </p:nvSpPr>
        <p:spPr>
          <a:xfrm>
            <a:off x="549274" y="1638300"/>
            <a:ext cx="7379759" cy="1790699"/>
          </a:xfrm>
        </p:spPr>
        <p:txBody>
          <a:bodyPr anchor="b" anchorCtr="0"/>
          <a:lstStyle/>
          <a:p>
            <a:r>
              <a:rPr lang="en-US"/>
              <a:t>Click to edit Master title style</a:t>
            </a:r>
          </a:p>
        </p:txBody>
      </p:sp>
      <p:sp>
        <p:nvSpPr>
          <p:cNvPr id="12" name="Footer Placeholder 11">
            <a:extLst>
              <a:ext uri="{FF2B5EF4-FFF2-40B4-BE49-F238E27FC236}">
                <a16:creationId xmlns:a16="http://schemas.microsoft.com/office/drawing/2014/main" id="{068AF191-4222-47EF-35D4-82CE4EDD68B9}"/>
              </a:ext>
            </a:extLst>
          </p:cNvPr>
          <p:cNvSpPr>
            <a:spLocks noGrp="1"/>
          </p:cNvSpPr>
          <p:nvPr>
            <p:ph type="ftr" sz="quarter" idx="10"/>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13" name="Slide Number Placeholder 12">
            <a:extLst>
              <a:ext uri="{FF2B5EF4-FFF2-40B4-BE49-F238E27FC236}">
                <a16:creationId xmlns:a16="http://schemas.microsoft.com/office/drawing/2014/main" id="{C590E0A6-3A4F-9ADA-3882-897D560227E3}"/>
              </a:ext>
            </a:extLst>
          </p:cNvPr>
          <p:cNvSpPr>
            <a:spLocks noGrp="1"/>
          </p:cNvSpPr>
          <p:nvPr>
            <p:ph type="sldNum" sz="quarter" idx="11"/>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7C2BAD0B-4457-2DF2-7054-0C4401D2454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275" y="549275"/>
            <a:ext cx="1287780" cy="274320"/>
          </a:xfrm>
          <a:prstGeom prst="rect">
            <a:avLst/>
          </a:prstGeom>
        </p:spPr>
      </p:pic>
      <p:sp>
        <p:nvSpPr>
          <p:cNvPr id="17" name="Text Placeholder 16">
            <a:extLst>
              <a:ext uri="{FF2B5EF4-FFF2-40B4-BE49-F238E27FC236}">
                <a16:creationId xmlns:a16="http://schemas.microsoft.com/office/drawing/2014/main" id="{5E5B4B8C-29A5-BEB3-9EDB-185921B3024B}"/>
              </a:ext>
            </a:extLst>
          </p:cNvPr>
          <p:cNvSpPr>
            <a:spLocks noGrp="1"/>
          </p:cNvSpPr>
          <p:nvPr>
            <p:ph type="body" sz="quarter" idx="12"/>
          </p:nvPr>
        </p:nvSpPr>
        <p:spPr>
          <a:xfrm>
            <a:off x="549274" y="4896264"/>
            <a:ext cx="5434013" cy="12759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Copilot" descr="Copilot icon">
            <a:extLst>
              <a:ext uri="{FF2B5EF4-FFF2-40B4-BE49-F238E27FC236}">
                <a16:creationId xmlns:a16="http://schemas.microsoft.com/office/drawing/2014/main" id="{CFEBAAD3-BCA7-3CC7-5AB1-2DEE7BF0792A}"/>
              </a:ext>
            </a:extLst>
          </p:cNvPr>
          <p:cNvPicPr>
            <a:picLocks noChangeAspect="1"/>
          </p:cNvPicPr>
          <p:nvPr/>
        </p:nvPicPr>
        <p:blipFill>
          <a:blip r:embed="rId5"/>
          <a:stretch>
            <a:fillRect/>
          </a:stretch>
        </p:blipFill>
        <p:spPr>
          <a:xfrm>
            <a:off x="10721003" y="362567"/>
            <a:ext cx="1051897" cy="1051896"/>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2" name="TextBox 1">
            <a:extLst>
              <a:ext uri="{FF2B5EF4-FFF2-40B4-BE49-F238E27FC236}">
                <a16:creationId xmlns:a16="http://schemas.microsoft.com/office/drawing/2014/main" id="{36C6DCCD-50BC-5242-F300-40D2A08D78E3}"/>
              </a:ext>
            </a:extLst>
          </p:cNvPr>
          <p:cNvSpPr txBox="1"/>
          <p:nvPr/>
        </p:nvSpPr>
        <p:spPr>
          <a:xfrm>
            <a:off x="10606871" y="1530808"/>
            <a:ext cx="1280160"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8661C5"/>
                </a:solidFill>
                <a:effectLst/>
                <a:uLnTx/>
                <a:uFillTx/>
                <a:latin typeface="Segoe UI Semibold"/>
                <a:ea typeface="+mn-ea"/>
                <a:cs typeface="+mn-cs"/>
              </a:rPr>
              <a:t>Microsoft 365 Copilot</a:t>
            </a:r>
          </a:p>
        </p:txBody>
      </p:sp>
    </p:spTree>
    <p:extLst>
      <p:ext uri="{BB962C8B-B14F-4D97-AF65-F5344CB8AC3E}">
        <p14:creationId xmlns:p14="http://schemas.microsoft.com/office/powerpoint/2010/main" val="29187096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1_Title Slide - rebuilt">
    <p:spTree>
      <p:nvGrpSpPr>
        <p:cNvPr id="1" name=""/>
        <p:cNvGrpSpPr/>
        <p:nvPr/>
      </p:nvGrpSpPr>
      <p:grpSpPr>
        <a:xfrm>
          <a:off x="0" y="0"/>
          <a:ext cx="0" cy="0"/>
          <a:chOff x="0" y="0"/>
          <a:chExt cx="0" cy="0"/>
        </a:xfrm>
      </p:grpSpPr>
      <p:pic>
        <p:nvPicPr>
          <p:cNvPr id="5" name="Picture 4" descr="A computer screen with a message&#10;&#10;Description automatically generated">
            <a:extLst>
              <a:ext uri="{FF2B5EF4-FFF2-40B4-BE49-F238E27FC236}">
                <a16:creationId xmlns:a16="http://schemas.microsoft.com/office/drawing/2014/main" id="{BEFF83B9-DED5-5943-C284-C658937476A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98"/>
          <a:stretch/>
        </p:blipFill>
        <p:spPr>
          <a:xfrm>
            <a:off x="0" y="0"/>
            <a:ext cx="12192000" cy="6726416"/>
          </a:xfrm>
          <a:prstGeom prst="rect">
            <a:avLst/>
          </a:prstGeom>
        </p:spPr>
      </p:pic>
      <p:sp>
        <p:nvSpPr>
          <p:cNvPr id="8" name="Subtitle 2">
            <a:extLst>
              <a:ext uri="{FF2B5EF4-FFF2-40B4-BE49-F238E27FC236}">
                <a16:creationId xmlns:a16="http://schemas.microsoft.com/office/drawing/2014/main" id="{77F229C0-D499-072E-810F-19409791B2C8}"/>
              </a:ext>
            </a:extLst>
          </p:cNvPr>
          <p:cNvSpPr>
            <a:spLocks noGrp="1"/>
          </p:cNvSpPr>
          <p:nvPr>
            <p:ph type="subTitle" idx="1"/>
          </p:nvPr>
        </p:nvSpPr>
        <p:spPr>
          <a:xfrm>
            <a:off x="549274" y="3547872"/>
            <a:ext cx="5434013" cy="1229519"/>
          </a:xfrm>
        </p:spPr>
        <p:txBody>
          <a:bodyPr/>
          <a:lstStyle>
            <a:lvl1pPr marL="0" indent="0" algn="l">
              <a:buNone/>
              <a:defRPr sz="2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itle 9">
            <a:extLst>
              <a:ext uri="{FF2B5EF4-FFF2-40B4-BE49-F238E27FC236}">
                <a16:creationId xmlns:a16="http://schemas.microsoft.com/office/drawing/2014/main" id="{493D5124-EFE5-8658-970A-410C2D4393B5}"/>
              </a:ext>
            </a:extLst>
          </p:cNvPr>
          <p:cNvSpPr>
            <a:spLocks noGrp="1"/>
          </p:cNvSpPr>
          <p:nvPr>
            <p:ph type="title"/>
          </p:nvPr>
        </p:nvSpPr>
        <p:spPr>
          <a:xfrm>
            <a:off x="549274" y="1638300"/>
            <a:ext cx="7379759" cy="1790699"/>
          </a:xfrm>
        </p:spPr>
        <p:txBody>
          <a:bodyPr anchor="b" anchorCtr="0"/>
          <a:lstStyle/>
          <a:p>
            <a:r>
              <a:rPr lang="en-US"/>
              <a:t>Click to edit Master title style</a:t>
            </a:r>
          </a:p>
        </p:txBody>
      </p:sp>
      <p:pic>
        <p:nvPicPr>
          <p:cNvPr id="15" name="Graphic 14">
            <a:extLst>
              <a:ext uri="{FF2B5EF4-FFF2-40B4-BE49-F238E27FC236}">
                <a16:creationId xmlns:a16="http://schemas.microsoft.com/office/drawing/2014/main" id="{7C2BAD0B-4457-2DF2-7054-0C4401D2454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275" y="549275"/>
            <a:ext cx="1287780" cy="274320"/>
          </a:xfrm>
          <a:prstGeom prst="rect">
            <a:avLst/>
          </a:prstGeom>
        </p:spPr>
      </p:pic>
      <p:sp>
        <p:nvSpPr>
          <p:cNvPr id="17" name="Text Placeholder 16">
            <a:extLst>
              <a:ext uri="{FF2B5EF4-FFF2-40B4-BE49-F238E27FC236}">
                <a16:creationId xmlns:a16="http://schemas.microsoft.com/office/drawing/2014/main" id="{5E5B4B8C-29A5-BEB3-9EDB-185921B3024B}"/>
              </a:ext>
            </a:extLst>
          </p:cNvPr>
          <p:cNvSpPr>
            <a:spLocks noGrp="1"/>
          </p:cNvSpPr>
          <p:nvPr>
            <p:ph type="body" sz="quarter" idx="12"/>
          </p:nvPr>
        </p:nvSpPr>
        <p:spPr>
          <a:xfrm>
            <a:off x="549274" y="4896264"/>
            <a:ext cx="5434013" cy="12759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23105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and Content - rebui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49274" y="1430338"/>
            <a:ext cx="11093451" cy="48117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140571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28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TItle sub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C3DE1E-D881-BBB5-7E33-7A4E32F65DB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E0092D23-468F-E22B-6B65-A3E3CBD5EB30}"/>
              </a:ext>
            </a:extLst>
          </p:cNvPr>
          <p:cNvSpPr>
            <a:spLocks noGrp="1"/>
          </p:cNvSpPr>
          <p:nvPr>
            <p:ph type="body" sz="quarter" idx="10"/>
          </p:nvPr>
        </p:nvSpPr>
        <p:spPr>
          <a:xfrm>
            <a:off x="588963" y="939800"/>
            <a:ext cx="10231437" cy="276999"/>
          </a:xfrm>
        </p:spPr>
        <p:txBody>
          <a:bodyPr/>
          <a:lstStyle>
            <a:lvl1pPr>
              <a:defRPr sz="1800">
                <a:solidFill>
                  <a:schemeClr val="accent1"/>
                </a:solidFill>
                <a:latin typeface="+mn-lt"/>
              </a:defRPr>
            </a:lvl1pPr>
          </a:lstStyle>
          <a:p>
            <a:pPr lvl="0"/>
            <a:r>
              <a:rPr lang="en-US"/>
              <a:t>Click to edit Master text styles</a:t>
            </a:r>
          </a:p>
        </p:txBody>
      </p:sp>
    </p:spTree>
    <p:extLst>
      <p:ext uri="{BB962C8B-B14F-4D97-AF65-F5344CB8AC3E}">
        <p14:creationId xmlns:p14="http://schemas.microsoft.com/office/powerpoint/2010/main" val="1206365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Itle subtitle gradient bg">
    <p:spTree>
      <p:nvGrpSpPr>
        <p:cNvPr id="1" name=""/>
        <p:cNvGrpSpPr/>
        <p:nvPr/>
      </p:nvGrpSpPr>
      <p:grpSpPr>
        <a:xfrm>
          <a:off x="0" y="0"/>
          <a:ext cx="0" cy="0"/>
          <a:chOff x="0" y="0"/>
          <a:chExt cx="0" cy="0"/>
        </a:xfrm>
      </p:grpSpPr>
      <p:pic>
        <p:nvPicPr>
          <p:cNvPr id="5" name="Picture 4" descr="A blurry image of a person's hand&#10;&#10;Description automatically generated">
            <a:extLst>
              <a:ext uri="{FF2B5EF4-FFF2-40B4-BE49-F238E27FC236}">
                <a16:creationId xmlns:a16="http://schemas.microsoft.com/office/drawing/2014/main" id="{ED70F2A3-7ACA-1DD8-0079-36BEDC3787A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4" name="Title 3">
            <a:extLst>
              <a:ext uri="{FF2B5EF4-FFF2-40B4-BE49-F238E27FC236}">
                <a16:creationId xmlns:a16="http://schemas.microsoft.com/office/drawing/2014/main" id="{48C3DE1E-D881-BBB5-7E33-7A4E32F65DB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E0092D23-468F-E22B-6B65-A3E3CBD5EB30}"/>
              </a:ext>
            </a:extLst>
          </p:cNvPr>
          <p:cNvSpPr>
            <a:spLocks noGrp="1"/>
          </p:cNvSpPr>
          <p:nvPr>
            <p:ph type="body" sz="quarter" idx="10"/>
          </p:nvPr>
        </p:nvSpPr>
        <p:spPr>
          <a:xfrm>
            <a:off x="588963" y="939800"/>
            <a:ext cx="10231437" cy="276999"/>
          </a:xfrm>
        </p:spPr>
        <p:txBody>
          <a:bodyPr/>
          <a:lstStyle>
            <a:lvl1pPr>
              <a:defRPr sz="1800">
                <a:solidFill>
                  <a:schemeClr val="accent1"/>
                </a:solidFill>
                <a:latin typeface="+mn-lt"/>
              </a:defRPr>
            </a:lvl1pPr>
          </a:lstStyle>
          <a:p>
            <a:pPr lvl="0"/>
            <a:r>
              <a:rPr lang="en-US"/>
              <a:t>Click to edit Master text styles</a:t>
            </a:r>
          </a:p>
        </p:txBody>
      </p:sp>
    </p:spTree>
    <p:extLst>
      <p:ext uri="{BB962C8B-B14F-4D97-AF65-F5344CB8AC3E}">
        <p14:creationId xmlns:p14="http://schemas.microsoft.com/office/powerpoint/2010/main" val="35148948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Itle only gradient bg">
    <p:spTree>
      <p:nvGrpSpPr>
        <p:cNvPr id="1" name=""/>
        <p:cNvGrpSpPr/>
        <p:nvPr/>
      </p:nvGrpSpPr>
      <p:grpSpPr>
        <a:xfrm>
          <a:off x="0" y="0"/>
          <a:ext cx="0" cy="0"/>
          <a:chOff x="0" y="0"/>
          <a:chExt cx="0" cy="0"/>
        </a:xfrm>
      </p:grpSpPr>
      <p:pic>
        <p:nvPicPr>
          <p:cNvPr id="5" name="Picture 4" descr="A blurry image of a person's hand&#10;&#10;Description automatically generated">
            <a:extLst>
              <a:ext uri="{FF2B5EF4-FFF2-40B4-BE49-F238E27FC236}">
                <a16:creationId xmlns:a16="http://schemas.microsoft.com/office/drawing/2014/main" id="{ED70F2A3-7ACA-1DD8-0079-36BEDC3787A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4" name="Title 3">
            <a:extLst>
              <a:ext uri="{FF2B5EF4-FFF2-40B4-BE49-F238E27FC236}">
                <a16:creationId xmlns:a16="http://schemas.microsoft.com/office/drawing/2014/main" id="{48C3DE1E-D881-BBB5-7E33-7A4E32F65DB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881106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Gradient bg only">
    <p:spTree>
      <p:nvGrpSpPr>
        <p:cNvPr id="1" name=""/>
        <p:cNvGrpSpPr/>
        <p:nvPr/>
      </p:nvGrpSpPr>
      <p:grpSpPr>
        <a:xfrm>
          <a:off x="0" y="0"/>
          <a:ext cx="0" cy="0"/>
          <a:chOff x="0" y="0"/>
          <a:chExt cx="0" cy="0"/>
        </a:xfrm>
      </p:grpSpPr>
      <p:pic>
        <p:nvPicPr>
          <p:cNvPr id="5" name="Picture 4" descr="A blurry image of a person's hand&#10;&#10;Description automatically generated">
            <a:extLst>
              <a:ext uri="{FF2B5EF4-FFF2-40B4-BE49-F238E27FC236}">
                <a16:creationId xmlns:a16="http://schemas.microsoft.com/office/drawing/2014/main" id="{ED70F2A3-7ACA-1DD8-0079-36BEDC3787A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3" name="Title 2">
            <a:extLst>
              <a:ext uri="{FF2B5EF4-FFF2-40B4-BE49-F238E27FC236}">
                <a16:creationId xmlns:a16="http://schemas.microsoft.com/office/drawing/2014/main" id="{52601751-4155-6F6D-E7C9-EC17723F31F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455015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D77B7540-C352-EF1A-94CB-15C4989A848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289425" y="0"/>
            <a:ext cx="7902575" cy="6718299"/>
          </a:xfrm>
          <a:prstGeom prst="rect">
            <a:avLst/>
          </a:prstGeom>
        </p:spPr>
      </p:pic>
      <p:sp>
        <p:nvSpPr>
          <p:cNvPr id="6" name="Rectangle 5">
            <a:extLst>
              <a:ext uri="{FF2B5EF4-FFF2-40B4-BE49-F238E27FC236}">
                <a16:creationId xmlns:a16="http://schemas.microsoft.com/office/drawing/2014/main" id="{CF1DC8B9-0BEC-0D5D-914C-38DE75762D66}"/>
              </a:ext>
            </a:extLst>
          </p:cNvPr>
          <p:cNvSpPr/>
          <p:nvPr/>
        </p:nvSpPr>
        <p:spPr bwMode="auto">
          <a:xfrm>
            <a:off x="4289425" y="0"/>
            <a:ext cx="7902575" cy="6718299"/>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E62E2FEA-A8A5-55B2-38A6-C34D53D12228}"/>
              </a:ext>
            </a:extLst>
          </p:cNvPr>
          <p:cNvSpPr>
            <a:spLocks noGrp="1"/>
          </p:cNvSpPr>
          <p:nvPr>
            <p:ph type="ftr" sz="quarter" idx="10"/>
          </p:nvPr>
        </p:nvSpPr>
        <p:spPr>
          <a:xfrm>
            <a:off x="549274" y="6341190"/>
            <a:ext cx="360680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4" name="Slide Number Placeholder 3">
            <a:extLst>
              <a:ext uri="{FF2B5EF4-FFF2-40B4-BE49-F238E27FC236}">
                <a16:creationId xmlns:a16="http://schemas.microsoft.com/office/drawing/2014/main" id="{90DEC717-0A4F-A5A1-63EC-5667EF3B6FD7}"/>
              </a:ext>
            </a:extLst>
          </p:cNvPr>
          <p:cNvSpPr>
            <a:spLocks noGrp="1"/>
          </p:cNvSpPr>
          <p:nvPr>
            <p:ph type="sldNum" sz="quarter" idx="11"/>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7" name="Diagonal Stripe 10">
            <a:extLst>
              <a:ext uri="{FF2B5EF4-FFF2-40B4-BE49-F238E27FC236}">
                <a16:creationId xmlns:a16="http://schemas.microsoft.com/office/drawing/2014/main" id="{22052B65-9AAD-0BCC-50CF-97C38FE02BC9}"/>
              </a:ext>
            </a:extLst>
          </p:cNvPr>
          <p:cNvSpPr/>
          <p:nvPr/>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cs typeface="Segoe UI" pitchFamily="34" charset="0"/>
            </a:endParaRPr>
          </a:p>
        </p:txBody>
      </p:sp>
      <p:cxnSp>
        <p:nvCxnSpPr>
          <p:cNvPr id="8" name="Straight Connector 7">
            <a:extLst>
              <a:ext uri="{FF2B5EF4-FFF2-40B4-BE49-F238E27FC236}">
                <a16:creationId xmlns:a16="http://schemas.microsoft.com/office/drawing/2014/main" id="{3D3F952F-8A11-CF1D-07EC-7B06B3A7BEA9}"/>
              </a:ext>
            </a:extLst>
          </p:cNvPr>
          <p:cNvCxnSpPr>
            <a:cxnSpLocks/>
          </p:cNvCxnSpPr>
          <p:nvPr/>
        </p:nvCxnSpPr>
        <p:spPr>
          <a:xfrm>
            <a:off x="549273" y="4978856"/>
            <a:ext cx="3594101" cy="0"/>
          </a:xfrm>
          <a:prstGeom prst="line">
            <a:avLst/>
          </a:prstGeom>
          <a:noFill/>
          <a:ln>
            <a:gradFill>
              <a:gsLst>
                <a:gs pos="0">
                  <a:schemeClr val="accent2"/>
                </a:gs>
                <a:gs pos="100000">
                  <a:schemeClr val="accent6">
                    <a:alpha val="0"/>
                  </a:schemeClr>
                </a:gs>
              </a:gsLst>
              <a:lin ang="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0" name="Content Placeholder 4">
            <a:extLst>
              <a:ext uri="{FF2B5EF4-FFF2-40B4-BE49-F238E27FC236}">
                <a16:creationId xmlns:a16="http://schemas.microsoft.com/office/drawing/2014/main" id="{1C7B1F9A-BA2E-A506-B7BC-AC2D82F19053}"/>
              </a:ext>
            </a:extLst>
          </p:cNvPr>
          <p:cNvSpPr>
            <a:spLocks noGrp="1"/>
          </p:cNvSpPr>
          <p:nvPr>
            <p:ph sz="quarter" idx="20"/>
          </p:nvPr>
        </p:nvSpPr>
        <p:spPr>
          <a:xfrm>
            <a:off x="4696882" y="549275"/>
            <a:ext cx="6945843" cy="5622925"/>
          </a:xfrm>
        </p:spPr>
        <p:txBody>
          <a:bodyPr anchor="ctr" anchorCtr="0"/>
          <a:lstStyle>
            <a:lvl1pPr>
              <a:spcBef>
                <a:spcPts val="1200"/>
              </a:spcBef>
              <a:spcAft>
                <a:spcPts val="300"/>
              </a:spcAft>
              <a:buNone/>
              <a:defRPr sz="1200" spc="0" baseline="0">
                <a:gradFill>
                  <a:gsLst>
                    <a:gs pos="20000">
                      <a:srgbClr val="8661C5"/>
                    </a:gs>
                    <a:gs pos="100000">
                      <a:srgbClr val="C03BC4"/>
                    </a:gs>
                  </a:gsLst>
                  <a:lin ang="0" scaled="1"/>
                </a:gradFill>
              </a:defRPr>
            </a:lvl1pPr>
            <a:lvl2pPr marL="0" indent="0">
              <a:spcBef>
                <a:spcPts val="0"/>
              </a:spcBef>
              <a:spcAft>
                <a:spcPts val="600"/>
              </a:spcAft>
              <a:buNone/>
              <a:defRPr sz="1200">
                <a:gradFill>
                  <a:gsLst>
                    <a:gs pos="20000">
                      <a:srgbClr val="8661C5"/>
                    </a:gs>
                    <a:gs pos="100000">
                      <a:srgbClr val="C03BC4"/>
                    </a:gs>
                  </a:gsLst>
                  <a:lin ang="0" scaled="1"/>
                </a:gradFill>
                <a:latin typeface="+mj-lt"/>
              </a:defRPr>
            </a:lvl2pPr>
            <a:lvl3pPr marL="0" indent="0">
              <a:spcBef>
                <a:spcPts val="0"/>
              </a:spcBef>
              <a:spcAft>
                <a:spcPts val="600"/>
              </a:spcAft>
              <a:buNone/>
              <a:defRPr sz="1200">
                <a:latin typeface="+mn-lt"/>
              </a:defRPr>
            </a:lvl3pPr>
            <a:lvl4pPr marL="118872" indent="-118872">
              <a:spcBef>
                <a:spcPts val="0"/>
              </a:spcBef>
              <a:spcAft>
                <a:spcPts val="0"/>
              </a:spcAft>
              <a:buFont typeface="Arial" panose="020B0604020202020204" pitchFamily="34" charset="0"/>
              <a:buChar char="•"/>
              <a:defRPr sz="1200"/>
            </a:lvl4pPr>
            <a:lvl5pPr marL="228600" indent="-118872">
              <a:spcBef>
                <a:spcPts val="0"/>
              </a:spcBef>
              <a:buFont typeface="Segoe UI" panose="020B0502040204020203"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a:extLst>
              <a:ext uri="{FF2B5EF4-FFF2-40B4-BE49-F238E27FC236}">
                <a16:creationId xmlns:a16="http://schemas.microsoft.com/office/drawing/2014/main" id="{2C16C794-798E-EFFF-210C-C8EFF5E07651}"/>
              </a:ext>
            </a:extLst>
          </p:cNvPr>
          <p:cNvSpPr>
            <a:spLocks noGrp="1"/>
          </p:cNvSpPr>
          <p:nvPr>
            <p:ph sz="quarter" idx="21"/>
          </p:nvPr>
        </p:nvSpPr>
        <p:spPr>
          <a:xfrm>
            <a:off x="549273" y="1782808"/>
            <a:ext cx="3598333" cy="3072222"/>
          </a:xfrm>
        </p:spPr>
        <p:txBody>
          <a:bodyPr/>
          <a:lstStyle>
            <a:lvl1pPr>
              <a:spcBef>
                <a:spcPts val="600"/>
              </a:spcBef>
              <a:spcAft>
                <a:spcPts val="300"/>
              </a:spcAft>
              <a:buNone/>
              <a:defRPr sz="1200" spc="0" baseline="0">
                <a:gradFill>
                  <a:gsLst>
                    <a:gs pos="20000">
                      <a:srgbClr val="8661C5"/>
                    </a:gs>
                    <a:gs pos="100000">
                      <a:srgbClr val="C03BC4"/>
                    </a:gs>
                  </a:gsLst>
                  <a:lin ang="0" scaled="1"/>
                </a:gradFill>
              </a:defRPr>
            </a:lvl1pPr>
            <a:lvl2pPr marL="0" indent="0">
              <a:spcBef>
                <a:spcPts val="0"/>
              </a:spcBef>
              <a:spcAft>
                <a:spcPts val="600"/>
              </a:spcAft>
              <a:buNone/>
              <a:defRPr sz="1200">
                <a:solidFill>
                  <a:schemeClr val="tx1"/>
                </a:solidFill>
                <a:latin typeface="+mj-lt"/>
              </a:defRPr>
            </a:lvl2pPr>
            <a:lvl3pPr marL="0" indent="0">
              <a:spcBef>
                <a:spcPts val="0"/>
              </a:spcBef>
              <a:spcAft>
                <a:spcPts val="600"/>
              </a:spcAft>
              <a:buNone/>
              <a:defRPr sz="1200">
                <a:latin typeface="+mn-lt"/>
              </a:defRPr>
            </a:lvl3pPr>
            <a:lvl4pPr marL="118872" indent="-118872">
              <a:spcBef>
                <a:spcPts val="0"/>
              </a:spcBef>
              <a:spcAft>
                <a:spcPts val="0"/>
              </a:spcAft>
              <a:buFont typeface="Arial" panose="020B0604020202020204" pitchFamily="34" charset="0"/>
              <a:buChar char="•"/>
              <a:defRPr sz="1200"/>
            </a:lvl4pPr>
            <a:lvl5pPr marL="228600" indent="-118872">
              <a:spcBef>
                <a:spcPts val="0"/>
              </a:spcBef>
              <a:buFont typeface="Segoe UI" panose="020B0502040204020203"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4">
            <a:extLst>
              <a:ext uri="{FF2B5EF4-FFF2-40B4-BE49-F238E27FC236}">
                <a16:creationId xmlns:a16="http://schemas.microsoft.com/office/drawing/2014/main" id="{CE133AE2-D27B-0C5D-3257-FFB09EB57DB3}"/>
              </a:ext>
            </a:extLst>
          </p:cNvPr>
          <p:cNvSpPr>
            <a:spLocks noGrp="1"/>
          </p:cNvSpPr>
          <p:nvPr>
            <p:ph sz="quarter" idx="22"/>
          </p:nvPr>
        </p:nvSpPr>
        <p:spPr>
          <a:xfrm>
            <a:off x="549274" y="5102682"/>
            <a:ext cx="1735140" cy="1069516"/>
          </a:xfrm>
        </p:spPr>
        <p:txBody>
          <a:bodyPr/>
          <a:lstStyle>
            <a:lvl1pPr>
              <a:spcBef>
                <a:spcPts val="600"/>
              </a:spcBef>
              <a:spcAft>
                <a:spcPts val="300"/>
              </a:spcAft>
              <a:buNone/>
              <a:defRPr sz="1200" spc="0" baseline="0">
                <a:gradFill>
                  <a:gsLst>
                    <a:gs pos="20000">
                      <a:srgbClr val="8661C5"/>
                    </a:gs>
                    <a:gs pos="100000">
                      <a:srgbClr val="C03BC4"/>
                    </a:gs>
                  </a:gsLst>
                  <a:lin ang="0" scaled="1"/>
                </a:gradFill>
              </a:defRPr>
            </a:lvl1pPr>
            <a:lvl2pPr marL="0" indent="0">
              <a:spcBef>
                <a:spcPts val="0"/>
              </a:spcBef>
              <a:spcAft>
                <a:spcPts val="600"/>
              </a:spcAft>
              <a:buNone/>
              <a:defRPr sz="1200">
                <a:latin typeface="+mj-lt"/>
              </a:defRPr>
            </a:lvl2pPr>
            <a:lvl3pPr marL="0" indent="0">
              <a:spcBef>
                <a:spcPts val="0"/>
              </a:spcBef>
              <a:spcAft>
                <a:spcPts val="600"/>
              </a:spcAft>
              <a:buNone/>
              <a:defRPr sz="1200">
                <a:latin typeface="+mn-lt"/>
              </a:defRPr>
            </a:lvl3pPr>
            <a:lvl4pPr marL="118872" indent="-118872">
              <a:spcBef>
                <a:spcPts val="0"/>
              </a:spcBef>
              <a:spcAft>
                <a:spcPts val="0"/>
              </a:spcAft>
              <a:buFont typeface="Arial" panose="020B0604020202020204" pitchFamily="34" charset="0"/>
              <a:buChar char="•"/>
              <a:defRPr sz="1200"/>
            </a:lvl4pPr>
            <a:lvl5pPr marL="228600" indent="-118872">
              <a:spcBef>
                <a:spcPts val="0"/>
              </a:spcBef>
              <a:buFont typeface="Segoe UI" panose="020B0502040204020203"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CCABD15C-7FDC-CF53-D1F3-BC1DD07DAECD}"/>
              </a:ext>
            </a:extLst>
          </p:cNvPr>
          <p:cNvSpPr>
            <a:spLocks noGrp="1"/>
          </p:cNvSpPr>
          <p:nvPr>
            <p:ph sz="quarter" idx="23"/>
          </p:nvPr>
        </p:nvSpPr>
        <p:spPr>
          <a:xfrm>
            <a:off x="2426234" y="5102682"/>
            <a:ext cx="1717140" cy="1069516"/>
          </a:xfrm>
        </p:spPr>
        <p:txBody>
          <a:bodyPr/>
          <a:lstStyle>
            <a:lvl1pPr>
              <a:spcBef>
                <a:spcPts val="600"/>
              </a:spcBef>
              <a:spcAft>
                <a:spcPts val="300"/>
              </a:spcAft>
              <a:buNone/>
              <a:defRPr sz="1200" spc="0" baseline="0">
                <a:gradFill>
                  <a:gsLst>
                    <a:gs pos="20000">
                      <a:srgbClr val="8661C5"/>
                    </a:gs>
                    <a:gs pos="100000">
                      <a:srgbClr val="C03BC4"/>
                    </a:gs>
                  </a:gsLst>
                  <a:lin ang="0" scaled="1"/>
                </a:gradFill>
              </a:defRPr>
            </a:lvl1pPr>
            <a:lvl2pPr marL="0" indent="0">
              <a:spcBef>
                <a:spcPts val="0"/>
              </a:spcBef>
              <a:spcAft>
                <a:spcPts val="600"/>
              </a:spcAft>
              <a:buNone/>
              <a:defRPr sz="1200">
                <a:latin typeface="+mj-lt"/>
              </a:defRPr>
            </a:lvl2pPr>
            <a:lvl3pPr marL="0" indent="0">
              <a:spcBef>
                <a:spcPts val="0"/>
              </a:spcBef>
              <a:spcAft>
                <a:spcPts val="600"/>
              </a:spcAft>
              <a:buNone/>
              <a:defRPr sz="1200">
                <a:latin typeface="+mn-lt"/>
              </a:defRPr>
            </a:lvl3pPr>
            <a:lvl4pPr marL="118872" indent="-118872">
              <a:spcBef>
                <a:spcPts val="0"/>
              </a:spcBef>
              <a:spcAft>
                <a:spcPts val="0"/>
              </a:spcAft>
              <a:buFont typeface="Arial" panose="020B0604020202020204" pitchFamily="34" charset="0"/>
              <a:buChar char="•"/>
              <a:defRPr sz="1200"/>
            </a:lvl4pPr>
            <a:lvl5pPr marL="228600" indent="-118872">
              <a:spcBef>
                <a:spcPts val="0"/>
              </a:spcBef>
              <a:buFont typeface="Segoe UI" panose="020B0502040204020203"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1">
            <a:extLst>
              <a:ext uri="{FF2B5EF4-FFF2-40B4-BE49-F238E27FC236}">
                <a16:creationId xmlns:a16="http://schemas.microsoft.com/office/drawing/2014/main" id="{74941024-E483-C1E4-ECAF-3B4723876816}"/>
              </a:ext>
            </a:extLst>
          </p:cNvPr>
          <p:cNvSpPr>
            <a:spLocks noGrp="1"/>
          </p:cNvSpPr>
          <p:nvPr>
            <p:ph type="body" sz="quarter" idx="24"/>
          </p:nvPr>
        </p:nvSpPr>
        <p:spPr>
          <a:xfrm rot="2510061">
            <a:off x="11110196" y="348886"/>
            <a:ext cx="1143000" cy="253359"/>
          </a:xfrm>
        </p:spPr>
        <p:txBody>
          <a:bodyPr anchor="ctr" anchorCtr="0"/>
          <a:lstStyle>
            <a:lvl1pPr algn="ctr">
              <a:spcBef>
                <a:spcPts val="0"/>
              </a:spcBef>
              <a:buNone/>
              <a:defRPr sz="1200" spc="0" baseline="0">
                <a:gradFill>
                  <a:gsLst>
                    <a:gs pos="20000">
                      <a:srgbClr val="8661C5"/>
                    </a:gs>
                    <a:gs pos="100000">
                      <a:srgbClr val="C03BC4"/>
                    </a:gs>
                  </a:gsLst>
                  <a:lin ang="0" scaled="1"/>
                </a:gradFill>
              </a:defRPr>
            </a:lvl1pPr>
          </a:lstStyle>
          <a:p>
            <a:pPr lvl="0"/>
            <a:r>
              <a:rPr lang="en-US"/>
              <a:t>Click to edit Master text styles</a:t>
            </a:r>
          </a:p>
        </p:txBody>
      </p:sp>
      <p:sp>
        <p:nvSpPr>
          <p:cNvPr id="2" name="Title 1">
            <a:extLst>
              <a:ext uri="{FF2B5EF4-FFF2-40B4-BE49-F238E27FC236}">
                <a16:creationId xmlns:a16="http://schemas.microsoft.com/office/drawing/2014/main" id="{06C79318-10D4-9052-1EF8-5A133C2CAA5D}"/>
              </a:ext>
            </a:extLst>
          </p:cNvPr>
          <p:cNvSpPr>
            <a:spLocks noGrp="1"/>
          </p:cNvSpPr>
          <p:nvPr>
            <p:ph type="title"/>
          </p:nvPr>
        </p:nvSpPr>
        <p:spPr>
          <a:xfrm>
            <a:off x="585216" y="457200"/>
            <a:ext cx="3558158" cy="387798"/>
          </a:xfrm>
        </p:spPr>
        <p:txBody>
          <a:bodyPr/>
          <a:lstStyle/>
          <a:p>
            <a:r>
              <a:rPr lang="en-US"/>
              <a:t>Click to edit Master title style</a:t>
            </a:r>
          </a:p>
        </p:txBody>
      </p:sp>
    </p:spTree>
    <p:extLst>
      <p:ext uri="{BB962C8B-B14F-4D97-AF65-F5344CB8AC3E}">
        <p14:creationId xmlns:p14="http://schemas.microsoft.com/office/powerpoint/2010/main" val="25133560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Custom 1">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E86107AD-1EAD-714B-E33F-59703679F93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718300"/>
          </a:xfrm>
          <a:prstGeom prst="rect">
            <a:avLst/>
          </a:prstGeom>
        </p:spPr>
      </p:pic>
      <p:sp>
        <p:nvSpPr>
          <p:cNvPr id="9" name="Rectangle 8">
            <a:extLst>
              <a:ext uri="{FF2B5EF4-FFF2-40B4-BE49-F238E27FC236}">
                <a16:creationId xmlns:a16="http://schemas.microsoft.com/office/drawing/2014/main" id="{6E344AF2-4C62-06BF-32FD-CA1C8968FE78}"/>
              </a:ext>
            </a:extLst>
          </p:cNvPr>
          <p:cNvSpPr/>
          <p:nvPr/>
        </p:nvSpPr>
        <p:spPr bwMode="auto">
          <a:xfrm>
            <a:off x="0" y="0"/>
            <a:ext cx="12192000" cy="67183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10" name="Content Placeholder 9">
            <a:extLst>
              <a:ext uri="{FF2B5EF4-FFF2-40B4-BE49-F238E27FC236}">
                <a16:creationId xmlns:a16="http://schemas.microsoft.com/office/drawing/2014/main" id="{0A1806AC-D038-8D67-4E92-C836F722436B}"/>
              </a:ext>
            </a:extLst>
          </p:cNvPr>
          <p:cNvSpPr>
            <a:spLocks noGrp="1"/>
          </p:cNvSpPr>
          <p:nvPr>
            <p:ph sz="quarter" idx="10"/>
          </p:nvPr>
        </p:nvSpPr>
        <p:spPr>
          <a:xfrm>
            <a:off x="584200" y="1430338"/>
            <a:ext cx="5511800" cy="4818062"/>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69193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288">
          <p15:clr>
            <a:srgbClr val="5ACBF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Small title, one column, half">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E86107AD-1EAD-714B-E33F-59703679F93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718300"/>
          </a:xfrm>
          <a:prstGeom prst="rect">
            <a:avLst/>
          </a:prstGeom>
        </p:spPr>
      </p:pic>
      <p:sp>
        <p:nvSpPr>
          <p:cNvPr id="9" name="Rectangle 8">
            <a:extLst>
              <a:ext uri="{FF2B5EF4-FFF2-40B4-BE49-F238E27FC236}">
                <a16:creationId xmlns:a16="http://schemas.microsoft.com/office/drawing/2014/main" id="{6E344AF2-4C62-06BF-32FD-CA1C8968FE78}"/>
              </a:ext>
            </a:extLst>
          </p:cNvPr>
          <p:cNvSpPr/>
          <p:nvPr/>
        </p:nvSpPr>
        <p:spPr bwMode="auto">
          <a:xfrm>
            <a:off x="0" y="0"/>
            <a:ext cx="12192000" cy="67183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8" name="Content Placeholder 9">
            <a:extLst>
              <a:ext uri="{FF2B5EF4-FFF2-40B4-BE49-F238E27FC236}">
                <a16:creationId xmlns:a16="http://schemas.microsoft.com/office/drawing/2014/main" id="{16A0ACAF-EB77-E3C8-783A-070E8EC3FB3B}"/>
              </a:ext>
            </a:extLst>
          </p:cNvPr>
          <p:cNvSpPr>
            <a:spLocks noGrp="1"/>
          </p:cNvSpPr>
          <p:nvPr>
            <p:ph sz="quarter" idx="10"/>
          </p:nvPr>
        </p:nvSpPr>
        <p:spPr>
          <a:xfrm>
            <a:off x="584200" y="1430338"/>
            <a:ext cx="5303520" cy="4818062"/>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4637B3D-FAC7-43C1-B0AC-36B387D32BE6}"/>
              </a:ext>
            </a:extLst>
          </p:cNvPr>
          <p:cNvSpPr>
            <a:spLocks noGrp="1"/>
          </p:cNvSpPr>
          <p:nvPr>
            <p:ph sz="quarter" idx="11"/>
          </p:nvPr>
        </p:nvSpPr>
        <p:spPr>
          <a:xfrm>
            <a:off x="6320790" y="1430338"/>
            <a:ext cx="5303520" cy="4818062"/>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1">
            <a:extLst>
              <a:ext uri="{FF2B5EF4-FFF2-40B4-BE49-F238E27FC236}">
                <a16:creationId xmlns:a16="http://schemas.microsoft.com/office/drawing/2014/main" id="{8C21F6F9-4D19-1911-E5FF-1E461579822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665262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288">
          <p15:clr>
            <a:srgbClr val="5ACBF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1_Custom 1">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5BB8E0A-FFAC-F21C-13C2-5A34A59CF80F}"/>
              </a:ext>
            </a:extLst>
          </p:cNvPr>
          <p:cNvGrpSpPr/>
          <p:nvPr/>
        </p:nvGrpSpPr>
        <p:grpSpPr>
          <a:xfrm>
            <a:off x="6892376" y="0"/>
            <a:ext cx="5299623" cy="6718300"/>
            <a:chOff x="6892376" y="0"/>
            <a:chExt cx="5299623" cy="6718300"/>
          </a:xfrm>
        </p:grpSpPr>
        <p:pic>
          <p:nvPicPr>
            <p:cNvPr id="10" name="Picture 9">
              <a:extLst>
                <a:ext uri="{FF2B5EF4-FFF2-40B4-BE49-F238E27FC236}">
                  <a16:creationId xmlns:a16="http://schemas.microsoft.com/office/drawing/2014/main" id="{9F322E3A-C8D9-71B5-5CEE-4EF20EE1FCFE}"/>
                </a:ext>
                <a:ext uri="{C183D7F6-B498-43B3-948B-1728B52AA6E4}">
                  <adec:decorative xmlns:adec="http://schemas.microsoft.com/office/drawing/2017/decorative" val="1"/>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rcRect l="16919" t="4793" r="55136" b="5416"/>
            <a:stretch/>
          </p:blipFill>
          <p:spPr>
            <a:xfrm>
              <a:off x="7347856" y="0"/>
              <a:ext cx="4844143" cy="6718300"/>
            </a:xfrm>
            <a:prstGeom prst="rect">
              <a:avLst/>
            </a:prstGeom>
          </p:spPr>
        </p:pic>
        <p:sp>
          <p:nvSpPr>
            <p:cNvPr id="11" name="Rectangle 10">
              <a:extLst>
                <a:ext uri="{FF2B5EF4-FFF2-40B4-BE49-F238E27FC236}">
                  <a16:creationId xmlns:a16="http://schemas.microsoft.com/office/drawing/2014/main" id="{719FD993-4DC4-A8A5-B386-47BF297F7532}"/>
                </a:ext>
                <a:ext uri="{C183D7F6-B498-43B3-948B-1728B52AA6E4}">
                  <adec:decorative xmlns:adec="http://schemas.microsoft.com/office/drawing/2017/decorative" val="1"/>
                </a:ext>
              </a:extLst>
            </p:cNvPr>
            <p:cNvSpPr/>
            <p:nvPr/>
          </p:nvSpPr>
          <p:spPr bwMode="auto">
            <a:xfrm>
              <a:off x="6892376" y="0"/>
              <a:ext cx="3173184" cy="67183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3" name="Content Placeholder 9">
            <a:extLst>
              <a:ext uri="{FF2B5EF4-FFF2-40B4-BE49-F238E27FC236}">
                <a16:creationId xmlns:a16="http://schemas.microsoft.com/office/drawing/2014/main" id="{31BD371B-D3C0-C636-FBCB-3DEA5A22BE64}"/>
              </a:ext>
            </a:extLst>
          </p:cNvPr>
          <p:cNvSpPr>
            <a:spLocks noGrp="1"/>
          </p:cNvSpPr>
          <p:nvPr>
            <p:ph sz="quarter" idx="10"/>
          </p:nvPr>
        </p:nvSpPr>
        <p:spPr>
          <a:xfrm>
            <a:off x="584200" y="1430338"/>
            <a:ext cx="5303520" cy="4818062"/>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9">
            <a:extLst>
              <a:ext uri="{FF2B5EF4-FFF2-40B4-BE49-F238E27FC236}">
                <a16:creationId xmlns:a16="http://schemas.microsoft.com/office/drawing/2014/main" id="{1F22B917-8F9A-9235-3DAC-FF7BB0E82B2C}"/>
              </a:ext>
            </a:extLst>
          </p:cNvPr>
          <p:cNvSpPr>
            <a:spLocks noGrp="1"/>
          </p:cNvSpPr>
          <p:nvPr>
            <p:ph sz="quarter" idx="13"/>
          </p:nvPr>
        </p:nvSpPr>
        <p:spPr>
          <a:xfrm>
            <a:off x="6320790" y="1430338"/>
            <a:ext cx="5303520" cy="4818062"/>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8885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288">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and Three Contents, with headers">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718300"/>
          </a:xfrm>
          <a:prstGeom prst="rect">
            <a:avLst/>
          </a:prstGeom>
        </p:spPr>
      </p:pic>
      <p:sp>
        <p:nvSpPr>
          <p:cNvPr id="13" name="Rectangle: Rounded Corners 12">
            <a:extLst>
              <a:ext uri="{FF2B5EF4-FFF2-40B4-BE49-F238E27FC236}">
                <a16:creationId xmlns:a16="http://schemas.microsoft.com/office/drawing/2014/main" id="{2F97E769-CE7C-834C-6E78-FACC556A247F}"/>
              </a:ext>
            </a:extLst>
          </p:cNvPr>
          <p:cNvSpPr/>
          <p:nvPr/>
        </p:nvSpPr>
        <p:spPr>
          <a:xfrm>
            <a:off x="549275" y="1638300"/>
            <a:ext cx="3606800" cy="45338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 name="Content Placeholder 9">
            <a:extLst>
              <a:ext uri="{FF2B5EF4-FFF2-40B4-BE49-F238E27FC236}">
                <a16:creationId xmlns:a16="http://schemas.microsoft.com/office/drawing/2014/main" id="{2C728C39-0419-E964-E346-BE537CF07099}"/>
              </a:ext>
            </a:extLst>
          </p:cNvPr>
          <p:cNvSpPr>
            <a:spLocks noGrp="1"/>
          </p:cNvSpPr>
          <p:nvPr>
            <p:ph sz="quarter" idx="16"/>
          </p:nvPr>
        </p:nvSpPr>
        <p:spPr>
          <a:xfrm>
            <a:off x="822960" y="1920240"/>
            <a:ext cx="3054096" cy="274320"/>
          </a:xfrm>
        </p:spPr>
        <p:txBody>
          <a:bodyPr/>
          <a:lstStyle>
            <a:lvl1pPr>
              <a:defRPr>
                <a:solidFill>
                  <a:schemeClr val="accent2"/>
                </a:solidFill>
              </a:defRPr>
            </a:lvl1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2A17C1B5-8C73-489B-B527-0AEF26BAC008}"/>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B9370407-EBCA-77DD-F103-9EE016845C78}"/>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8" name="Slide Number Placeholder 7">
            <a:extLst>
              <a:ext uri="{FF2B5EF4-FFF2-40B4-BE49-F238E27FC236}">
                <a16:creationId xmlns:a16="http://schemas.microsoft.com/office/drawing/2014/main" id="{5CA02BBB-A5DB-8DFB-47F1-494DD1C45354}"/>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10" name="Content Placeholder 9">
            <a:extLst>
              <a:ext uri="{FF2B5EF4-FFF2-40B4-BE49-F238E27FC236}">
                <a16:creationId xmlns:a16="http://schemas.microsoft.com/office/drawing/2014/main" id="{11280968-7614-5E59-F463-E4CC029276B5}"/>
              </a:ext>
            </a:extLst>
          </p:cNvPr>
          <p:cNvSpPr>
            <a:spLocks noGrp="1"/>
          </p:cNvSpPr>
          <p:nvPr>
            <p:ph sz="quarter" idx="13"/>
          </p:nvPr>
        </p:nvSpPr>
        <p:spPr>
          <a:xfrm>
            <a:off x="822960" y="2363550"/>
            <a:ext cx="3054096" cy="3554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Rounded Corners 13">
            <a:extLst>
              <a:ext uri="{FF2B5EF4-FFF2-40B4-BE49-F238E27FC236}">
                <a16:creationId xmlns:a16="http://schemas.microsoft.com/office/drawing/2014/main" id="{7A4E2FA7-78F4-CE92-D223-8C014E6AE8EC}"/>
              </a:ext>
            </a:extLst>
          </p:cNvPr>
          <p:cNvSpPr/>
          <p:nvPr/>
        </p:nvSpPr>
        <p:spPr>
          <a:xfrm>
            <a:off x="4292600" y="1638300"/>
            <a:ext cx="3606800" cy="45338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5" name="Content Placeholder 9">
            <a:extLst>
              <a:ext uri="{FF2B5EF4-FFF2-40B4-BE49-F238E27FC236}">
                <a16:creationId xmlns:a16="http://schemas.microsoft.com/office/drawing/2014/main" id="{92883E98-232B-B898-414F-DDE5C5E11218}"/>
              </a:ext>
            </a:extLst>
          </p:cNvPr>
          <p:cNvSpPr>
            <a:spLocks noGrp="1"/>
          </p:cNvSpPr>
          <p:nvPr>
            <p:ph sz="quarter" idx="19"/>
          </p:nvPr>
        </p:nvSpPr>
        <p:spPr>
          <a:xfrm>
            <a:off x="4566285" y="1920240"/>
            <a:ext cx="3054096" cy="274320"/>
          </a:xfrm>
        </p:spPr>
        <p:txBody>
          <a:bodyPr/>
          <a:lstStyle>
            <a:lvl1pPr>
              <a:defRPr>
                <a:solidFill>
                  <a:schemeClr val="accent2"/>
                </a:solidFill>
              </a:defRPr>
            </a:lvl1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9">
            <a:extLst>
              <a:ext uri="{FF2B5EF4-FFF2-40B4-BE49-F238E27FC236}">
                <a16:creationId xmlns:a16="http://schemas.microsoft.com/office/drawing/2014/main" id="{5870A569-9AC6-E02F-AF2A-75194B98A477}"/>
              </a:ext>
            </a:extLst>
          </p:cNvPr>
          <p:cNvSpPr>
            <a:spLocks noGrp="1"/>
          </p:cNvSpPr>
          <p:nvPr>
            <p:ph sz="quarter" idx="20"/>
          </p:nvPr>
        </p:nvSpPr>
        <p:spPr>
          <a:xfrm>
            <a:off x="4566285" y="2363550"/>
            <a:ext cx="3054096" cy="3554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Rectangle: Rounded Corners 16">
            <a:extLst>
              <a:ext uri="{FF2B5EF4-FFF2-40B4-BE49-F238E27FC236}">
                <a16:creationId xmlns:a16="http://schemas.microsoft.com/office/drawing/2014/main" id="{A61ABB56-C7EE-A8CD-C650-27C337665104}"/>
              </a:ext>
            </a:extLst>
          </p:cNvPr>
          <p:cNvSpPr/>
          <p:nvPr/>
        </p:nvSpPr>
        <p:spPr>
          <a:xfrm>
            <a:off x="8035925" y="1638300"/>
            <a:ext cx="3606800" cy="45338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8" name="Content Placeholder 9">
            <a:extLst>
              <a:ext uri="{FF2B5EF4-FFF2-40B4-BE49-F238E27FC236}">
                <a16:creationId xmlns:a16="http://schemas.microsoft.com/office/drawing/2014/main" id="{74BD3DEB-0F5A-21AC-2073-684743277D6F}"/>
              </a:ext>
            </a:extLst>
          </p:cNvPr>
          <p:cNvSpPr>
            <a:spLocks noGrp="1"/>
          </p:cNvSpPr>
          <p:nvPr>
            <p:ph sz="quarter" idx="21"/>
          </p:nvPr>
        </p:nvSpPr>
        <p:spPr>
          <a:xfrm>
            <a:off x="8309610" y="1920240"/>
            <a:ext cx="3054096" cy="274320"/>
          </a:xfrm>
        </p:spPr>
        <p:txBody>
          <a:bodyPr/>
          <a:lstStyle>
            <a:lvl1pPr>
              <a:defRPr>
                <a:solidFill>
                  <a:schemeClr val="accent2"/>
                </a:solidFill>
              </a:defRPr>
            </a:lvl1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9">
            <a:extLst>
              <a:ext uri="{FF2B5EF4-FFF2-40B4-BE49-F238E27FC236}">
                <a16:creationId xmlns:a16="http://schemas.microsoft.com/office/drawing/2014/main" id="{E4C0661F-DF3B-0C61-5CBE-9185A9690B3E}"/>
              </a:ext>
            </a:extLst>
          </p:cNvPr>
          <p:cNvSpPr>
            <a:spLocks noGrp="1"/>
          </p:cNvSpPr>
          <p:nvPr>
            <p:ph sz="quarter" idx="22"/>
          </p:nvPr>
        </p:nvSpPr>
        <p:spPr>
          <a:xfrm>
            <a:off x="8309610" y="2363550"/>
            <a:ext cx="3054096" cy="3554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354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itle and Four Contents, with headers">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718300"/>
          </a:xfrm>
          <a:prstGeom prst="rect">
            <a:avLst/>
          </a:prstGeom>
        </p:spPr>
      </p:pic>
      <p:sp>
        <p:nvSpPr>
          <p:cNvPr id="13" name="Rectangle: Rounded Corners 12">
            <a:extLst>
              <a:ext uri="{FF2B5EF4-FFF2-40B4-BE49-F238E27FC236}">
                <a16:creationId xmlns:a16="http://schemas.microsoft.com/office/drawing/2014/main" id="{2F97E769-CE7C-834C-6E78-FACC556A247F}"/>
              </a:ext>
            </a:extLst>
          </p:cNvPr>
          <p:cNvSpPr/>
          <p:nvPr/>
        </p:nvSpPr>
        <p:spPr>
          <a:xfrm>
            <a:off x="549275" y="2070100"/>
            <a:ext cx="2668588" cy="41020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9" name="Content Placeholder 9">
            <a:extLst>
              <a:ext uri="{FF2B5EF4-FFF2-40B4-BE49-F238E27FC236}">
                <a16:creationId xmlns:a16="http://schemas.microsoft.com/office/drawing/2014/main" id="{2C728C39-0419-E964-E346-BE537CF07099}"/>
              </a:ext>
            </a:extLst>
          </p:cNvPr>
          <p:cNvSpPr>
            <a:spLocks noGrp="1"/>
          </p:cNvSpPr>
          <p:nvPr>
            <p:ph sz="quarter" idx="16"/>
          </p:nvPr>
        </p:nvSpPr>
        <p:spPr>
          <a:xfrm>
            <a:off x="549275" y="1440007"/>
            <a:ext cx="2668588" cy="457200"/>
          </a:xfrm>
        </p:spPr>
        <p:txBody>
          <a:bodyPr/>
          <a:lstStyle>
            <a:lvl1pPr>
              <a:spcBef>
                <a:spcPts val="0"/>
              </a:spcBef>
              <a:spcAft>
                <a:spcPts val="0"/>
              </a:spcAft>
              <a:defRPr sz="1600" spc="0" baseline="0">
                <a:solidFill>
                  <a:schemeClr val="accent2"/>
                </a:solidFill>
              </a:defRPr>
            </a:lvl1pPr>
            <a:lvl2pPr>
              <a:spcBef>
                <a:spcPts val="0"/>
              </a:spcBef>
              <a:spcAft>
                <a:spcPts val="0"/>
              </a:spcAft>
              <a:defRPr sz="1600" spc="0" baseline="0">
                <a:latin typeface="+mj-lt"/>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2A17C1B5-8C73-489B-B527-0AEF26BAC008}"/>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B9370407-EBCA-77DD-F103-9EE016845C78}"/>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8" name="Slide Number Placeholder 7">
            <a:extLst>
              <a:ext uri="{FF2B5EF4-FFF2-40B4-BE49-F238E27FC236}">
                <a16:creationId xmlns:a16="http://schemas.microsoft.com/office/drawing/2014/main" id="{5CA02BBB-A5DB-8DFB-47F1-494DD1C45354}"/>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10" name="Content Placeholder 9">
            <a:extLst>
              <a:ext uri="{FF2B5EF4-FFF2-40B4-BE49-F238E27FC236}">
                <a16:creationId xmlns:a16="http://schemas.microsoft.com/office/drawing/2014/main" id="{11280968-7614-5E59-F463-E4CC029276B5}"/>
              </a:ext>
            </a:extLst>
          </p:cNvPr>
          <p:cNvSpPr>
            <a:spLocks noGrp="1"/>
          </p:cNvSpPr>
          <p:nvPr>
            <p:ph sz="quarter" idx="13"/>
          </p:nvPr>
        </p:nvSpPr>
        <p:spPr>
          <a:xfrm>
            <a:off x="822960" y="2374900"/>
            <a:ext cx="2121408" cy="3543299"/>
          </a:xfrm>
        </p:spPr>
        <p:txBody>
          <a:bodyPr/>
          <a:lstStyle>
            <a:lvl1pPr>
              <a:defRPr sz="1600" spc="0" baseline="0"/>
            </a:lvl1pPr>
            <a:lvl2pPr>
              <a:defRPr sz="1600" spc="0" baseline="0"/>
            </a:lvl2pPr>
            <a:lvl3pPr>
              <a:defRPr sz="1000"/>
            </a:lvl3pPr>
            <a:lvl4pPr>
              <a:defRPr sz="1000"/>
            </a:lvl4pPr>
            <a:lvl5pPr marL="192024" indent="-192024">
              <a:spcAft>
                <a:spcPts val="300"/>
              </a:spcAft>
              <a:buFont typeface="Wingdings" panose="05000000000000000000" pitchFamily="2" charset="2"/>
              <a:buChar char="q"/>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Rounded Corners 13">
            <a:extLst>
              <a:ext uri="{FF2B5EF4-FFF2-40B4-BE49-F238E27FC236}">
                <a16:creationId xmlns:a16="http://schemas.microsoft.com/office/drawing/2014/main" id="{7A4E2FA7-78F4-CE92-D223-8C014E6AE8EC}"/>
              </a:ext>
            </a:extLst>
          </p:cNvPr>
          <p:cNvSpPr/>
          <p:nvPr/>
        </p:nvSpPr>
        <p:spPr>
          <a:xfrm>
            <a:off x="3360737" y="2070100"/>
            <a:ext cx="2668588" cy="41020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7" name="Rectangle: Rounded Corners 16">
            <a:extLst>
              <a:ext uri="{FF2B5EF4-FFF2-40B4-BE49-F238E27FC236}">
                <a16:creationId xmlns:a16="http://schemas.microsoft.com/office/drawing/2014/main" id="{A61ABB56-C7EE-A8CD-C650-27C337665104}"/>
              </a:ext>
            </a:extLst>
          </p:cNvPr>
          <p:cNvSpPr/>
          <p:nvPr/>
        </p:nvSpPr>
        <p:spPr>
          <a:xfrm>
            <a:off x="6161088" y="2070100"/>
            <a:ext cx="2668588" cy="41020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Rectangle: Rounded Corners 1">
            <a:extLst>
              <a:ext uri="{FF2B5EF4-FFF2-40B4-BE49-F238E27FC236}">
                <a16:creationId xmlns:a16="http://schemas.microsoft.com/office/drawing/2014/main" id="{1CFD34D0-C2ED-5D8D-8797-AE917642BA25}"/>
              </a:ext>
            </a:extLst>
          </p:cNvPr>
          <p:cNvSpPr/>
          <p:nvPr/>
        </p:nvSpPr>
        <p:spPr>
          <a:xfrm>
            <a:off x="8974137" y="2070100"/>
            <a:ext cx="2668588" cy="41020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1" name="Content Placeholder 9">
            <a:extLst>
              <a:ext uri="{FF2B5EF4-FFF2-40B4-BE49-F238E27FC236}">
                <a16:creationId xmlns:a16="http://schemas.microsoft.com/office/drawing/2014/main" id="{856A9BF5-52CF-9F70-1A84-3551265D90D4}"/>
              </a:ext>
            </a:extLst>
          </p:cNvPr>
          <p:cNvSpPr>
            <a:spLocks noGrp="1"/>
          </p:cNvSpPr>
          <p:nvPr>
            <p:ph sz="quarter" idx="28"/>
          </p:nvPr>
        </p:nvSpPr>
        <p:spPr>
          <a:xfrm>
            <a:off x="3360737" y="1440007"/>
            <a:ext cx="2668588" cy="457200"/>
          </a:xfrm>
        </p:spPr>
        <p:txBody>
          <a:bodyPr/>
          <a:lstStyle>
            <a:lvl1pPr>
              <a:spcBef>
                <a:spcPts val="0"/>
              </a:spcBef>
              <a:spcAft>
                <a:spcPts val="0"/>
              </a:spcAft>
              <a:defRPr sz="1600" spc="0" baseline="0">
                <a:solidFill>
                  <a:schemeClr val="accent2"/>
                </a:solidFill>
              </a:defRPr>
            </a:lvl1pPr>
            <a:lvl2pPr>
              <a:spcBef>
                <a:spcPts val="0"/>
              </a:spcBef>
              <a:spcAft>
                <a:spcPts val="0"/>
              </a:spcAft>
              <a:defRPr sz="1600" spc="0" baseline="0">
                <a:latin typeface="+mj-lt"/>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9">
            <a:extLst>
              <a:ext uri="{FF2B5EF4-FFF2-40B4-BE49-F238E27FC236}">
                <a16:creationId xmlns:a16="http://schemas.microsoft.com/office/drawing/2014/main" id="{1204BA96-1B49-07F6-F6C7-06D360D17ABA}"/>
              </a:ext>
            </a:extLst>
          </p:cNvPr>
          <p:cNvSpPr>
            <a:spLocks noGrp="1"/>
          </p:cNvSpPr>
          <p:nvPr>
            <p:ph sz="quarter" idx="29"/>
          </p:nvPr>
        </p:nvSpPr>
        <p:spPr>
          <a:xfrm>
            <a:off x="6161088" y="1440007"/>
            <a:ext cx="2668588" cy="457200"/>
          </a:xfrm>
        </p:spPr>
        <p:txBody>
          <a:bodyPr/>
          <a:lstStyle>
            <a:lvl1pPr>
              <a:spcBef>
                <a:spcPts val="0"/>
              </a:spcBef>
              <a:spcAft>
                <a:spcPts val="0"/>
              </a:spcAft>
              <a:defRPr sz="1600" spc="0" baseline="0">
                <a:solidFill>
                  <a:schemeClr val="accent2"/>
                </a:solidFill>
              </a:defRPr>
            </a:lvl1pPr>
            <a:lvl2pPr>
              <a:spcBef>
                <a:spcPts val="0"/>
              </a:spcBef>
              <a:spcAft>
                <a:spcPts val="0"/>
              </a:spcAft>
              <a:defRPr sz="1600" spc="0" baseline="0">
                <a:latin typeface="+mj-lt"/>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9">
            <a:extLst>
              <a:ext uri="{FF2B5EF4-FFF2-40B4-BE49-F238E27FC236}">
                <a16:creationId xmlns:a16="http://schemas.microsoft.com/office/drawing/2014/main" id="{A56C46CE-5CAA-626A-9AF6-5A12ED08520E}"/>
              </a:ext>
            </a:extLst>
          </p:cNvPr>
          <p:cNvSpPr>
            <a:spLocks noGrp="1"/>
          </p:cNvSpPr>
          <p:nvPr>
            <p:ph sz="quarter" idx="30"/>
          </p:nvPr>
        </p:nvSpPr>
        <p:spPr>
          <a:xfrm>
            <a:off x="8974137" y="1440007"/>
            <a:ext cx="2668588" cy="457200"/>
          </a:xfrm>
        </p:spPr>
        <p:txBody>
          <a:bodyPr/>
          <a:lstStyle>
            <a:lvl1pPr>
              <a:spcBef>
                <a:spcPts val="0"/>
              </a:spcBef>
              <a:spcAft>
                <a:spcPts val="0"/>
              </a:spcAft>
              <a:defRPr sz="1600" spc="0" baseline="0">
                <a:solidFill>
                  <a:schemeClr val="accent2"/>
                </a:solidFill>
              </a:defRPr>
            </a:lvl1pPr>
            <a:lvl2pPr>
              <a:spcBef>
                <a:spcPts val="0"/>
              </a:spcBef>
              <a:spcAft>
                <a:spcPts val="0"/>
              </a:spcAft>
              <a:defRPr sz="1600" spc="0" baseline="0">
                <a:latin typeface="+mj-lt"/>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Content Placeholder 9">
            <a:extLst>
              <a:ext uri="{FF2B5EF4-FFF2-40B4-BE49-F238E27FC236}">
                <a16:creationId xmlns:a16="http://schemas.microsoft.com/office/drawing/2014/main" id="{EB3B43B7-3278-0EC8-B4B2-7A742B6FAE51}"/>
              </a:ext>
            </a:extLst>
          </p:cNvPr>
          <p:cNvSpPr>
            <a:spLocks noGrp="1"/>
          </p:cNvSpPr>
          <p:nvPr>
            <p:ph sz="quarter" idx="31"/>
          </p:nvPr>
        </p:nvSpPr>
        <p:spPr>
          <a:xfrm>
            <a:off x="3634327" y="2374900"/>
            <a:ext cx="2121408" cy="3543299"/>
          </a:xfrm>
        </p:spPr>
        <p:txBody>
          <a:bodyPr/>
          <a:lstStyle>
            <a:lvl1pPr>
              <a:defRPr sz="1600" spc="0" baseline="0"/>
            </a:lvl1pPr>
            <a:lvl2pPr>
              <a:defRPr sz="1600" spc="0" baseline="0"/>
            </a:lvl2pPr>
            <a:lvl3pPr>
              <a:defRPr sz="1000"/>
            </a:lvl3pPr>
            <a:lvl4pPr>
              <a:defRPr sz="1000"/>
            </a:lvl4pPr>
            <a:lvl5pPr marL="192024" indent="-192024">
              <a:spcAft>
                <a:spcPts val="300"/>
              </a:spcAft>
              <a:buFont typeface="Wingdings" panose="05000000000000000000" pitchFamily="2" charset="2"/>
              <a:buChar char="q"/>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9">
            <a:extLst>
              <a:ext uri="{FF2B5EF4-FFF2-40B4-BE49-F238E27FC236}">
                <a16:creationId xmlns:a16="http://schemas.microsoft.com/office/drawing/2014/main" id="{C76978D0-3756-4950-2987-0E8E7F9E8ADB}"/>
              </a:ext>
            </a:extLst>
          </p:cNvPr>
          <p:cNvSpPr>
            <a:spLocks noGrp="1"/>
          </p:cNvSpPr>
          <p:nvPr>
            <p:ph sz="quarter" idx="32"/>
          </p:nvPr>
        </p:nvSpPr>
        <p:spPr>
          <a:xfrm>
            <a:off x="6434678" y="2374900"/>
            <a:ext cx="2121408" cy="3543299"/>
          </a:xfrm>
        </p:spPr>
        <p:txBody>
          <a:bodyPr/>
          <a:lstStyle>
            <a:lvl1pPr>
              <a:defRPr sz="1600" spc="0" baseline="0"/>
            </a:lvl1pPr>
            <a:lvl2pPr>
              <a:defRPr sz="1600" spc="0" baseline="0"/>
            </a:lvl2pPr>
            <a:lvl3pPr>
              <a:defRPr sz="1000"/>
            </a:lvl3pPr>
            <a:lvl4pPr>
              <a:defRPr sz="1000"/>
            </a:lvl4pPr>
            <a:lvl5pPr marL="192024" indent="-192024">
              <a:spcAft>
                <a:spcPts val="300"/>
              </a:spcAft>
              <a:buFont typeface="Wingdings" panose="05000000000000000000" pitchFamily="2" charset="2"/>
              <a:buChar char="q"/>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9">
            <a:extLst>
              <a:ext uri="{FF2B5EF4-FFF2-40B4-BE49-F238E27FC236}">
                <a16:creationId xmlns:a16="http://schemas.microsoft.com/office/drawing/2014/main" id="{7D81C620-D888-58E5-66BD-A8BE3EBEA693}"/>
              </a:ext>
            </a:extLst>
          </p:cNvPr>
          <p:cNvSpPr>
            <a:spLocks noGrp="1"/>
          </p:cNvSpPr>
          <p:nvPr>
            <p:ph sz="quarter" idx="33"/>
          </p:nvPr>
        </p:nvSpPr>
        <p:spPr>
          <a:xfrm>
            <a:off x="9247632" y="2374900"/>
            <a:ext cx="2121408" cy="3543299"/>
          </a:xfrm>
        </p:spPr>
        <p:txBody>
          <a:bodyPr/>
          <a:lstStyle>
            <a:lvl1pPr>
              <a:defRPr sz="1600" spc="0" baseline="0"/>
            </a:lvl1pPr>
            <a:lvl2pPr>
              <a:defRPr sz="1600" spc="0" baseline="0"/>
            </a:lvl2pPr>
            <a:lvl3pPr>
              <a:defRPr sz="1000"/>
            </a:lvl3pPr>
            <a:lvl4pPr>
              <a:defRPr sz="1000"/>
            </a:lvl4pPr>
            <a:lvl5pPr marL="192024" indent="-192024">
              <a:spcAft>
                <a:spcPts val="300"/>
              </a:spcAft>
              <a:buFont typeface="Wingdings" panose="05000000000000000000" pitchFamily="2" charset="2"/>
              <a:buChar char="q"/>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17399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Title and Two Contents - rebui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49274" y="1638301"/>
            <a:ext cx="5480051" cy="4603750"/>
          </a:xfrm>
        </p:spPr>
        <p:txBody>
          <a:bodyPr/>
          <a:lstStyle>
            <a:lvl1pPr>
              <a:defRPr>
                <a:solidFill>
                  <a:schemeClr val="tx1"/>
                </a:solidFill>
              </a:defRPr>
            </a:lvl1pPr>
            <a:lvl2pPr>
              <a:defRPr>
                <a:solidFill>
                  <a:schemeClr val="tx1"/>
                </a:solidFill>
              </a:defRPr>
            </a:lvl2pPr>
            <a:lvl3pPr>
              <a:defRPr>
                <a:solidFill>
                  <a:schemeClr val="accent2"/>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5" name="Footer Placeholder 4">
            <a:extLst>
              <a:ext uri="{FF2B5EF4-FFF2-40B4-BE49-F238E27FC236}">
                <a16:creationId xmlns:a16="http://schemas.microsoft.com/office/drawing/2014/main" id="{BB1E9277-3B6B-A9FF-35AF-70724773C56A}"/>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7" name="Slide Number Placeholder 6">
            <a:extLst>
              <a:ext uri="{FF2B5EF4-FFF2-40B4-BE49-F238E27FC236}">
                <a16:creationId xmlns:a16="http://schemas.microsoft.com/office/drawing/2014/main" id="{6361D7DC-9D69-D3C0-A342-7E96CE282816}"/>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8" name="Content Placeholder 3">
            <a:extLst>
              <a:ext uri="{FF2B5EF4-FFF2-40B4-BE49-F238E27FC236}">
                <a16:creationId xmlns:a16="http://schemas.microsoft.com/office/drawing/2014/main" id="{C18E9E48-B0E4-E328-21A5-4452FD6DCF19}"/>
              </a:ext>
            </a:extLst>
          </p:cNvPr>
          <p:cNvSpPr>
            <a:spLocks noGrp="1"/>
          </p:cNvSpPr>
          <p:nvPr>
            <p:ph sz="quarter" idx="13"/>
          </p:nvPr>
        </p:nvSpPr>
        <p:spPr>
          <a:xfrm>
            <a:off x="6162674" y="1638301"/>
            <a:ext cx="5480051" cy="4603750"/>
          </a:xfrm>
        </p:spPr>
        <p:txBody>
          <a:bodyPr/>
          <a:lstStyle>
            <a:lvl1pPr>
              <a:defRPr>
                <a:solidFill>
                  <a:schemeClr val="tx1"/>
                </a:solidFill>
              </a:defRPr>
            </a:lvl1pPr>
            <a:lvl2pPr>
              <a:defRPr>
                <a:solidFill>
                  <a:schemeClr val="tx1"/>
                </a:solidFill>
              </a:defRPr>
            </a:lvl2pPr>
            <a:lvl3pPr>
              <a:defRPr>
                <a:solidFill>
                  <a:schemeClr val="accent2"/>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145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288">
          <p15:clr>
            <a:srgbClr val="5ACBF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Title and Two Contents, two bullet levels - rebui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49274" y="1638301"/>
            <a:ext cx="5480051" cy="4603750"/>
          </a:xfrm>
        </p:spPr>
        <p:txBody>
          <a:bodyPr/>
          <a:lstStyle>
            <a:lvl1pPr>
              <a:defRPr sz="1600" spc="0" baseline="0">
                <a:solidFill>
                  <a:schemeClr val="tx1"/>
                </a:solidFill>
              </a:defRPr>
            </a:lvl1pPr>
            <a:lvl2pPr>
              <a:defRPr sz="1600" spc="0" baseline="0">
                <a:solidFill>
                  <a:schemeClr val="tx1"/>
                </a:solidFill>
              </a:defRPr>
            </a:lvl2pPr>
            <a:lvl3pPr>
              <a:defRPr sz="1200">
                <a:solidFill>
                  <a:schemeClr val="tx1"/>
                </a:solidFill>
              </a:defRPr>
            </a:lvl3pPr>
            <a:lvl4pPr marL="173736" indent="-173736">
              <a:spcAft>
                <a:spcPts val="0"/>
              </a:spcAft>
              <a:buFont typeface="Arial" panose="020B0604020202020204" pitchFamily="34" charset="0"/>
              <a:buChar char="•"/>
              <a:defRPr sz="1200">
                <a:solidFill>
                  <a:schemeClr val="tx1"/>
                </a:solidFill>
              </a:defRPr>
            </a:lvl4pPr>
            <a:lvl5pPr marL="347472" indent="-173736">
              <a:buFont typeface="Segoe UI" panose="020B0502040204020203" pitchFamily="34" charset="0"/>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
        <p:nvSpPr>
          <p:cNvPr id="5" name="Footer Placeholder 4">
            <a:extLst>
              <a:ext uri="{FF2B5EF4-FFF2-40B4-BE49-F238E27FC236}">
                <a16:creationId xmlns:a16="http://schemas.microsoft.com/office/drawing/2014/main" id="{BB1E9277-3B6B-A9FF-35AF-70724773C56A}"/>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7" name="Slide Number Placeholder 6">
            <a:extLst>
              <a:ext uri="{FF2B5EF4-FFF2-40B4-BE49-F238E27FC236}">
                <a16:creationId xmlns:a16="http://schemas.microsoft.com/office/drawing/2014/main" id="{6361D7DC-9D69-D3C0-A342-7E96CE282816}"/>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8" name="Content Placeholder 3">
            <a:extLst>
              <a:ext uri="{FF2B5EF4-FFF2-40B4-BE49-F238E27FC236}">
                <a16:creationId xmlns:a16="http://schemas.microsoft.com/office/drawing/2014/main" id="{C18E9E48-B0E4-E328-21A5-4452FD6DCF19}"/>
              </a:ext>
            </a:extLst>
          </p:cNvPr>
          <p:cNvSpPr>
            <a:spLocks noGrp="1"/>
          </p:cNvSpPr>
          <p:nvPr>
            <p:ph sz="quarter" idx="13"/>
          </p:nvPr>
        </p:nvSpPr>
        <p:spPr>
          <a:xfrm>
            <a:off x="6162674" y="1638301"/>
            <a:ext cx="5480051" cy="4603750"/>
          </a:xfrm>
        </p:spPr>
        <p:txBody>
          <a:bodyPr/>
          <a:lstStyle>
            <a:lvl1pPr>
              <a:defRPr sz="1600" spc="0" baseline="0">
                <a:solidFill>
                  <a:schemeClr val="tx1"/>
                </a:solidFill>
              </a:defRPr>
            </a:lvl1pPr>
            <a:lvl2pPr>
              <a:defRPr sz="1600" spc="0" baseline="0">
                <a:solidFill>
                  <a:schemeClr val="tx1"/>
                </a:solidFill>
              </a:defRPr>
            </a:lvl2pPr>
            <a:lvl3pPr>
              <a:defRPr sz="1200">
                <a:solidFill>
                  <a:schemeClr val="tx1"/>
                </a:solidFill>
              </a:defRPr>
            </a:lvl3pPr>
            <a:lvl4pPr marL="173736" indent="-173736">
              <a:spcAft>
                <a:spcPts val="0"/>
              </a:spcAft>
              <a:buFont typeface="Arial" panose="020B0604020202020204" pitchFamily="34" charset="0"/>
              <a:buChar char="•"/>
              <a:defRPr sz="1200">
                <a:solidFill>
                  <a:schemeClr val="tx1"/>
                </a:solidFill>
              </a:defRPr>
            </a:lvl4pPr>
            <a:lvl5pPr marL="347472" indent="-173736">
              <a:buFont typeface="Segoe UI" panose="020B0502040204020203" pitchFamily="34" charset="0"/>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63644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288">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Title and Five Contents">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093B630B-98F0-A558-44D6-C08F95FB3C1E}"/>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718300"/>
          </a:xfrm>
          <a:prstGeom prst="rect">
            <a:avLst/>
          </a:prstGeom>
        </p:spPr>
      </p:pic>
      <p:sp>
        <p:nvSpPr>
          <p:cNvPr id="13" name="Rectangle: Rounded Corners 12">
            <a:extLst>
              <a:ext uri="{FF2B5EF4-FFF2-40B4-BE49-F238E27FC236}">
                <a16:creationId xmlns:a16="http://schemas.microsoft.com/office/drawing/2014/main" id="{2F97E769-CE7C-834C-6E78-FACC556A247F}"/>
              </a:ext>
            </a:extLst>
          </p:cNvPr>
          <p:cNvSpPr/>
          <p:nvPr/>
        </p:nvSpPr>
        <p:spPr>
          <a:xfrm>
            <a:off x="549275" y="1638300"/>
            <a:ext cx="2112264" cy="45338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 name="Title 4">
            <a:extLst>
              <a:ext uri="{FF2B5EF4-FFF2-40B4-BE49-F238E27FC236}">
                <a16:creationId xmlns:a16="http://schemas.microsoft.com/office/drawing/2014/main" id="{2A17C1B5-8C73-489B-B527-0AEF26BAC008}"/>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B9370407-EBCA-77DD-F103-9EE016845C78}"/>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8" name="Slide Number Placeholder 7">
            <a:extLst>
              <a:ext uri="{FF2B5EF4-FFF2-40B4-BE49-F238E27FC236}">
                <a16:creationId xmlns:a16="http://schemas.microsoft.com/office/drawing/2014/main" id="{5CA02BBB-A5DB-8DFB-47F1-494DD1C45354}"/>
              </a:ext>
            </a:extLst>
          </p:cNvPr>
          <p:cNvSpPr>
            <a:spLocks noGrp="1"/>
          </p:cNvSpPr>
          <p:nvPr>
            <p:ph type="sldNum" sz="quarter" idx="12"/>
          </p:nvPr>
        </p:nvSpPr>
        <p:spPr>
          <a:xfrm>
            <a:off x="9904413" y="6331904"/>
            <a:ext cx="1734079" cy="246221"/>
          </a:xfrm>
          <a:prstGeom prst="rect">
            <a:avLst/>
          </a:prstGeo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white"/>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Segoe UI"/>
              <a:ea typeface="+mn-ea"/>
              <a:cs typeface="+mn-cs"/>
            </a:endParaRPr>
          </a:p>
        </p:txBody>
      </p:sp>
      <p:sp>
        <p:nvSpPr>
          <p:cNvPr id="14" name="Rectangle: Rounded Corners 13">
            <a:extLst>
              <a:ext uri="{FF2B5EF4-FFF2-40B4-BE49-F238E27FC236}">
                <a16:creationId xmlns:a16="http://schemas.microsoft.com/office/drawing/2014/main" id="{7A4E2FA7-78F4-CE92-D223-8C014E6AE8EC}"/>
              </a:ext>
            </a:extLst>
          </p:cNvPr>
          <p:cNvSpPr/>
          <p:nvPr/>
        </p:nvSpPr>
        <p:spPr>
          <a:xfrm>
            <a:off x="2796730" y="1638300"/>
            <a:ext cx="2112264" cy="45338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7" name="Rectangle: Rounded Corners 16">
            <a:extLst>
              <a:ext uri="{FF2B5EF4-FFF2-40B4-BE49-F238E27FC236}">
                <a16:creationId xmlns:a16="http://schemas.microsoft.com/office/drawing/2014/main" id="{A61ABB56-C7EE-A8CD-C650-27C337665104}"/>
              </a:ext>
            </a:extLst>
          </p:cNvPr>
          <p:cNvSpPr/>
          <p:nvPr/>
        </p:nvSpPr>
        <p:spPr>
          <a:xfrm>
            <a:off x="5044185" y="1638300"/>
            <a:ext cx="2112264" cy="45338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3" name="Rectangle: Rounded Corners 2">
            <a:extLst>
              <a:ext uri="{FF2B5EF4-FFF2-40B4-BE49-F238E27FC236}">
                <a16:creationId xmlns:a16="http://schemas.microsoft.com/office/drawing/2014/main" id="{9640E4D3-FE35-729B-625E-6EE87A740866}"/>
              </a:ext>
            </a:extLst>
          </p:cNvPr>
          <p:cNvSpPr/>
          <p:nvPr/>
        </p:nvSpPr>
        <p:spPr>
          <a:xfrm>
            <a:off x="7291640" y="1638300"/>
            <a:ext cx="2112264" cy="45338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1" name="Rectangle: Rounded Corners 10">
            <a:extLst>
              <a:ext uri="{FF2B5EF4-FFF2-40B4-BE49-F238E27FC236}">
                <a16:creationId xmlns:a16="http://schemas.microsoft.com/office/drawing/2014/main" id="{283A9041-4C40-5F21-D192-43B411047011}"/>
              </a:ext>
            </a:extLst>
          </p:cNvPr>
          <p:cNvSpPr/>
          <p:nvPr/>
        </p:nvSpPr>
        <p:spPr>
          <a:xfrm>
            <a:off x="9539097" y="1638300"/>
            <a:ext cx="2112264" cy="4533899"/>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 name="Content Placeholder 9">
            <a:extLst>
              <a:ext uri="{FF2B5EF4-FFF2-40B4-BE49-F238E27FC236}">
                <a16:creationId xmlns:a16="http://schemas.microsoft.com/office/drawing/2014/main" id="{11280968-7614-5E59-F463-E4CC029276B5}"/>
              </a:ext>
            </a:extLst>
          </p:cNvPr>
          <p:cNvSpPr>
            <a:spLocks noGrp="1"/>
          </p:cNvSpPr>
          <p:nvPr>
            <p:ph sz="quarter" idx="13"/>
          </p:nvPr>
        </p:nvSpPr>
        <p:spPr>
          <a:xfrm>
            <a:off x="823595" y="4090736"/>
            <a:ext cx="1563624" cy="1799925"/>
          </a:xfrm>
        </p:spPr>
        <p:txBody>
          <a:bodyPr/>
          <a:lstStyle>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9">
            <a:extLst>
              <a:ext uri="{FF2B5EF4-FFF2-40B4-BE49-F238E27FC236}">
                <a16:creationId xmlns:a16="http://schemas.microsoft.com/office/drawing/2014/main" id="{5870A569-9AC6-E02F-AF2A-75194B98A477}"/>
              </a:ext>
            </a:extLst>
          </p:cNvPr>
          <p:cNvSpPr>
            <a:spLocks noGrp="1"/>
          </p:cNvSpPr>
          <p:nvPr>
            <p:ph sz="quarter" idx="20"/>
          </p:nvPr>
        </p:nvSpPr>
        <p:spPr>
          <a:xfrm>
            <a:off x="3071050" y="4090736"/>
            <a:ext cx="1563624" cy="1799925"/>
          </a:xfrm>
        </p:spPr>
        <p:txBody>
          <a:bodyPr/>
          <a:lstStyle>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9">
            <a:extLst>
              <a:ext uri="{FF2B5EF4-FFF2-40B4-BE49-F238E27FC236}">
                <a16:creationId xmlns:a16="http://schemas.microsoft.com/office/drawing/2014/main" id="{E4C0661F-DF3B-0C61-5CBE-9185A9690B3E}"/>
              </a:ext>
            </a:extLst>
          </p:cNvPr>
          <p:cNvSpPr>
            <a:spLocks noGrp="1"/>
          </p:cNvSpPr>
          <p:nvPr>
            <p:ph sz="quarter" idx="22"/>
          </p:nvPr>
        </p:nvSpPr>
        <p:spPr>
          <a:xfrm>
            <a:off x="5318505" y="4090736"/>
            <a:ext cx="1563624" cy="1799925"/>
          </a:xfrm>
        </p:spPr>
        <p:txBody>
          <a:bodyPr/>
          <a:lstStyle>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9">
            <a:extLst>
              <a:ext uri="{FF2B5EF4-FFF2-40B4-BE49-F238E27FC236}">
                <a16:creationId xmlns:a16="http://schemas.microsoft.com/office/drawing/2014/main" id="{FB2641D7-58A5-EC16-7180-4F119B4D627D}"/>
              </a:ext>
            </a:extLst>
          </p:cNvPr>
          <p:cNvSpPr>
            <a:spLocks noGrp="1"/>
          </p:cNvSpPr>
          <p:nvPr>
            <p:ph sz="quarter" idx="23"/>
          </p:nvPr>
        </p:nvSpPr>
        <p:spPr>
          <a:xfrm>
            <a:off x="7565960" y="4090736"/>
            <a:ext cx="1563624" cy="1799925"/>
          </a:xfrm>
        </p:spPr>
        <p:txBody>
          <a:bodyPr/>
          <a:lstStyle>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9">
            <a:extLst>
              <a:ext uri="{FF2B5EF4-FFF2-40B4-BE49-F238E27FC236}">
                <a16:creationId xmlns:a16="http://schemas.microsoft.com/office/drawing/2014/main" id="{B862C58E-B56A-38D8-AA06-C84B0DD0C3D8}"/>
              </a:ext>
            </a:extLst>
          </p:cNvPr>
          <p:cNvSpPr>
            <a:spLocks noGrp="1"/>
          </p:cNvSpPr>
          <p:nvPr>
            <p:ph sz="quarter" idx="24"/>
          </p:nvPr>
        </p:nvSpPr>
        <p:spPr>
          <a:xfrm>
            <a:off x="9813417" y="4090736"/>
            <a:ext cx="1563624" cy="1799925"/>
          </a:xfrm>
        </p:spPr>
        <p:txBody>
          <a:bodyPr/>
          <a:lstStyle>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0487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Section slide">
    <p:spTree>
      <p:nvGrpSpPr>
        <p:cNvPr id="1" name=""/>
        <p:cNvGrpSpPr/>
        <p:nvPr/>
      </p:nvGrpSpPr>
      <p:grpSpPr>
        <a:xfrm>
          <a:off x="0" y="0"/>
          <a:ext cx="0" cy="0"/>
          <a:chOff x="0" y="0"/>
          <a:chExt cx="0" cy="0"/>
        </a:xfrm>
      </p:grpSpPr>
      <p:pic>
        <p:nvPicPr>
          <p:cNvPr id="9" name="Picture 8" descr="A group of messages on a table&#10;&#10;Description automatically generated">
            <a:extLst>
              <a:ext uri="{FF2B5EF4-FFF2-40B4-BE49-F238E27FC236}">
                <a16:creationId xmlns:a16="http://schemas.microsoft.com/office/drawing/2014/main" id="{32D53500-C353-063C-4052-2F0AD4B8A7CF}"/>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a:stretch/>
        </p:blipFill>
        <p:spPr>
          <a:xfrm>
            <a:off x="0" y="0"/>
            <a:ext cx="12192000" cy="6718300"/>
          </a:xfrm>
          <a:prstGeom prst="rect">
            <a:avLst/>
          </a:prstGeom>
        </p:spPr>
      </p:pic>
      <p:sp>
        <p:nvSpPr>
          <p:cNvPr id="2" name="Title 1">
            <a:extLst>
              <a:ext uri="{FF2B5EF4-FFF2-40B4-BE49-F238E27FC236}">
                <a16:creationId xmlns:a16="http://schemas.microsoft.com/office/drawing/2014/main" id="{8FE305BE-18A1-0942-6062-8821EF9E869A}"/>
              </a:ext>
            </a:extLst>
          </p:cNvPr>
          <p:cNvSpPr>
            <a:spLocks noGrp="1"/>
          </p:cNvSpPr>
          <p:nvPr>
            <p:ph type="title"/>
          </p:nvPr>
        </p:nvSpPr>
        <p:spPr>
          <a:xfrm>
            <a:off x="549274" y="1638300"/>
            <a:ext cx="4648368" cy="1903912"/>
          </a:xfrm>
        </p:spPr>
        <p:txBody>
          <a:bodyPr anchor="b" anchorCtr="0"/>
          <a:lstStyle>
            <a:lvl1pPr>
              <a:defRPr>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E576D92-A183-6157-4180-3A75A6BC1053}"/>
              </a:ext>
            </a:extLst>
          </p:cNvPr>
          <p:cNvSpPr>
            <a:spLocks noGrp="1"/>
          </p:cNvSpPr>
          <p:nvPr>
            <p:ph type="ftr" sz="quarter" idx="10"/>
          </p:nvPr>
        </p:nvSpPr>
        <p:spPr>
          <a:xfrm>
            <a:off x="549274" y="6341190"/>
            <a:ext cx="5480051" cy="246221"/>
          </a:xfrm>
          <a:prstGeom prst="rect">
            <a:avLst/>
          </a:prstGeom>
        </p:spPr>
        <p:txBody>
          <a:bodyPr/>
          <a:lstStyle>
            <a:lvl1pPr>
              <a:defRPr>
                <a:solidFill>
                  <a:schemeClr val="bg1"/>
                </a:solidFill>
              </a:defRPr>
            </a:lvl1pPr>
          </a:lstStyle>
          <a:p>
            <a:pPr defTabSz="914400"/>
            <a:r>
              <a:rPr lang="en-US"/>
              <a:t>© Copyright Microsoft Corporation. All rights reserved.</a:t>
            </a:r>
          </a:p>
        </p:txBody>
      </p:sp>
      <p:sp>
        <p:nvSpPr>
          <p:cNvPr id="6" name="Slide Number Placeholder 5">
            <a:extLst>
              <a:ext uri="{FF2B5EF4-FFF2-40B4-BE49-F238E27FC236}">
                <a16:creationId xmlns:a16="http://schemas.microsoft.com/office/drawing/2014/main" id="{075DF1DD-E965-5DD5-6A1E-E9943C781597}"/>
              </a:ext>
            </a:extLst>
          </p:cNvPr>
          <p:cNvSpPr>
            <a:spLocks noGrp="1"/>
          </p:cNvSpPr>
          <p:nvPr>
            <p:ph type="sldNum" sz="quarter" idx="11"/>
          </p:nvPr>
        </p:nvSpPr>
        <p:spPr>
          <a:xfrm>
            <a:off x="9904413" y="6331904"/>
            <a:ext cx="1734079" cy="246221"/>
          </a:xfrm>
          <a:prstGeom prst="rect">
            <a:avLst/>
          </a:prstGeom>
        </p:spPr>
        <p:txBody>
          <a:bodyPr/>
          <a:lstStyle>
            <a:lvl1pPr>
              <a:defRPr>
                <a:solidFill>
                  <a:schemeClr val="bg1"/>
                </a:solidFill>
              </a:defRPr>
            </a:lvl1pPr>
          </a:lstStyle>
          <a:p>
            <a:pPr defTabSz="914400"/>
            <a:fld id="{C67CA0B0-04EF-433A-8113-67BC344D39D3}" type="slidenum">
              <a:rPr lang="en-US" smtClean="0"/>
              <a:pPr defTabSz="914400"/>
              <a:t>‹#›</a:t>
            </a:fld>
            <a:endParaRPr lang="en-US"/>
          </a:p>
        </p:txBody>
      </p:sp>
      <p:pic>
        <p:nvPicPr>
          <p:cNvPr id="4" name="Graphic 3" descr="Checkmark with solid fill">
            <a:extLst>
              <a:ext uri="{FF2B5EF4-FFF2-40B4-BE49-F238E27FC236}">
                <a16:creationId xmlns:a16="http://schemas.microsoft.com/office/drawing/2014/main" id="{E5376706-4A25-DA59-3DD6-F609BB485F0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5237" y="593011"/>
            <a:ext cx="914400" cy="914400"/>
          </a:xfrm>
          <a:prstGeom prst="rect">
            <a:avLst/>
          </a:prstGeom>
        </p:spPr>
      </p:pic>
    </p:spTree>
    <p:extLst>
      <p:ext uri="{BB962C8B-B14F-4D97-AF65-F5344CB8AC3E}">
        <p14:creationId xmlns:p14="http://schemas.microsoft.com/office/powerpoint/2010/main" val="22189581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Section slide with subtitle">
    <p:spTree>
      <p:nvGrpSpPr>
        <p:cNvPr id="1" name=""/>
        <p:cNvGrpSpPr/>
        <p:nvPr/>
      </p:nvGrpSpPr>
      <p:grpSpPr>
        <a:xfrm>
          <a:off x="0" y="0"/>
          <a:ext cx="0" cy="0"/>
          <a:chOff x="0" y="0"/>
          <a:chExt cx="0" cy="0"/>
        </a:xfrm>
      </p:grpSpPr>
      <p:pic>
        <p:nvPicPr>
          <p:cNvPr id="9" name="Picture 8" descr="A group of messages on a table&#10;&#10;Description automatically generated">
            <a:extLst>
              <a:ext uri="{FF2B5EF4-FFF2-40B4-BE49-F238E27FC236}">
                <a16:creationId xmlns:a16="http://schemas.microsoft.com/office/drawing/2014/main" id="{32D53500-C353-063C-4052-2F0AD4B8A7CF}"/>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a:stretch/>
        </p:blipFill>
        <p:spPr>
          <a:xfrm>
            <a:off x="0" y="0"/>
            <a:ext cx="12192000" cy="6718300"/>
          </a:xfrm>
          <a:prstGeom prst="rect">
            <a:avLst/>
          </a:prstGeom>
        </p:spPr>
      </p:pic>
      <p:sp>
        <p:nvSpPr>
          <p:cNvPr id="2" name="Title 1">
            <a:extLst>
              <a:ext uri="{FF2B5EF4-FFF2-40B4-BE49-F238E27FC236}">
                <a16:creationId xmlns:a16="http://schemas.microsoft.com/office/drawing/2014/main" id="{8FE305BE-18A1-0942-6062-8821EF9E869A}"/>
              </a:ext>
            </a:extLst>
          </p:cNvPr>
          <p:cNvSpPr>
            <a:spLocks noGrp="1"/>
          </p:cNvSpPr>
          <p:nvPr>
            <p:ph type="title"/>
          </p:nvPr>
        </p:nvSpPr>
        <p:spPr>
          <a:xfrm>
            <a:off x="549274" y="1638300"/>
            <a:ext cx="4648368" cy="1903912"/>
          </a:xfrm>
        </p:spPr>
        <p:txBody>
          <a:bodyPr anchor="b" anchorCtr="0"/>
          <a:lstStyle>
            <a:lvl1pPr>
              <a:defRPr>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EE576D92-A183-6157-4180-3A75A6BC1053}"/>
              </a:ext>
            </a:extLst>
          </p:cNvPr>
          <p:cNvSpPr>
            <a:spLocks noGrp="1"/>
          </p:cNvSpPr>
          <p:nvPr>
            <p:ph type="ftr" sz="quarter" idx="10"/>
          </p:nvPr>
        </p:nvSpPr>
        <p:spPr>
          <a:xfrm>
            <a:off x="549274" y="6341190"/>
            <a:ext cx="5480051" cy="246221"/>
          </a:xfrm>
          <a:prstGeom prst="rect">
            <a:avLst/>
          </a:prstGeom>
        </p:spPr>
        <p:txBody>
          <a:bodyPr/>
          <a:lstStyle>
            <a:lvl1pPr>
              <a:defRPr>
                <a:solidFill>
                  <a:schemeClr val="bg1"/>
                </a:solidFill>
              </a:defRPr>
            </a:lvl1pPr>
          </a:lstStyle>
          <a:p>
            <a:pPr defTabSz="914400"/>
            <a:r>
              <a:rPr lang="en-US"/>
              <a:t>© Copyright Microsoft Corporation. All rights reserved.</a:t>
            </a:r>
          </a:p>
        </p:txBody>
      </p:sp>
      <p:sp>
        <p:nvSpPr>
          <p:cNvPr id="6" name="Slide Number Placeholder 5">
            <a:extLst>
              <a:ext uri="{FF2B5EF4-FFF2-40B4-BE49-F238E27FC236}">
                <a16:creationId xmlns:a16="http://schemas.microsoft.com/office/drawing/2014/main" id="{075DF1DD-E965-5DD5-6A1E-E9943C781597}"/>
              </a:ext>
            </a:extLst>
          </p:cNvPr>
          <p:cNvSpPr>
            <a:spLocks noGrp="1"/>
          </p:cNvSpPr>
          <p:nvPr>
            <p:ph type="sldNum" sz="quarter" idx="11"/>
          </p:nvPr>
        </p:nvSpPr>
        <p:spPr>
          <a:xfrm>
            <a:off x="9904413" y="6331904"/>
            <a:ext cx="1734079" cy="246221"/>
          </a:xfrm>
          <a:prstGeom prst="rect">
            <a:avLst/>
          </a:prstGeom>
        </p:spPr>
        <p:txBody>
          <a:bodyPr/>
          <a:lstStyle>
            <a:lvl1pPr>
              <a:defRPr>
                <a:solidFill>
                  <a:schemeClr val="bg1"/>
                </a:solidFill>
              </a:defRPr>
            </a:lvl1pPr>
          </a:lstStyle>
          <a:p>
            <a:pPr defTabSz="914400"/>
            <a:fld id="{C67CA0B0-04EF-433A-8113-67BC344D39D3}" type="slidenum">
              <a:rPr lang="en-US" smtClean="0"/>
              <a:pPr defTabSz="914400"/>
              <a:t>‹#›</a:t>
            </a:fld>
            <a:endParaRPr lang="en-US"/>
          </a:p>
        </p:txBody>
      </p:sp>
      <p:sp>
        <p:nvSpPr>
          <p:cNvPr id="3" name="Subtitle 2">
            <a:extLst>
              <a:ext uri="{FF2B5EF4-FFF2-40B4-BE49-F238E27FC236}">
                <a16:creationId xmlns:a16="http://schemas.microsoft.com/office/drawing/2014/main" id="{2F46EE99-187A-2F80-4FB5-ED8673EC8A54}"/>
              </a:ext>
            </a:extLst>
          </p:cNvPr>
          <p:cNvSpPr>
            <a:spLocks noGrp="1"/>
          </p:cNvSpPr>
          <p:nvPr>
            <p:ph type="subTitle" idx="1"/>
          </p:nvPr>
        </p:nvSpPr>
        <p:spPr>
          <a:xfrm>
            <a:off x="549275" y="3665438"/>
            <a:ext cx="4648368" cy="1229519"/>
          </a:xfrm>
        </p:spPr>
        <p:txBody>
          <a:bodyPr/>
          <a:lstStyle>
            <a:lvl1pPr marL="0" indent="0" algn="l">
              <a:buNone/>
              <a:defRPr sz="2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745250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Summary page_Big headline">
    <p:bg>
      <p:bgPr>
        <a:solidFill>
          <a:schemeClr val="bg2"/>
        </a:solidFill>
        <a:effectLst/>
      </p:bgPr>
    </p:bg>
    <p:spTree>
      <p:nvGrpSpPr>
        <p:cNvPr id="1" name=""/>
        <p:cNvGrpSpPr/>
        <p:nvPr/>
      </p:nvGrpSpPr>
      <p:grpSpPr>
        <a:xfrm>
          <a:off x="0" y="0"/>
          <a:ext cx="0" cy="0"/>
          <a:chOff x="0" y="0"/>
          <a:chExt cx="0" cy="0"/>
        </a:xfrm>
      </p:grpSpPr>
      <p:pic>
        <p:nvPicPr>
          <p:cNvPr id="6" name="Picture 5" descr="A group of chat boxes&#10;&#10;Description automatically generated">
            <a:extLst>
              <a:ext uri="{FF2B5EF4-FFF2-40B4-BE49-F238E27FC236}">
                <a16:creationId xmlns:a16="http://schemas.microsoft.com/office/drawing/2014/main" id="{7EC4F649-6224-35AC-63DA-ED13663C2B8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661204" y="685800"/>
            <a:ext cx="4035496" cy="5600700"/>
          </a:xfrm>
          <a:prstGeom prst="rect">
            <a:avLst/>
          </a:prstGeom>
        </p:spPr>
      </p:pic>
      <p:pic>
        <p:nvPicPr>
          <p:cNvPr id="3" name="Picture 2" descr="A blurry image of a person's hand&#10;&#10;Description automatically generated">
            <a:extLst>
              <a:ext uri="{FF2B5EF4-FFF2-40B4-BE49-F238E27FC236}">
                <a16:creationId xmlns:a16="http://schemas.microsoft.com/office/drawing/2014/main" id="{1886A6EB-DC3A-AC64-803E-AEC23C354B34}"/>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718300"/>
          </a:xfrm>
          <a:prstGeom prst="rect">
            <a:avLst/>
          </a:prstGeom>
        </p:spPr>
      </p:pic>
      <p:sp>
        <p:nvSpPr>
          <p:cNvPr id="4" name="Rectangle 3">
            <a:extLst>
              <a:ext uri="{FF2B5EF4-FFF2-40B4-BE49-F238E27FC236}">
                <a16:creationId xmlns:a16="http://schemas.microsoft.com/office/drawing/2014/main" id="{F0F8B4D4-45FE-8A6B-0940-2613A4013FC0}"/>
              </a:ext>
            </a:extLst>
          </p:cNvPr>
          <p:cNvSpPr/>
          <p:nvPr/>
        </p:nvSpPr>
        <p:spPr>
          <a:xfrm>
            <a:off x="0" y="0"/>
            <a:ext cx="12192000" cy="6718300"/>
          </a:xfrm>
          <a:prstGeom prst="rect">
            <a:avLst/>
          </a:prstGeom>
          <a:gradFill flip="none" rotWithShape="1">
            <a:gsLst>
              <a:gs pos="36000">
                <a:schemeClr val="bg1">
                  <a:alpha val="68000"/>
                </a:schemeClr>
              </a:gs>
              <a:gs pos="100000">
                <a:schemeClr val="bg1">
                  <a:alpha val="2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 name="Title 4">
            <a:extLst>
              <a:ext uri="{FF2B5EF4-FFF2-40B4-BE49-F238E27FC236}">
                <a16:creationId xmlns:a16="http://schemas.microsoft.com/office/drawing/2014/main" id="{7EB4D8B9-00E6-50F4-2FC0-E66FC7FEF0BF}"/>
              </a:ext>
            </a:extLst>
          </p:cNvPr>
          <p:cNvSpPr>
            <a:spLocks noGrp="1"/>
          </p:cNvSpPr>
          <p:nvPr>
            <p:ph type="title"/>
          </p:nvPr>
        </p:nvSpPr>
        <p:spPr>
          <a:xfrm>
            <a:off x="549274" y="472439"/>
            <a:ext cx="5480051" cy="1030923"/>
          </a:xfrm>
        </p:spPr>
        <p:txBody>
          <a:bodyPr/>
          <a:lstStyle/>
          <a:p>
            <a:r>
              <a:rPr lang="en-US"/>
              <a:t>Click to edit Master title style</a:t>
            </a:r>
          </a:p>
        </p:txBody>
      </p:sp>
      <p:sp>
        <p:nvSpPr>
          <p:cNvPr id="11" name="Content Placeholder 10">
            <a:extLst>
              <a:ext uri="{FF2B5EF4-FFF2-40B4-BE49-F238E27FC236}">
                <a16:creationId xmlns:a16="http://schemas.microsoft.com/office/drawing/2014/main" id="{4378FD17-790A-8B52-7F99-19C0AD1D8CFB}"/>
              </a:ext>
            </a:extLst>
          </p:cNvPr>
          <p:cNvSpPr>
            <a:spLocks noGrp="1"/>
          </p:cNvSpPr>
          <p:nvPr>
            <p:ph sz="quarter" idx="10"/>
          </p:nvPr>
        </p:nvSpPr>
        <p:spPr>
          <a:xfrm>
            <a:off x="549275" y="1638300"/>
            <a:ext cx="5480050" cy="4533900"/>
          </a:xfrm>
        </p:spPr>
        <p:txBody>
          <a:bodyPr/>
          <a:lstStyle>
            <a:lvl1pPr>
              <a:defRPr>
                <a:solidFill>
                  <a:schemeClr val="accent2"/>
                </a:solidFill>
              </a:defRPr>
            </a:lvl1pPr>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5">
            <a:extLst>
              <a:ext uri="{FF2B5EF4-FFF2-40B4-BE49-F238E27FC236}">
                <a16:creationId xmlns:a16="http://schemas.microsoft.com/office/drawing/2014/main" id="{7EC8379A-9399-47A0-1A84-AE66A2B9B3CC}"/>
              </a:ext>
            </a:extLst>
          </p:cNvPr>
          <p:cNvSpPr>
            <a:spLocks noGrp="1"/>
          </p:cNvSpPr>
          <p:nvPr>
            <p:ph type="pic" sz="quarter" idx="11" hasCustomPrompt="1"/>
          </p:nvPr>
        </p:nvSpPr>
        <p:spPr>
          <a:xfrm>
            <a:off x="6437375" y="549275"/>
            <a:ext cx="5754624" cy="5622926"/>
          </a:xfrm>
          <a:blipFill>
            <a:blip r:embed="rId5"/>
            <a:stretch>
              <a:fillRect/>
            </a:stretch>
          </a:blipFill>
        </p:spPr>
        <p:txBody>
          <a:bodyPr lIns="0" bIns="1280160" anchor="ctr" anchorCtr="1">
            <a:noAutofit/>
          </a:bodyPr>
          <a:lstStyle>
            <a:lvl1pPr marL="0" indent="0" algn="ctr">
              <a:lnSpc>
                <a:spcPct val="150000"/>
              </a:lnSpc>
              <a:buFontTx/>
              <a:buNone/>
              <a:defRPr sz="1200" b="1" i="0">
                <a:solidFill>
                  <a:srgbClr val="000000"/>
                </a:solidFill>
                <a:latin typeface="Segoe UI Semibold" panose="020B0502040204020203" pitchFamily="34" charset="0"/>
                <a:cs typeface="Segoe UI Semibold" panose="020B0502040204020203" pitchFamily="34" charset="0"/>
              </a:defRPr>
            </a:lvl1pPr>
          </a:lstStyle>
          <a:p>
            <a:r>
              <a:rPr lang="en-US"/>
              <a:t>Drag &amp; drop your photo here</a:t>
            </a:r>
            <a:br>
              <a:rPr lang="en-US"/>
            </a:br>
            <a:r>
              <a:rPr lang="en-US"/>
              <a:t>or click or tap icon below to insert</a:t>
            </a:r>
          </a:p>
        </p:txBody>
      </p:sp>
      <p:sp>
        <p:nvSpPr>
          <p:cNvPr id="9" name="Footer Placeholder 8">
            <a:extLst>
              <a:ext uri="{FF2B5EF4-FFF2-40B4-BE49-F238E27FC236}">
                <a16:creationId xmlns:a16="http://schemas.microsoft.com/office/drawing/2014/main" id="{19608951-9E8E-7509-1FBA-4EE1CC69C63D}"/>
              </a:ext>
            </a:extLst>
          </p:cNvPr>
          <p:cNvSpPr>
            <a:spLocks noGrp="1"/>
          </p:cNvSpPr>
          <p:nvPr>
            <p:ph type="ftr" sz="quarter" idx="12"/>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10" name="Slide Number Placeholder 9">
            <a:extLst>
              <a:ext uri="{FF2B5EF4-FFF2-40B4-BE49-F238E27FC236}">
                <a16:creationId xmlns:a16="http://schemas.microsoft.com/office/drawing/2014/main" id="{7A8F2914-1E6F-6C2A-3821-79327D2B9E05}"/>
              </a:ext>
            </a:extLst>
          </p:cNvPr>
          <p:cNvSpPr>
            <a:spLocks noGrp="1"/>
          </p:cNvSpPr>
          <p:nvPr>
            <p:ph type="sldNum" sz="quarter" idx="13"/>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Tree>
    <p:extLst>
      <p:ext uri="{BB962C8B-B14F-4D97-AF65-F5344CB8AC3E}">
        <p14:creationId xmlns:p14="http://schemas.microsoft.com/office/powerpoint/2010/main" val="31526148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Small 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49274" y="513080"/>
            <a:ext cx="7350126" cy="457200"/>
          </a:xfrm>
        </p:spPr>
        <p:txBody>
          <a:bodyPr/>
          <a:lstStyle>
            <a:lvl1pPr>
              <a:defRPr sz="2600"/>
            </a:lvl1pPr>
          </a:lstStyle>
          <a:p>
            <a:r>
              <a:rPr lang="en-US"/>
              <a:t>Click to edit Master title style</a:t>
            </a:r>
          </a:p>
        </p:txBody>
      </p:sp>
    </p:spTree>
    <p:extLst>
      <p:ext uri="{BB962C8B-B14F-4D97-AF65-F5344CB8AC3E}">
        <p14:creationId xmlns:p14="http://schemas.microsoft.com/office/powerpoint/2010/main" val="13739282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17C1B5-8C73-489B-B527-0AEF26BAC008}"/>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B9370407-EBCA-77DD-F103-9EE016845C78}"/>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8" name="Slide Number Placeholder 7">
            <a:extLst>
              <a:ext uri="{FF2B5EF4-FFF2-40B4-BE49-F238E27FC236}">
                <a16:creationId xmlns:a16="http://schemas.microsoft.com/office/drawing/2014/main" id="{5CA02BBB-A5DB-8DFB-47F1-494DD1C45354}"/>
              </a:ext>
            </a:extLst>
          </p:cNvPr>
          <p:cNvSpPr>
            <a:spLocks noGrp="1"/>
          </p:cNvSpPr>
          <p:nvPr>
            <p:ph type="sldNum" sz="quarter" idx="12"/>
          </p:nvPr>
        </p:nvSpPr>
        <p:spPr>
          <a:xfrm>
            <a:off x="9904413" y="6331904"/>
            <a:ext cx="1734079" cy="246221"/>
          </a:xfrm>
          <a:prstGeom prst="rect">
            <a:avLst/>
          </a:prstGeo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white"/>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Segoe UI"/>
              <a:ea typeface="+mn-ea"/>
              <a:cs typeface="+mn-cs"/>
            </a:endParaRPr>
          </a:p>
        </p:txBody>
      </p:sp>
      <p:sp>
        <p:nvSpPr>
          <p:cNvPr id="10" name="Content Placeholder 9">
            <a:extLst>
              <a:ext uri="{FF2B5EF4-FFF2-40B4-BE49-F238E27FC236}">
                <a16:creationId xmlns:a16="http://schemas.microsoft.com/office/drawing/2014/main" id="{11280968-7614-5E59-F463-E4CC029276B5}"/>
              </a:ext>
            </a:extLst>
          </p:cNvPr>
          <p:cNvSpPr>
            <a:spLocks noGrp="1"/>
          </p:cNvSpPr>
          <p:nvPr>
            <p:ph sz="quarter" idx="13"/>
          </p:nvPr>
        </p:nvSpPr>
        <p:spPr>
          <a:xfrm>
            <a:off x="549275" y="1638300"/>
            <a:ext cx="11088688" cy="4529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78496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Title and Content left, photo right - small bullets">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0F739808-4725-B142-9FAB-65DB691EBEFA}"/>
              </a:ext>
            </a:extLst>
          </p:cNvPr>
          <p:cNvSpPr>
            <a:spLocks noGrp="1"/>
          </p:cNvSpPr>
          <p:nvPr>
            <p:ph type="pic" sz="quarter" idx="11" hasCustomPrompt="1"/>
          </p:nvPr>
        </p:nvSpPr>
        <p:spPr>
          <a:xfrm>
            <a:off x="6395720" y="0"/>
            <a:ext cx="5796279" cy="6718300"/>
          </a:xfrm>
          <a:blipFill>
            <a:blip r:embed="rId2"/>
            <a:stretch>
              <a:fillRect/>
            </a:stretch>
          </a:blipFill>
        </p:spPr>
        <p:txBody>
          <a:bodyPr lIns="0" bIns="1280160" anchor="ctr" anchorCtr="1">
            <a:noAutofit/>
          </a:bodyPr>
          <a:lstStyle>
            <a:lvl1pPr marL="0" indent="0" algn="ctr">
              <a:lnSpc>
                <a:spcPct val="150000"/>
              </a:lnSpc>
              <a:buFontTx/>
              <a:buNone/>
              <a:defRPr sz="1200" b="1" i="0">
                <a:solidFill>
                  <a:srgbClr val="000000"/>
                </a:solidFill>
                <a:latin typeface="Segoe UI Semibold" panose="020B0502040204020203" pitchFamily="34" charset="0"/>
                <a:cs typeface="Segoe UI Semibold" panose="020B0502040204020203" pitchFamily="34" charset="0"/>
              </a:defRPr>
            </a:lvl1pPr>
          </a:lstStyle>
          <a:p>
            <a:r>
              <a:rPr lang="en-US"/>
              <a:t>Drag &amp; drop your photo here</a:t>
            </a:r>
            <a:br>
              <a:rPr lang="en-US"/>
            </a:br>
            <a:r>
              <a:rPr lang="en-US"/>
              <a:t>or click or tap icon below to insert</a:t>
            </a:r>
          </a:p>
        </p:txBody>
      </p:sp>
      <p:sp>
        <p:nvSpPr>
          <p:cNvPr id="4" name="Title 3">
            <a:extLst>
              <a:ext uri="{FF2B5EF4-FFF2-40B4-BE49-F238E27FC236}">
                <a16:creationId xmlns:a16="http://schemas.microsoft.com/office/drawing/2014/main" id="{821F46B5-1FB1-F321-C3F8-335A2135AB27}"/>
              </a:ext>
            </a:extLst>
          </p:cNvPr>
          <p:cNvSpPr>
            <a:spLocks noGrp="1"/>
          </p:cNvSpPr>
          <p:nvPr>
            <p:ph type="title"/>
          </p:nvPr>
        </p:nvSpPr>
        <p:spPr>
          <a:xfrm>
            <a:off x="549274" y="472439"/>
            <a:ext cx="5480051" cy="1030923"/>
          </a:xfrm>
        </p:spPr>
        <p:txBody>
          <a:bodyPr/>
          <a:lstStyle/>
          <a:p>
            <a:r>
              <a:rPr lang="en-US"/>
              <a:t>Click to edit Master title style</a:t>
            </a:r>
          </a:p>
        </p:txBody>
      </p:sp>
      <p:sp>
        <p:nvSpPr>
          <p:cNvPr id="6" name="Content Placeholder 7">
            <a:extLst>
              <a:ext uri="{FF2B5EF4-FFF2-40B4-BE49-F238E27FC236}">
                <a16:creationId xmlns:a16="http://schemas.microsoft.com/office/drawing/2014/main" id="{83D39C93-D576-2429-9943-3CC3592F147C}"/>
              </a:ext>
            </a:extLst>
          </p:cNvPr>
          <p:cNvSpPr>
            <a:spLocks noGrp="1"/>
          </p:cNvSpPr>
          <p:nvPr>
            <p:ph sz="quarter" idx="10"/>
          </p:nvPr>
        </p:nvSpPr>
        <p:spPr>
          <a:xfrm>
            <a:off x="547688" y="1638299"/>
            <a:ext cx="5481637" cy="4533901"/>
          </a:xfrm>
        </p:spPr>
        <p:txBody>
          <a:bodyPr/>
          <a:lstStyle>
            <a:lvl3pPr>
              <a:defRPr>
                <a:solidFill>
                  <a:schemeClr val="accent2"/>
                </a:solidFill>
              </a:defRPr>
            </a:lvl3pPr>
            <a:lvl5pPr marL="137160" indent="-137160">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4C155E0E-0A64-05BC-42DC-5070468FB5C9}"/>
              </a:ext>
            </a:extLst>
          </p:cNvPr>
          <p:cNvSpPr>
            <a:spLocks noGrp="1"/>
          </p:cNvSpPr>
          <p:nvPr>
            <p:ph type="ftr" sz="quarter" idx="12"/>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7" name="Slide Number Placeholder 6">
            <a:extLst>
              <a:ext uri="{FF2B5EF4-FFF2-40B4-BE49-F238E27FC236}">
                <a16:creationId xmlns:a16="http://schemas.microsoft.com/office/drawing/2014/main" id="{408FE154-974E-8A59-29F6-9318FBDCECCB}"/>
              </a:ext>
            </a:extLst>
          </p:cNvPr>
          <p:cNvSpPr>
            <a:spLocks noGrp="1"/>
          </p:cNvSpPr>
          <p:nvPr>
            <p:ph type="sldNum" sz="quarter" idx="13"/>
          </p:nvPr>
        </p:nvSpPr>
        <p:spPr>
          <a:xfrm>
            <a:off x="9904413" y="6331904"/>
            <a:ext cx="1734079" cy="246221"/>
          </a:xfrm>
          <a:prstGeom prst="rect">
            <a:avLst/>
          </a:prstGeo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white"/>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0702608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6135">
          <p15:clr>
            <a:srgbClr val="5ACBF0"/>
          </p15:clr>
        </p15:guide>
        <p15:guide id="3" orient="horz" pos="1910">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Title and Content left, photo right">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0F739808-4725-B142-9FAB-65DB691EBEFA}"/>
              </a:ext>
            </a:extLst>
          </p:cNvPr>
          <p:cNvSpPr>
            <a:spLocks noGrp="1"/>
          </p:cNvSpPr>
          <p:nvPr>
            <p:ph type="pic" sz="quarter" idx="11" hasCustomPrompt="1"/>
          </p:nvPr>
        </p:nvSpPr>
        <p:spPr>
          <a:xfrm>
            <a:off x="6395720" y="0"/>
            <a:ext cx="5796279" cy="6718300"/>
          </a:xfrm>
          <a:blipFill>
            <a:blip r:embed="rId2"/>
            <a:stretch>
              <a:fillRect/>
            </a:stretch>
          </a:blipFill>
        </p:spPr>
        <p:txBody>
          <a:bodyPr lIns="0" bIns="1280160" anchor="ctr" anchorCtr="1">
            <a:noAutofit/>
          </a:bodyPr>
          <a:lstStyle>
            <a:lvl1pPr marL="0" indent="0" algn="ctr">
              <a:lnSpc>
                <a:spcPct val="150000"/>
              </a:lnSpc>
              <a:buFontTx/>
              <a:buNone/>
              <a:defRPr sz="1200" b="1" i="0">
                <a:solidFill>
                  <a:srgbClr val="000000"/>
                </a:solidFill>
                <a:latin typeface="Segoe UI Semibold" panose="020B0502040204020203" pitchFamily="34" charset="0"/>
                <a:cs typeface="Segoe UI Semibold" panose="020B0502040204020203" pitchFamily="34" charset="0"/>
              </a:defRPr>
            </a:lvl1pPr>
          </a:lstStyle>
          <a:p>
            <a:r>
              <a:rPr lang="en-US"/>
              <a:t>Drag &amp; drop your photo here</a:t>
            </a:r>
            <a:br>
              <a:rPr lang="en-US"/>
            </a:br>
            <a:r>
              <a:rPr lang="en-US"/>
              <a:t>or click or tap icon below to insert</a:t>
            </a:r>
          </a:p>
        </p:txBody>
      </p:sp>
      <p:sp>
        <p:nvSpPr>
          <p:cNvPr id="4" name="Title 3">
            <a:extLst>
              <a:ext uri="{FF2B5EF4-FFF2-40B4-BE49-F238E27FC236}">
                <a16:creationId xmlns:a16="http://schemas.microsoft.com/office/drawing/2014/main" id="{821F46B5-1FB1-F321-C3F8-335A2135AB27}"/>
              </a:ext>
            </a:extLst>
          </p:cNvPr>
          <p:cNvSpPr>
            <a:spLocks noGrp="1"/>
          </p:cNvSpPr>
          <p:nvPr>
            <p:ph type="title"/>
          </p:nvPr>
        </p:nvSpPr>
        <p:spPr>
          <a:xfrm>
            <a:off x="549274" y="472439"/>
            <a:ext cx="5480051" cy="1030923"/>
          </a:xfrm>
        </p:spPr>
        <p:txBody>
          <a:bodyPr/>
          <a:lstStyle/>
          <a:p>
            <a:r>
              <a:rPr lang="en-US"/>
              <a:t>Click to edit Master title style</a:t>
            </a:r>
          </a:p>
        </p:txBody>
      </p:sp>
      <p:sp>
        <p:nvSpPr>
          <p:cNvPr id="6" name="Content Placeholder 7">
            <a:extLst>
              <a:ext uri="{FF2B5EF4-FFF2-40B4-BE49-F238E27FC236}">
                <a16:creationId xmlns:a16="http://schemas.microsoft.com/office/drawing/2014/main" id="{83D39C93-D576-2429-9943-3CC3592F147C}"/>
              </a:ext>
            </a:extLst>
          </p:cNvPr>
          <p:cNvSpPr>
            <a:spLocks noGrp="1"/>
          </p:cNvSpPr>
          <p:nvPr>
            <p:ph sz="quarter" idx="10"/>
          </p:nvPr>
        </p:nvSpPr>
        <p:spPr>
          <a:xfrm>
            <a:off x="547688" y="1638299"/>
            <a:ext cx="5481637" cy="4533901"/>
          </a:xfrm>
        </p:spPr>
        <p:txBody>
          <a:bodyPr/>
          <a:lstStyle>
            <a:lvl3pPr>
              <a:defRPr>
                <a:solidFill>
                  <a:schemeClr val="accent2"/>
                </a:solidFill>
              </a:defRPr>
            </a:lvl3pPr>
            <a:lvl5pPr marL="137160" indent="-13716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4C155E0E-0A64-05BC-42DC-5070468FB5C9}"/>
              </a:ext>
            </a:extLst>
          </p:cNvPr>
          <p:cNvSpPr>
            <a:spLocks noGrp="1"/>
          </p:cNvSpPr>
          <p:nvPr>
            <p:ph type="ftr" sz="quarter" idx="12"/>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7" name="Slide Number Placeholder 6">
            <a:extLst>
              <a:ext uri="{FF2B5EF4-FFF2-40B4-BE49-F238E27FC236}">
                <a16:creationId xmlns:a16="http://schemas.microsoft.com/office/drawing/2014/main" id="{408FE154-974E-8A59-29F6-9318FBDCECCB}"/>
              </a:ext>
            </a:extLst>
          </p:cNvPr>
          <p:cNvSpPr>
            <a:spLocks noGrp="1"/>
          </p:cNvSpPr>
          <p:nvPr>
            <p:ph type="sldNum" sz="quarter" idx="13"/>
          </p:nvPr>
        </p:nvSpPr>
        <p:spPr>
          <a:xfrm>
            <a:off x="9904413" y="6331904"/>
            <a:ext cx="1734079" cy="246221"/>
          </a:xfrm>
          <a:prstGeom prst="rect">
            <a:avLst/>
          </a:prstGeo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white"/>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0274667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6135">
          <p15:clr>
            <a:srgbClr val="5ACBF0"/>
          </p15:clr>
        </p15:guide>
        <p15:guide id="3" orient="horz" pos="1910">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Title and Content right, photo left">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0F739808-4725-B142-9FAB-65DB691EBEFA}"/>
              </a:ext>
            </a:extLst>
          </p:cNvPr>
          <p:cNvSpPr>
            <a:spLocks noGrp="1"/>
          </p:cNvSpPr>
          <p:nvPr>
            <p:ph type="pic" sz="quarter" idx="11" hasCustomPrompt="1"/>
          </p:nvPr>
        </p:nvSpPr>
        <p:spPr>
          <a:xfrm>
            <a:off x="0" y="0"/>
            <a:ext cx="5796279" cy="6718300"/>
          </a:xfrm>
          <a:blipFill>
            <a:blip r:embed="rId2"/>
            <a:stretch>
              <a:fillRect/>
            </a:stretch>
          </a:blipFill>
        </p:spPr>
        <p:txBody>
          <a:bodyPr lIns="0" bIns="1280160" anchor="ctr" anchorCtr="1">
            <a:noAutofit/>
          </a:bodyPr>
          <a:lstStyle>
            <a:lvl1pPr marL="0" indent="0" algn="ctr">
              <a:lnSpc>
                <a:spcPct val="150000"/>
              </a:lnSpc>
              <a:buFontTx/>
              <a:buNone/>
              <a:defRPr sz="1200" b="1" i="0">
                <a:solidFill>
                  <a:srgbClr val="000000"/>
                </a:solidFill>
                <a:latin typeface="Segoe UI Semibold" panose="020B0502040204020203" pitchFamily="34" charset="0"/>
                <a:cs typeface="Segoe UI Semibold" panose="020B0502040204020203" pitchFamily="34" charset="0"/>
              </a:defRPr>
            </a:lvl1pPr>
          </a:lstStyle>
          <a:p>
            <a:r>
              <a:rPr lang="en-US"/>
              <a:t>Drag &amp; drop your photo here</a:t>
            </a:r>
            <a:br>
              <a:rPr lang="en-US"/>
            </a:br>
            <a:r>
              <a:rPr lang="en-US"/>
              <a:t>or click or tap icon below to insert</a:t>
            </a:r>
          </a:p>
        </p:txBody>
      </p:sp>
      <p:sp>
        <p:nvSpPr>
          <p:cNvPr id="4" name="Title 3">
            <a:extLst>
              <a:ext uri="{FF2B5EF4-FFF2-40B4-BE49-F238E27FC236}">
                <a16:creationId xmlns:a16="http://schemas.microsoft.com/office/drawing/2014/main" id="{821F46B5-1FB1-F321-C3F8-335A2135AB27}"/>
              </a:ext>
            </a:extLst>
          </p:cNvPr>
          <p:cNvSpPr>
            <a:spLocks noGrp="1"/>
          </p:cNvSpPr>
          <p:nvPr>
            <p:ph type="title"/>
          </p:nvPr>
        </p:nvSpPr>
        <p:spPr>
          <a:xfrm>
            <a:off x="6162674" y="472439"/>
            <a:ext cx="5480051" cy="1030923"/>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4C155E0E-0A64-05BC-42DC-5070468FB5C9}"/>
              </a:ext>
            </a:extLst>
          </p:cNvPr>
          <p:cNvSpPr>
            <a:spLocks noGrp="1"/>
          </p:cNvSpPr>
          <p:nvPr>
            <p:ph type="ftr" sz="quarter" idx="12"/>
          </p:nvPr>
        </p:nvSpPr>
        <p:spPr>
          <a:xfrm>
            <a:off x="549275" y="6341190"/>
            <a:ext cx="5045076" cy="246221"/>
          </a:xfrm>
          <a:prstGeom prst="rect">
            <a:avLst/>
          </a:prstGeo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Segoe UI"/>
                <a:ea typeface="+mn-ea"/>
                <a:cs typeface="+mn-cs"/>
              </a:rPr>
              <a:t>© Copyright Microsoft Corporation. All rights reserved.</a:t>
            </a:r>
          </a:p>
        </p:txBody>
      </p:sp>
      <p:sp>
        <p:nvSpPr>
          <p:cNvPr id="3" name="Slide Number Placeholder 2">
            <a:extLst>
              <a:ext uri="{FF2B5EF4-FFF2-40B4-BE49-F238E27FC236}">
                <a16:creationId xmlns:a16="http://schemas.microsoft.com/office/drawing/2014/main" id="{614F3550-AE7F-7A90-777D-37BA4EC26859}"/>
              </a:ext>
            </a:extLst>
          </p:cNvPr>
          <p:cNvSpPr>
            <a:spLocks noGrp="1"/>
          </p:cNvSpPr>
          <p:nvPr>
            <p:ph type="sldNum" sz="quarter" idx="13"/>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2E994397-ADD6-89A2-BC47-0FF4A0656093}"/>
              </a:ext>
            </a:extLst>
          </p:cNvPr>
          <p:cNvSpPr>
            <a:spLocks noGrp="1"/>
          </p:cNvSpPr>
          <p:nvPr>
            <p:ph sz="quarter" idx="14"/>
          </p:nvPr>
        </p:nvSpPr>
        <p:spPr>
          <a:xfrm>
            <a:off x="6162675" y="1638300"/>
            <a:ext cx="5475288" cy="4533900"/>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9826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6135">
          <p15:clr>
            <a:srgbClr val="5ACBF0"/>
          </p15:clr>
        </p15:guide>
        <p15:guide id="3" orient="horz" pos="1910">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8" name="Picture 7" descr="A blue sky with white clouds&#10;&#10;Description automatically generated">
            <a:extLst>
              <a:ext uri="{FF2B5EF4-FFF2-40B4-BE49-F238E27FC236}">
                <a16:creationId xmlns:a16="http://schemas.microsoft.com/office/drawing/2014/main" id="{B80033DA-D62F-3323-7A52-E0E75F52B5EC}"/>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1529"/>
            <a:ext cx="12192000" cy="6729829"/>
          </a:xfrm>
          <a:prstGeom prst="rect">
            <a:avLst/>
          </a:prstGeom>
        </p:spPr>
      </p:pic>
      <p:sp>
        <p:nvSpPr>
          <p:cNvPr id="3" name="Content Placeholder 2">
            <a:extLst>
              <a:ext uri="{FF2B5EF4-FFF2-40B4-BE49-F238E27FC236}">
                <a16:creationId xmlns:a16="http://schemas.microsoft.com/office/drawing/2014/main" id="{F8EFE1D8-1E7C-8A86-A01A-514505B427DD}"/>
              </a:ext>
            </a:extLst>
          </p:cNvPr>
          <p:cNvSpPr>
            <a:spLocks noGrp="1"/>
          </p:cNvSpPr>
          <p:nvPr>
            <p:ph idx="1"/>
          </p:nvPr>
        </p:nvSpPr>
        <p:spPr>
          <a:xfrm>
            <a:off x="549274" y="1638300"/>
            <a:ext cx="11093451"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A46A602-D5CB-1376-D4F0-F25A326A2F37}"/>
              </a:ext>
            </a:extLst>
          </p:cNvPr>
          <p:cNvSpPr>
            <a:spLocks noGrp="1"/>
          </p:cNvSpPr>
          <p:nvPr>
            <p:ph type="ftr" sz="quarter" idx="10"/>
          </p:nvPr>
        </p:nvSpPr>
        <p:spPr>
          <a:xfrm>
            <a:off x="549274" y="6341190"/>
            <a:ext cx="5480051" cy="246221"/>
          </a:xfrm>
          <a:prstGeom prst="rect">
            <a:avLst/>
          </a:prstGeo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Segoe UI"/>
                <a:ea typeface="+mn-ea"/>
                <a:cs typeface="+mn-cs"/>
              </a:rPr>
              <a:t>© Copyright Microsoft Corporation. All rights reserved.</a:t>
            </a:r>
          </a:p>
        </p:txBody>
      </p:sp>
      <p:sp>
        <p:nvSpPr>
          <p:cNvPr id="10" name="Slide Number Placeholder 9">
            <a:extLst>
              <a:ext uri="{FF2B5EF4-FFF2-40B4-BE49-F238E27FC236}">
                <a16:creationId xmlns:a16="http://schemas.microsoft.com/office/drawing/2014/main" id="{7767E545-BD64-58E6-E159-2BB7DEC75354}"/>
              </a:ext>
            </a:extLst>
          </p:cNvPr>
          <p:cNvSpPr>
            <a:spLocks noGrp="1"/>
          </p:cNvSpPr>
          <p:nvPr>
            <p:ph type="sldNum" sz="quarter" idx="11"/>
          </p:nvPr>
        </p:nvSpPr>
        <p:spPr>
          <a:xfrm>
            <a:off x="9904413" y="6331904"/>
            <a:ext cx="1734079" cy="246221"/>
          </a:xfrm>
          <a:prstGeom prst="rect">
            <a:avLst/>
          </a:prstGeo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white"/>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Segoe UI"/>
              <a:ea typeface="+mn-ea"/>
              <a:cs typeface="+mn-cs"/>
            </a:endParaRPr>
          </a:p>
        </p:txBody>
      </p:sp>
      <p:sp>
        <p:nvSpPr>
          <p:cNvPr id="11" name="Title 10">
            <a:extLst>
              <a:ext uri="{FF2B5EF4-FFF2-40B4-BE49-F238E27FC236}">
                <a16:creationId xmlns:a16="http://schemas.microsoft.com/office/drawing/2014/main" id="{95CF503C-418D-696D-48B2-F0A912E69902}"/>
              </a:ext>
            </a:extLst>
          </p:cNvPr>
          <p:cNvSpPr>
            <a:spLocks noGrp="1"/>
          </p:cNvSpPr>
          <p:nvPr>
            <p:ph type="title"/>
          </p:nvPr>
        </p:nvSpPr>
        <p:spPr>
          <a:xfrm>
            <a:off x="549274" y="549275"/>
            <a:ext cx="11089218" cy="457200"/>
          </a:xfrm>
        </p:spPr>
        <p:txBody>
          <a:bodyPr/>
          <a:lstStyle>
            <a:lvl1pPr>
              <a:defRPr sz="2600"/>
            </a:lvl1pPr>
          </a:lstStyle>
          <a:p>
            <a:r>
              <a:rPr lang="en-US"/>
              <a:t>Click to edit Master title style</a:t>
            </a:r>
          </a:p>
        </p:txBody>
      </p:sp>
      <p:sp>
        <p:nvSpPr>
          <p:cNvPr id="12" name="Content Placeholder 2">
            <a:extLst>
              <a:ext uri="{FF2B5EF4-FFF2-40B4-BE49-F238E27FC236}">
                <a16:creationId xmlns:a16="http://schemas.microsoft.com/office/drawing/2014/main" id="{EC70DE59-2366-2A21-FAC0-29666AE8342D}"/>
              </a:ext>
            </a:extLst>
          </p:cNvPr>
          <p:cNvSpPr>
            <a:spLocks noGrp="1"/>
          </p:cNvSpPr>
          <p:nvPr>
            <p:ph idx="12"/>
          </p:nvPr>
        </p:nvSpPr>
        <p:spPr>
          <a:xfrm>
            <a:off x="549274" y="1203643"/>
            <a:ext cx="5480051" cy="299720"/>
          </a:xfrm>
        </p:spPr>
        <p:txBody>
          <a:bodyPr anchor="b" anchorCtr="0"/>
          <a:lstStyle>
            <a:lvl1pPr>
              <a:defRPr>
                <a:gradFill>
                  <a:gsLst>
                    <a:gs pos="50000">
                      <a:srgbClr val="8661C5"/>
                    </a:gs>
                    <a:gs pos="0">
                      <a:srgbClr val="3E76D4"/>
                    </a:gs>
                    <a:gs pos="100000">
                      <a:srgbClr val="C73ECC"/>
                    </a:gs>
                  </a:gsLst>
                  <a:lin ang="2700000" scaled="1"/>
                </a:gradFill>
              </a:defRPr>
            </a:lvl1pPr>
            <a:lvl2pPr>
              <a:defRPr>
                <a:solidFill>
                  <a:schemeClr val="tx1"/>
                </a:solidFill>
              </a:defRPr>
            </a:lvl2pPr>
            <a:lvl3pPr>
              <a:defRPr>
                <a:gradFill>
                  <a:gsLst>
                    <a:gs pos="50000">
                      <a:srgbClr val="8661C5"/>
                    </a:gs>
                    <a:gs pos="0">
                      <a:srgbClr val="3E76D4"/>
                    </a:gs>
                    <a:gs pos="100000">
                      <a:srgbClr val="C73ECC"/>
                    </a:gs>
                  </a:gsLst>
                  <a:lin ang="2700000" scaled="1"/>
                </a:gra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descr="Checkmark with solid fill">
            <a:extLst>
              <a:ext uri="{FF2B5EF4-FFF2-40B4-BE49-F238E27FC236}">
                <a16:creationId xmlns:a16="http://schemas.microsoft.com/office/drawing/2014/main" id="{5CD9137D-972B-7270-B9B0-8D00AB5B86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39062" y="593011"/>
            <a:ext cx="914400" cy="914400"/>
          </a:xfrm>
          <a:prstGeom prst="rect">
            <a:avLst/>
          </a:prstGeom>
        </p:spPr>
      </p:pic>
    </p:spTree>
    <p:extLst>
      <p:ext uri="{BB962C8B-B14F-4D97-AF65-F5344CB8AC3E}">
        <p14:creationId xmlns:p14="http://schemas.microsoft.com/office/powerpoint/2010/main" val="3778841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6" name="Title 5">
            <a:extLst>
              <a:ext uri="{FF2B5EF4-FFF2-40B4-BE49-F238E27FC236}">
                <a16:creationId xmlns:a16="http://schemas.microsoft.com/office/drawing/2014/main" id="{765C9DE9-0A66-3ACB-D96F-329F5577FDAC}"/>
              </a:ext>
            </a:extLst>
          </p:cNvPr>
          <p:cNvSpPr>
            <a:spLocks noGrp="1"/>
          </p:cNvSpPr>
          <p:nvPr>
            <p:ph type="title"/>
          </p:nvPr>
        </p:nvSpPr>
        <p:spPr>
          <a:xfrm>
            <a:off x="549274" y="3754120"/>
            <a:ext cx="11089218" cy="457200"/>
          </a:xfrm>
        </p:spPr>
        <p:txBody>
          <a:bodyPr/>
          <a:lstStyle/>
          <a:p>
            <a:r>
              <a:rPr lang="en-US"/>
              <a:t>Click to edit Master title style</a:t>
            </a:r>
          </a:p>
        </p:txBody>
      </p:sp>
      <p:sp>
        <p:nvSpPr>
          <p:cNvPr id="9" name="Content Placeholder 8">
            <a:extLst>
              <a:ext uri="{FF2B5EF4-FFF2-40B4-BE49-F238E27FC236}">
                <a16:creationId xmlns:a16="http://schemas.microsoft.com/office/drawing/2014/main" id="{1C864050-3632-3C34-F96C-5F2E879C3C01}"/>
              </a:ext>
            </a:extLst>
          </p:cNvPr>
          <p:cNvSpPr>
            <a:spLocks noGrp="1"/>
          </p:cNvSpPr>
          <p:nvPr>
            <p:ph sz="quarter" idx="13"/>
          </p:nvPr>
        </p:nvSpPr>
        <p:spPr>
          <a:xfrm>
            <a:off x="549275" y="4445000"/>
            <a:ext cx="11088688" cy="1727200"/>
          </a:xfrm>
        </p:spPr>
        <p:txBody>
          <a:bodyPr/>
          <a:lstStyle>
            <a:lvl3pPr>
              <a:defRPr>
                <a:solidFill>
                  <a:schemeClr val="accent2"/>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5">
            <a:extLst>
              <a:ext uri="{FF2B5EF4-FFF2-40B4-BE49-F238E27FC236}">
                <a16:creationId xmlns:a16="http://schemas.microsoft.com/office/drawing/2014/main" id="{7605B781-BC03-736B-7299-5BD913EB235D}"/>
              </a:ext>
            </a:extLst>
          </p:cNvPr>
          <p:cNvSpPr>
            <a:spLocks noGrp="1"/>
          </p:cNvSpPr>
          <p:nvPr>
            <p:ph type="pic" sz="quarter" idx="14" hasCustomPrompt="1"/>
          </p:nvPr>
        </p:nvSpPr>
        <p:spPr>
          <a:xfrm>
            <a:off x="0" y="0"/>
            <a:ext cx="12191999" cy="3429000"/>
          </a:xfrm>
          <a:blipFill>
            <a:blip r:embed="rId2"/>
            <a:stretch>
              <a:fillRect/>
            </a:stretch>
          </a:blipFill>
        </p:spPr>
        <p:txBody>
          <a:bodyPr lIns="0" bIns="1280160" anchor="ctr" anchorCtr="1">
            <a:noAutofit/>
          </a:bodyPr>
          <a:lstStyle>
            <a:lvl1pPr marL="0" indent="0" algn="ctr">
              <a:lnSpc>
                <a:spcPct val="150000"/>
              </a:lnSpc>
              <a:buFontTx/>
              <a:buNone/>
              <a:defRPr sz="1200" b="1" i="0">
                <a:solidFill>
                  <a:srgbClr val="000000"/>
                </a:solidFill>
                <a:latin typeface="Segoe UI Semibold" panose="020B0502040204020203" pitchFamily="34" charset="0"/>
                <a:cs typeface="Segoe UI Semibold" panose="020B0502040204020203" pitchFamily="34" charset="0"/>
              </a:defRPr>
            </a:lvl1pPr>
          </a:lstStyle>
          <a:p>
            <a:r>
              <a:rPr lang="en-US"/>
              <a:t>Drag &amp; drop your photo here</a:t>
            </a:r>
            <a:br>
              <a:rPr lang="en-US"/>
            </a:br>
            <a:r>
              <a:rPr lang="en-US"/>
              <a:t>or click or tap icon below to insert</a:t>
            </a:r>
          </a:p>
        </p:txBody>
      </p:sp>
    </p:spTree>
    <p:extLst>
      <p:ext uri="{BB962C8B-B14F-4D97-AF65-F5344CB8AC3E}">
        <p14:creationId xmlns:p14="http://schemas.microsoft.com/office/powerpoint/2010/main" val="8935540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pic>
        <p:nvPicPr>
          <p:cNvPr id="6" name="Picture 5" descr="A group of colorful markers&#10;&#10;Description automatically generated">
            <a:extLst>
              <a:ext uri="{FF2B5EF4-FFF2-40B4-BE49-F238E27FC236}">
                <a16:creationId xmlns:a16="http://schemas.microsoft.com/office/drawing/2014/main" id="{B7CB5806-AB58-71DC-BFD8-4783C5A69EC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718300"/>
          </a:xfrm>
          <a:prstGeom prst="rect">
            <a:avLst/>
          </a:prstGeom>
        </p:spPr>
      </p:pic>
      <p:sp>
        <p:nvSpPr>
          <p:cNvPr id="2" name="Title 1">
            <a:extLst>
              <a:ext uri="{FF2B5EF4-FFF2-40B4-BE49-F238E27FC236}">
                <a16:creationId xmlns:a16="http://schemas.microsoft.com/office/drawing/2014/main" id="{197B602E-9B39-C760-682B-76D3E1958452}"/>
              </a:ext>
            </a:extLst>
          </p:cNvPr>
          <p:cNvSpPr>
            <a:spLocks noGrp="1"/>
          </p:cNvSpPr>
          <p:nvPr>
            <p:ph type="title"/>
          </p:nvPr>
        </p:nvSpPr>
        <p:spPr>
          <a:xfrm>
            <a:off x="551391" y="3200400"/>
            <a:ext cx="11089218" cy="457200"/>
          </a:xfrm>
        </p:spPr>
        <p:txBody>
          <a:bodyPr/>
          <a:lstStyle>
            <a:lvl1pPr algn="ctr">
              <a:defRPr>
                <a:solidFill>
                  <a:schemeClr val="accent2"/>
                </a:solidFill>
              </a:defRPr>
            </a:lvl1pPr>
          </a:lstStyle>
          <a:p>
            <a:r>
              <a:rPr lang="en-US"/>
              <a:t>Click to edit Master title style</a:t>
            </a:r>
          </a:p>
        </p:txBody>
      </p:sp>
      <p:sp>
        <p:nvSpPr>
          <p:cNvPr id="4" name="Text Placeholder 3">
            <a:extLst>
              <a:ext uri="{FF2B5EF4-FFF2-40B4-BE49-F238E27FC236}">
                <a16:creationId xmlns:a16="http://schemas.microsoft.com/office/drawing/2014/main" id="{BA19DC5A-ABF0-B74F-A83E-61C7307AAEA0}"/>
              </a:ext>
            </a:extLst>
          </p:cNvPr>
          <p:cNvSpPr>
            <a:spLocks noGrp="1"/>
          </p:cNvSpPr>
          <p:nvPr>
            <p:ph type="body" sz="quarter" idx="10"/>
          </p:nvPr>
        </p:nvSpPr>
        <p:spPr>
          <a:xfrm>
            <a:off x="2419350" y="6172200"/>
            <a:ext cx="7351713" cy="546100"/>
          </a:xfrm>
        </p:spPr>
        <p:txBody>
          <a:bodyPr anchor="ctr" anchorCtr="0"/>
          <a:lstStyle>
            <a:lvl1pPr algn="ctr">
              <a:defRPr sz="1000" spc="0" baseline="0">
                <a:latin typeface="+mn-lt"/>
              </a:defRPr>
            </a:lvl1pPr>
          </a:lstStyle>
          <a:p>
            <a:pPr lvl="0"/>
            <a:r>
              <a:rPr lang="en-US"/>
              <a:t>Click to edit Master text styles</a:t>
            </a:r>
          </a:p>
        </p:txBody>
      </p:sp>
      <p:pic>
        <p:nvPicPr>
          <p:cNvPr id="5" name="Graphic 4">
            <a:extLst>
              <a:ext uri="{FF2B5EF4-FFF2-40B4-BE49-F238E27FC236}">
                <a16:creationId xmlns:a16="http://schemas.microsoft.com/office/drawing/2014/main" id="{0F71A9E8-C53F-3E03-820E-C09994D8006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275" y="549275"/>
            <a:ext cx="1287780" cy="274320"/>
          </a:xfrm>
          <a:prstGeom prst="rect">
            <a:avLst/>
          </a:prstGeom>
        </p:spPr>
      </p:pic>
      <p:pic>
        <p:nvPicPr>
          <p:cNvPr id="3" name="Graphic 2" descr="Checkmark with solid fill">
            <a:extLst>
              <a:ext uri="{FF2B5EF4-FFF2-40B4-BE49-F238E27FC236}">
                <a16:creationId xmlns:a16="http://schemas.microsoft.com/office/drawing/2014/main" id="{325990CF-EE39-3193-B9F8-19D21D041D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26773" y="447539"/>
            <a:ext cx="914400" cy="914400"/>
          </a:xfrm>
          <a:prstGeom prst="rect">
            <a:avLst/>
          </a:prstGeom>
        </p:spPr>
      </p:pic>
    </p:spTree>
    <p:extLst>
      <p:ext uri="{BB962C8B-B14F-4D97-AF65-F5344CB8AC3E}">
        <p14:creationId xmlns:p14="http://schemas.microsoft.com/office/powerpoint/2010/main" val="40810964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Section Title photo">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0F739808-4725-B142-9FAB-65DB691EBEFA}"/>
              </a:ext>
            </a:extLst>
          </p:cNvPr>
          <p:cNvSpPr>
            <a:spLocks noGrp="1"/>
          </p:cNvSpPr>
          <p:nvPr>
            <p:ph type="pic" sz="quarter" idx="11" hasCustomPrompt="1"/>
          </p:nvPr>
        </p:nvSpPr>
        <p:spPr>
          <a:xfrm>
            <a:off x="6395720" y="0"/>
            <a:ext cx="5796279" cy="6718300"/>
          </a:xfrm>
          <a:blipFill>
            <a:blip r:embed="rId2"/>
            <a:stretch>
              <a:fillRect/>
            </a:stretch>
          </a:blipFill>
        </p:spPr>
        <p:txBody>
          <a:bodyPr lIns="0" bIns="1280160" anchor="ctr" anchorCtr="1">
            <a:noAutofit/>
          </a:bodyPr>
          <a:lstStyle>
            <a:lvl1pPr marL="0" indent="0" algn="ctr">
              <a:lnSpc>
                <a:spcPct val="150000"/>
              </a:lnSpc>
              <a:buFontTx/>
              <a:buNone/>
              <a:defRPr sz="1200" b="1" i="0">
                <a:solidFill>
                  <a:srgbClr val="000000"/>
                </a:solidFill>
                <a:latin typeface="Segoe UI Semibold" panose="020B0502040204020203" pitchFamily="34" charset="0"/>
                <a:cs typeface="Segoe UI Semibold" panose="020B0502040204020203" pitchFamily="34" charset="0"/>
              </a:defRPr>
            </a:lvl1pPr>
          </a:lstStyle>
          <a:p>
            <a:r>
              <a:rPr lang="en-US"/>
              <a:t>Drag &amp; drop your photo here</a:t>
            </a:r>
            <a:br>
              <a:rPr lang="en-US"/>
            </a:br>
            <a:r>
              <a:rPr lang="en-US"/>
              <a:t>or click or tap icon below to insert</a:t>
            </a:r>
          </a:p>
        </p:txBody>
      </p:sp>
      <p:sp>
        <p:nvSpPr>
          <p:cNvPr id="2" name="Title 1"/>
          <p:cNvSpPr>
            <a:spLocks noGrp="1"/>
          </p:cNvSpPr>
          <p:nvPr>
            <p:ph type="title" hasCustomPrompt="1"/>
          </p:nvPr>
        </p:nvSpPr>
        <p:spPr>
          <a:xfrm>
            <a:off x="549275" y="2962868"/>
            <a:ext cx="5109856" cy="581698"/>
          </a:xfrm>
          <a:noFill/>
        </p:spPr>
        <p:txBody>
          <a:bodyPr wrap="square" lIns="0" tIns="0" rIns="0" bIns="0" anchor="b" anchorCtr="0">
            <a:spAutoFit/>
          </a:bodyPr>
          <a:lstStyle>
            <a:lvl1pPr algn="l" defTabSz="932742" rtl="0" eaLnBrk="1" latinLnBrk="0" hangingPunct="1">
              <a:lnSpc>
                <a:spcPct val="90000"/>
              </a:lnSpc>
              <a:spcBef>
                <a:spcPct val="0"/>
              </a:spcBef>
              <a:buNone/>
              <a:defRPr lang="en-US" sz="42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0712629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6135">
          <p15:clr>
            <a:srgbClr val="5ACBF0"/>
          </p15:clr>
        </p15:guide>
        <p15:guide id="3" orient="horz" pos="1910">
          <p15:clr>
            <a:srgbClr val="5ACBF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Tree>
    <p:extLst>
      <p:ext uri="{BB962C8B-B14F-4D97-AF65-F5344CB8AC3E}">
        <p14:creationId xmlns:p14="http://schemas.microsoft.com/office/powerpoint/2010/main" val="8701412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Title only - rebui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50917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Title and intro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D61954A1-7C0A-DF58-0623-4F7B940AE8A4}"/>
              </a:ext>
            </a:extLst>
          </p:cNvPr>
          <p:cNvSpPr>
            <a:spLocks noGrp="1"/>
          </p:cNvSpPr>
          <p:nvPr>
            <p:ph type="body" sz="quarter" idx="10"/>
          </p:nvPr>
        </p:nvSpPr>
        <p:spPr>
          <a:xfrm>
            <a:off x="585788" y="1115568"/>
            <a:ext cx="11088687" cy="1190625"/>
          </a:xfrm>
        </p:spPr>
        <p:txBody>
          <a:bodyPr/>
          <a:lstStyle>
            <a:lvl1pPr>
              <a:defRPr sz="1400"/>
            </a:lvl1pPr>
            <a:lvl2pPr>
              <a:spcBef>
                <a:spcPts val="1200"/>
              </a:spcBef>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800BDB2-E37B-57B2-708A-B99854719711}"/>
              </a:ext>
              <a:ext uri="{C183D7F6-B498-43B3-948B-1728B52AA6E4}">
                <adec:decorative xmlns:adec="http://schemas.microsoft.com/office/drawing/2017/decorative" val="1"/>
              </a:ext>
            </a:extLst>
          </p:cNvPr>
          <p:cNvSpPr/>
          <p:nvPr/>
        </p:nvSpPr>
        <p:spPr>
          <a:xfrm>
            <a:off x="0" y="5745162"/>
            <a:ext cx="12192000" cy="1112838"/>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93647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Title and subtitle only - rebuil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rPr>
              <a:t>© Copyright Microsoft Corporation. All rights reserved.</a:t>
            </a: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p:txBody>
          <a:bodyPr/>
          <a:lstStyle/>
          <a:p>
            <a:r>
              <a:rPr lang="en-US"/>
              <a:t>Click to edit Master title style</a:t>
            </a:r>
          </a:p>
        </p:txBody>
      </p:sp>
      <p:sp>
        <p:nvSpPr>
          <p:cNvPr id="5" name="Subtitle 2">
            <a:extLst>
              <a:ext uri="{FF2B5EF4-FFF2-40B4-BE49-F238E27FC236}">
                <a16:creationId xmlns:a16="http://schemas.microsoft.com/office/drawing/2014/main" id="{3F2C3CDC-0D98-07D5-AE4E-56867E8FF141}"/>
              </a:ext>
            </a:extLst>
          </p:cNvPr>
          <p:cNvSpPr>
            <a:spLocks noGrp="1"/>
          </p:cNvSpPr>
          <p:nvPr>
            <p:ph type="subTitle" idx="1"/>
          </p:nvPr>
        </p:nvSpPr>
        <p:spPr>
          <a:xfrm>
            <a:off x="549275" y="1046164"/>
            <a:ext cx="11168592" cy="457199"/>
          </a:xfrm>
        </p:spPr>
        <p:txBody>
          <a:bodyPr/>
          <a:lstStyle>
            <a:lvl1pPr marL="0" indent="0" algn="l">
              <a:buNone/>
              <a:defRPr sz="2600" baseline="0">
                <a:gradFill>
                  <a:gsLst>
                    <a:gs pos="20000">
                      <a:srgbClr val="8661C5"/>
                    </a:gs>
                    <a:gs pos="100000">
                      <a:srgbClr val="C03BC4"/>
                    </a:gs>
                  </a:gsLst>
                  <a:lin ang="0" scaled="1"/>
                </a:gra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1960755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9_Title Slide">
    <p:spTree>
      <p:nvGrpSpPr>
        <p:cNvPr id="1" name=""/>
        <p:cNvGrpSpPr/>
        <p:nvPr/>
      </p:nvGrpSpPr>
      <p:grpSpPr>
        <a:xfrm>
          <a:off x="0" y="0"/>
          <a:ext cx="0" cy="0"/>
          <a:chOff x="0" y="0"/>
          <a:chExt cx="0" cy="0"/>
        </a:xfrm>
      </p:grpSpPr>
      <p:pic>
        <p:nvPicPr>
          <p:cNvPr id="11" name="Picture 10" descr="A blue sky with white clouds&#10;&#10;Description automatically generated">
            <a:extLst>
              <a:ext uri="{FF2B5EF4-FFF2-40B4-BE49-F238E27FC236}">
                <a16:creationId xmlns:a16="http://schemas.microsoft.com/office/drawing/2014/main" id="{79BAFC8C-EB9A-06B0-36D4-AEB224BFA26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1529"/>
            <a:ext cx="12192000" cy="6869529"/>
          </a:xfrm>
          <a:prstGeom prst="rect">
            <a:avLst/>
          </a:prstGeom>
        </p:spPr>
      </p:pic>
      <p:sp>
        <p:nvSpPr>
          <p:cNvPr id="8" name="Rectangle 7">
            <a:extLst>
              <a:ext uri="{FF2B5EF4-FFF2-40B4-BE49-F238E27FC236}">
                <a16:creationId xmlns:a16="http://schemas.microsoft.com/office/drawing/2014/main" id="{108F13F4-2AA0-2751-9C54-183410D351E2}"/>
              </a:ext>
            </a:extLst>
          </p:cNvPr>
          <p:cNvSpPr/>
          <p:nvPr/>
        </p:nvSpPr>
        <p:spPr>
          <a:xfrm>
            <a:off x="0" y="0"/>
            <a:ext cx="6616700" cy="6858000"/>
          </a:xfrm>
          <a:prstGeom prst="rect">
            <a:avLst/>
          </a:prstGeom>
          <a:gradFill flip="none" rotWithShape="1">
            <a:gsLst>
              <a:gs pos="26000">
                <a:schemeClr val="bg1">
                  <a:alpha val="58000"/>
                </a:schemeClr>
              </a:gs>
              <a:gs pos="70000">
                <a:schemeClr val="bg1">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389121" y="3202170"/>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p:nvPr>
        </p:nvSpPr>
        <p:spPr>
          <a:xfrm>
            <a:off x="404235" y="4236857"/>
            <a:ext cx="6823075" cy="454517"/>
          </a:xfrm>
        </p:spPr>
        <p:txBody>
          <a:bodyPr/>
          <a:lstStyle>
            <a:lvl1pPr marL="0" indent="0">
              <a:buNone/>
              <a:defRPr/>
            </a:lvl1pPr>
          </a:lstStyle>
          <a:p>
            <a:pPr lvl="0"/>
            <a:r>
              <a:rPr lang="en-US"/>
              <a:t>Click to edit Master text styles</a:t>
            </a:r>
          </a:p>
        </p:txBody>
      </p:sp>
      <p:sp>
        <p:nvSpPr>
          <p:cNvPr id="34" name="Freeform: Shape 33">
            <a:extLst>
              <a:ext uri="{FF2B5EF4-FFF2-40B4-BE49-F238E27FC236}">
                <a16:creationId xmlns:a16="http://schemas.microsoft.com/office/drawing/2014/main" id="{F93F6363-616A-CDD2-CAE0-DBC4E69EE419}"/>
              </a:ext>
            </a:extLst>
          </p:cNvPr>
          <p:cNvSpPr/>
          <p:nvPr/>
        </p:nvSpPr>
        <p:spPr>
          <a:xfrm>
            <a:off x="1264438" y="2768269"/>
            <a:ext cx="3145938" cy="308493"/>
          </a:xfrm>
          <a:custGeom>
            <a:avLst/>
            <a:gdLst/>
            <a:ahLst/>
            <a:cxnLst/>
            <a:rect l="l" t="t" r="r" b="b"/>
            <a:pathLst>
              <a:path w="3145938" h="308493">
                <a:moveTo>
                  <a:pt x="1730876" y="125853"/>
                </a:moveTo>
                <a:cubicBezTo>
                  <a:pt x="1724737" y="125853"/>
                  <a:pt x="1719339" y="126953"/>
                  <a:pt x="1714684" y="129153"/>
                </a:cubicBezTo>
                <a:cubicBezTo>
                  <a:pt x="1710028" y="131352"/>
                  <a:pt x="1706114" y="134243"/>
                  <a:pt x="1702943" y="137824"/>
                </a:cubicBezTo>
                <a:cubicBezTo>
                  <a:pt x="1699771" y="141405"/>
                  <a:pt x="1697392" y="145498"/>
                  <a:pt x="1695806" y="150102"/>
                </a:cubicBezTo>
                <a:cubicBezTo>
                  <a:pt x="1694220" y="154707"/>
                  <a:pt x="1693427" y="159413"/>
                  <a:pt x="1693427" y="164222"/>
                </a:cubicBezTo>
                <a:cubicBezTo>
                  <a:pt x="1693427" y="169441"/>
                  <a:pt x="1694169" y="174787"/>
                  <a:pt x="1695652" y="180261"/>
                </a:cubicBezTo>
                <a:cubicBezTo>
                  <a:pt x="1697136" y="185735"/>
                  <a:pt x="1699413" y="190723"/>
                  <a:pt x="1702482" y="195225"/>
                </a:cubicBezTo>
                <a:cubicBezTo>
                  <a:pt x="1705552" y="199727"/>
                  <a:pt x="1709465" y="203436"/>
                  <a:pt x="1714223" y="206352"/>
                </a:cubicBezTo>
                <a:cubicBezTo>
                  <a:pt x="1718981" y="209269"/>
                  <a:pt x="1724634" y="210727"/>
                  <a:pt x="1731183" y="210727"/>
                </a:cubicBezTo>
                <a:cubicBezTo>
                  <a:pt x="1737015" y="210727"/>
                  <a:pt x="1742182" y="209652"/>
                  <a:pt x="1746684" y="207504"/>
                </a:cubicBezTo>
                <a:cubicBezTo>
                  <a:pt x="1751186" y="205355"/>
                  <a:pt x="1754946" y="202388"/>
                  <a:pt x="1757965" y="198602"/>
                </a:cubicBezTo>
                <a:cubicBezTo>
                  <a:pt x="1760983" y="194816"/>
                  <a:pt x="1763285" y="190339"/>
                  <a:pt x="1764871" y="185172"/>
                </a:cubicBezTo>
                <a:cubicBezTo>
                  <a:pt x="1766457" y="180005"/>
                  <a:pt x="1767250" y="174403"/>
                  <a:pt x="1767250" y="168366"/>
                </a:cubicBezTo>
                <a:cubicBezTo>
                  <a:pt x="1767250" y="162023"/>
                  <a:pt x="1766508" y="156242"/>
                  <a:pt x="1765025" y="151023"/>
                </a:cubicBezTo>
                <a:cubicBezTo>
                  <a:pt x="1763541" y="145805"/>
                  <a:pt x="1761290" y="141329"/>
                  <a:pt x="1758272" y="137594"/>
                </a:cubicBezTo>
                <a:cubicBezTo>
                  <a:pt x="1755253" y="133859"/>
                  <a:pt x="1751468" y="130969"/>
                  <a:pt x="1746914" y="128922"/>
                </a:cubicBezTo>
                <a:cubicBezTo>
                  <a:pt x="1742361" y="126876"/>
                  <a:pt x="1737015" y="125853"/>
                  <a:pt x="1730876" y="125853"/>
                </a:cubicBezTo>
                <a:close/>
                <a:moveTo>
                  <a:pt x="2943927" y="103752"/>
                </a:moveTo>
                <a:cubicBezTo>
                  <a:pt x="2930012" y="103752"/>
                  <a:pt x="2919012" y="108612"/>
                  <a:pt x="2910929" y="118332"/>
                </a:cubicBezTo>
                <a:cubicBezTo>
                  <a:pt x="2902846" y="128053"/>
                  <a:pt x="2898804" y="141456"/>
                  <a:pt x="2898804" y="158544"/>
                </a:cubicBezTo>
                <a:cubicBezTo>
                  <a:pt x="2898804" y="175017"/>
                  <a:pt x="2902897" y="187986"/>
                  <a:pt x="2911083" y="197451"/>
                </a:cubicBezTo>
                <a:cubicBezTo>
                  <a:pt x="2919268" y="206915"/>
                  <a:pt x="2930216" y="211647"/>
                  <a:pt x="2943927" y="211647"/>
                </a:cubicBezTo>
                <a:cubicBezTo>
                  <a:pt x="2957945" y="211647"/>
                  <a:pt x="2968714" y="206992"/>
                  <a:pt x="2976235" y="197681"/>
                </a:cubicBezTo>
                <a:cubicBezTo>
                  <a:pt x="2983755" y="188370"/>
                  <a:pt x="2987515" y="175119"/>
                  <a:pt x="2987515" y="157930"/>
                </a:cubicBezTo>
                <a:cubicBezTo>
                  <a:pt x="2987515" y="140638"/>
                  <a:pt x="2983755" y="127285"/>
                  <a:pt x="2976235" y="117872"/>
                </a:cubicBezTo>
                <a:cubicBezTo>
                  <a:pt x="2968714" y="108458"/>
                  <a:pt x="2957945" y="103752"/>
                  <a:pt x="2943927" y="103752"/>
                </a:cubicBezTo>
                <a:close/>
                <a:moveTo>
                  <a:pt x="2588116" y="103752"/>
                </a:moveTo>
                <a:cubicBezTo>
                  <a:pt x="2575429" y="103752"/>
                  <a:pt x="2565222" y="108254"/>
                  <a:pt x="2557497" y="117258"/>
                </a:cubicBezTo>
                <a:cubicBezTo>
                  <a:pt x="2549772" y="126262"/>
                  <a:pt x="2545910" y="137517"/>
                  <a:pt x="2545910" y="151023"/>
                </a:cubicBezTo>
                <a:lnTo>
                  <a:pt x="2545910" y="170515"/>
                </a:lnTo>
                <a:cubicBezTo>
                  <a:pt x="2545910" y="181975"/>
                  <a:pt x="2549568" y="191695"/>
                  <a:pt x="2556883" y="199676"/>
                </a:cubicBezTo>
                <a:cubicBezTo>
                  <a:pt x="2564199" y="207657"/>
                  <a:pt x="2573485" y="211647"/>
                  <a:pt x="2584740" y="211647"/>
                </a:cubicBezTo>
                <a:cubicBezTo>
                  <a:pt x="2597939" y="211647"/>
                  <a:pt x="2608299" y="206506"/>
                  <a:pt x="2615819" y="196223"/>
                </a:cubicBezTo>
                <a:cubicBezTo>
                  <a:pt x="2623340" y="185940"/>
                  <a:pt x="2627100" y="171589"/>
                  <a:pt x="2627100" y="153172"/>
                </a:cubicBezTo>
                <a:cubicBezTo>
                  <a:pt x="2627100" y="137722"/>
                  <a:pt x="2623596" y="125623"/>
                  <a:pt x="2616587" y="116874"/>
                </a:cubicBezTo>
                <a:cubicBezTo>
                  <a:pt x="2609578" y="108126"/>
                  <a:pt x="2600088" y="103752"/>
                  <a:pt x="2588116" y="103752"/>
                </a:cubicBezTo>
                <a:close/>
                <a:moveTo>
                  <a:pt x="2391477" y="103752"/>
                </a:moveTo>
                <a:cubicBezTo>
                  <a:pt x="2377562" y="103752"/>
                  <a:pt x="2366562" y="108612"/>
                  <a:pt x="2358479" y="118332"/>
                </a:cubicBezTo>
                <a:cubicBezTo>
                  <a:pt x="2350396" y="128053"/>
                  <a:pt x="2346354" y="141456"/>
                  <a:pt x="2346354" y="158544"/>
                </a:cubicBezTo>
                <a:cubicBezTo>
                  <a:pt x="2346354" y="175017"/>
                  <a:pt x="2350447" y="187986"/>
                  <a:pt x="2358633" y="197451"/>
                </a:cubicBezTo>
                <a:cubicBezTo>
                  <a:pt x="2366818" y="206915"/>
                  <a:pt x="2377766" y="211647"/>
                  <a:pt x="2391477" y="211647"/>
                </a:cubicBezTo>
                <a:cubicBezTo>
                  <a:pt x="2405495" y="211647"/>
                  <a:pt x="2416264" y="206992"/>
                  <a:pt x="2423785" y="197681"/>
                </a:cubicBezTo>
                <a:cubicBezTo>
                  <a:pt x="2431305" y="188370"/>
                  <a:pt x="2435065" y="175119"/>
                  <a:pt x="2435065" y="157930"/>
                </a:cubicBezTo>
                <a:cubicBezTo>
                  <a:pt x="2435065" y="140638"/>
                  <a:pt x="2431305" y="127285"/>
                  <a:pt x="2423785" y="117872"/>
                </a:cubicBezTo>
                <a:cubicBezTo>
                  <a:pt x="2416264" y="108458"/>
                  <a:pt x="2405495" y="103752"/>
                  <a:pt x="2391477" y="103752"/>
                </a:cubicBezTo>
                <a:close/>
                <a:moveTo>
                  <a:pt x="1038927" y="103752"/>
                </a:moveTo>
                <a:cubicBezTo>
                  <a:pt x="1025012" y="103752"/>
                  <a:pt x="1014013" y="108612"/>
                  <a:pt x="1005929" y="118332"/>
                </a:cubicBezTo>
                <a:cubicBezTo>
                  <a:pt x="997846" y="128053"/>
                  <a:pt x="993804" y="141456"/>
                  <a:pt x="993804" y="158544"/>
                </a:cubicBezTo>
                <a:cubicBezTo>
                  <a:pt x="993804" y="175017"/>
                  <a:pt x="997897" y="187986"/>
                  <a:pt x="1006083" y="197451"/>
                </a:cubicBezTo>
                <a:cubicBezTo>
                  <a:pt x="1014268" y="206915"/>
                  <a:pt x="1025217" y="211647"/>
                  <a:pt x="1038927" y="211647"/>
                </a:cubicBezTo>
                <a:cubicBezTo>
                  <a:pt x="1052945" y="211647"/>
                  <a:pt x="1063714" y="206992"/>
                  <a:pt x="1071235" y="197681"/>
                </a:cubicBezTo>
                <a:cubicBezTo>
                  <a:pt x="1078755" y="188370"/>
                  <a:pt x="1082515" y="175119"/>
                  <a:pt x="1082515" y="157930"/>
                </a:cubicBezTo>
                <a:cubicBezTo>
                  <a:pt x="1082515" y="140638"/>
                  <a:pt x="1078755" y="127285"/>
                  <a:pt x="1071235" y="117872"/>
                </a:cubicBezTo>
                <a:cubicBezTo>
                  <a:pt x="1063714" y="108458"/>
                  <a:pt x="1052945" y="103752"/>
                  <a:pt x="1038927" y="103752"/>
                </a:cubicBezTo>
                <a:close/>
                <a:moveTo>
                  <a:pt x="715077" y="103752"/>
                </a:moveTo>
                <a:cubicBezTo>
                  <a:pt x="701162" y="103752"/>
                  <a:pt x="690162" y="108612"/>
                  <a:pt x="682079" y="118332"/>
                </a:cubicBezTo>
                <a:cubicBezTo>
                  <a:pt x="673996" y="128053"/>
                  <a:pt x="669954" y="141456"/>
                  <a:pt x="669954" y="158544"/>
                </a:cubicBezTo>
                <a:cubicBezTo>
                  <a:pt x="669954" y="175017"/>
                  <a:pt x="674047" y="187986"/>
                  <a:pt x="682233" y="197451"/>
                </a:cubicBezTo>
                <a:cubicBezTo>
                  <a:pt x="690418" y="206915"/>
                  <a:pt x="701366" y="211647"/>
                  <a:pt x="715077" y="211647"/>
                </a:cubicBezTo>
                <a:cubicBezTo>
                  <a:pt x="729095" y="211647"/>
                  <a:pt x="739864" y="206992"/>
                  <a:pt x="747385" y="197681"/>
                </a:cubicBezTo>
                <a:cubicBezTo>
                  <a:pt x="754905" y="188370"/>
                  <a:pt x="758665" y="175119"/>
                  <a:pt x="758665" y="157930"/>
                </a:cubicBezTo>
                <a:cubicBezTo>
                  <a:pt x="758665" y="140638"/>
                  <a:pt x="754905" y="127285"/>
                  <a:pt x="747385" y="117872"/>
                </a:cubicBezTo>
                <a:cubicBezTo>
                  <a:pt x="739864" y="108458"/>
                  <a:pt x="729095" y="103752"/>
                  <a:pt x="715077" y="103752"/>
                </a:cubicBezTo>
                <a:close/>
                <a:moveTo>
                  <a:pt x="2701110" y="79042"/>
                </a:moveTo>
                <a:lnTo>
                  <a:pt x="2736717" y="79042"/>
                </a:lnTo>
                <a:lnTo>
                  <a:pt x="2736717" y="236204"/>
                </a:lnTo>
                <a:lnTo>
                  <a:pt x="2701110" y="236204"/>
                </a:lnTo>
                <a:close/>
                <a:moveTo>
                  <a:pt x="291284" y="79042"/>
                </a:moveTo>
                <a:lnTo>
                  <a:pt x="326892" y="79042"/>
                </a:lnTo>
                <a:lnTo>
                  <a:pt x="326892" y="236204"/>
                </a:lnTo>
                <a:lnTo>
                  <a:pt x="291284" y="236204"/>
                </a:lnTo>
                <a:close/>
                <a:moveTo>
                  <a:pt x="605842" y="76279"/>
                </a:moveTo>
                <a:cubicBezTo>
                  <a:pt x="612288" y="76279"/>
                  <a:pt x="617200" y="77251"/>
                  <a:pt x="620576" y="79195"/>
                </a:cubicBezTo>
                <a:lnTo>
                  <a:pt x="620576" y="112961"/>
                </a:lnTo>
                <a:cubicBezTo>
                  <a:pt x="616279" y="109584"/>
                  <a:pt x="610088" y="107896"/>
                  <a:pt x="602005" y="107896"/>
                </a:cubicBezTo>
                <a:cubicBezTo>
                  <a:pt x="591466" y="107896"/>
                  <a:pt x="582667" y="112654"/>
                  <a:pt x="575607" y="122169"/>
                </a:cubicBezTo>
                <a:cubicBezTo>
                  <a:pt x="568547" y="131685"/>
                  <a:pt x="565017" y="144628"/>
                  <a:pt x="565017" y="160999"/>
                </a:cubicBezTo>
                <a:lnTo>
                  <a:pt x="565017" y="236204"/>
                </a:lnTo>
                <a:lnTo>
                  <a:pt x="529410" y="236204"/>
                </a:lnTo>
                <a:lnTo>
                  <a:pt x="529410" y="79042"/>
                </a:lnTo>
                <a:lnTo>
                  <a:pt x="565017" y="79042"/>
                </a:lnTo>
                <a:lnTo>
                  <a:pt x="565017" y="111426"/>
                </a:lnTo>
                <a:lnTo>
                  <a:pt x="565631" y="111426"/>
                </a:lnTo>
                <a:cubicBezTo>
                  <a:pt x="569109" y="100375"/>
                  <a:pt x="574456" y="91755"/>
                  <a:pt x="581669" y="85564"/>
                </a:cubicBezTo>
                <a:cubicBezTo>
                  <a:pt x="588883" y="79374"/>
                  <a:pt x="596940" y="76279"/>
                  <a:pt x="605842" y="76279"/>
                </a:cubicBezTo>
                <a:close/>
                <a:moveTo>
                  <a:pt x="2946076" y="75358"/>
                </a:moveTo>
                <a:cubicBezTo>
                  <a:pt x="2970633" y="75358"/>
                  <a:pt x="2989766" y="82572"/>
                  <a:pt x="3003477" y="96999"/>
                </a:cubicBezTo>
                <a:cubicBezTo>
                  <a:pt x="3017188" y="111426"/>
                  <a:pt x="3024043" y="131429"/>
                  <a:pt x="3024043" y="157009"/>
                </a:cubicBezTo>
                <a:cubicBezTo>
                  <a:pt x="3024043" y="182077"/>
                  <a:pt x="3016651" y="202157"/>
                  <a:pt x="3001866" y="217249"/>
                </a:cubicBezTo>
                <a:cubicBezTo>
                  <a:pt x="2987080" y="232342"/>
                  <a:pt x="2967205" y="239888"/>
                  <a:pt x="2942239" y="239888"/>
                </a:cubicBezTo>
                <a:cubicBezTo>
                  <a:pt x="2917989" y="239888"/>
                  <a:pt x="2898625" y="232546"/>
                  <a:pt x="2884147" y="217863"/>
                </a:cubicBezTo>
                <a:cubicBezTo>
                  <a:pt x="2869669" y="203181"/>
                  <a:pt x="2862430" y="183714"/>
                  <a:pt x="2862430" y="159465"/>
                </a:cubicBezTo>
                <a:cubicBezTo>
                  <a:pt x="2862430" y="133066"/>
                  <a:pt x="2869976" y="112449"/>
                  <a:pt x="2885068" y="97613"/>
                </a:cubicBezTo>
                <a:cubicBezTo>
                  <a:pt x="2900160" y="82776"/>
                  <a:pt x="2920496" y="75358"/>
                  <a:pt x="2946076" y="75358"/>
                </a:cubicBezTo>
                <a:close/>
                <a:moveTo>
                  <a:pt x="2600241" y="75358"/>
                </a:moveTo>
                <a:cubicBezTo>
                  <a:pt x="2620194" y="75358"/>
                  <a:pt x="2635746" y="82367"/>
                  <a:pt x="2646899" y="96385"/>
                </a:cubicBezTo>
                <a:cubicBezTo>
                  <a:pt x="2658052" y="110403"/>
                  <a:pt x="2663628" y="129229"/>
                  <a:pt x="2663628" y="152865"/>
                </a:cubicBezTo>
                <a:cubicBezTo>
                  <a:pt x="2663628" y="179059"/>
                  <a:pt x="2657335" y="200034"/>
                  <a:pt x="2644750" y="215791"/>
                </a:cubicBezTo>
                <a:cubicBezTo>
                  <a:pt x="2632165" y="231549"/>
                  <a:pt x="2614975" y="239427"/>
                  <a:pt x="2593181" y="239427"/>
                </a:cubicBezTo>
                <a:cubicBezTo>
                  <a:pt x="2573127" y="239427"/>
                  <a:pt x="2557676" y="230628"/>
                  <a:pt x="2546831" y="213029"/>
                </a:cubicBezTo>
                <a:lnTo>
                  <a:pt x="2546217" y="213029"/>
                </a:lnTo>
                <a:lnTo>
                  <a:pt x="2546217" y="308493"/>
                </a:lnTo>
                <a:lnTo>
                  <a:pt x="2510610" y="308493"/>
                </a:lnTo>
                <a:lnTo>
                  <a:pt x="2510610" y="79042"/>
                </a:lnTo>
                <a:lnTo>
                  <a:pt x="2546217" y="79042"/>
                </a:lnTo>
                <a:lnTo>
                  <a:pt x="2546217" y="106668"/>
                </a:lnTo>
                <a:lnTo>
                  <a:pt x="2546831" y="106668"/>
                </a:lnTo>
                <a:cubicBezTo>
                  <a:pt x="2559007" y="85795"/>
                  <a:pt x="2576810" y="75358"/>
                  <a:pt x="2600241" y="75358"/>
                </a:cubicBezTo>
                <a:close/>
                <a:moveTo>
                  <a:pt x="2393626" y="75358"/>
                </a:moveTo>
                <a:cubicBezTo>
                  <a:pt x="2418183" y="75358"/>
                  <a:pt x="2437316" y="82572"/>
                  <a:pt x="2451027" y="96999"/>
                </a:cubicBezTo>
                <a:cubicBezTo>
                  <a:pt x="2464738" y="111426"/>
                  <a:pt x="2471593" y="131429"/>
                  <a:pt x="2471593" y="157009"/>
                </a:cubicBezTo>
                <a:cubicBezTo>
                  <a:pt x="2471593" y="182077"/>
                  <a:pt x="2464201" y="202157"/>
                  <a:pt x="2449416" y="217249"/>
                </a:cubicBezTo>
                <a:cubicBezTo>
                  <a:pt x="2434630" y="232342"/>
                  <a:pt x="2414755" y="239888"/>
                  <a:pt x="2389789" y="239888"/>
                </a:cubicBezTo>
                <a:cubicBezTo>
                  <a:pt x="2365539" y="239888"/>
                  <a:pt x="2346175" y="232546"/>
                  <a:pt x="2331697" y="217863"/>
                </a:cubicBezTo>
                <a:cubicBezTo>
                  <a:pt x="2317219" y="203181"/>
                  <a:pt x="2309980" y="183714"/>
                  <a:pt x="2309980" y="159465"/>
                </a:cubicBezTo>
                <a:cubicBezTo>
                  <a:pt x="2309980" y="133066"/>
                  <a:pt x="2317526" y="112449"/>
                  <a:pt x="2332618" y="97613"/>
                </a:cubicBezTo>
                <a:cubicBezTo>
                  <a:pt x="2347710" y="82776"/>
                  <a:pt x="2368046" y="75358"/>
                  <a:pt x="2393626" y="75358"/>
                </a:cubicBezTo>
                <a:close/>
                <a:moveTo>
                  <a:pt x="1041076" y="75358"/>
                </a:moveTo>
                <a:cubicBezTo>
                  <a:pt x="1065633" y="75358"/>
                  <a:pt x="1084766" y="82572"/>
                  <a:pt x="1098477" y="96999"/>
                </a:cubicBezTo>
                <a:cubicBezTo>
                  <a:pt x="1112188" y="111426"/>
                  <a:pt x="1119043" y="131429"/>
                  <a:pt x="1119043" y="157009"/>
                </a:cubicBezTo>
                <a:cubicBezTo>
                  <a:pt x="1119043" y="182077"/>
                  <a:pt x="1111651" y="202157"/>
                  <a:pt x="1096866" y="217249"/>
                </a:cubicBezTo>
                <a:cubicBezTo>
                  <a:pt x="1082080" y="232342"/>
                  <a:pt x="1062205" y="239888"/>
                  <a:pt x="1037239" y="239888"/>
                </a:cubicBezTo>
                <a:cubicBezTo>
                  <a:pt x="1012989" y="239888"/>
                  <a:pt x="993625" y="232546"/>
                  <a:pt x="979147" y="217863"/>
                </a:cubicBezTo>
                <a:cubicBezTo>
                  <a:pt x="964669" y="203181"/>
                  <a:pt x="957430" y="183714"/>
                  <a:pt x="957430" y="159465"/>
                </a:cubicBezTo>
                <a:cubicBezTo>
                  <a:pt x="957430" y="133066"/>
                  <a:pt x="964976" y="112449"/>
                  <a:pt x="980068" y="97613"/>
                </a:cubicBezTo>
                <a:cubicBezTo>
                  <a:pt x="995160" y="82776"/>
                  <a:pt x="1015496" y="75358"/>
                  <a:pt x="1041076" y="75358"/>
                </a:cubicBezTo>
                <a:close/>
                <a:moveTo>
                  <a:pt x="888695" y="75358"/>
                </a:moveTo>
                <a:cubicBezTo>
                  <a:pt x="903224" y="75358"/>
                  <a:pt x="916218" y="77558"/>
                  <a:pt x="927678" y="81958"/>
                </a:cubicBezTo>
                <a:lnTo>
                  <a:pt x="927678" y="113114"/>
                </a:lnTo>
                <a:cubicBezTo>
                  <a:pt x="916628" y="105542"/>
                  <a:pt x="903940" y="101757"/>
                  <a:pt x="889615" y="101757"/>
                </a:cubicBezTo>
                <a:cubicBezTo>
                  <a:pt x="885113" y="101757"/>
                  <a:pt x="881046" y="102217"/>
                  <a:pt x="877414" y="103138"/>
                </a:cubicBezTo>
                <a:cubicBezTo>
                  <a:pt x="873781" y="104059"/>
                  <a:pt x="870686" y="105338"/>
                  <a:pt x="868128" y="106975"/>
                </a:cubicBezTo>
                <a:cubicBezTo>
                  <a:pt x="865570" y="108612"/>
                  <a:pt x="863575" y="110582"/>
                  <a:pt x="862143" y="112884"/>
                </a:cubicBezTo>
                <a:cubicBezTo>
                  <a:pt x="860710" y="115186"/>
                  <a:pt x="859994" y="117718"/>
                  <a:pt x="859994" y="120481"/>
                </a:cubicBezTo>
                <a:cubicBezTo>
                  <a:pt x="859994" y="123858"/>
                  <a:pt x="860710" y="126722"/>
                  <a:pt x="862143" y="129076"/>
                </a:cubicBezTo>
                <a:cubicBezTo>
                  <a:pt x="863575" y="131429"/>
                  <a:pt x="865698" y="133501"/>
                  <a:pt x="868512" y="135292"/>
                </a:cubicBezTo>
                <a:cubicBezTo>
                  <a:pt x="871326" y="137082"/>
                  <a:pt x="874702" y="138719"/>
                  <a:pt x="878642" y="140203"/>
                </a:cubicBezTo>
                <a:cubicBezTo>
                  <a:pt x="882581" y="141687"/>
                  <a:pt x="887109" y="143298"/>
                  <a:pt x="892225" y="145038"/>
                </a:cubicBezTo>
                <a:cubicBezTo>
                  <a:pt x="898978" y="147800"/>
                  <a:pt x="905040" y="150614"/>
                  <a:pt x="910412" y="153479"/>
                </a:cubicBezTo>
                <a:cubicBezTo>
                  <a:pt x="915784" y="156344"/>
                  <a:pt x="920362" y="159593"/>
                  <a:pt x="924148" y="163225"/>
                </a:cubicBezTo>
                <a:cubicBezTo>
                  <a:pt x="927934" y="166857"/>
                  <a:pt x="930850" y="171052"/>
                  <a:pt x="932897" y="175810"/>
                </a:cubicBezTo>
                <a:cubicBezTo>
                  <a:pt x="934943" y="180568"/>
                  <a:pt x="935966" y="186221"/>
                  <a:pt x="935966" y="192770"/>
                </a:cubicBezTo>
                <a:cubicBezTo>
                  <a:pt x="935966" y="200750"/>
                  <a:pt x="934124" y="207708"/>
                  <a:pt x="930441" y="213643"/>
                </a:cubicBezTo>
                <a:cubicBezTo>
                  <a:pt x="926757" y="219577"/>
                  <a:pt x="921846" y="224489"/>
                  <a:pt x="915707" y="228377"/>
                </a:cubicBezTo>
                <a:cubicBezTo>
                  <a:pt x="909568" y="232265"/>
                  <a:pt x="902482" y="235155"/>
                  <a:pt x="894450" y="237048"/>
                </a:cubicBezTo>
                <a:cubicBezTo>
                  <a:pt x="886418" y="238941"/>
                  <a:pt x="877951" y="239888"/>
                  <a:pt x="869049" y="239888"/>
                </a:cubicBezTo>
                <a:cubicBezTo>
                  <a:pt x="851860" y="239888"/>
                  <a:pt x="836972" y="237023"/>
                  <a:pt x="824387" y="231293"/>
                </a:cubicBezTo>
                <a:lnTo>
                  <a:pt x="824387" y="198295"/>
                </a:lnTo>
                <a:cubicBezTo>
                  <a:pt x="837688" y="208424"/>
                  <a:pt x="852371" y="213489"/>
                  <a:pt x="868435" y="213489"/>
                </a:cubicBezTo>
                <a:cubicBezTo>
                  <a:pt x="889922" y="213489"/>
                  <a:pt x="900666" y="207145"/>
                  <a:pt x="900666" y="194458"/>
                </a:cubicBezTo>
                <a:cubicBezTo>
                  <a:pt x="900666" y="190877"/>
                  <a:pt x="899745" y="187833"/>
                  <a:pt x="897903" y="185326"/>
                </a:cubicBezTo>
                <a:cubicBezTo>
                  <a:pt x="896062" y="182819"/>
                  <a:pt x="893580" y="180594"/>
                  <a:pt x="890460" y="178650"/>
                </a:cubicBezTo>
                <a:cubicBezTo>
                  <a:pt x="887339" y="176705"/>
                  <a:pt x="883655" y="174966"/>
                  <a:pt x="879409" y="173431"/>
                </a:cubicBezTo>
                <a:cubicBezTo>
                  <a:pt x="875163" y="171896"/>
                  <a:pt x="870431" y="170157"/>
                  <a:pt x="865212" y="168213"/>
                </a:cubicBezTo>
                <a:cubicBezTo>
                  <a:pt x="858766" y="165655"/>
                  <a:pt x="852960" y="162943"/>
                  <a:pt x="847792" y="160079"/>
                </a:cubicBezTo>
                <a:cubicBezTo>
                  <a:pt x="842625" y="157214"/>
                  <a:pt x="838328" y="153965"/>
                  <a:pt x="834900" y="150333"/>
                </a:cubicBezTo>
                <a:cubicBezTo>
                  <a:pt x="831473" y="146700"/>
                  <a:pt x="828889" y="142582"/>
                  <a:pt x="827150" y="137978"/>
                </a:cubicBezTo>
                <a:cubicBezTo>
                  <a:pt x="825410" y="133373"/>
                  <a:pt x="824540" y="128001"/>
                  <a:pt x="824540" y="121862"/>
                </a:cubicBezTo>
                <a:cubicBezTo>
                  <a:pt x="824540" y="114291"/>
                  <a:pt x="826331" y="107614"/>
                  <a:pt x="829912" y="101833"/>
                </a:cubicBezTo>
                <a:cubicBezTo>
                  <a:pt x="833493" y="96052"/>
                  <a:pt x="838302" y="91192"/>
                  <a:pt x="844339" y="87253"/>
                </a:cubicBezTo>
                <a:cubicBezTo>
                  <a:pt x="850376" y="83313"/>
                  <a:pt x="857231" y="80346"/>
                  <a:pt x="864905" y="78351"/>
                </a:cubicBezTo>
                <a:cubicBezTo>
                  <a:pt x="872579" y="76356"/>
                  <a:pt x="880509" y="75358"/>
                  <a:pt x="888695" y="75358"/>
                </a:cubicBezTo>
                <a:close/>
                <a:moveTo>
                  <a:pt x="717226" y="75358"/>
                </a:moveTo>
                <a:cubicBezTo>
                  <a:pt x="741783" y="75358"/>
                  <a:pt x="760916" y="82572"/>
                  <a:pt x="774627" y="96999"/>
                </a:cubicBezTo>
                <a:cubicBezTo>
                  <a:pt x="788338" y="111426"/>
                  <a:pt x="795193" y="131429"/>
                  <a:pt x="795193" y="157009"/>
                </a:cubicBezTo>
                <a:cubicBezTo>
                  <a:pt x="795193" y="182077"/>
                  <a:pt x="787801" y="202157"/>
                  <a:pt x="773016" y="217249"/>
                </a:cubicBezTo>
                <a:cubicBezTo>
                  <a:pt x="758230" y="232342"/>
                  <a:pt x="738355" y="239888"/>
                  <a:pt x="713389" y="239888"/>
                </a:cubicBezTo>
                <a:cubicBezTo>
                  <a:pt x="689139" y="239888"/>
                  <a:pt x="669775" y="232546"/>
                  <a:pt x="655297" y="217863"/>
                </a:cubicBezTo>
                <a:cubicBezTo>
                  <a:pt x="640819" y="203181"/>
                  <a:pt x="633580" y="183714"/>
                  <a:pt x="633580" y="159465"/>
                </a:cubicBezTo>
                <a:cubicBezTo>
                  <a:pt x="633580" y="133066"/>
                  <a:pt x="641126" y="112449"/>
                  <a:pt x="656218" y="97613"/>
                </a:cubicBezTo>
                <a:cubicBezTo>
                  <a:pt x="671310" y="82776"/>
                  <a:pt x="691646" y="75358"/>
                  <a:pt x="717226" y="75358"/>
                </a:cubicBezTo>
                <a:close/>
                <a:moveTo>
                  <a:pt x="451754" y="75358"/>
                </a:moveTo>
                <a:cubicBezTo>
                  <a:pt x="466078" y="75358"/>
                  <a:pt x="478715" y="77865"/>
                  <a:pt x="489663" y="82879"/>
                </a:cubicBezTo>
                <a:lnTo>
                  <a:pt x="489663" y="116030"/>
                </a:lnTo>
                <a:cubicBezTo>
                  <a:pt x="478715" y="107845"/>
                  <a:pt x="467051" y="103752"/>
                  <a:pt x="454670" y="103752"/>
                </a:cubicBezTo>
                <a:cubicBezTo>
                  <a:pt x="439629" y="103752"/>
                  <a:pt x="427299" y="108842"/>
                  <a:pt x="417681" y="119023"/>
                </a:cubicBezTo>
                <a:cubicBezTo>
                  <a:pt x="408063" y="129204"/>
                  <a:pt x="403254" y="142531"/>
                  <a:pt x="403254" y="159004"/>
                </a:cubicBezTo>
                <a:cubicBezTo>
                  <a:pt x="403254" y="175273"/>
                  <a:pt x="407782" y="188114"/>
                  <a:pt x="416837" y="197527"/>
                </a:cubicBezTo>
                <a:cubicBezTo>
                  <a:pt x="425893" y="206941"/>
                  <a:pt x="438043" y="211647"/>
                  <a:pt x="453289" y="211647"/>
                </a:cubicBezTo>
                <a:cubicBezTo>
                  <a:pt x="466078" y="211647"/>
                  <a:pt x="478152" y="207094"/>
                  <a:pt x="489510" y="197988"/>
                </a:cubicBezTo>
                <a:lnTo>
                  <a:pt x="489510" y="228991"/>
                </a:lnTo>
                <a:cubicBezTo>
                  <a:pt x="476924" y="236255"/>
                  <a:pt x="462037" y="239888"/>
                  <a:pt x="444847" y="239888"/>
                </a:cubicBezTo>
                <a:cubicBezTo>
                  <a:pt x="421518" y="239888"/>
                  <a:pt x="402692" y="232597"/>
                  <a:pt x="388367" y="218017"/>
                </a:cubicBezTo>
                <a:cubicBezTo>
                  <a:pt x="374042" y="203436"/>
                  <a:pt x="366880" y="184533"/>
                  <a:pt x="366880" y="161306"/>
                </a:cubicBezTo>
                <a:cubicBezTo>
                  <a:pt x="366880" y="135420"/>
                  <a:pt x="374579" y="114623"/>
                  <a:pt x="389978" y="98917"/>
                </a:cubicBezTo>
                <a:cubicBezTo>
                  <a:pt x="405377" y="83211"/>
                  <a:pt x="425969" y="75358"/>
                  <a:pt x="451754" y="75358"/>
                </a:cubicBezTo>
                <a:close/>
                <a:moveTo>
                  <a:pt x="3108336" y="32537"/>
                </a:moveTo>
                <a:lnTo>
                  <a:pt x="3108336" y="79042"/>
                </a:lnTo>
                <a:lnTo>
                  <a:pt x="3145938" y="79042"/>
                </a:lnTo>
                <a:lnTo>
                  <a:pt x="3145938" y="106975"/>
                </a:lnTo>
                <a:lnTo>
                  <a:pt x="3108336" y="106975"/>
                </a:lnTo>
                <a:lnTo>
                  <a:pt x="3108336" y="185556"/>
                </a:lnTo>
                <a:cubicBezTo>
                  <a:pt x="3108336" y="194867"/>
                  <a:pt x="3110024" y="201518"/>
                  <a:pt x="3113401" y="205508"/>
                </a:cubicBezTo>
                <a:cubicBezTo>
                  <a:pt x="3116777" y="209499"/>
                  <a:pt x="3122405" y="211494"/>
                  <a:pt x="3130283" y="211494"/>
                </a:cubicBezTo>
                <a:cubicBezTo>
                  <a:pt x="3136320" y="211494"/>
                  <a:pt x="3141538" y="209755"/>
                  <a:pt x="3145938" y="206276"/>
                </a:cubicBezTo>
                <a:lnTo>
                  <a:pt x="3145938" y="234516"/>
                </a:lnTo>
                <a:cubicBezTo>
                  <a:pt x="3138980" y="237995"/>
                  <a:pt x="3129823" y="239734"/>
                  <a:pt x="3118465" y="239734"/>
                </a:cubicBezTo>
                <a:cubicBezTo>
                  <a:pt x="3087975" y="239734"/>
                  <a:pt x="3072729" y="225102"/>
                  <a:pt x="3072729" y="195839"/>
                </a:cubicBezTo>
                <a:lnTo>
                  <a:pt x="3072729" y="106975"/>
                </a:lnTo>
                <a:lnTo>
                  <a:pt x="3046484" y="106975"/>
                </a:lnTo>
                <a:lnTo>
                  <a:pt x="3046484" y="79042"/>
                </a:lnTo>
                <a:lnTo>
                  <a:pt x="3072729" y="79042"/>
                </a:lnTo>
                <a:lnTo>
                  <a:pt x="3072729" y="42667"/>
                </a:lnTo>
                <a:close/>
                <a:moveTo>
                  <a:pt x="1308111" y="32537"/>
                </a:moveTo>
                <a:lnTo>
                  <a:pt x="1308111" y="79042"/>
                </a:lnTo>
                <a:lnTo>
                  <a:pt x="1345713" y="79042"/>
                </a:lnTo>
                <a:lnTo>
                  <a:pt x="1345713" y="106975"/>
                </a:lnTo>
                <a:lnTo>
                  <a:pt x="1308111" y="106975"/>
                </a:lnTo>
                <a:lnTo>
                  <a:pt x="1308111" y="185556"/>
                </a:lnTo>
                <a:cubicBezTo>
                  <a:pt x="1308111" y="194867"/>
                  <a:pt x="1309799" y="201518"/>
                  <a:pt x="1313176" y="205508"/>
                </a:cubicBezTo>
                <a:cubicBezTo>
                  <a:pt x="1316552" y="209499"/>
                  <a:pt x="1322180" y="211494"/>
                  <a:pt x="1330058" y="211494"/>
                </a:cubicBezTo>
                <a:cubicBezTo>
                  <a:pt x="1336095" y="211494"/>
                  <a:pt x="1341314" y="209755"/>
                  <a:pt x="1345713" y="206276"/>
                </a:cubicBezTo>
                <a:lnTo>
                  <a:pt x="1345713" y="234516"/>
                </a:lnTo>
                <a:cubicBezTo>
                  <a:pt x="1338756" y="237995"/>
                  <a:pt x="1329598" y="239734"/>
                  <a:pt x="1318240" y="239734"/>
                </a:cubicBezTo>
                <a:cubicBezTo>
                  <a:pt x="1287749" y="239734"/>
                  <a:pt x="1272504" y="225102"/>
                  <a:pt x="1272504" y="195839"/>
                </a:cubicBezTo>
                <a:lnTo>
                  <a:pt x="1272504" y="106975"/>
                </a:lnTo>
                <a:lnTo>
                  <a:pt x="1246259" y="106975"/>
                </a:lnTo>
                <a:lnTo>
                  <a:pt x="1246259" y="79042"/>
                </a:lnTo>
                <a:lnTo>
                  <a:pt x="1272504" y="79042"/>
                </a:lnTo>
                <a:lnTo>
                  <a:pt x="1272504" y="42667"/>
                </a:lnTo>
                <a:close/>
                <a:moveTo>
                  <a:pt x="1846613" y="16115"/>
                </a:moveTo>
                <a:lnTo>
                  <a:pt x="1954969" y="16115"/>
                </a:lnTo>
                <a:lnTo>
                  <a:pt x="1954969" y="46504"/>
                </a:lnTo>
                <a:lnTo>
                  <a:pt x="1876234" y="46504"/>
                </a:lnTo>
                <a:lnTo>
                  <a:pt x="1872551" y="101603"/>
                </a:lnTo>
                <a:cubicBezTo>
                  <a:pt x="1879611" y="101194"/>
                  <a:pt x="1886006" y="100989"/>
                  <a:pt x="1891736" y="100989"/>
                </a:cubicBezTo>
                <a:cubicBezTo>
                  <a:pt x="1915065" y="100989"/>
                  <a:pt x="1933098" y="106975"/>
                  <a:pt x="1945837" y="118946"/>
                </a:cubicBezTo>
                <a:cubicBezTo>
                  <a:pt x="1958576" y="130918"/>
                  <a:pt x="1964945" y="147289"/>
                  <a:pt x="1964945" y="168059"/>
                </a:cubicBezTo>
                <a:cubicBezTo>
                  <a:pt x="1964945" y="189853"/>
                  <a:pt x="1957655" y="207325"/>
                  <a:pt x="1943074" y="220473"/>
                </a:cubicBezTo>
                <a:cubicBezTo>
                  <a:pt x="1928494" y="233621"/>
                  <a:pt x="1908465" y="240195"/>
                  <a:pt x="1882987" y="240195"/>
                </a:cubicBezTo>
                <a:cubicBezTo>
                  <a:pt x="1861500" y="240195"/>
                  <a:pt x="1845487" y="237176"/>
                  <a:pt x="1834948" y="231139"/>
                </a:cubicBezTo>
                <a:lnTo>
                  <a:pt x="1834948" y="196914"/>
                </a:lnTo>
                <a:cubicBezTo>
                  <a:pt x="1849376" y="206634"/>
                  <a:pt x="1864007" y="211494"/>
                  <a:pt x="1878843" y="211494"/>
                </a:cubicBezTo>
                <a:cubicBezTo>
                  <a:pt x="1893782" y="211494"/>
                  <a:pt x="1905805" y="207683"/>
                  <a:pt x="1914911" y="200060"/>
                </a:cubicBezTo>
                <a:cubicBezTo>
                  <a:pt x="1924017" y="192437"/>
                  <a:pt x="1928571" y="182282"/>
                  <a:pt x="1928571" y="169594"/>
                </a:cubicBezTo>
                <a:cubicBezTo>
                  <a:pt x="1928571" y="157111"/>
                  <a:pt x="1923941" y="147391"/>
                  <a:pt x="1914681" y="140433"/>
                </a:cubicBezTo>
                <a:cubicBezTo>
                  <a:pt x="1905421" y="133476"/>
                  <a:pt x="1892145" y="129997"/>
                  <a:pt x="1874853" y="129997"/>
                </a:cubicBezTo>
                <a:cubicBezTo>
                  <a:pt x="1868919" y="129997"/>
                  <a:pt x="1856896" y="130611"/>
                  <a:pt x="1838785" y="13183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80"/>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3"/>
                </a:cubicBezTo>
                <a:lnTo>
                  <a:pt x="33765" y="236204"/>
                </a:lnTo>
                <a:lnTo>
                  <a:pt x="0" y="236204"/>
                </a:lnTo>
                <a:close/>
                <a:moveTo>
                  <a:pt x="2224604" y="12432"/>
                </a:moveTo>
                <a:cubicBezTo>
                  <a:pt x="2245886" y="12432"/>
                  <a:pt x="2263536" y="15450"/>
                  <a:pt x="2277554" y="21487"/>
                </a:cubicBezTo>
                <a:lnTo>
                  <a:pt x="2277554" y="57708"/>
                </a:lnTo>
                <a:cubicBezTo>
                  <a:pt x="2262718" y="48909"/>
                  <a:pt x="2246347" y="44509"/>
                  <a:pt x="2228441" y="44509"/>
                </a:cubicBezTo>
                <a:cubicBezTo>
                  <a:pt x="2204600" y="44509"/>
                  <a:pt x="2185288" y="52132"/>
                  <a:pt x="2170502" y="67377"/>
                </a:cubicBezTo>
                <a:cubicBezTo>
                  <a:pt x="2155717" y="82623"/>
                  <a:pt x="2148325" y="102984"/>
                  <a:pt x="2148325" y="128462"/>
                </a:cubicBezTo>
                <a:cubicBezTo>
                  <a:pt x="2148325" y="152712"/>
                  <a:pt x="2155231" y="172024"/>
                  <a:pt x="2169044" y="186400"/>
                </a:cubicBezTo>
                <a:cubicBezTo>
                  <a:pt x="2182857" y="200776"/>
                  <a:pt x="2201019" y="207964"/>
                  <a:pt x="2223529" y="207964"/>
                </a:cubicBezTo>
                <a:cubicBezTo>
                  <a:pt x="2244300" y="207964"/>
                  <a:pt x="2262308" y="203053"/>
                  <a:pt x="2277554" y="193230"/>
                </a:cubicBezTo>
                <a:lnTo>
                  <a:pt x="2277554" y="226995"/>
                </a:lnTo>
                <a:cubicBezTo>
                  <a:pt x="2260978" y="235590"/>
                  <a:pt x="2240361" y="239888"/>
                  <a:pt x="2215702" y="239888"/>
                </a:cubicBezTo>
                <a:cubicBezTo>
                  <a:pt x="2183778" y="239888"/>
                  <a:pt x="2158198" y="229809"/>
                  <a:pt x="2138962" y="209652"/>
                </a:cubicBezTo>
                <a:cubicBezTo>
                  <a:pt x="2119726" y="189495"/>
                  <a:pt x="2110108" y="163046"/>
                  <a:pt x="2110108" y="130304"/>
                </a:cubicBezTo>
                <a:cubicBezTo>
                  <a:pt x="2110108" y="95106"/>
                  <a:pt x="2120929" y="66661"/>
                  <a:pt x="2142569" y="44969"/>
                </a:cubicBezTo>
                <a:cubicBezTo>
                  <a:pt x="2164210" y="23278"/>
                  <a:pt x="2191555" y="12432"/>
                  <a:pt x="2224604" y="12432"/>
                </a:cubicBezTo>
                <a:close/>
                <a:moveTo>
                  <a:pt x="1749754" y="12432"/>
                </a:moveTo>
                <a:cubicBezTo>
                  <a:pt x="1758042" y="12432"/>
                  <a:pt x="1765588" y="12994"/>
                  <a:pt x="1772392" y="14120"/>
                </a:cubicBezTo>
                <a:cubicBezTo>
                  <a:pt x="1779196" y="15246"/>
                  <a:pt x="1784645" y="16780"/>
                  <a:pt x="1788737" y="18724"/>
                </a:cubicBezTo>
                <a:lnTo>
                  <a:pt x="1788737" y="50801"/>
                </a:lnTo>
                <a:cubicBezTo>
                  <a:pt x="1783519" y="48141"/>
                  <a:pt x="1777943" y="45890"/>
                  <a:pt x="1772008" y="44048"/>
                </a:cubicBezTo>
                <a:cubicBezTo>
                  <a:pt x="1766074" y="42207"/>
                  <a:pt x="1759269" y="41286"/>
                  <a:pt x="1751595" y="41286"/>
                </a:cubicBezTo>
                <a:cubicBezTo>
                  <a:pt x="1743001" y="41286"/>
                  <a:pt x="1735071" y="43025"/>
                  <a:pt x="1727806" y="46504"/>
                </a:cubicBezTo>
                <a:cubicBezTo>
                  <a:pt x="1720542" y="49983"/>
                  <a:pt x="1714274" y="55073"/>
                  <a:pt x="1709005" y="61775"/>
                </a:cubicBezTo>
                <a:cubicBezTo>
                  <a:pt x="1703736" y="68477"/>
                  <a:pt x="1699592" y="76765"/>
                  <a:pt x="1696573" y="86639"/>
                </a:cubicBezTo>
                <a:cubicBezTo>
                  <a:pt x="1693555" y="96513"/>
                  <a:pt x="1691994" y="107896"/>
                  <a:pt x="1691892" y="120788"/>
                </a:cubicBezTo>
                <a:lnTo>
                  <a:pt x="1692813" y="120788"/>
                </a:lnTo>
                <a:cubicBezTo>
                  <a:pt x="1697520" y="113523"/>
                  <a:pt x="1703889" y="107793"/>
                  <a:pt x="1711921" y="103598"/>
                </a:cubicBezTo>
                <a:cubicBezTo>
                  <a:pt x="1719953" y="99403"/>
                  <a:pt x="1729392" y="97306"/>
                  <a:pt x="1740238" y="97306"/>
                </a:cubicBezTo>
                <a:cubicBezTo>
                  <a:pt x="1749856" y="97306"/>
                  <a:pt x="1758528" y="98866"/>
                  <a:pt x="1766253" y="101987"/>
                </a:cubicBezTo>
                <a:cubicBezTo>
                  <a:pt x="1773978" y="105107"/>
                  <a:pt x="1780577" y="109610"/>
                  <a:pt x="1786051" y="115493"/>
                </a:cubicBezTo>
                <a:cubicBezTo>
                  <a:pt x="1791526" y="121376"/>
                  <a:pt x="1795746" y="128539"/>
                  <a:pt x="1798713" y="136980"/>
                </a:cubicBezTo>
                <a:cubicBezTo>
                  <a:pt x="1801681" y="145421"/>
                  <a:pt x="1803164" y="154911"/>
                  <a:pt x="1803164" y="165450"/>
                </a:cubicBezTo>
                <a:cubicBezTo>
                  <a:pt x="1803164" y="176501"/>
                  <a:pt x="1801348" y="186579"/>
                  <a:pt x="1797716" y="195686"/>
                </a:cubicBezTo>
                <a:cubicBezTo>
                  <a:pt x="1794084" y="204792"/>
                  <a:pt x="1789044" y="212645"/>
                  <a:pt x="1782598" y="219245"/>
                </a:cubicBezTo>
                <a:cubicBezTo>
                  <a:pt x="1776152" y="225844"/>
                  <a:pt x="1768504" y="230960"/>
                  <a:pt x="1759653" y="234593"/>
                </a:cubicBezTo>
                <a:cubicBezTo>
                  <a:pt x="1750802" y="238225"/>
                  <a:pt x="1741210" y="240041"/>
                  <a:pt x="1730876" y="240041"/>
                </a:cubicBezTo>
                <a:cubicBezTo>
                  <a:pt x="1719825" y="240041"/>
                  <a:pt x="1709670" y="237892"/>
                  <a:pt x="1700410" y="233595"/>
                </a:cubicBezTo>
                <a:cubicBezTo>
                  <a:pt x="1691150" y="229298"/>
                  <a:pt x="1683169" y="222903"/>
                  <a:pt x="1676467" y="214410"/>
                </a:cubicBezTo>
                <a:cubicBezTo>
                  <a:pt x="1669766" y="205918"/>
                  <a:pt x="1664573" y="195353"/>
                  <a:pt x="1660889" y="182717"/>
                </a:cubicBezTo>
                <a:cubicBezTo>
                  <a:pt x="1657206" y="170080"/>
                  <a:pt x="1655364" y="155423"/>
                  <a:pt x="1655364" y="138745"/>
                </a:cubicBezTo>
                <a:cubicBezTo>
                  <a:pt x="1655364" y="118383"/>
                  <a:pt x="1657794" y="100324"/>
                  <a:pt x="1662654" y="84567"/>
                </a:cubicBezTo>
                <a:cubicBezTo>
                  <a:pt x="1667515" y="68810"/>
                  <a:pt x="1674191" y="55610"/>
                  <a:pt x="1682683" y="44969"/>
                </a:cubicBezTo>
                <a:cubicBezTo>
                  <a:pt x="1691176" y="34328"/>
                  <a:pt x="1701152" y="26245"/>
                  <a:pt x="1712612" y="20720"/>
                </a:cubicBezTo>
                <a:cubicBezTo>
                  <a:pt x="1724072" y="15194"/>
                  <a:pt x="1736452" y="12432"/>
                  <a:pt x="1749754" y="12432"/>
                </a:cubicBezTo>
                <a:close/>
                <a:moveTo>
                  <a:pt x="1548375" y="12432"/>
                </a:moveTo>
                <a:cubicBezTo>
                  <a:pt x="1567918" y="12432"/>
                  <a:pt x="1583573" y="17343"/>
                  <a:pt x="1595340" y="27166"/>
                </a:cubicBezTo>
                <a:cubicBezTo>
                  <a:pt x="1607107" y="36988"/>
                  <a:pt x="1612990" y="49574"/>
                  <a:pt x="1612990" y="64922"/>
                </a:cubicBezTo>
                <a:cubicBezTo>
                  <a:pt x="1612990" y="93878"/>
                  <a:pt x="1598256" y="112500"/>
                  <a:pt x="1568788" y="120788"/>
                </a:cubicBezTo>
                <a:lnTo>
                  <a:pt x="1568788" y="121402"/>
                </a:lnTo>
                <a:cubicBezTo>
                  <a:pt x="1584647" y="122937"/>
                  <a:pt x="1597182" y="128487"/>
                  <a:pt x="1606390" y="138054"/>
                </a:cubicBezTo>
                <a:cubicBezTo>
                  <a:pt x="1615599" y="147621"/>
                  <a:pt x="1620203" y="159567"/>
                  <a:pt x="1620203" y="173892"/>
                </a:cubicBezTo>
                <a:cubicBezTo>
                  <a:pt x="1620203" y="193639"/>
                  <a:pt x="1612785" y="209576"/>
                  <a:pt x="1597949" y="221700"/>
                </a:cubicBezTo>
                <a:cubicBezTo>
                  <a:pt x="1583113" y="233825"/>
                  <a:pt x="1563570" y="239888"/>
                  <a:pt x="1539320" y="239888"/>
                </a:cubicBezTo>
                <a:cubicBezTo>
                  <a:pt x="1517526" y="239888"/>
                  <a:pt x="1500132" y="235948"/>
                  <a:pt x="1487137" y="228070"/>
                </a:cubicBezTo>
                <a:lnTo>
                  <a:pt x="1487137" y="194611"/>
                </a:lnTo>
                <a:cubicBezTo>
                  <a:pt x="1501462" y="205969"/>
                  <a:pt x="1517628" y="211647"/>
                  <a:pt x="1535637" y="211647"/>
                </a:cubicBezTo>
                <a:cubicBezTo>
                  <a:pt x="1550268" y="211647"/>
                  <a:pt x="1561958" y="208322"/>
                  <a:pt x="1570706" y="201671"/>
                </a:cubicBezTo>
                <a:cubicBezTo>
                  <a:pt x="1579455" y="195021"/>
                  <a:pt x="1583829" y="186016"/>
                  <a:pt x="1583829" y="174659"/>
                </a:cubicBezTo>
                <a:cubicBezTo>
                  <a:pt x="1583829" y="149693"/>
                  <a:pt x="1564746" y="137210"/>
                  <a:pt x="1526581" y="137210"/>
                </a:cubicBezTo>
                <a:lnTo>
                  <a:pt x="1509545" y="137210"/>
                </a:lnTo>
                <a:lnTo>
                  <a:pt x="1509545" y="108663"/>
                </a:lnTo>
                <a:lnTo>
                  <a:pt x="1525814" y="108663"/>
                </a:lnTo>
                <a:cubicBezTo>
                  <a:pt x="1559682" y="108663"/>
                  <a:pt x="1576615" y="96896"/>
                  <a:pt x="1576615" y="73363"/>
                </a:cubicBezTo>
                <a:cubicBezTo>
                  <a:pt x="1576615" y="51671"/>
                  <a:pt x="1563416" y="40825"/>
                  <a:pt x="1537018" y="40825"/>
                </a:cubicBezTo>
                <a:cubicBezTo>
                  <a:pt x="1522284" y="40825"/>
                  <a:pt x="1508420" y="46095"/>
                  <a:pt x="1495425" y="56634"/>
                </a:cubicBezTo>
                <a:lnTo>
                  <a:pt x="1495425" y="25017"/>
                </a:lnTo>
                <a:cubicBezTo>
                  <a:pt x="1510364" y="16627"/>
                  <a:pt x="1528014" y="12432"/>
                  <a:pt x="1548375" y="12432"/>
                </a:cubicBezTo>
                <a:close/>
                <a:moveTo>
                  <a:pt x="2719067" y="5525"/>
                </a:moveTo>
                <a:cubicBezTo>
                  <a:pt x="2725103" y="5525"/>
                  <a:pt x="2730219" y="7469"/>
                  <a:pt x="2734414" y="11357"/>
                </a:cubicBezTo>
                <a:cubicBezTo>
                  <a:pt x="2738610" y="15246"/>
                  <a:pt x="2740707" y="20106"/>
                  <a:pt x="2740707" y="25938"/>
                </a:cubicBezTo>
                <a:cubicBezTo>
                  <a:pt x="2740707" y="31463"/>
                  <a:pt x="2738610" y="36195"/>
                  <a:pt x="2734414" y="40135"/>
                </a:cubicBezTo>
                <a:cubicBezTo>
                  <a:pt x="2730219" y="44074"/>
                  <a:pt x="2725103" y="46044"/>
                  <a:pt x="2719067" y="46044"/>
                </a:cubicBezTo>
                <a:cubicBezTo>
                  <a:pt x="2713234" y="46044"/>
                  <a:pt x="2708246" y="44151"/>
                  <a:pt x="2704102" y="40365"/>
                </a:cubicBezTo>
                <a:cubicBezTo>
                  <a:pt x="2699958" y="36579"/>
                  <a:pt x="2697886" y="31770"/>
                  <a:pt x="2697886" y="25938"/>
                </a:cubicBezTo>
                <a:cubicBezTo>
                  <a:pt x="2697886" y="20106"/>
                  <a:pt x="2699958" y="15246"/>
                  <a:pt x="2704102" y="11357"/>
                </a:cubicBezTo>
                <a:cubicBezTo>
                  <a:pt x="2708246" y="7469"/>
                  <a:pt x="2713234" y="5525"/>
                  <a:pt x="2719067" y="5525"/>
                </a:cubicBezTo>
                <a:close/>
                <a:moveTo>
                  <a:pt x="309241" y="5525"/>
                </a:moveTo>
                <a:cubicBezTo>
                  <a:pt x="315278" y="5525"/>
                  <a:pt x="320394" y="7469"/>
                  <a:pt x="324589" y="11357"/>
                </a:cubicBezTo>
                <a:cubicBezTo>
                  <a:pt x="328784" y="15246"/>
                  <a:pt x="330882" y="20106"/>
                  <a:pt x="330882" y="25938"/>
                </a:cubicBezTo>
                <a:cubicBezTo>
                  <a:pt x="330882" y="31463"/>
                  <a:pt x="328784" y="36195"/>
                  <a:pt x="324589" y="40135"/>
                </a:cubicBezTo>
                <a:cubicBezTo>
                  <a:pt x="320394" y="44074"/>
                  <a:pt x="315278" y="46044"/>
                  <a:pt x="309241" y="46044"/>
                </a:cubicBezTo>
                <a:cubicBezTo>
                  <a:pt x="303409" y="46044"/>
                  <a:pt x="298421" y="44151"/>
                  <a:pt x="294277" y="40365"/>
                </a:cubicBezTo>
                <a:cubicBezTo>
                  <a:pt x="290133" y="36579"/>
                  <a:pt x="288061" y="31770"/>
                  <a:pt x="288061" y="25938"/>
                </a:cubicBezTo>
                <a:cubicBezTo>
                  <a:pt x="288061" y="20106"/>
                  <a:pt x="290133" y="15246"/>
                  <a:pt x="294277" y="11357"/>
                </a:cubicBezTo>
                <a:cubicBezTo>
                  <a:pt x="298421" y="7469"/>
                  <a:pt x="303409" y="5525"/>
                  <a:pt x="309241" y="5525"/>
                </a:cubicBezTo>
                <a:close/>
                <a:moveTo>
                  <a:pt x="2786835" y="3530"/>
                </a:moveTo>
                <a:lnTo>
                  <a:pt x="2822595" y="3530"/>
                </a:lnTo>
                <a:lnTo>
                  <a:pt x="2822595" y="236204"/>
                </a:lnTo>
                <a:lnTo>
                  <a:pt x="2786835" y="236204"/>
                </a:lnTo>
                <a:close/>
                <a:moveTo>
                  <a:pt x="1216526" y="0"/>
                </a:moveTo>
                <a:cubicBezTo>
                  <a:pt x="1225325" y="0"/>
                  <a:pt x="1232283" y="972"/>
                  <a:pt x="1237399" y="2916"/>
                </a:cubicBezTo>
                <a:lnTo>
                  <a:pt x="1237399" y="32537"/>
                </a:lnTo>
                <a:cubicBezTo>
                  <a:pt x="1232590" y="29775"/>
                  <a:pt x="1227116" y="28394"/>
                  <a:pt x="1220977" y="28394"/>
                </a:cubicBezTo>
                <a:cubicBezTo>
                  <a:pt x="1203685" y="28394"/>
                  <a:pt x="1195039" y="38165"/>
                  <a:pt x="1195039" y="57708"/>
                </a:cubicBezTo>
                <a:lnTo>
                  <a:pt x="1195039" y="79042"/>
                </a:lnTo>
                <a:lnTo>
                  <a:pt x="1231567" y="79042"/>
                </a:lnTo>
                <a:lnTo>
                  <a:pt x="1231567" y="106975"/>
                </a:lnTo>
                <a:lnTo>
                  <a:pt x="1195192" y="106975"/>
                </a:lnTo>
                <a:lnTo>
                  <a:pt x="1195192" y="236204"/>
                </a:lnTo>
                <a:lnTo>
                  <a:pt x="1159585" y="236204"/>
                </a:lnTo>
                <a:lnTo>
                  <a:pt x="1159585" y="106975"/>
                </a:lnTo>
                <a:lnTo>
                  <a:pt x="1132726" y="106975"/>
                </a:lnTo>
                <a:lnTo>
                  <a:pt x="1132726" y="79042"/>
                </a:lnTo>
                <a:lnTo>
                  <a:pt x="1159585" y="79042"/>
                </a:lnTo>
                <a:lnTo>
                  <a:pt x="1159585" y="53564"/>
                </a:lnTo>
                <a:cubicBezTo>
                  <a:pt x="1159585" y="36988"/>
                  <a:pt x="1165008" y="23917"/>
                  <a:pt x="1175854" y="14350"/>
                </a:cubicBezTo>
                <a:cubicBezTo>
                  <a:pt x="1186700" y="4783"/>
                  <a:pt x="1200257" y="0"/>
                  <a:pt x="1216526"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pic>
        <p:nvPicPr>
          <p:cNvPr id="2" name="Picture 1" descr="A rainbow colored logo on a black background&#10;&#10;Description automatically generated">
            <a:extLst>
              <a:ext uri="{FF2B5EF4-FFF2-40B4-BE49-F238E27FC236}">
                <a16:creationId xmlns:a16="http://schemas.microsoft.com/office/drawing/2014/main" id="{0A9E859A-6CB5-EE60-AC13-7F06009F35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380" y="2565274"/>
            <a:ext cx="610674" cy="610674"/>
          </a:xfrm>
          <a:prstGeom prst="rect">
            <a:avLst/>
          </a:prstGeom>
        </p:spPr>
      </p:pic>
      <p:pic>
        <p:nvPicPr>
          <p:cNvPr id="3" name="Graphic 2">
            <a:extLst>
              <a:ext uri="{FF2B5EF4-FFF2-40B4-BE49-F238E27FC236}">
                <a16:creationId xmlns:a16="http://schemas.microsoft.com/office/drawing/2014/main" id="{40FE4DE3-3527-1991-05B6-5D4EBF61787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275" y="549275"/>
            <a:ext cx="1287780" cy="274320"/>
          </a:xfrm>
          <a:prstGeom prst="rect">
            <a:avLst/>
          </a:prstGeom>
        </p:spPr>
      </p:pic>
    </p:spTree>
    <p:extLst>
      <p:ext uri="{BB962C8B-B14F-4D97-AF65-F5344CB8AC3E}">
        <p14:creationId xmlns:p14="http://schemas.microsoft.com/office/powerpoint/2010/main" val="370488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pic>
        <p:nvPicPr>
          <p:cNvPr id="6" name="Picture 5" descr="A close-up of a white board&#10;&#10;Description automatically generated">
            <a:extLst>
              <a:ext uri="{FF2B5EF4-FFF2-40B4-BE49-F238E27FC236}">
                <a16:creationId xmlns:a16="http://schemas.microsoft.com/office/drawing/2014/main" id="{6E646153-32F9-AB0C-1204-90B32B4BF30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6" name="Title 15">
            <a:extLst>
              <a:ext uri="{FF2B5EF4-FFF2-40B4-BE49-F238E27FC236}">
                <a16:creationId xmlns:a16="http://schemas.microsoft.com/office/drawing/2014/main" id="{1AB79229-7EF8-8D54-ED6D-2A2E11C74F94}"/>
              </a:ext>
            </a:extLst>
          </p:cNvPr>
          <p:cNvSpPr>
            <a:spLocks noGrp="1"/>
          </p:cNvSpPr>
          <p:nvPr>
            <p:ph type="title"/>
          </p:nvPr>
        </p:nvSpPr>
        <p:spPr>
          <a:xfrm>
            <a:off x="389121" y="3202170"/>
            <a:ext cx="7683500" cy="895065"/>
          </a:xfrm>
        </p:spPr>
        <p:txBody>
          <a:bodyPr/>
          <a:lstStyle>
            <a:lvl1pPr>
              <a:defRPr>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24" name="Text Placeholder 23">
            <a:extLst>
              <a:ext uri="{FF2B5EF4-FFF2-40B4-BE49-F238E27FC236}">
                <a16:creationId xmlns:a16="http://schemas.microsoft.com/office/drawing/2014/main" id="{44FD65AF-CF48-C43D-0B1B-B1AD516E4D77}"/>
              </a:ext>
            </a:extLst>
          </p:cNvPr>
          <p:cNvSpPr>
            <a:spLocks noGrp="1"/>
          </p:cNvSpPr>
          <p:nvPr>
            <p:ph type="body" sz="quarter" idx="10"/>
          </p:nvPr>
        </p:nvSpPr>
        <p:spPr>
          <a:xfrm>
            <a:off x="404235" y="4236857"/>
            <a:ext cx="6823075" cy="454517"/>
          </a:xfrm>
        </p:spPr>
        <p:txBody>
          <a:bodyPr/>
          <a:lstStyle>
            <a:lvl1pPr marL="0" indent="0">
              <a:buNone/>
              <a:defRPr/>
            </a:lvl1pPr>
          </a:lstStyle>
          <a:p>
            <a:pPr lvl="0"/>
            <a:r>
              <a:rPr lang="en-US"/>
              <a:t>Click to edit Master text styles</a:t>
            </a:r>
          </a:p>
        </p:txBody>
      </p:sp>
      <p:sp>
        <p:nvSpPr>
          <p:cNvPr id="34" name="Freeform: Shape 33">
            <a:extLst>
              <a:ext uri="{FF2B5EF4-FFF2-40B4-BE49-F238E27FC236}">
                <a16:creationId xmlns:a16="http://schemas.microsoft.com/office/drawing/2014/main" id="{F93F6363-616A-CDD2-CAE0-DBC4E69EE419}"/>
              </a:ext>
            </a:extLst>
          </p:cNvPr>
          <p:cNvSpPr/>
          <p:nvPr/>
        </p:nvSpPr>
        <p:spPr>
          <a:xfrm>
            <a:off x="1264438" y="2768269"/>
            <a:ext cx="3145938" cy="308493"/>
          </a:xfrm>
          <a:custGeom>
            <a:avLst/>
            <a:gdLst/>
            <a:ahLst/>
            <a:cxnLst/>
            <a:rect l="l" t="t" r="r" b="b"/>
            <a:pathLst>
              <a:path w="3145938" h="308493">
                <a:moveTo>
                  <a:pt x="1730876" y="125853"/>
                </a:moveTo>
                <a:cubicBezTo>
                  <a:pt x="1724737" y="125853"/>
                  <a:pt x="1719339" y="126953"/>
                  <a:pt x="1714684" y="129153"/>
                </a:cubicBezTo>
                <a:cubicBezTo>
                  <a:pt x="1710028" y="131352"/>
                  <a:pt x="1706114" y="134243"/>
                  <a:pt x="1702943" y="137824"/>
                </a:cubicBezTo>
                <a:cubicBezTo>
                  <a:pt x="1699771" y="141405"/>
                  <a:pt x="1697392" y="145498"/>
                  <a:pt x="1695806" y="150102"/>
                </a:cubicBezTo>
                <a:cubicBezTo>
                  <a:pt x="1694220" y="154707"/>
                  <a:pt x="1693427" y="159413"/>
                  <a:pt x="1693427" y="164222"/>
                </a:cubicBezTo>
                <a:cubicBezTo>
                  <a:pt x="1693427" y="169441"/>
                  <a:pt x="1694169" y="174787"/>
                  <a:pt x="1695652" y="180261"/>
                </a:cubicBezTo>
                <a:cubicBezTo>
                  <a:pt x="1697136" y="185735"/>
                  <a:pt x="1699413" y="190723"/>
                  <a:pt x="1702482" y="195225"/>
                </a:cubicBezTo>
                <a:cubicBezTo>
                  <a:pt x="1705552" y="199727"/>
                  <a:pt x="1709465" y="203436"/>
                  <a:pt x="1714223" y="206352"/>
                </a:cubicBezTo>
                <a:cubicBezTo>
                  <a:pt x="1718981" y="209269"/>
                  <a:pt x="1724634" y="210727"/>
                  <a:pt x="1731183" y="210727"/>
                </a:cubicBezTo>
                <a:cubicBezTo>
                  <a:pt x="1737015" y="210727"/>
                  <a:pt x="1742182" y="209652"/>
                  <a:pt x="1746684" y="207504"/>
                </a:cubicBezTo>
                <a:cubicBezTo>
                  <a:pt x="1751186" y="205355"/>
                  <a:pt x="1754946" y="202388"/>
                  <a:pt x="1757965" y="198602"/>
                </a:cubicBezTo>
                <a:cubicBezTo>
                  <a:pt x="1760983" y="194816"/>
                  <a:pt x="1763285" y="190339"/>
                  <a:pt x="1764871" y="185172"/>
                </a:cubicBezTo>
                <a:cubicBezTo>
                  <a:pt x="1766457" y="180005"/>
                  <a:pt x="1767250" y="174403"/>
                  <a:pt x="1767250" y="168366"/>
                </a:cubicBezTo>
                <a:cubicBezTo>
                  <a:pt x="1767250" y="162023"/>
                  <a:pt x="1766508" y="156242"/>
                  <a:pt x="1765025" y="151023"/>
                </a:cubicBezTo>
                <a:cubicBezTo>
                  <a:pt x="1763541" y="145805"/>
                  <a:pt x="1761290" y="141329"/>
                  <a:pt x="1758272" y="137594"/>
                </a:cubicBezTo>
                <a:cubicBezTo>
                  <a:pt x="1755253" y="133859"/>
                  <a:pt x="1751468" y="130969"/>
                  <a:pt x="1746914" y="128922"/>
                </a:cubicBezTo>
                <a:cubicBezTo>
                  <a:pt x="1742361" y="126876"/>
                  <a:pt x="1737015" y="125853"/>
                  <a:pt x="1730876" y="125853"/>
                </a:cubicBezTo>
                <a:close/>
                <a:moveTo>
                  <a:pt x="2943927" y="103752"/>
                </a:moveTo>
                <a:cubicBezTo>
                  <a:pt x="2930012" y="103752"/>
                  <a:pt x="2919012" y="108612"/>
                  <a:pt x="2910929" y="118332"/>
                </a:cubicBezTo>
                <a:cubicBezTo>
                  <a:pt x="2902846" y="128053"/>
                  <a:pt x="2898804" y="141456"/>
                  <a:pt x="2898804" y="158544"/>
                </a:cubicBezTo>
                <a:cubicBezTo>
                  <a:pt x="2898804" y="175017"/>
                  <a:pt x="2902897" y="187986"/>
                  <a:pt x="2911083" y="197451"/>
                </a:cubicBezTo>
                <a:cubicBezTo>
                  <a:pt x="2919268" y="206915"/>
                  <a:pt x="2930216" y="211647"/>
                  <a:pt x="2943927" y="211647"/>
                </a:cubicBezTo>
                <a:cubicBezTo>
                  <a:pt x="2957945" y="211647"/>
                  <a:pt x="2968714" y="206992"/>
                  <a:pt x="2976235" y="197681"/>
                </a:cubicBezTo>
                <a:cubicBezTo>
                  <a:pt x="2983755" y="188370"/>
                  <a:pt x="2987515" y="175119"/>
                  <a:pt x="2987515" y="157930"/>
                </a:cubicBezTo>
                <a:cubicBezTo>
                  <a:pt x="2987515" y="140638"/>
                  <a:pt x="2983755" y="127285"/>
                  <a:pt x="2976235" y="117872"/>
                </a:cubicBezTo>
                <a:cubicBezTo>
                  <a:pt x="2968714" y="108458"/>
                  <a:pt x="2957945" y="103752"/>
                  <a:pt x="2943927" y="103752"/>
                </a:cubicBezTo>
                <a:close/>
                <a:moveTo>
                  <a:pt x="2588116" y="103752"/>
                </a:moveTo>
                <a:cubicBezTo>
                  <a:pt x="2575429" y="103752"/>
                  <a:pt x="2565222" y="108254"/>
                  <a:pt x="2557497" y="117258"/>
                </a:cubicBezTo>
                <a:cubicBezTo>
                  <a:pt x="2549772" y="126262"/>
                  <a:pt x="2545910" y="137517"/>
                  <a:pt x="2545910" y="151023"/>
                </a:cubicBezTo>
                <a:lnTo>
                  <a:pt x="2545910" y="170515"/>
                </a:lnTo>
                <a:cubicBezTo>
                  <a:pt x="2545910" y="181975"/>
                  <a:pt x="2549568" y="191695"/>
                  <a:pt x="2556883" y="199676"/>
                </a:cubicBezTo>
                <a:cubicBezTo>
                  <a:pt x="2564199" y="207657"/>
                  <a:pt x="2573485" y="211647"/>
                  <a:pt x="2584740" y="211647"/>
                </a:cubicBezTo>
                <a:cubicBezTo>
                  <a:pt x="2597939" y="211647"/>
                  <a:pt x="2608299" y="206506"/>
                  <a:pt x="2615819" y="196223"/>
                </a:cubicBezTo>
                <a:cubicBezTo>
                  <a:pt x="2623340" y="185940"/>
                  <a:pt x="2627100" y="171589"/>
                  <a:pt x="2627100" y="153172"/>
                </a:cubicBezTo>
                <a:cubicBezTo>
                  <a:pt x="2627100" y="137722"/>
                  <a:pt x="2623596" y="125623"/>
                  <a:pt x="2616587" y="116874"/>
                </a:cubicBezTo>
                <a:cubicBezTo>
                  <a:pt x="2609578" y="108126"/>
                  <a:pt x="2600088" y="103752"/>
                  <a:pt x="2588116" y="103752"/>
                </a:cubicBezTo>
                <a:close/>
                <a:moveTo>
                  <a:pt x="2391477" y="103752"/>
                </a:moveTo>
                <a:cubicBezTo>
                  <a:pt x="2377562" y="103752"/>
                  <a:pt x="2366562" y="108612"/>
                  <a:pt x="2358479" y="118332"/>
                </a:cubicBezTo>
                <a:cubicBezTo>
                  <a:pt x="2350396" y="128053"/>
                  <a:pt x="2346354" y="141456"/>
                  <a:pt x="2346354" y="158544"/>
                </a:cubicBezTo>
                <a:cubicBezTo>
                  <a:pt x="2346354" y="175017"/>
                  <a:pt x="2350447" y="187986"/>
                  <a:pt x="2358633" y="197451"/>
                </a:cubicBezTo>
                <a:cubicBezTo>
                  <a:pt x="2366818" y="206915"/>
                  <a:pt x="2377766" y="211647"/>
                  <a:pt x="2391477" y="211647"/>
                </a:cubicBezTo>
                <a:cubicBezTo>
                  <a:pt x="2405495" y="211647"/>
                  <a:pt x="2416264" y="206992"/>
                  <a:pt x="2423785" y="197681"/>
                </a:cubicBezTo>
                <a:cubicBezTo>
                  <a:pt x="2431305" y="188370"/>
                  <a:pt x="2435065" y="175119"/>
                  <a:pt x="2435065" y="157930"/>
                </a:cubicBezTo>
                <a:cubicBezTo>
                  <a:pt x="2435065" y="140638"/>
                  <a:pt x="2431305" y="127285"/>
                  <a:pt x="2423785" y="117872"/>
                </a:cubicBezTo>
                <a:cubicBezTo>
                  <a:pt x="2416264" y="108458"/>
                  <a:pt x="2405495" y="103752"/>
                  <a:pt x="2391477" y="103752"/>
                </a:cubicBezTo>
                <a:close/>
                <a:moveTo>
                  <a:pt x="1038927" y="103752"/>
                </a:moveTo>
                <a:cubicBezTo>
                  <a:pt x="1025012" y="103752"/>
                  <a:pt x="1014013" y="108612"/>
                  <a:pt x="1005929" y="118332"/>
                </a:cubicBezTo>
                <a:cubicBezTo>
                  <a:pt x="997846" y="128053"/>
                  <a:pt x="993804" y="141456"/>
                  <a:pt x="993804" y="158544"/>
                </a:cubicBezTo>
                <a:cubicBezTo>
                  <a:pt x="993804" y="175017"/>
                  <a:pt x="997897" y="187986"/>
                  <a:pt x="1006083" y="197451"/>
                </a:cubicBezTo>
                <a:cubicBezTo>
                  <a:pt x="1014268" y="206915"/>
                  <a:pt x="1025217" y="211647"/>
                  <a:pt x="1038927" y="211647"/>
                </a:cubicBezTo>
                <a:cubicBezTo>
                  <a:pt x="1052945" y="211647"/>
                  <a:pt x="1063714" y="206992"/>
                  <a:pt x="1071235" y="197681"/>
                </a:cubicBezTo>
                <a:cubicBezTo>
                  <a:pt x="1078755" y="188370"/>
                  <a:pt x="1082515" y="175119"/>
                  <a:pt x="1082515" y="157930"/>
                </a:cubicBezTo>
                <a:cubicBezTo>
                  <a:pt x="1082515" y="140638"/>
                  <a:pt x="1078755" y="127285"/>
                  <a:pt x="1071235" y="117872"/>
                </a:cubicBezTo>
                <a:cubicBezTo>
                  <a:pt x="1063714" y="108458"/>
                  <a:pt x="1052945" y="103752"/>
                  <a:pt x="1038927" y="103752"/>
                </a:cubicBezTo>
                <a:close/>
                <a:moveTo>
                  <a:pt x="715077" y="103752"/>
                </a:moveTo>
                <a:cubicBezTo>
                  <a:pt x="701162" y="103752"/>
                  <a:pt x="690162" y="108612"/>
                  <a:pt x="682079" y="118332"/>
                </a:cubicBezTo>
                <a:cubicBezTo>
                  <a:pt x="673996" y="128053"/>
                  <a:pt x="669954" y="141456"/>
                  <a:pt x="669954" y="158544"/>
                </a:cubicBezTo>
                <a:cubicBezTo>
                  <a:pt x="669954" y="175017"/>
                  <a:pt x="674047" y="187986"/>
                  <a:pt x="682233" y="197451"/>
                </a:cubicBezTo>
                <a:cubicBezTo>
                  <a:pt x="690418" y="206915"/>
                  <a:pt x="701366" y="211647"/>
                  <a:pt x="715077" y="211647"/>
                </a:cubicBezTo>
                <a:cubicBezTo>
                  <a:pt x="729095" y="211647"/>
                  <a:pt x="739864" y="206992"/>
                  <a:pt x="747385" y="197681"/>
                </a:cubicBezTo>
                <a:cubicBezTo>
                  <a:pt x="754905" y="188370"/>
                  <a:pt x="758665" y="175119"/>
                  <a:pt x="758665" y="157930"/>
                </a:cubicBezTo>
                <a:cubicBezTo>
                  <a:pt x="758665" y="140638"/>
                  <a:pt x="754905" y="127285"/>
                  <a:pt x="747385" y="117872"/>
                </a:cubicBezTo>
                <a:cubicBezTo>
                  <a:pt x="739864" y="108458"/>
                  <a:pt x="729095" y="103752"/>
                  <a:pt x="715077" y="103752"/>
                </a:cubicBezTo>
                <a:close/>
                <a:moveTo>
                  <a:pt x="2701110" y="79042"/>
                </a:moveTo>
                <a:lnTo>
                  <a:pt x="2736717" y="79042"/>
                </a:lnTo>
                <a:lnTo>
                  <a:pt x="2736717" y="236204"/>
                </a:lnTo>
                <a:lnTo>
                  <a:pt x="2701110" y="236204"/>
                </a:lnTo>
                <a:close/>
                <a:moveTo>
                  <a:pt x="291284" y="79042"/>
                </a:moveTo>
                <a:lnTo>
                  <a:pt x="326892" y="79042"/>
                </a:lnTo>
                <a:lnTo>
                  <a:pt x="326892" y="236204"/>
                </a:lnTo>
                <a:lnTo>
                  <a:pt x="291284" y="236204"/>
                </a:lnTo>
                <a:close/>
                <a:moveTo>
                  <a:pt x="605842" y="76279"/>
                </a:moveTo>
                <a:cubicBezTo>
                  <a:pt x="612288" y="76279"/>
                  <a:pt x="617200" y="77251"/>
                  <a:pt x="620576" y="79195"/>
                </a:cubicBezTo>
                <a:lnTo>
                  <a:pt x="620576" y="112961"/>
                </a:lnTo>
                <a:cubicBezTo>
                  <a:pt x="616279" y="109584"/>
                  <a:pt x="610088" y="107896"/>
                  <a:pt x="602005" y="107896"/>
                </a:cubicBezTo>
                <a:cubicBezTo>
                  <a:pt x="591466" y="107896"/>
                  <a:pt x="582667" y="112654"/>
                  <a:pt x="575607" y="122169"/>
                </a:cubicBezTo>
                <a:cubicBezTo>
                  <a:pt x="568547" y="131685"/>
                  <a:pt x="565017" y="144628"/>
                  <a:pt x="565017" y="160999"/>
                </a:cubicBezTo>
                <a:lnTo>
                  <a:pt x="565017" y="236204"/>
                </a:lnTo>
                <a:lnTo>
                  <a:pt x="529410" y="236204"/>
                </a:lnTo>
                <a:lnTo>
                  <a:pt x="529410" y="79042"/>
                </a:lnTo>
                <a:lnTo>
                  <a:pt x="565017" y="79042"/>
                </a:lnTo>
                <a:lnTo>
                  <a:pt x="565017" y="111426"/>
                </a:lnTo>
                <a:lnTo>
                  <a:pt x="565631" y="111426"/>
                </a:lnTo>
                <a:cubicBezTo>
                  <a:pt x="569109" y="100375"/>
                  <a:pt x="574456" y="91755"/>
                  <a:pt x="581669" y="85564"/>
                </a:cubicBezTo>
                <a:cubicBezTo>
                  <a:pt x="588883" y="79374"/>
                  <a:pt x="596940" y="76279"/>
                  <a:pt x="605842" y="76279"/>
                </a:cubicBezTo>
                <a:close/>
                <a:moveTo>
                  <a:pt x="2946076" y="75358"/>
                </a:moveTo>
                <a:cubicBezTo>
                  <a:pt x="2970633" y="75358"/>
                  <a:pt x="2989766" y="82572"/>
                  <a:pt x="3003477" y="96999"/>
                </a:cubicBezTo>
                <a:cubicBezTo>
                  <a:pt x="3017188" y="111426"/>
                  <a:pt x="3024043" y="131429"/>
                  <a:pt x="3024043" y="157009"/>
                </a:cubicBezTo>
                <a:cubicBezTo>
                  <a:pt x="3024043" y="182077"/>
                  <a:pt x="3016651" y="202157"/>
                  <a:pt x="3001866" y="217249"/>
                </a:cubicBezTo>
                <a:cubicBezTo>
                  <a:pt x="2987080" y="232342"/>
                  <a:pt x="2967205" y="239888"/>
                  <a:pt x="2942239" y="239888"/>
                </a:cubicBezTo>
                <a:cubicBezTo>
                  <a:pt x="2917989" y="239888"/>
                  <a:pt x="2898625" y="232546"/>
                  <a:pt x="2884147" y="217863"/>
                </a:cubicBezTo>
                <a:cubicBezTo>
                  <a:pt x="2869669" y="203181"/>
                  <a:pt x="2862430" y="183714"/>
                  <a:pt x="2862430" y="159465"/>
                </a:cubicBezTo>
                <a:cubicBezTo>
                  <a:pt x="2862430" y="133066"/>
                  <a:pt x="2869976" y="112449"/>
                  <a:pt x="2885068" y="97613"/>
                </a:cubicBezTo>
                <a:cubicBezTo>
                  <a:pt x="2900160" y="82776"/>
                  <a:pt x="2920496" y="75358"/>
                  <a:pt x="2946076" y="75358"/>
                </a:cubicBezTo>
                <a:close/>
                <a:moveTo>
                  <a:pt x="2600241" y="75358"/>
                </a:moveTo>
                <a:cubicBezTo>
                  <a:pt x="2620194" y="75358"/>
                  <a:pt x="2635746" y="82367"/>
                  <a:pt x="2646899" y="96385"/>
                </a:cubicBezTo>
                <a:cubicBezTo>
                  <a:pt x="2658052" y="110403"/>
                  <a:pt x="2663628" y="129229"/>
                  <a:pt x="2663628" y="152865"/>
                </a:cubicBezTo>
                <a:cubicBezTo>
                  <a:pt x="2663628" y="179059"/>
                  <a:pt x="2657335" y="200034"/>
                  <a:pt x="2644750" y="215791"/>
                </a:cubicBezTo>
                <a:cubicBezTo>
                  <a:pt x="2632165" y="231549"/>
                  <a:pt x="2614975" y="239427"/>
                  <a:pt x="2593181" y="239427"/>
                </a:cubicBezTo>
                <a:cubicBezTo>
                  <a:pt x="2573127" y="239427"/>
                  <a:pt x="2557676" y="230628"/>
                  <a:pt x="2546831" y="213029"/>
                </a:cubicBezTo>
                <a:lnTo>
                  <a:pt x="2546217" y="213029"/>
                </a:lnTo>
                <a:lnTo>
                  <a:pt x="2546217" y="308493"/>
                </a:lnTo>
                <a:lnTo>
                  <a:pt x="2510610" y="308493"/>
                </a:lnTo>
                <a:lnTo>
                  <a:pt x="2510610" y="79042"/>
                </a:lnTo>
                <a:lnTo>
                  <a:pt x="2546217" y="79042"/>
                </a:lnTo>
                <a:lnTo>
                  <a:pt x="2546217" y="106668"/>
                </a:lnTo>
                <a:lnTo>
                  <a:pt x="2546831" y="106668"/>
                </a:lnTo>
                <a:cubicBezTo>
                  <a:pt x="2559007" y="85795"/>
                  <a:pt x="2576810" y="75358"/>
                  <a:pt x="2600241" y="75358"/>
                </a:cubicBezTo>
                <a:close/>
                <a:moveTo>
                  <a:pt x="2393626" y="75358"/>
                </a:moveTo>
                <a:cubicBezTo>
                  <a:pt x="2418183" y="75358"/>
                  <a:pt x="2437316" y="82572"/>
                  <a:pt x="2451027" y="96999"/>
                </a:cubicBezTo>
                <a:cubicBezTo>
                  <a:pt x="2464738" y="111426"/>
                  <a:pt x="2471593" y="131429"/>
                  <a:pt x="2471593" y="157009"/>
                </a:cubicBezTo>
                <a:cubicBezTo>
                  <a:pt x="2471593" y="182077"/>
                  <a:pt x="2464201" y="202157"/>
                  <a:pt x="2449416" y="217249"/>
                </a:cubicBezTo>
                <a:cubicBezTo>
                  <a:pt x="2434630" y="232342"/>
                  <a:pt x="2414755" y="239888"/>
                  <a:pt x="2389789" y="239888"/>
                </a:cubicBezTo>
                <a:cubicBezTo>
                  <a:pt x="2365539" y="239888"/>
                  <a:pt x="2346175" y="232546"/>
                  <a:pt x="2331697" y="217863"/>
                </a:cubicBezTo>
                <a:cubicBezTo>
                  <a:pt x="2317219" y="203181"/>
                  <a:pt x="2309980" y="183714"/>
                  <a:pt x="2309980" y="159465"/>
                </a:cubicBezTo>
                <a:cubicBezTo>
                  <a:pt x="2309980" y="133066"/>
                  <a:pt x="2317526" y="112449"/>
                  <a:pt x="2332618" y="97613"/>
                </a:cubicBezTo>
                <a:cubicBezTo>
                  <a:pt x="2347710" y="82776"/>
                  <a:pt x="2368046" y="75358"/>
                  <a:pt x="2393626" y="75358"/>
                </a:cubicBezTo>
                <a:close/>
                <a:moveTo>
                  <a:pt x="1041076" y="75358"/>
                </a:moveTo>
                <a:cubicBezTo>
                  <a:pt x="1065633" y="75358"/>
                  <a:pt x="1084766" y="82572"/>
                  <a:pt x="1098477" y="96999"/>
                </a:cubicBezTo>
                <a:cubicBezTo>
                  <a:pt x="1112188" y="111426"/>
                  <a:pt x="1119043" y="131429"/>
                  <a:pt x="1119043" y="157009"/>
                </a:cubicBezTo>
                <a:cubicBezTo>
                  <a:pt x="1119043" y="182077"/>
                  <a:pt x="1111651" y="202157"/>
                  <a:pt x="1096866" y="217249"/>
                </a:cubicBezTo>
                <a:cubicBezTo>
                  <a:pt x="1082080" y="232342"/>
                  <a:pt x="1062205" y="239888"/>
                  <a:pt x="1037239" y="239888"/>
                </a:cubicBezTo>
                <a:cubicBezTo>
                  <a:pt x="1012989" y="239888"/>
                  <a:pt x="993625" y="232546"/>
                  <a:pt x="979147" y="217863"/>
                </a:cubicBezTo>
                <a:cubicBezTo>
                  <a:pt x="964669" y="203181"/>
                  <a:pt x="957430" y="183714"/>
                  <a:pt x="957430" y="159465"/>
                </a:cubicBezTo>
                <a:cubicBezTo>
                  <a:pt x="957430" y="133066"/>
                  <a:pt x="964976" y="112449"/>
                  <a:pt x="980068" y="97613"/>
                </a:cubicBezTo>
                <a:cubicBezTo>
                  <a:pt x="995160" y="82776"/>
                  <a:pt x="1015496" y="75358"/>
                  <a:pt x="1041076" y="75358"/>
                </a:cubicBezTo>
                <a:close/>
                <a:moveTo>
                  <a:pt x="888695" y="75358"/>
                </a:moveTo>
                <a:cubicBezTo>
                  <a:pt x="903224" y="75358"/>
                  <a:pt x="916218" y="77558"/>
                  <a:pt x="927678" y="81958"/>
                </a:cubicBezTo>
                <a:lnTo>
                  <a:pt x="927678" y="113114"/>
                </a:lnTo>
                <a:cubicBezTo>
                  <a:pt x="916628" y="105542"/>
                  <a:pt x="903940" y="101757"/>
                  <a:pt x="889615" y="101757"/>
                </a:cubicBezTo>
                <a:cubicBezTo>
                  <a:pt x="885113" y="101757"/>
                  <a:pt x="881046" y="102217"/>
                  <a:pt x="877414" y="103138"/>
                </a:cubicBezTo>
                <a:cubicBezTo>
                  <a:pt x="873781" y="104059"/>
                  <a:pt x="870686" y="105338"/>
                  <a:pt x="868128" y="106975"/>
                </a:cubicBezTo>
                <a:cubicBezTo>
                  <a:pt x="865570" y="108612"/>
                  <a:pt x="863575" y="110582"/>
                  <a:pt x="862143" y="112884"/>
                </a:cubicBezTo>
                <a:cubicBezTo>
                  <a:pt x="860710" y="115186"/>
                  <a:pt x="859994" y="117718"/>
                  <a:pt x="859994" y="120481"/>
                </a:cubicBezTo>
                <a:cubicBezTo>
                  <a:pt x="859994" y="123858"/>
                  <a:pt x="860710" y="126722"/>
                  <a:pt x="862143" y="129076"/>
                </a:cubicBezTo>
                <a:cubicBezTo>
                  <a:pt x="863575" y="131429"/>
                  <a:pt x="865698" y="133501"/>
                  <a:pt x="868512" y="135292"/>
                </a:cubicBezTo>
                <a:cubicBezTo>
                  <a:pt x="871326" y="137082"/>
                  <a:pt x="874702" y="138719"/>
                  <a:pt x="878642" y="140203"/>
                </a:cubicBezTo>
                <a:cubicBezTo>
                  <a:pt x="882581" y="141687"/>
                  <a:pt x="887109" y="143298"/>
                  <a:pt x="892225" y="145038"/>
                </a:cubicBezTo>
                <a:cubicBezTo>
                  <a:pt x="898978" y="147800"/>
                  <a:pt x="905040" y="150614"/>
                  <a:pt x="910412" y="153479"/>
                </a:cubicBezTo>
                <a:cubicBezTo>
                  <a:pt x="915784" y="156344"/>
                  <a:pt x="920362" y="159593"/>
                  <a:pt x="924148" y="163225"/>
                </a:cubicBezTo>
                <a:cubicBezTo>
                  <a:pt x="927934" y="166857"/>
                  <a:pt x="930850" y="171052"/>
                  <a:pt x="932897" y="175810"/>
                </a:cubicBezTo>
                <a:cubicBezTo>
                  <a:pt x="934943" y="180568"/>
                  <a:pt x="935966" y="186221"/>
                  <a:pt x="935966" y="192770"/>
                </a:cubicBezTo>
                <a:cubicBezTo>
                  <a:pt x="935966" y="200750"/>
                  <a:pt x="934124" y="207708"/>
                  <a:pt x="930441" y="213643"/>
                </a:cubicBezTo>
                <a:cubicBezTo>
                  <a:pt x="926757" y="219577"/>
                  <a:pt x="921846" y="224489"/>
                  <a:pt x="915707" y="228377"/>
                </a:cubicBezTo>
                <a:cubicBezTo>
                  <a:pt x="909568" y="232265"/>
                  <a:pt x="902482" y="235155"/>
                  <a:pt x="894450" y="237048"/>
                </a:cubicBezTo>
                <a:cubicBezTo>
                  <a:pt x="886418" y="238941"/>
                  <a:pt x="877951" y="239888"/>
                  <a:pt x="869049" y="239888"/>
                </a:cubicBezTo>
                <a:cubicBezTo>
                  <a:pt x="851860" y="239888"/>
                  <a:pt x="836972" y="237023"/>
                  <a:pt x="824387" y="231293"/>
                </a:cubicBezTo>
                <a:lnTo>
                  <a:pt x="824387" y="198295"/>
                </a:lnTo>
                <a:cubicBezTo>
                  <a:pt x="837688" y="208424"/>
                  <a:pt x="852371" y="213489"/>
                  <a:pt x="868435" y="213489"/>
                </a:cubicBezTo>
                <a:cubicBezTo>
                  <a:pt x="889922" y="213489"/>
                  <a:pt x="900666" y="207145"/>
                  <a:pt x="900666" y="194458"/>
                </a:cubicBezTo>
                <a:cubicBezTo>
                  <a:pt x="900666" y="190877"/>
                  <a:pt x="899745" y="187833"/>
                  <a:pt x="897903" y="185326"/>
                </a:cubicBezTo>
                <a:cubicBezTo>
                  <a:pt x="896062" y="182819"/>
                  <a:pt x="893580" y="180594"/>
                  <a:pt x="890460" y="178650"/>
                </a:cubicBezTo>
                <a:cubicBezTo>
                  <a:pt x="887339" y="176705"/>
                  <a:pt x="883655" y="174966"/>
                  <a:pt x="879409" y="173431"/>
                </a:cubicBezTo>
                <a:cubicBezTo>
                  <a:pt x="875163" y="171896"/>
                  <a:pt x="870431" y="170157"/>
                  <a:pt x="865212" y="168213"/>
                </a:cubicBezTo>
                <a:cubicBezTo>
                  <a:pt x="858766" y="165655"/>
                  <a:pt x="852960" y="162943"/>
                  <a:pt x="847792" y="160079"/>
                </a:cubicBezTo>
                <a:cubicBezTo>
                  <a:pt x="842625" y="157214"/>
                  <a:pt x="838328" y="153965"/>
                  <a:pt x="834900" y="150333"/>
                </a:cubicBezTo>
                <a:cubicBezTo>
                  <a:pt x="831473" y="146700"/>
                  <a:pt x="828889" y="142582"/>
                  <a:pt x="827150" y="137978"/>
                </a:cubicBezTo>
                <a:cubicBezTo>
                  <a:pt x="825410" y="133373"/>
                  <a:pt x="824540" y="128001"/>
                  <a:pt x="824540" y="121862"/>
                </a:cubicBezTo>
                <a:cubicBezTo>
                  <a:pt x="824540" y="114291"/>
                  <a:pt x="826331" y="107614"/>
                  <a:pt x="829912" y="101833"/>
                </a:cubicBezTo>
                <a:cubicBezTo>
                  <a:pt x="833493" y="96052"/>
                  <a:pt x="838302" y="91192"/>
                  <a:pt x="844339" y="87253"/>
                </a:cubicBezTo>
                <a:cubicBezTo>
                  <a:pt x="850376" y="83313"/>
                  <a:pt x="857231" y="80346"/>
                  <a:pt x="864905" y="78351"/>
                </a:cubicBezTo>
                <a:cubicBezTo>
                  <a:pt x="872579" y="76356"/>
                  <a:pt x="880509" y="75358"/>
                  <a:pt x="888695" y="75358"/>
                </a:cubicBezTo>
                <a:close/>
                <a:moveTo>
                  <a:pt x="717226" y="75358"/>
                </a:moveTo>
                <a:cubicBezTo>
                  <a:pt x="741783" y="75358"/>
                  <a:pt x="760916" y="82572"/>
                  <a:pt x="774627" y="96999"/>
                </a:cubicBezTo>
                <a:cubicBezTo>
                  <a:pt x="788338" y="111426"/>
                  <a:pt x="795193" y="131429"/>
                  <a:pt x="795193" y="157009"/>
                </a:cubicBezTo>
                <a:cubicBezTo>
                  <a:pt x="795193" y="182077"/>
                  <a:pt x="787801" y="202157"/>
                  <a:pt x="773016" y="217249"/>
                </a:cubicBezTo>
                <a:cubicBezTo>
                  <a:pt x="758230" y="232342"/>
                  <a:pt x="738355" y="239888"/>
                  <a:pt x="713389" y="239888"/>
                </a:cubicBezTo>
                <a:cubicBezTo>
                  <a:pt x="689139" y="239888"/>
                  <a:pt x="669775" y="232546"/>
                  <a:pt x="655297" y="217863"/>
                </a:cubicBezTo>
                <a:cubicBezTo>
                  <a:pt x="640819" y="203181"/>
                  <a:pt x="633580" y="183714"/>
                  <a:pt x="633580" y="159465"/>
                </a:cubicBezTo>
                <a:cubicBezTo>
                  <a:pt x="633580" y="133066"/>
                  <a:pt x="641126" y="112449"/>
                  <a:pt x="656218" y="97613"/>
                </a:cubicBezTo>
                <a:cubicBezTo>
                  <a:pt x="671310" y="82776"/>
                  <a:pt x="691646" y="75358"/>
                  <a:pt x="717226" y="75358"/>
                </a:cubicBezTo>
                <a:close/>
                <a:moveTo>
                  <a:pt x="451754" y="75358"/>
                </a:moveTo>
                <a:cubicBezTo>
                  <a:pt x="466078" y="75358"/>
                  <a:pt x="478715" y="77865"/>
                  <a:pt x="489663" y="82879"/>
                </a:cubicBezTo>
                <a:lnTo>
                  <a:pt x="489663" y="116030"/>
                </a:lnTo>
                <a:cubicBezTo>
                  <a:pt x="478715" y="107845"/>
                  <a:pt x="467051" y="103752"/>
                  <a:pt x="454670" y="103752"/>
                </a:cubicBezTo>
                <a:cubicBezTo>
                  <a:pt x="439629" y="103752"/>
                  <a:pt x="427299" y="108842"/>
                  <a:pt x="417681" y="119023"/>
                </a:cubicBezTo>
                <a:cubicBezTo>
                  <a:pt x="408063" y="129204"/>
                  <a:pt x="403254" y="142531"/>
                  <a:pt x="403254" y="159004"/>
                </a:cubicBezTo>
                <a:cubicBezTo>
                  <a:pt x="403254" y="175273"/>
                  <a:pt x="407782" y="188114"/>
                  <a:pt x="416837" y="197527"/>
                </a:cubicBezTo>
                <a:cubicBezTo>
                  <a:pt x="425893" y="206941"/>
                  <a:pt x="438043" y="211647"/>
                  <a:pt x="453289" y="211647"/>
                </a:cubicBezTo>
                <a:cubicBezTo>
                  <a:pt x="466078" y="211647"/>
                  <a:pt x="478152" y="207094"/>
                  <a:pt x="489510" y="197988"/>
                </a:cubicBezTo>
                <a:lnTo>
                  <a:pt x="489510" y="228991"/>
                </a:lnTo>
                <a:cubicBezTo>
                  <a:pt x="476924" y="236255"/>
                  <a:pt x="462037" y="239888"/>
                  <a:pt x="444847" y="239888"/>
                </a:cubicBezTo>
                <a:cubicBezTo>
                  <a:pt x="421518" y="239888"/>
                  <a:pt x="402692" y="232597"/>
                  <a:pt x="388367" y="218017"/>
                </a:cubicBezTo>
                <a:cubicBezTo>
                  <a:pt x="374042" y="203436"/>
                  <a:pt x="366880" y="184533"/>
                  <a:pt x="366880" y="161306"/>
                </a:cubicBezTo>
                <a:cubicBezTo>
                  <a:pt x="366880" y="135420"/>
                  <a:pt x="374579" y="114623"/>
                  <a:pt x="389978" y="98917"/>
                </a:cubicBezTo>
                <a:cubicBezTo>
                  <a:pt x="405377" y="83211"/>
                  <a:pt x="425969" y="75358"/>
                  <a:pt x="451754" y="75358"/>
                </a:cubicBezTo>
                <a:close/>
                <a:moveTo>
                  <a:pt x="3108336" y="32537"/>
                </a:moveTo>
                <a:lnTo>
                  <a:pt x="3108336" y="79042"/>
                </a:lnTo>
                <a:lnTo>
                  <a:pt x="3145938" y="79042"/>
                </a:lnTo>
                <a:lnTo>
                  <a:pt x="3145938" y="106975"/>
                </a:lnTo>
                <a:lnTo>
                  <a:pt x="3108336" y="106975"/>
                </a:lnTo>
                <a:lnTo>
                  <a:pt x="3108336" y="185556"/>
                </a:lnTo>
                <a:cubicBezTo>
                  <a:pt x="3108336" y="194867"/>
                  <a:pt x="3110024" y="201518"/>
                  <a:pt x="3113401" y="205508"/>
                </a:cubicBezTo>
                <a:cubicBezTo>
                  <a:pt x="3116777" y="209499"/>
                  <a:pt x="3122405" y="211494"/>
                  <a:pt x="3130283" y="211494"/>
                </a:cubicBezTo>
                <a:cubicBezTo>
                  <a:pt x="3136320" y="211494"/>
                  <a:pt x="3141538" y="209755"/>
                  <a:pt x="3145938" y="206276"/>
                </a:cubicBezTo>
                <a:lnTo>
                  <a:pt x="3145938" y="234516"/>
                </a:lnTo>
                <a:cubicBezTo>
                  <a:pt x="3138980" y="237995"/>
                  <a:pt x="3129823" y="239734"/>
                  <a:pt x="3118465" y="239734"/>
                </a:cubicBezTo>
                <a:cubicBezTo>
                  <a:pt x="3087975" y="239734"/>
                  <a:pt x="3072729" y="225102"/>
                  <a:pt x="3072729" y="195839"/>
                </a:cubicBezTo>
                <a:lnTo>
                  <a:pt x="3072729" y="106975"/>
                </a:lnTo>
                <a:lnTo>
                  <a:pt x="3046484" y="106975"/>
                </a:lnTo>
                <a:lnTo>
                  <a:pt x="3046484" y="79042"/>
                </a:lnTo>
                <a:lnTo>
                  <a:pt x="3072729" y="79042"/>
                </a:lnTo>
                <a:lnTo>
                  <a:pt x="3072729" y="42667"/>
                </a:lnTo>
                <a:close/>
                <a:moveTo>
                  <a:pt x="1308111" y="32537"/>
                </a:moveTo>
                <a:lnTo>
                  <a:pt x="1308111" y="79042"/>
                </a:lnTo>
                <a:lnTo>
                  <a:pt x="1345713" y="79042"/>
                </a:lnTo>
                <a:lnTo>
                  <a:pt x="1345713" y="106975"/>
                </a:lnTo>
                <a:lnTo>
                  <a:pt x="1308111" y="106975"/>
                </a:lnTo>
                <a:lnTo>
                  <a:pt x="1308111" y="185556"/>
                </a:lnTo>
                <a:cubicBezTo>
                  <a:pt x="1308111" y="194867"/>
                  <a:pt x="1309799" y="201518"/>
                  <a:pt x="1313176" y="205508"/>
                </a:cubicBezTo>
                <a:cubicBezTo>
                  <a:pt x="1316552" y="209499"/>
                  <a:pt x="1322180" y="211494"/>
                  <a:pt x="1330058" y="211494"/>
                </a:cubicBezTo>
                <a:cubicBezTo>
                  <a:pt x="1336095" y="211494"/>
                  <a:pt x="1341314" y="209755"/>
                  <a:pt x="1345713" y="206276"/>
                </a:cubicBezTo>
                <a:lnTo>
                  <a:pt x="1345713" y="234516"/>
                </a:lnTo>
                <a:cubicBezTo>
                  <a:pt x="1338756" y="237995"/>
                  <a:pt x="1329598" y="239734"/>
                  <a:pt x="1318240" y="239734"/>
                </a:cubicBezTo>
                <a:cubicBezTo>
                  <a:pt x="1287749" y="239734"/>
                  <a:pt x="1272504" y="225102"/>
                  <a:pt x="1272504" y="195839"/>
                </a:cubicBezTo>
                <a:lnTo>
                  <a:pt x="1272504" y="106975"/>
                </a:lnTo>
                <a:lnTo>
                  <a:pt x="1246259" y="106975"/>
                </a:lnTo>
                <a:lnTo>
                  <a:pt x="1246259" y="79042"/>
                </a:lnTo>
                <a:lnTo>
                  <a:pt x="1272504" y="79042"/>
                </a:lnTo>
                <a:lnTo>
                  <a:pt x="1272504" y="42667"/>
                </a:lnTo>
                <a:close/>
                <a:moveTo>
                  <a:pt x="1846613" y="16115"/>
                </a:moveTo>
                <a:lnTo>
                  <a:pt x="1954969" y="16115"/>
                </a:lnTo>
                <a:lnTo>
                  <a:pt x="1954969" y="46504"/>
                </a:lnTo>
                <a:lnTo>
                  <a:pt x="1876234" y="46504"/>
                </a:lnTo>
                <a:lnTo>
                  <a:pt x="1872551" y="101603"/>
                </a:lnTo>
                <a:cubicBezTo>
                  <a:pt x="1879611" y="101194"/>
                  <a:pt x="1886006" y="100989"/>
                  <a:pt x="1891736" y="100989"/>
                </a:cubicBezTo>
                <a:cubicBezTo>
                  <a:pt x="1915065" y="100989"/>
                  <a:pt x="1933098" y="106975"/>
                  <a:pt x="1945837" y="118946"/>
                </a:cubicBezTo>
                <a:cubicBezTo>
                  <a:pt x="1958576" y="130918"/>
                  <a:pt x="1964945" y="147289"/>
                  <a:pt x="1964945" y="168059"/>
                </a:cubicBezTo>
                <a:cubicBezTo>
                  <a:pt x="1964945" y="189853"/>
                  <a:pt x="1957655" y="207325"/>
                  <a:pt x="1943074" y="220473"/>
                </a:cubicBezTo>
                <a:cubicBezTo>
                  <a:pt x="1928494" y="233621"/>
                  <a:pt x="1908465" y="240195"/>
                  <a:pt x="1882987" y="240195"/>
                </a:cubicBezTo>
                <a:cubicBezTo>
                  <a:pt x="1861500" y="240195"/>
                  <a:pt x="1845487" y="237176"/>
                  <a:pt x="1834948" y="231139"/>
                </a:cubicBezTo>
                <a:lnTo>
                  <a:pt x="1834948" y="196914"/>
                </a:lnTo>
                <a:cubicBezTo>
                  <a:pt x="1849376" y="206634"/>
                  <a:pt x="1864007" y="211494"/>
                  <a:pt x="1878843" y="211494"/>
                </a:cubicBezTo>
                <a:cubicBezTo>
                  <a:pt x="1893782" y="211494"/>
                  <a:pt x="1905805" y="207683"/>
                  <a:pt x="1914911" y="200060"/>
                </a:cubicBezTo>
                <a:cubicBezTo>
                  <a:pt x="1924017" y="192437"/>
                  <a:pt x="1928571" y="182282"/>
                  <a:pt x="1928571" y="169594"/>
                </a:cubicBezTo>
                <a:cubicBezTo>
                  <a:pt x="1928571" y="157111"/>
                  <a:pt x="1923941" y="147391"/>
                  <a:pt x="1914681" y="140433"/>
                </a:cubicBezTo>
                <a:cubicBezTo>
                  <a:pt x="1905421" y="133476"/>
                  <a:pt x="1892145" y="129997"/>
                  <a:pt x="1874853" y="129997"/>
                </a:cubicBezTo>
                <a:cubicBezTo>
                  <a:pt x="1868919" y="129997"/>
                  <a:pt x="1856896" y="130611"/>
                  <a:pt x="1838785" y="131838"/>
                </a:cubicBezTo>
                <a:close/>
                <a:moveTo>
                  <a:pt x="0" y="16115"/>
                </a:moveTo>
                <a:lnTo>
                  <a:pt x="51415" y="16115"/>
                </a:lnTo>
                <a:lnTo>
                  <a:pt x="109277" y="162688"/>
                </a:lnTo>
                <a:cubicBezTo>
                  <a:pt x="113677" y="173943"/>
                  <a:pt x="116542" y="182333"/>
                  <a:pt x="117872" y="187858"/>
                </a:cubicBezTo>
                <a:lnTo>
                  <a:pt x="118639" y="187858"/>
                </a:lnTo>
                <a:cubicBezTo>
                  <a:pt x="122425" y="176296"/>
                  <a:pt x="125495" y="167701"/>
                  <a:pt x="127848" y="162074"/>
                </a:cubicBezTo>
                <a:lnTo>
                  <a:pt x="186784" y="16115"/>
                </a:lnTo>
                <a:lnTo>
                  <a:pt x="236358" y="16115"/>
                </a:lnTo>
                <a:lnTo>
                  <a:pt x="236358" y="236204"/>
                </a:lnTo>
                <a:lnTo>
                  <a:pt x="200137" y="236204"/>
                </a:lnTo>
                <a:lnTo>
                  <a:pt x="200137" y="93776"/>
                </a:lnTo>
                <a:cubicBezTo>
                  <a:pt x="200137" y="82111"/>
                  <a:pt x="200853" y="67838"/>
                  <a:pt x="202285" y="50955"/>
                </a:cubicBezTo>
                <a:lnTo>
                  <a:pt x="201671" y="50955"/>
                </a:lnTo>
                <a:cubicBezTo>
                  <a:pt x="199420" y="60573"/>
                  <a:pt x="197425" y="67480"/>
                  <a:pt x="195686" y="71675"/>
                </a:cubicBezTo>
                <a:lnTo>
                  <a:pt x="129997" y="236204"/>
                </a:lnTo>
                <a:lnTo>
                  <a:pt x="104826" y="236204"/>
                </a:lnTo>
                <a:lnTo>
                  <a:pt x="38984" y="72902"/>
                </a:lnTo>
                <a:cubicBezTo>
                  <a:pt x="37142" y="68093"/>
                  <a:pt x="35198" y="60778"/>
                  <a:pt x="33151" y="50955"/>
                </a:cubicBezTo>
                <a:lnTo>
                  <a:pt x="32537" y="50955"/>
                </a:lnTo>
                <a:cubicBezTo>
                  <a:pt x="33356" y="59754"/>
                  <a:pt x="33765" y="74130"/>
                  <a:pt x="33765" y="94083"/>
                </a:cubicBezTo>
                <a:lnTo>
                  <a:pt x="33765" y="236204"/>
                </a:lnTo>
                <a:lnTo>
                  <a:pt x="0" y="236204"/>
                </a:lnTo>
                <a:close/>
                <a:moveTo>
                  <a:pt x="2224604" y="12432"/>
                </a:moveTo>
                <a:cubicBezTo>
                  <a:pt x="2245886" y="12432"/>
                  <a:pt x="2263536" y="15450"/>
                  <a:pt x="2277554" y="21487"/>
                </a:cubicBezTo>
                <a:lnTo>
                  <a:pt x="2277554" y="57708"/>
                </a:lnTo>
                <a:cubicBezTo>
                  <a:pt x="2262718" y="48909"/>
                  <a:pt x="2246347" y="44509"/>
                  <a:pt x="2228441" y="44509"/>
                </a:cubicBezTo>
                <a:cubicBezTo>
                  <a:pt x="2204600" y="44509"/>
                  <a:pt x="2185288" y="52132"/>
                  <a:pt x="2170502" y="67377"/>
                </a:cubicBezTo>
                <a:cubicBezTo>
                  <a:pt x="2155717" y="82623"/>
                  <a:pt x="2148325" y="102984"/>
                  <a:pt x="2148325" y="128462"/>
                </a:cubicBezTo>
                <a:cubicBezTo>
                  <a:pt x="2148325" y="152712"/>
                  <a:pt x="2155231" y="172024"/>
                  <a:pt x="2169044" y="186400"/>
                </a:cubicBezTo>
                <a:cubicBezTo>
                  <a:pt x="2182857" y="200776"/>
                  <a:pt x="2201019" y="207964"/>
                  <a:pt x="2223529" y="207964"/>
                </a:cubicBezTo>
                <a:cubicBezTo>
                  <a:pt x="2244300" y="207964"/>
                  <a:pt x="2262308" y="203053"/>
                  <a:pt x="2277554" y="193230"/>
                </a:cubicBezTo>
                <a:lnTo>
                  <a:pt x="2277554" y="226995"/>
                </a:lnTo>
                <a:cubicBezTo>
                  <a:pt x="2260978" y="235590"/>
                  <a:pt x="2240361" y="239888"/>
                  <a:pt x="2215702" y="239888"/>
                </a:cubicBezTo>
                <a:cubicBezTo>
                  <a:pt x="2183778" y="239888"/>
                  <a:pt x="2158198" y="229809"/>
                  <a:pt x="2138962" y="209652"/>
                </a:cubicBezTo>
                <a:cubicBezTo>
                  <a:pt x="2119726" y="189495"/>
                  <a:pt x="2110108" y="163046"/>
                  <a:pt x="2110108" y="130304"/>
                </a:cubicBezTo>
                <a:cubicBezTo>
                  <a:pt x="2110108" y="95106"/>
                  <a:pt x="2120929" y="66661"/>
                  <a:pt x="2142569" y="44969"/>
                </a:cubicBezTo>
                <a:cubicBezTo>
                  <a:pt x="2164210" y="23278"/>
                  <a:pt x="2191555" y="12432"/>
                  <a:pt x="2224604" y="12432"/>
                </a:cubicBezTo>
                <a:close/>
                <a:moveTo>
                  <a:pt x="1749754" y="12432"/>
                </a:moveTo>
                <a:cubicBezTo>
                  <a:pt x="1758042" y="12432"/>
                  <a:pt x="1765588" y="12994"/>
                  <a:pt x="1772392" y="14120"/>
                </a:cubicBezTo>
                <a:cubicBezTo>
                  <a:pt x="1779196" y="15246"/>
                  <a:pt x="1784645" y="16780"/>
                  <a:pt x="1788737" y="18724"/>
                </a:cubicBezTo>
                <a:lnTo>
                  <a:pt x="1788737" y="50801"/>
                </a:lnTo>
                <a:cubicBezTo>
                  <a:pt x="1783519" y="48141"/>
                  <a:pt x="1777943" y="45890"/>
                  <a:pt x="1772008" y="44048"/>
                </a:cubicBezTo>
                <a:cubicBezTo>
                  <a:pt x="1766074" y="42207"/>
                  <a:pt x="1759269" y="41286"/>
                  <a:pt x="1751595" y="41286"/>
                </a:cubicBezTo>
                <a:cubicBezTo>
                  <a:pt x="1743001" y="41286"/>
                  <a:pt x="1735071" y="43025"/>
                  <a:pt x="1727806" y="46504"/>
                </a:cubicBezTo>
                <a:cubicBezTo>
                  <a:pt x="1720542" y="49983"/>
                  <a:pt x="1714274" y="55073"/>
                  <a:pt x="1709005" y="61775"/>
                </a:cubicBezTo>
                <a:cubicBezTo>
                  <a:pt x="1703736" y="68477"/>
                  <a:pt x="1699592" y="76765"/>
                  <a:pt x="1696573" y="86639"/>
                </a:cubicBezTo>
                <a:cubicBezTo>
                  <a:pt x="1693555" y="96513"/>
                  <a:pt x="1691994" y="107896"/>
                  <a:pt x="1691892" y="120788"/>
                </a:cubicBezTo>
                <a:lnTo>
                  <a:pt x="1692813" y="120788"/>
                </a:lnTo>
                <a:cubicBezTo>
                  <a:pt x="1697520" y="113523"/>
                  <a:pt x="1703889" y="107793"/>
                  <a:pt x="1711921" y="103598"/>
                </a:cubicBezTo>
                <a:cubicBezTo>
                  <a:pt x="1719953" y="99403"/>
                  <a:pt x="1729392" y="97306"/>
                  <a:pt x="1740238" y="97306"/>
                </a:cubicBezTo>
                <a:cubicBezTo>
                  <a:pt x="1749856" y="97306"/>
                  <a:pt x="1758528" y="98866"/>
                  <a:pt x="1766253" y="101987"/>
                </a:cubicBezTo>
                <a:cubicBezTo>
                  <a:pt x="1773978" y="105107"/>
                  <a:pt x="1780577" y="109610"/>
                  <a:pt x="1786051" y="115493"/>
                </a:cubicBezTo>
                <a:cubicBezTo>
                  <a:pt x="1791526" y="121376"/>
                  <a:pt x="1795746" y="128539"/>
                  <a:pt x="1798713" y="136980"/>
                </a:cubicBezTo>
                <a:cubicBezTo>
                  <a:pt x="1801681" y="145421"/>
                  <a:pt x="1803164" y="154911"/>
                  <a:pt x="1803164" y="165450"/>
                </a:cubicBezTo>
                <a:cubicBezTo>
                  <a:pt x="1803164" y="176501"/>
                  <a:pt x="1801348" y="186579"/>
                  <a:pt x="1797716" y="195686"/>
                </a:cubicBezTo>
                <a:cubicBezTo>
                  <a:pt x="1794084" y="204792"/>
                  <a:pt x="1789044" y="212645"/>
                  <a:pt x="1782598" y="219245"/>
                </a:cubicBezTo>
                <a:cubicBezTo>
                  <a:pt x="1776152" y="225844"/>
                  <a:pt x="1768504" y="230960"/>
                  <a:pt x="1759653" y="234593"/>
                </a:cubicBezTo>
                <a:cubicBezTo>
                  <a:pt x="1750802" y="238225"/>
                  <a:pt x="1741210" y="240041"/>
                  <a:pt x="1730876" y="240041"/>
                </a:cubicBezTo>
                <a:cubicBezTo>
                  <a:pt x="1719825" y="240041"/>
                  <a:pt x="1709670" y="237892"/>
                  <a:pt x="1700410" y="233595"/>
                </a:cubicBezTo>
                <a:cubicBezTo>
                  <a:pt x="1691150" y="229298"/>
                  <a:pt x="1683169" y="222903"/>
                  <a:pt x="1676467" y="214410"/>
                </a:cubicBezTo>
                <a:cubicBezTo>
                  <a:pt x="1669766" y="205918"/>
                  <a:pt x="1664573" y="195353"/>
                  <a:pt x="1660889" y="182717"/>
                </a:cubicBezTo>
                <a:cubicBezTo>
                  <a:pt x="1657206" y="170080"/>
                  <a:pt x="1655364" y="155423"/>
                  <a:pt x="1655364" y="138745"/>
                </a:cubicBezTo>
                <a:cubicBezTo>
                  <a:pt x="1655364" y="118383"/>
                  <a:pt x="1657794" y="100324"/>
                  <a:pt x="1662654" y="84567"/>
                </a:cubicBezTo>
                <a:cubicBezTo>
                  <a:pt x="1667515" y="68810"/>
                  <a:pt x="1674191" y="55610"/>
                  <a:pt x="1682683" y="44969"/>
                </a:cubicBezTo>
                <a:cubicBezTo>
                  <a:pt x="1691176" y="34328"/>
                  <a:pt x="1701152" y="26245"/>
                  <a:pt x="1712612" y="20720"/>
                </a:cubicBezTo>
                <a:cubicBezTo>
                  <a:pt x="1724072" y="15194"/>
                  <a:pt x="1736452" y="12432"/>
                  <a:pt x="1749754" y="12432"/>
                </a:cubicBezTo>
                <a:close/>
                <a:moveTo>
                  <a:pt x="1548375" y="12432"/>
                </a:moveTo>
                <a:cubicBezTo>
                  <a:pt x="1567918" y="12432"/>
                  <a:pt x="1583573" y="17343"/>
                  <a:pt x="1595340" y="27166"/>
                </a:cubicBezTo>
                <a:cubicBezTo>
                  <a:pt x="1607107" y="36988"/>
                  <a:pt x="1612990" y="49574"/>
                  <a:pt x="1612990" y="64922"/>
                </a:cubicBezTo>
                <a:cubicBezTo>
                  <a:pt x="1612990" y="93878"/>
                  <a:pt x="1598256" y="112500"/>
                  <a:pt x="1568788" y="120788"/>
                </a:cubicBezTo>
                <a:lnTo>
                  <a:pt x="1568788" y="121402"/>
                </a:lnTo>
                <a:cubicBezTo>
                  <a:pt x="1584647" y="122937"/>
                  <a:pt x="1597182" y="128487"/>
                  <a:pt x="1606390" y="138054"/>
                </a:cubicBezTo>
                <a:cubicBezTo>
                  <a:pt x="1615599" y="147621"/>
                  <a:pt x="1620203" y="159567"/>
                  <a:pt x="1620203" y="173892"/>
                </a:cubicBezTo>
                <a:cubicBezTo>
                  <a:pt x="1620203" y="193639"/>
                  <a:pt x="1612785" y="209576"/>
                  <a:pt x="1597949" y="221700"/>
                </a:cubicBezTo>
                <a:cubicBezTo>
                  <a:pt x="1583113" y="233825"/>
                  <a:pt x="1563570" y="239888"/>
                  <a:pt x="1539320" y="239888"/>
                </a:cubicBezTo>
                <a:cubicBezTo>
                  <a:pt x="1517526" y="239888"/>
                  <a:pt x="1500132" y="235948"/>
                  <a:pt x="1487137" y="228070"/>
                </a:cubicBezTo>
                <a:lnTo>
                  <a:pt x="1487137" y="194611"/>
                </a:lnTo>
                <a:cubicBezTo>
                  <a:pt x="1501462" y="205969"/>
                  <a:pt x="1517628" y="211647"/>
                  <a:pt x="1535637" y="211647"/>
                </a:cubicBezTo>
                <a:cubicBezTo>
                  <a:pt x="1550268" y="211647"/>
                  <a:pt x="1561958" y="208322"/>
                  <a:pt x="1570706" y="201671"/>
                </a:cubicBezTo>
                <a:cubicBezTo>
                  <a:pt x="1579455" y="195021"/>
                  <a:pt x="1583829" y="186016"/>
                  <a:pt x="1583829" y="174659"/>
                </a:cubicBezTo>
                <a:cubicBezTo>
                  <a:pt x="1583829" y="149693"/>
                  <a:pt x="1564746" y="137210"/>
                  <a:pt x="1526581" y="137210"/>
                </a:cubicBezTo>
                <a:lnTo>
                  <a:pt x="1509545" y="137210"/>
                </a:lnTo>
                <a:lnTo>
                  <a:pt x="1509545" y="108663"/>
                </a:lnTo>
                <a:lnTo>
                  <a:pt x="1525814" y="108663"/>
                </a:lnTo>
                <a:cubicBezTo>
                  <a:pt x="1559682" y="108663"/>
                  <a:pt x="1576615" y="96896"/>
                  <a:pt x="1576615" y="73363"/>
                </a:cubicBezTo>
                <a:cubicBezTo>
                  <a:pt x="1576615" y="51671"/>
                  <a:pt x="1563416" y="40825"/>
                  <a:pt x="1537018" y="40825"/>
                </a:cubicBezTo>
                <a:cubicBezTo>
                  <a:pt x="1522284" y="40825"/>
                  <a:pt x="1508420" y="46095"/>
                  <a:pt x="1495425" y="56634"/>
                </a:cubicBezTo>
                <a:lnTo>
                  <a:pt x="1495425" y="25017"/>
                </a:lnTo>
                <a:cubicBezTo>
                  <a:pt x="1510364" y="16627"/>
                  <a:pt x="1528014" y="12432"/>
                  <a:pt x="1548375" y="12432"/>
                </a:cubicBezTo>
                <a:close/>
                <a:moveTo>
                  <a:pt x="2719067" y="5525"/>
                </a:moveTo>
                <a:cubicBezTo>
                  <a:pt x="2725103" y="5525"/>
                  <a:pt x="2730219" y="7469"/>
                  <a:pt x="2734414" y="11357"/>
                </a:cubicBezTo>
                <a:cubicBezTo>
                  <a:pt x="2738610" y="15246"/>
                  <a:pt x="2740707" y="20106"/>
                  <a:pt x="2740707" y="25938"/>
                </a:cubicBezTo>
                <a:cubicBezTo>
                  <a:pt x="2740707" y="31463"/>
                  <a:pt x="2738610" y="36195"/>
                  <a:pt x="2734414" y="40135"/>
                </a:cubicBezTo>
                <a:cubicBezTo>
                  <a:pt x="2730219" y="44074"/>
                  <a:pt x="2725103" y="46044"/>
                  <a:pt x="2719067" y="46044"/>
                </a:cubicBezTo>
                <a:cubicBezTo>
                  <a:pt x="2713234" y="46044"/>
                  <a:pt x="2708246" y="44151"/>
                  <a:pt x="2704102" y="40365"/>
                </a:cubicBezTo>
                <a:cubicBezTo>
                  <a:pt x="2699958" y="36579"/>
                  <a:pt x="2697886" y="31770"/>
                  <a:pt x="2697886" y="25938"/>
                </a:cubicBezTo>
                <a:cubicBezTo>
                  <a:pt x="2697886" y="20106"/>
                  <a:pt x="2699958" y="15246"/>
                  <a:pt x="2704102" y="11357"/>
                </a:cubicBezTo>
                <a:cubicBezTo>
                  <a:pt x="2708246" y="7469"/>
                  <a:pt x="2713234" y="5525"/>
                  <a:pt x="2719067" y="5525"/>
                </a:cubicBezTo>
                <a:close/>
                <a:moveTo>
                  <a:pt x="309241" y="5525"/>
                </a:moveTo>
                <a:cubicBezTo>
                  <a:pt x="315278" y="5525"/>
                  <a:pt x="320394" y="7469"/>
                  <a:pt x="324589" y="11357"/>
                </a:cubicBezTo>
                <a:cubicBezTo>
                  <a:pt x="328784" y="15246"/>
                  <a:pt x="330882" y="20106"/>
                  <a:pt x="330882" y="25938"/>
                </a:cubicBezTo>
                <a:cubicBezTo>
                  <a:pt x="330882" y="31463"/>
                  <a:pt x="328784" y="36195"/>
                  <a:pt x="324589" y="40135"/>
                </a:cubicBezTo>
                <a:cubicBezTo>
                  <a:pt x="320394" y="44074"/>
                  <a:pt x="315278" y="46044"/>
                  <a:pt x="309241" y="46044"/>
                </a:cubicBezTo>
                <a:cubicBezTo>
                  <a:pt x="303409" y="46044"/>
                  <a:pt x="298421" y="44151"/>
                  <a:pt x="294277" y="40365"/>
                </a:cubicBezTo>
                <a:cubicBezTo>
                  <a:pt x="290133" y="36579"/>
                  <a:pt x="288061" y="31770"/>
                  <a:pt x="288061" y="25938"/>
                </a:cubicBezTo>
                <a:cubicBezTo>
                  <a:pt x="288061" y="20106"/>
                  <a:pt x="290133" y="15246"/>
                  <a:pt x="294277" y="11357"/>
                </a:cubicBezTo>
                <a:cubicBezTo>
                  <a:pt x="298421" y="7469"/>
                  <a:pt x="303409" y="5525"/>
                  <a:pt x="309241" y="5525"/>
                </a:cubicBezTo>
                <a:close/>
                <a:moveTo>
                  <a:pt x="2786835" y="3530"/>
                </a:moveTo>
                <a:lnTo>
                  <a:pt x="2822595" y="3530"/>
                </a:lnTo>
                <a:lnTo>
                  <a:pt x="2822595" y="236204"/>
                </a:lnTo>
                <a:lnTo>
                  <a:pt x="2786835" y="236204"/>
                </a:lnTo>
                <a:close/>
                <a:moveTo>
                  <a:pt x="1216526" y="0"/>
                </a:moveTo>
                <a:cubicBezTo>
                  <a:pt x="1225325" y="0"/>
                  <a:pt x="1232283" y="972"/>
                  <a:pt x="1237399" y="2916"/>
                </a:cubicBezTo>
                <a:lnTo>
                  <a:pt x="1237399" y="32537"/>
                </a:lnTo>
                <a:cubicBezTo>
                  <a:pt x="1232590" y="29775"/>
                  <a:pt x="1227116" y="28394"/>
                  <a:pt x="1220977" y="28394"/>
                </a:cubicBezTo>
                <a:cubicBezTo>
                  <a:pt x="1203685" y="28394"/>
                  <a:pt x="1195039" y="38165"/>
                  <a:pt x="1195039" y="57708"/>
                </a:cubicBezTo>
                <a:lnTo>
                  <a:pt x="1195039" y="79042"/>
                </a:lnTo>
                <a:lnTo>
                  <a:pt x="1231567" y="79042"/>
                </a:lnTo>
                <a:lnTo>
                  <a:pt x="1231567" y="106975"/>
                </a:lnTo>
                <a:lnTo>
                  <a:pt x="1195192" y="106975"/>
                </a:lnTo>
                <a:lnTo>
                  <a:pt x="1195192" y="236204"/>
                </a:lnTo>
                <a:lnTo>
                  <a:pt x="1159585" y="236204"/>
                </a:lnTo>
                <a:lnTo>
                  <a:pt x="1159585" y="106975"/>
                </a:lnTo>
                <a:lnTo>
                  <a:pt x="1132726" y="106975"/>
                </a:lnTo>
                <a:lnTo>
                  <a:pt x="1132726" y="79042"/>
                </a:lnTo>
                <a:lnTo>
                  <a:pt x="1159585" y="79042"/>
                </a:lnTo>
                <a:lnTo>
                  <a:pt x="1159585" y="53564"/>
                </a:lnTo>
                <a:cubicBezTo>
                  <a:pt x="1159585" y="36988"/>
                  <a:pt x="1165008" y="23917"/>
                  <a:pt x="1175854" y="14350"/>
                </a:cubicBezTo>
                <a:cubicBezTo>
                  <a:pt x="1186700" y="4783"/>
                  <a:pt x="1200257" y="0"/>
                  <a:pt x="1216526" y="0"/>
                </a:cubicBezTo>
                <a:close/>
              </a:path>
            </a:pathLst>
          </a:custGeom>
          <a:solidFill>
            <a:srgbClr val="2F2F2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pic>
        <p:nvPicPr>
          <p:cNvPr id="2" name="Picture 1" descr="A rainbow colored logo on a black background&#10;&#10;Description automatically generated">
            <a:extLst>
              <a:ext uri="{FF2B5EF4-FFF2-40B4-BE49-F238E27FC236}">
                <a16:creationId xmlns:a16="http://schemas.microsoft.com/office/drawing/2014/main" id="{0A9E859A-6CB5-EE60-AC13-7F06009F35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380" y="2565274"/>
            <a:ext cx="610674" cy="610674"/>
          </a:xfrm>
          <a:prstGeom prst="rect">
            <a:avLst/>
          </a:prstGeom>
        </p:spPr>
      </p:pic>
      <p:pic>
        <p:nvPicPr>
          <p:cNvPr id="3" name="Graphic 2">
            <a:extLst>
              <a:ext uri="{FF2B5EF4-FFF2-40B4-BE49-F238E27FC236}">
                <a16:creationId xmlns:a16="http://schemas.microsoft.com/office/drawing/2014/main" id="{B7C2F761-25B3-C824-F32D-57D840C666C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275" y="549275"/>
            <a:ext cx="1287780" cy="274320"/>
          </a:xfrm>
          <a:prstGeom prst="rect">
            <a:avLst/>
          </a:prstGeom>
        </p:spPr>
      </p:pic>
    </p:spTree>
    <p:extLst>
      <p:ext uri="{BB962C8B-B14F-4D97-AF65-F5344CB8AC3E}">
        <p14:creationId xmlns:p14="http://schemas.microsoft.com/office/powerpoint/2010/main" val="15370333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7_Title Slide">
    <p:spTree>
      <p:nvGrpSpPr>
        <p:cNvPr id="1" name=""/>
        <p:cNvGrpSpPr/>
        <p:nvPr/>
      </p:nvGrpSpPr>
      <p:grpSpPr>
        <a:xfrm>
          <a:off x="0" y="0"/>
          <a:ext cx="0" cy="0"/>
          <a:chOff x="0" y="0"/>
          <a:chExt cx="0" cy="0"/>
        </a:xfrm>
      </p:grpSpPr>
      <p:pic>
        <p:nvPicPr>
          <p:cNvPr id="4" name="Picture 3" descr="A computer screen with a message&#10;&#10;Description automatically generated">
            <a:extLst>
              <a:ext uri="{FF2B5EF4-FFF2-40B4-BE49-F238E27FC236}">
                <a16:creationId xmlns:a16="http://schemas.microsoft.com/office/drawing/2014/main" id="{0864B15C-6466-7E3A-AB4B-6D4890D196C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0"/>
            <a:ext cx="12192000" cy="6692900"/>
          </a:xfrm>
          <a:prstGeom prst="rect">
            <a:avLst/>
          </a:prstGeom>
        </p:spPr>
      </p:pic>
      <p:sp>
        <p:nvSpPr>
          <p:cNvPr id="9" name="Rectangle 8">
            <a:extLst>
              <a:ext uri="{FF2B5EF4-FFF2-40B4-BE49-F238E27FC236}">
                <a16:creationId xmlns:a16="http://schemas.microsoft.com/office/drawing/2014/main" id="{C214CBCE-B1B7-DD74-469F-D051CC3AB9B1}"/>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5">
            <a:extLst>
              <a:ext uri="{FF2B5EF4-FFF2-40B4-BE49-F238E27FC236}">
                <a16:creationId xmlns:a16="http://schemas.microsoft.com/office/drawing/2014/main" id="{B0038111-0B73-0492-2541-3AB9C693846C}"/>
              </a:ext>
            </a:extLst>
          </p:cNvPr>
          <p:cNvSpPr>
            <a:spLocks noGrp="1"/>
          </p:cNvSpPr>
          <p:nvPr>
            <p:ph type="title"/>
          </p:nvPr>
        </p:nvSpPr>
        <p:spPr>
          <a:xfrm>
            <a:off x="403736" y="2986079"/>
            <a:ext cx="5339839" cy="895065"/>
          </a:xfrm>
        </p:spPr>
        <p:txBody>
          <a:bodyPr>
            <a:normAutofit/>
          </a:bodyPr>
          <a:lstStyle>
            <a:lvl1pPr>
              <a:defRPr sz="3600">
                <a:solidFill>
                  <a:srgbClr val="463668"/>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Tree>
    <p:extLst>
      <p:ext uri="{BB962C8B-B14F-4D97-AF65-F5344CB8AC3E}">
        <p14:creationId xmlns:p14="http://schemas.microsoft.com/office/powerpoint/2010/main" val="12669957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type="title" preserve="1">
  <p:cSld name="8_Title Slide">
    <p:spTree>
      <p:nvGrpSpPr>
        <p:cNvPr id="1" name=""/>
        <p:cNvGrpSpPr/>
        <p:nvPr/>
      </p:nvGrpSpPr>
      <p:grpSpPr>
        <a:xfrm>
          <a:off x="0" y="0"/>
          <a:ext cx="0" cy="0"/>
          <a:chOff x="0" y="0"/>
          <a:chExt cx="0" cy="0"/>
        </a:xfrm>
      </p:grpSpPr>
      <p:pic>
        <p:nvPicPr>
          <p:cNvPr id="8" name="Picture 7" descr="A blurry image of a person's hand&#10;&#10;Description automatically generated">
            <a:extLst>
              <a:ext uri="{FF2B5EF4-FFF2-40B4-BE49-F238E27FC236}">
                <a16:creationId xmlns:a16="http://schemas.microsoft.com/office/drawing/2014/main" id="{2B76918B-C17A-3C2A-52E2-C558E0B41D48}"/>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2" name="Title 1">
            <a:extLst>
              <a:ext uri="{FF2B5EF4-FFF2-40B4-BE49-F238E27FC236}">
                <a16:creationId xmlns:a16="http://schemas.microsoft.com/office/drawing/2014/main" id="{B7483A31-8631-8F3A-6AA4-991FDEB0E5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A73B15-1A7B-5BD0-E012-FC649CE4CC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B6459E22-287A-53E7-460F-1C2B313DC9D3}"/>
              </a:ext>
            </a:extLst>
          </p:cNvPr>
          <p:cNvSpPr>
            <a:spLocks noGrp="1"/>
          </p:cNvSpPr>
          <p:nvPr>
            <p:ph type="sldNum" sz="quarter" idx="12"/>
          </p:nvPr>
        </p:nvSpPr>
        <p:spPr>
          <a:xfrm>
            <a:off x="9904413" y="6331904"/>
            <a:ext cx="1734079"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4FBBCE01-CD37-A49C-BF8B-26B1541AD262}"/>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5255153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8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p:nvSpPr>
        <p:spPr>
          <a:xfrm>
            <a:off x="-5081" y="0"/>
            <a:ext cx="5883367"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1F7398D7-0CE8-C620-E2BF-69B927DE9B5B}"/>
              </a:ext>
            </a:extLst>
          </p:cNvPr>
          <p:cNvSpPr>
            <a:spLocks noGrp="1"/>
          </p:cNvSpPr>
          <p:nvPr>
            <p:ph type="title"/>
          </p:nvPr>
        </p:nvSpPr>
        <p:spPr>
          <a:xfrm>
            <a:off x="495301" y="509156"/>
            <a:ext cx="4911270" cy="1002579"/>
          </a:xfrm>
        </p:spPr>
        <p:txBody>
          <a:bodyPr/>
          <a:lstStyle/>
          <a:p>
            <a:r>
              <a:rPr lang="en-US"/>
              <a:t>Click to edit Master title style</a:t>
            </a:r>
          </a:p>
        </p:txBody>
      </p:sp>
      <p:sp>
        <p:nvSpPr>
          <p:cNvPr id="3" name="Text Placeholder 2"/>
          <p:cNvSpPr>
            <a:spLocks noGrp="1"/>
          </p:cNvSpPr>
          <p:nvPr>
            <p:ph type="body" sz="quarter" idx="10"/>
          </p:nvPr>
        </p:nvSpPr>
        <p:spPr>
          <a:xfrm>
            <a:off x="495302" y="1828801"/>
            <a:ext cx="4679042" cy="4171950"/>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470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2_Custom 1">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E86107AD-1EAD-714B-E33F-59703679F93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718300"/>
          </a:xfrm>
          <a:prstGeom prst="rect">
            <a:avLst/>
          </a:prstGeom>
        </p:spPr>
      </p:pic>
      <p:pic>
        <p:nvPicPr>
          <p:cNvPr id="8" name="Picture 7">
            <a:extLst>
              <a:ext uri="{FF2B5EF4-FFF2-40B4-BE49-F238E27FC236}">
                <a16:creationId xmlns:a16="http://schemas.microsoft.com/office/drawing/2014/main" id="{9C0DB525-53E7-9F73-E9A4-44F7A68E8ACE}"/>
              </a:ext>
              <a:ext uri="{C183D7F6-B498-43B3-948B-1728B52AA6E4}">
                <adec:decorative xmlns:adec="http://schemas.microsoft.com/office/drawing/2017/decorative" val="1"/>
              </a:ext>
            </a:extLst>
          </p:cNvPr>
          <p:cNvPicPr>
            <a:picLocks noChangeAspect="1"/>
          </p:cNvPicPr>
          <p:nvPr/>
        </p:nvPicPr>
        <p:blipFill rotWithShape="1">
          <a:blip r:embed="rId3">
            <a:alphaModFix amt="39000"/>
            <a:extLst>
              <a:ext uri="{BEBA8EAE-BF5A-486C-A8C5-ECC9F3942E4B}">
                <a14:imgProps xmlns:a14="http://schemas.microsoft.com/office/drawing/2010/main">
                  <a14:imgLayer r:embed="rId4">
                    <a14:imgEffect>
                      <a14:sharpenSoften amount="-100000"/>
                    </a14:imgEffect>
                  </a14:imgLayer>
                </a14:imgProps>
              </a:ext>
            </a:extLst>
          </a:blip>
          <a:srcRect l="13576" t="10468" r="11853" b="11249"/>
          <a:stretch/>
        </p:blipFill>
        <p:spPr>
          <a:xfrm>
            <a:off x="418042" y="549275"/>
            <a:ext cx="11355917" cy="5622925"/>
          </a:xfrm>
          <a:prstGeom prst="roundRect">
            <a:avLst>
              <a:gd name="adj" fmla="val 1059"/>
            </a:avLst>
          </a:prstGeom>
          <a:solidFill>
            <a:schemeClr val="bg1"/>
          </a:solidFill>
          <a:ln>
            <a:solidFill>
              <a:schemeClr val="bg1"/>
            </a:solidFill>
          </a:ln>
          <a:effectLst>
            <a:outerShdw blurRad="343645" dist="295501" dir="2700000" algn="tl" rotWithShape="0">
              <a:srgbClr val="F3484C">
                <a:alpha val="15816"/>
              </a:srgbClr>
            </a:outerShdw>
          </a:effectLst>
        </p:spPr>
      </p:pic>
      <p:sp>
        <p:nvSpPr>
          <p:cNvPr id="9" name="Rectangle 8">
            <a:extLst>
              <a:ext uri="{FF2B5EF4-FFF2-40B4-BE49-F238E27FC236}">
                <a16:creationId xmlns:a16="http://schemas.microsoft.com/office/drawing/2014/main" id="{6E344AF2-4C62-06BF-32FD-CA1C8968FE78}"/>
              </a:ext>
            </a:extLst>
          </p:cNvPr>
          <p:cNvSpPr/>
          <p:nvPr/>
        </p:nvSpPr>
        <p:spPr bwMode="auto">
          <a:xfrm>
            <a:off x="0" y="0"/>
            <a:ext cx="12192000" cy="67183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49274" y="1503363"/>
            <a:ext cx="11089218" cy="457200"/>
          </a:xfrm>
        </p:spPr>
        <p:txBody>
          <a:bodyPr/>
          <a:lstStyle>
            <a:lvl1pPr algn="ct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0366298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288">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1_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3600">
              <a:gradFill>
                <a:gsLst>
                  <a:gs pos="0">
                    <a:srgbClr val="FFFFFF"/>
                  </a:gs>
                  <a:gs pos="100000">
                    <a:srgbClr val="FFFFFF"/>
                  </a:gs>
                </a:gsLst>
                <a:lin ang="5400000" scaled="0"/>
              </a:gradFill>
              <a:ea typeface="Segoe UI" pitchFamily="34" charset="0"/>
              <a:cs typeface="Segoe UI" pitchFamily="34" charset="0"/>
            </a:endParaRPr>
          </a:p>
        </p:txBody>
      </p:sp>
      <p:sp>
        <p:nvSpPr>
          <p:cNvPr id="6" name="Title 5">
            <a:extLst>
              <a:ext uri="{FF2B5EF4-FFF2-40B4-BE49-F238E27FC236}">
                <a16:creationId xmlns:a16="http://schemas.microsoft.com/office/drawing/2014/main" id="{E1FA0F84-F2FF-4407-BF3B-865F6671E357}"/>
              </a:ext>
            </a:extLst>
          </p:cNvPr>
          <p:cNvSpPr>
            <a:spLocks noGrp="1"/>
          </p:cNvSpPr>
          <p:nvPr>
            <p:ph type="title" hasCustomPrompt="1"/>
          </p:nvPr>
        </p:nvSpPr>
        <p:spPr bwMode="auto">
          <a:xfrm>
            <a:off x="588263" y="3179701"/>
            <a:ext cx="3182621" cy="498598"/>
          </a:xfrm>
          <a:noFill/>
        </p:spPr>
        <p:txBody>
          <a:bodyPr vert="horz" wrap="square" lIns="0" tIns="0" rIns="0" bIns="0" rtlCol="0" anchor="ctr" anchorCtr="0">
            <a:spAutoFit/>
          </a:bodyPr>
          <a:lstStyle>
            <a:lvl1pPr>
              <a:defRPr lang="en-US" dirty="0">
                <a:solidFill>
                  <a:schemeClr val="bg1"/>
                </a:solidFill>
              </a:defRPr>
            </a:lvl1pPr>
          </a:lstStyle>
          <a:p>
            <a:pPr lvl="0">
              <a:lnSpc>
                <a:spcPct val="90000"/>
              </a:lnSpc>
            </a:pPr>
            <a:r>
              <a:rPr lang="en-US"/>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5004328" y="3275112"/>
            <a:ext cx="6599409" cy="307777"/>
          </a:xfrm>
          <a:prstGeom prst="rect">
            <a:avLst/>
          </a:prstGeom>
        </p:spPr>
        <p:txBody>
          <a:bodyPr anchor="ctr" anchorCtr="0"/>
          <a:lstStyle>
            <a:lvl1pPr marL="0" indent="0">
              <a:spcAft>
                <a:spcPts val="1200"/>
              </a:spcAft>
              <a:buNone/>
              <a:defRPr sz="2000">
                <a:solidFill>
                  <a:schemeClr val="tx1"/>
                </a:solidFill>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1701451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5ACBF0"/>
          </p15:clr>
        </p15:guide>
        <p15:guide id="14" pos="3155">
          <p15:clr>
            <a:srgbClr val="5ACBF0"/>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9" orient="horz" pos="2160">
          <p15:clr>
            <a:srgbClr val="FDE53C"/>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283884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b="0" i="0" spc="-51" baseline="0">
                <a:solidFill>
                  <a:srgbClr val="000000"/>
                </a:solidFill>
                <a:effectLst/>
                <a:latin typeface="Segoe UI" panose="020B0502040204020203" pitchFamily="34" charset="0"/>
                <a:ea typeface="Segoe UI" panose="020B0502040204020203" pitchFamily="34" charset="0"/>
                <a:cs typeface="Segoe UI" panose="020B0502040204020203" pitchFamily="34" charset="0"/>
              </a:defRPr>
            </a:lvl1pPr>
          </a:lstStyle>
          <a:p>
            <a:pPr lvl="0"/>
            <a:r>
              <a:rPr lang="en-US"/>
              <a:t>Next:</a:t>
            </a:r>
          </a:p>
        </p:txBody>
      </p:sp>
      <p:sp>
        <p:nvSpPr>
          <p:cNvPr id="2" name="Title 1">
            <a:extLst>
              <a:ext uri="{FF2B5EF4-FFF2-40B4-BE49-F238E27FC236}">
                <a16:creationId xmlns:a16="http://schemas.microsoft.com/office/drawing/2014/main" id="{2755829B-E9DA-3B0A-83BF-B82901FFD792}"/>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6DFD87E4-7165-4B29-06BE-369B178D7C4C}"/>
              </a:ext>
            </a:extLst>
          </p:cNvPr>
          <p:cNvSpPr>
            <a:spLocks noGrp="1"/>
          </p:cNvSpPr>
          <p:nvPr>
            <p:ph sz="quarter" idx="12"/>
          </p:nvPr>
        </p:nvSpPr>
        <p:spPr>
          <a:xfrm>
            <a:off x="584200" y="1435100"/>
            <a:ext cx="11018838" cy="431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7968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theme" Target="../theme/theme2.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41" Type="http://schemas.openxmlformats.org/officeDocument/2006/relationships/slideLayout" Target="../slideLayouts/slideLayout54.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image" Target="../media/image7.sv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image" Target="../media/image6.png"/><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80.xml"/><Relationship Id="rId21" Type="http://schemas.openxmlformats.org/officeDocument/2006/relationships/slideLayout" Target="../slideLayouts/slideLayout75.xml"/><Relationship Id="rId42" Type="http://schemas.openxmlformats.org/officeDocument/2006/relationships/slideLayout" Target="../slideLayouts/slideLayout96.xml"/><Relationship Id="rId47" Type="http://schemas.openxmlformats.org/officeDocument/2006/relationships/slideLayout" Target="../slideLayouts/slideLayout101.xml"/><Relationship Id="rId63" Type="http://schemas.openxmlformats.org/officeDocument/2006/relationships/slideLayout" Target="../slideLayouts/slideLayout117.xml"/><Relationship Id="rId68" Type="http://schemas.openxmlformats.org/officeDocument/2006/relationships/slideLayout" Target="../slideLayouts/slideLayout122.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9" Type="http://schemas.openxmlformats.org/officeDocument/2006/relationships/slideLayout" Target="../slideLayouts/slideLayout83.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slideLayout" Target="../slideLayouts/slideLayout86.xml"/><Relationship Id="rId37" Type="http://schemas.openxmlformats.org/officeDocument/2006/relationships/slideLayout" Target="../slideLayouts/slideLayout91.xml"/><Relationship Id="rId40" Type="http://schemas.openxmlformats.org/officeDocument/2006/relationships/slideLayout" Target="../slideLayouts/slideLayout94.xml"/><Relationship Id="rId45" Type="http://schemas.openxmlformats.org/officeDocument/2006/relationships/slideLayout" Target="../slideLayouts/slideLayout99.xml"/><Relationship Id="rId53" Type="http://schemas.openxmlformats.org/officeDocument/2006/relationships/slideLayout" Target="../slideLayouts/slideLayout107.xml"/><Relationship Id="rId58" Type="http://schemas.openxmlformats.org/officeDocument/2006/relationships/slideLayout" Target="../slideLayouts/slideLayout112.xml"/><Relationship Id="rId66" Type="http://schemas.openxmlformats.org/officeDocument/2006/relationships/slideLayout" Target="../slideLayouts/slideLayout120.xml"/><Relationship Id="rId74" Type="http://schemas.openxmlformats.org/officeDocument/2006/relationships/slideLayout" Target="../slideLayouts/slideLayout128.xml"/><Relationship Id="rId5" Type="http://schemas.openxmlformats.org/officeDocument/2006/relationships/slideLayout" Target="../slideLayouts/slideLayout59.xml"/><Relationship Id="rId61" Type="http://schemas.openxmlformats.org/officeDocument/2006/relationships/slideLayout" Target="../slideLayouts/slideLayout115.xml"/><Relationship Id="rId19" Type="http://schemas.openxmlformats.org/officeDocument/2006/relationships/slideLayout" Target="../slideLayouts/slideLayout7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slideLayout" Target="../slideLayouts/slideLayout84.xml"/><Relationship Id="rId35" Type="http://schemas.openxmlformats.org/officeDocument/2006/relationships/slideLayout" Target="../slideLayouts/slideLayout89.xml"/><Relationship Id="rId43" Type="http://schemas.openxmlformats.org/officeDocument/2006/relationships/slideLayout" Target="../slideLayouts/slideLayout97.xml"/><Relationship Id="rId48" Type="http://schemas.openxmlformats.org/officeDocument/2006/relationships/slideLayout" Target="../slideLayouts/slideLayout102.xml"/><Relationship Id="rId56" Type="http://schemas.openxmlformats.org/officeDocument/2006/relationships/slideLayout" Target="../slideLayouts/slideLayout110.xml"/><Relationship Id="rId64" Type="http://schemas.openxmlformats.org/officeDocument/2006/relationships/slideLayout" Target="../slideLayouts/slideLayout118.xml"/><Relationship Id="rId69" Type="http://schemas.openxmlformats.org/officeDocument/2006/relationships/slideLayout" Target="../slideLayouts/slideLayout123.xml"/><Relationship Id="rId8" Type="http://schemas.openxmlformats.org/officeDocument/2006/relationships/slideLayout" Target="../slideLayouts/slideLayout62.xml"/><Relationship Id="rId51" Type="http://schemas.openxmlformats.org/officeDocument/2006/relationships/slideLayout" Target="../slideLayouts/slideLayout105.xml"/><Relationship Id="rId72" Type="http://schemas.openxmlformats.org/officeDocument/2006/relationships/slideLayout" Target="../slideLayouts/slideLayout126.xml"/><Relationship Id="rId3" Type="http://schemas.openxmlformats.org/officeDocument/2006/relationships/slideLayout" Target="../slideLayouts/slideLayout57.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33" Type="http://schemas.openxmlformats.org/officeDocument/2006/relationships/slideLayout" Target="../slideLayouts/slideLayout87.xml"/><Relationship Id="rId38" Type="http://schemas.openxmlformats.org/officeDocument/2006/relationships/slideLayout" Target="../slideLayouts/slideLayout92.xml"/><Relationship Id="rId46" Type="http://schemas.openxmlformats.org/officeDocument/2006/relationships/slideLayout" Target="../slideLayouts/slideLayout100.xml"/><Relationship Id="rId59" Type="http://schemas.openxmlformats.org/officeDocument/2006/relationships/slideLayout" Target="../slideLayouts/slideLayout113.xml"/><Relationship Id="rId67" Type="http://schemas.openxmlformats.org/officeDocument/2006/relationships/slideLayout" Target="../slideLayouts/slideLayout121.xml"/><Relationship Id="rId20" Type="http://schemas.openxmlformats.org/officeDocument/2006/relationships/slideLayout" Target="../slideLayouts/slideLayout74.xml"/><Relationship Id="rId41" Type="http://schemas.openxmlformats.org/officeDocument/2006/relationships/slideLayout" Target="../slideLayouts/slideLayout95.xml"/><Relationship Id="rId54" Type="http://schemas.openxmlformats.org/officeDocument/2006/relationships/slideLayout" Target="../slideLayouts/slideLayout108.xml"/><Relationship Id="rId62" Type="http://schemas.openxmlformats.org/officeDocument/2006/relationships/slideLayout" Target="../slideLayouts/slideLayout116.xml"/><Relationship Id="rId70" Type="http://schemas.openxmlformats.org/officeDocument/2006/relationships/slideLayout" Target="../slideLayouts/slideLayout124.xml"/><Relationship Id="rId75" Type="http://schemas.openxmlformats.org/officeDocument/2006/relationships/slideLayout" Target="../slideLayouts/slideLayout129.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36" Type="http://schemas.openxmlformats.org/officeDocument/2006/relationships/slideLayout" Target="../slideLayouts/slideLayout90.xml"/><Relationship Id="rId49" Type="http://schemas.openxmlformats.org/officeDocument/2006/relationships/slideLayout" Target="../slideLayouts/slideLayout103.xml"/><Relationship Id="rId57" Type="http://schemas.openxmlformats.org/officeDocument/2006/relationships/slideLayout" Target="../slideLayouts/slideLayout111.xml"/><Relationship Id="rId10" Type="http://schemas.openxmlformats.org/officeDocument/2006/relationships/slideLayout" Target="../slideLayouts/slideLayout64.xml"/><Relationship Id="rId31" Type="http://schemas.openxmlformats.org/officeDocument/2006/relationships/slideLayout" Target="../slideLayouts/slideLayout85.xml"/><Relationship Id="rId44" Type="http://schemas.openxmlformats.org/officeDocument/2006/relationships/slideLayout" Target="../slideLayouts/slideLayout98.xml"/><Relationship Id="rId52" Type="http://schemas.openxmlformats.org/officeDocument/2006/relationships/slideLayout" Target="../slideLayouts/slideLayout106.xml"/><Relationship Id="rId60" Type="http://schemas.openxmlformats.org/officeDocument/2006/relationships/slideLayout" Target="../slideLayouts/slideLayout114.xml"/><Relationship Id="rId65" Type="http://schemas.openxmlformats.org/officeDocument/2006/relationships/slideLayout" Target="../slideLayouts/slideLayout119.xml"/><Relationship Id="rId73" Type="http://schemas.openxmlformats.org/officeDocument/2006/relationships/slideLayout" Target="../slideLayouts/slideLayout127.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39" Type="http://schemas.openxmlformats.org/officeDocument/2006/relationships/slideLayout" Target="../slideLayouts/slideLayout93.xml"/><Relationship Id="rId34" Type="http://schemas.openxmlformats.org/officeDocument/2006/relationships/slideLayout" Target="../slideLayouts/slideLayout88.xml"/><Relationship Id="rId50" Type="http://schemas.openxmlformats.org/officeDocument/2006/relationships/slideLayout" Target="../slideLayouts/slideLayout104.xml"/><Relationship Id="rId55" Type="http://schemas.openxmlformats.org/officeDocument/2006/relationships/slideLayout" Target="../slideLayouts/slideLayout109.xml"/><Relationship Id="rId76" Type="http://schemas.openxmlformats.org/officeDocument/2006/relationships/theme" Target="../theme/theme3.xml"/><Relationship Id="rId7" Type="http://schemas.openxmlformats.org/officeDocument/2006/relationships/slideLayout" Target="../slideLayouts/slideLayout61.xml"/><Relationship Id="rId71" Type="http://schemas.openxmlformats.org/officeDocument/2006/relationships/slideLayout" Target="../slideLayouts/slideLayout125.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55.xml"/><Relationship Id="rId21" Type="http://schemas.openxmlformats.org/officeDocument/2006/relationships/slideLayout" Target="../slideLayouts/slideLayout150.xml"/><Relationship Id="rId42" Type="http://schemas.openxmlformats.org/officeDocument/2006/relationships/slideLayout" Target="../slideLayouts/slideLayout171.xml"/><Relationship Id="rId47" Type="http://schemas.openxmlformats.org/officeDocument/2006/relationships/slideLayout" Target="../slideLayouts/slideLayout176.xml"/><Relationship Id="rId63" Type="http://schemas.openxmlformats.org/officeDocument/2006/relationships/slideLayout" Target="../slideLayouts/slideLayout192.xml"/><Relationship Id="rId68" Type="http://schemas.openxmlformats.org/officeDocument/2006/relationships/slideLayout" Target="../slideLayouts/slideLayout197.xml"/><Relationship Id="rId16" Type="http://schemas.openxmlformats.org/officeDocument/2006/relationships/slideLayout" Target="../slideLayouts/slideLayout145.xml"/><Relationship Id="rId11" Type="http://schemas.openxmlformats.org/officeDocument/2006/relationships/slideLayout" Target="../slideLayouts/slideLayout140.xml"/><Relationship Id="rId24" Type="http://schemas.openxmlformats.org/officeDocument/2006/relationships/slideLayout" Target="../slideLayouts/slideLayout153.xml"/><Relationship Id="rId32" Type="http://schemas.openxmlformats.org/officeDocument/2006/relationships/slideLayout" Target="../slideLayouts/slideLayout161.xml"/><Relationship Id="rId37" Type="http://schemas.openxmlformats.org/officeDocument/2006/relationships/slideLayout" Target="../slideLayouts/slideLayout166.xml"/><Relationship Id="rId40" Type="http://schemas.openxmlformats.org/officeDocument/2006/relationships/slideLayout" Target="../slideLayouts/slideLayout169.xml"/><Relationship Id="rId45" Type="http://schemas.openxmlformats.org/officeDocument/2006/relationships/slideLayout" Target="../slideLayouts/slideLayout174.xml"/><Relationship Id="rId53" Type="http://schemas.openxmlformats.org/officeDocument/2006/relationships/slideLayout" Target="../slideLayouts/slideLayout182.xml"/><Relationship Id="rId58" Type="http://schemas.openxmlformats.org/officeDocument/2006/relationships/slideLayout" Target="../slideLayouts/slideLayout187.xml"/><Relationship Id="rId66" Type="http://schemas.openxmlformats.org/officeDocument/2006/relationships/slideLayout" Target="../slideLayouts/slideLayout195.xml"/><Relationship Id="rId74" Type="http://schemas.openxmlformats.org/officeDocument/2006/relationships/oleObject" Target="../embeddings/oleObject1.bin"/><Relationship Id="rId5" Type="http://schemas.openxmlformats.org/officeDocument/2006/relationships/slideLayout" Target="../slideLayouts/slideLayout134.xml"/><Relationship Id="rId61" Type="http://schemas.openxmlformats.org/officeDocument/2006/relationships/slideLayout" Target="../slideLayouts/slideLayout190.xml"/><Relationship Id="rId19" Type="http://schemas.openxmlformats.org/officeDocument/2006/relationships/slideLayout" Target="../slideLayouts/slideLayout148.xml"/><Relationship Id="rId14" Type="http://schemas.openxmlformats.org/officeDocument/2006/relationships/slideLayout" Target="../slideLayouts/slideLayout143.xml"/><Relationship Id="rId22" Type="http://schemas.openxmlformats.org/officeDocument/2006/relationships/slideLayout" Target="../slideLayouts/slideLayout151.xml"/><Relationship Id="rId27" Type="http://schemas.openxmlformats.org/officeDocument/2006/relationships/slideLayout" Target="../slideLayouts/slideLayout156.xml"/><Relationship Id="rId30" Type="http://schemas.openxmlformats.org/officeDocument/2006/relationships/slideLayout" Target="../slideLayouts/slideLayout159.xml"/><Relationship Id="rId35" Type="http://schemas.openxmlformats.org/officeDocument/2006/relationships/slideLayout" Target="../slideLayouts/slideLayout164.xml"/><Relationship Id="rId43" Type="http://schemas.openxmlformats.org/officeDocument/2006/relationships/slideLayout" Target="../slideLayouts/slideLayout172.xml"/><Relationship Id="rId48" Type="http://schemas.openxmlformats.org/officeDocument/2006/relationships/slideLayout" Target="../slideLayouts/slideLayout177.xml"/><Relationship Id="rId56" Type="http://schemas.openxmlformats.org/officeDocument/2006/relationships/slideLayout" Target="../slideLayouts/slideLayout185.xml"/><Relationship Id="rId64" Type="http://schemas.openxmlformats.org/officeDocument/2006/relationships/slideLayout" Target="../slideLayouts/slideLayout193.xml"/><Relationship Id="rId69" Type="http://schemas.openxmlformats.org/officeDocument/2006/relationships/slideLayout" Target="../slideLayouts/slideLayout198.xml"/><Relationship Id="rId77" Type="http://schemas.openxmlformats.org/officeDocument/2006/relationships/image" Target="../media/image6.png"/><Relationship Id="rId8" Type="http://schemas.openxmlformats.org/officeDocument/2006/relationships/slideLayout" Target="../slideLayouts/slideLayout137.xml"/><Relationship Id="rId51" Type="http://schemas.openxmlformats.org/officeDocument/2006/relationships/slideLayout" Target="../slideLayouts/slideLayout180.xml"/><Relationship Id="rId72" Type="http://schemas.openxmlformats.org/officeDocument/2006/relationships/image" Target="../media/image65.png"/><Relationship Id="rId3" Type="http://schemas.openxmlformats.org/officeDocument/2006/relationships/slideLayout" Target="../slideLayouts/slideLayout132.xml"/><Relationship Id="rId12" Type="http://schemas.openxmlformats.org/officeDocument/2006/relationships/slideLayout" Target="../slideLayouts/slideLayout141.xml"/><Relationship Id="rId17" Type="http://schemas.openxmlformats.org/officeDocument/2006/relationships/slideLayout" Target="../slideLayouts/slideLayout146.xml"/><Relationship Id="rId25" Type="http://schemas.openxmlformats.org/officeDocument/2006/relationships/slideLayout" Target="../slideLayouts/slideLayout154.xml"/><Relationship Id="rId33" Type="http://schemas.openxmlformats.org/officeDocument/2006/relationships/slideLayout" Target="../slideLayouts/slideLayout162.xml"/><Relationship Id="rId38" Type="http://schemas.openxmlformats.org/officeDocument/2006/relationships/slideLayout" Target="../slideLayouts/slideLayout167.xml"/><Relationship Id="rId46" Type="http://schemas.openxmlformats.org/officeDocument/2006/relationships/slideLayout" Target="../slideLayouts/slideLayout175.xml"/><Relationship Id="rId59" Type="http://schemas.openxmlformats.org/officeDocument/2006/relationships/slideLayout" Target="../slideLayouts/slideLayout188.xml"/><Relationship Id="rId67" Type="http://schemas.openxmlformats.org/officeDocument/2006/relationships/slideLayout" Target="../slideLayouts/slideLayout196.xml"/><Relationship Id="rId20" Type="http://schemas.openxmlformats.org/officeDocument/2006/relationships/slideLayout" Target="../slideLayouts/slideLayout149.xml"/><Relationship Id="rId41" Type="http://schemas.openxmlformats.org/officeDocument/2006/relationships/slideLayout" Target="../slideLayouts/slideLayout170.xml"/><Relationship Id="rId54" Type="http://schemas.openxmlformats.org/officeDocument/2006/relationships/slideLayout" Target="../slideLayouts/slideLayout183.xml"/><Relationship Id="rId62" Type="http://schemas.openxmlformats.org/officeDocument/2006/relationships/slideLayout" Target="../slideLayouts/slideLayout191.xml"/><Relationship Id="rId70" Type="http://schemas.openxmlformats.org/officeDocument/2006/relationships/theme" Target="../theme/theme4.xml"/><Relationship Id="rId75" Type="http://schemas.openxmlformats.org/officeDocument/2006/relationships/image" Target="../media/image66.emf"/><Relationship Id="rId1" Type="http://schemas.openxmlformats.org/officeDocument/2006/relationships/slideLayout" Target="../slideLayouts/slideLayout130.xml"/><Relationship Id="rId6" Type="http://schemas.openxmlformats.org/officeDocument/2006/relationships/slideLayout" Target="../slideLayouts/slideLayout135.xml"/><Relationship Id="rId15" Type="http://schemas.openxmlformats.org/officeDocument/2006/relationships/slideLayout" Target="../slideLayouts/slideLayout144.xml"/><Relationship Id="rId23" Type="http://schemas.openxmlformats.org/officeDocument/2006/relationships/slideLayout" Target="../slideLayouts/slideLayout152.xml"/><Relationship Id="rId28" Type="http://schemas.openxmlformats.org/officeDocument/2006/relationships/slideLayout" Target="../slideLayouts/slideLayout157.xml"/><Relationship Id="rId36" Type="http://schemas.openxmlformats.org/officeDocument/2006/relationships/slideLayout" Target="../slideLayouts/slideLayout165.xml"/><Relationship Id="rId49" Type="http://schemas.openxmlformats.org/officeDocument/2006/relationships/slideLayout" Target="../slideLayouts/slideLayout178.xml"/><Relationship Id="rId57" Type="http://schemas.openxmlformats.org/officeDocument/2006/relationships/slideLayout" Target="../slideLayouts/slideLayout186.xml"/><Relationship Id="rId10" Type="http://schemas.openxmlformats.org/officeDocument/2006/relationships/slideLayout" Target="../slideLayouts/slideLayout139.xml"/><Relationship Id="rId31" Type="http://schemas.openxmlformats.org/officeDocument/2006/relationships/slideLayout" Target="../slideLayouts/slideLayout160.xml"/><Relationship Id="rId44" Type="http://schemas.openxmlformats.org/officeDocument/2006/relationships/slideLayout" Target="../slideLayouts/slideLayout173.xml"/><Relationship Id="rId52" Type="http://schemas.openxmlformats.org/officeDocument/2006/relationships/slideLayout" Target="../slideLayouts/slideLayout181.xml"/><Relationship Id="rId60" Type="http://schemas.openxmlformats.org/officeDocument/2006/relationships/slideLayout" Target="../slideLayouts/slideLayout189.xml"/><Relationship Id="rId65" Type="http://schemas.openxmlformats.org/officeDocument/2006/relationships/slideLayout" Target="../slideLayouts/slideLayout194.xml"/><Relationship Id="rId73" Type="http://schemas.microsoft.com/office/2007/relationships/hdphoto" Target="../media/hdphoto1.wdp"/><Relationship Id="rId78" Type="http://schemas.openxmlformats.org/officeDocument/2006/relationships/image" Target="../media/image7.svg"/><Relationship Id="rId4" Type="http://schemas.openxmlformats.org/officeDocument/2006/relationships/slideLayout" Target="../slideLayouts/slideLayout133.xml"/><Relationship Id="rId9" Type="http://schemas.openxmlformats.org/officeDocument/2006/relationships/slideLayout" Target="../slideLayouts/slideLayout138.xml"/><Relationship Id="rId13" Type="http://schemas.openxmlformats.org/officeDocument/2006/relationships/slideLayout" Target="../slideLayouts/slideLayout142.xml"/><Relationship Id="rId18" Type="http://schemas.openxmlformats.org/officeDocument/2006/relationships/slideLayout" Target="../slideLayouts/slideLayout147.xml"/><Relationship Id="rId39" Type="http://schemas.openxmlformats.org/officeDocument/2006/relationships/slideLayout" Target="../slideLayouts/slideLayout168.xml"/><Relationship Id="rId34" Type="http://schemas.openxmlformats.org/officeDocument/2006/relationships/slideLayout" Target="../slideLayouts/slideLayout163.xml"/><Relationship Id="rId50" Type="http://schemas.openxmlformats.org/officeDocument/2006/relationships/slideLayout" Target="../slideLayouts/slideLayout179.xml"/><Relationship Id="rId55" Type="http://schemas.openxmlformats.org/officeDocument/2006/relationships/slideLayout" Target="../slideLayouts/slideLayout184.xml"/><Relationship Id="rId76" Type="http://schemas.openxmlformats.org/officeDocument/2006/relationships/image" Target="../media/image67.emf"/><Relationship Id="rId7" Type="http://schemas.openxmlformats.org/officeDocument/2006/relationships/slideLayout" Target="../slideLayouts/slideLayout136.xml"/><Relationship Id="rId71" Type="http://schemas.openxmlformats.org/officeDocument/2006/relationships/tags" Target="../tags/tag1.xml"/><Relationship Id="rId2" Type="http://schemas.openxmlformats.org/officeDocument/2006/relationships/slideLayout" Target="../slideLayouts/slideLayout131.xml"/><Relationship Id="rId29" Type="http://schemas.openxmlformats.org/officeDocument/2006/relationships/slideLayout" Target="../slideLayouts/slideLayout158.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11.xml"/><Relationship Id="rId18" Type="http://schemas.openxmlformats.org/officeDocument/2006/relationships/slideLayout" Target="../slideLayouts/slideLayout216.xml"/><Relationship Id="rId26" Type="http://schemas.openxmlformats.org/officeDocument/2006/relationships/slideLayout" Target="../slideLayouts/slideLayout224.xml"/><Relationship Id="rId39" Type="http://schemas.openxmlformats.org/officeDocument/2006/relationships/slideLayout" Target="../slideLayouts/slideLayout237.xml"/><Relationship Id="rId21" Type="http://schemas.openxmlformats.org/officeDocument/2006/relationships/slideLayout" Target="../slideLayouts/slideLayout219.xml"/><Relationship Id="rId34" Type="http://schemas.openxmlformats.org/officeDocument/2006/relationships/slideLayout" Target="../slideLayouts/slideLayout232.xml"/><Relationship Id="rId42" Type="http://schemas.openxmlformats.org/officeDocument/2006/relationships/slideLayout" Target="../slideLayouts/slideLayout240.xml"/><Relationship Id="rId7" Type="http://schemas.openxmlformats.org/officeDocument/2006/relationships/slideLayout" Target="../slideLayouts/slideLayout205.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29" Type="http://schemas.openxmlformats.org/officeDocument/2006/relationships/slideLayout" Target="../slideLayouts/slideLayout227.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24" Type="http://schemas.openxmlformats.org/officeDocument/2006/relationships/slideLayout" Target="../slideLayouts/slideLayout222.xml"/><Relationship Id="rId32" Type="http://schemas.openxmlformats.org/officeDocument/2006/relationships/slideLayout" Target="../slideLayouts/slideLayout230.xml"/><Relationship Id="rId37" Type="http://schemas.openxmlformats.org/officeDocument/2006/relationships/slideLayout" Target="../slideLayouts/slideLayout235.xml"/><Relationship Id="rId40" Type="http://schemas.openxmlformats.org/officeDocument/2006/relationships/slideLayout" Target="../slideLayouts/slideLayout238.xml"/><Relationship Id="rId45" Type="http://schemas.openxmlformats.org/officeDocument/2006/relationships/image" Target="../media/image7.svg"/><Relationship Id="rId5" Type="http://schemas.openxmlformats.org/officeDocument/2006/relationships/slideLayout" Target="../slideLayouts/slideLayout203.xml"/><Relationship Id="rId15" Type="http://schemas.openxmlformats.org/officeDocument/2006/relationships/slideLayout" Target="../slideLayouts/slideLayout213.xml"/><Relationship Id="rId23" Type="http://schemas.openxmlformats.org/officeDocument/2006/relationships/slideLayout" Target="../slideLayouts/slideLayout221.xml"/><Relationship Id="rId28" Type="http://schemas.openxmlformats.org/officeDocument/2006/relationships/slideLayout" Target="../slideLayouts/slideLayout226.xml"/><Relationship Id="rId36" Type="http://schemas.openxmlformats.org/officeDocument/2006/relationships/slideLayout" Target="../slideLayouts/slideLayout234.xml"/><Relationship Id="rId10" Type="http://schemas.openxmlformats.org/officeDocument/2006/relationships/slideLayout" Target="../slideLayouts/slideLayout208.xml"/><Relationship Id="rId19" Type="http://schemas.openxmlformats.org/officeDocument/2006/relationships/slideLayout" Target="../slideLayouts/slideLayout217.xml"/><Relationship Id="rId31" Type="http://schemas.openxmlformats.org/officeDocument/2006/relationships/slideLayout" Target="../slideLayouts/slideLayout229.xml"/><Relationship Id="rId44" Type="http://schemas.openxmlformats.org/officeDocument/2006/relationships/image" Target="../media/image6.png"/><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 Id="rId22" Type="http://schemas.openxmlformats.org/officeDocument/2006/relationships/slideLayout" Target="../slideLayouts/slideLayout220.xml"/><Relationship Id="rId27" Type="http://schemas.openxmlformats.org/officeDocument/2006/relationships/slideLayout" Target="../slideLayouts/slideLayout225.xml"/><Relationship Id="rId30" Type="http://schemas.openxmlformats.org/officeDocument/2006/relationships/slideLayout" Target="../slideLayouts/slideLayout228.xml"/><Relationship Id="rId35" Type="http://schemas.openxmlformats.org/officeDocument/2006/relationships/slideLayout" Target="../slideLayouts/slideLayout233.xml"/><Relationship Id="rId43" Type="http://schemas.openxmlformats.org/officeDocument/2006/relationships/theme" Target="../theme/theme5.xml"/><Relationship Id="rId8" Type="http://schemas.openxmlformats.org/officeDocument/2006/relationships/slideLayout" Target="../slideLayouts/slideLayout206.xml"/><Relationship Id="rId3" Type="http://schemas.openxmlformats.org/officeDocument/2006/relationships/slideLayout" Target="../slideLayouts/slideLayout201.xml"/><Relationship Id="rId12" Type="http://schemas.openxmlformats.org/officeDocument/2006/relationships/slideLayout" Target="../slideLayouts/slideLayout210.xml"/><Relationship Id="rId17" Type="http://schemas.openxmlformats.org/officeDocument/2006/relationships/slideLayout" Target="../slideLayouts/slideLayout215.xml"/><Relationship Id="rId25" Type="http://schemas.openxmlformats.org/officeDocument/2006/relationships/slideLayout" Target="../slideLayouts/slideLayout223.xml"/><Relationship Id="rId33" Type="http://schemas.openxmlformats.org/officeDocument/2006/relationships/slideLayout" Target="../slideLayouts/slideLayout231.xml"/><Relationship Id="rId38" Type="http://schemas.openxmlformats.org/officeDocument/2006/relationships/slideLayout" Target="../slideLayouts/slideLayout236.xml"/><Relationship Id="rId20" Type="http://schemas.openxmlformats.org/officeDocument/2006/relationships/slideLayout" Target="../slideLayouts/slideLayout218.xml"/><Relationship Id="rId41" Type="http://schemas.openxmlformats.org/officeDocument/2006/relationships/slideLayout" Target="../slideLayouts/slideLayout2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DA3257-74F9-4F6A-B735-2EF9E5300530}" type="datetimeFigureOut">
              <a:rPr lang="en-US" smtClean="0"/>
              <a:t>9/10/2025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676BFC-7D95-4458-8059-8C21AED5418F}" type="slidenum">
              <a:rPr lang="en-US" smtClean="0"/>
              <a:t>‹#›</a:t>
            </a:fld>
            <a:endParaRPr lang="en-US"/>
          </a:p>
        </p:txBody>
      </p:sp>
    </p:spTree>
    <p:extLst>
      <p:ext uri="{BB962C8B-B14F-4D97-AF65-F5344CB8AC3E}">
        <p14:creationId xmlns:p14="http://schemas.microsoft.com/office/powerpoint/2010/main" val="4979419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E70860-B881-5122-E137-8711CB0D6B02}"/>
              </a:ext>
            </a:extLst>
          </p:cNvPr>
          <p:cNvSpPr>
            <a:spLocks noGrp="1"/>
          </p:cNvSpPr>
          <p:nvPr>
            <p:ph type="title"/>
          </p:nvPr>
        </p:nvSpPr>
        <p:spPr>
          <a:xfrm>
            <a:off x="381000" y="238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06F1A1-1586-42EF-9CA2-16F10CD83DF7}"/>
              </a:ext>
            </a:extLst>
          </p:cNvPr>
          <p:cNvSpPr>
            <a:spLocks noGrp="1"/>
          </p:cNvSpPr>
          <p:nvPr>
            <p:ph type="body" idx="1"/>
          </p:nvPr>
        </p:nvSpPr>
        <p:spPr>
          <a:xfrm>
            <a:off x="381000" y="1698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253CED-08D6-692F-198E-233A1D7E915D}"/>
              </a:ext>
            </a:extLst>
          </p:cNvPr>
          <p:cNvSpPr>
            <a:spLocks noGrp="1"/>
          </p:cNvSpPr>
          <p:nvPr>
            <p:ph type="dt" sz="half" idx="2"/>
          </p:nvPr>
        </p:nvSpPr>
        <p:spPr>
          <a:xfrm>
            <a:off x="381000" y="6229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2E2A91-B98C-49DE-8553-119ECA58152C}" type="datetimeFigureOut">
              <a:rPr lang="en-US" smtClean="0"/>
              <a:t>9/10/2025</a:t>
            </a:fld>
            <a:endParaRPr lang="en-US"/>
          </a:p>
        </p:txBody>
      </p:sp>
      <p:sp>
        <p:nvSpPr>
          <p:cNvPr id="5" name="Footer Placeholder 4">
            <a:extLst>
              <a:ext uri="{FF2B5EF4-FFF2-40B4-BE49-F238E27FC236}">
                <a16:creationId xmlns:a16="http://schemas.microsoft.com/office/drawing/2014/main" id="{1110BB91-0DF2-F86D-A282-C050CAF65527}"/>
              </a:ext>
            </a:extLst>
          </p:cNvPr>
          <p:cNvSpPr>
            <a:spLocks noGrp="1"/>
          </p:cNvSpPr>
          <p:nvPr>
            <p:ph type="ftr" sz="quarter" idx="3"/>
          </p:nvPr>
        </p:nvSpPr>
        <p:spPr>
          <a:xfrm>
            <a:off x="3581400" y="6229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8227534-F4D4-095D-03EE-12A9688346D0}"/>
              </a:ext>
            </a:extLst>
          </p:cNvPr>
          <p:cNvSpPr>
            <a:spLocks noGrp="1"/>
          </p:cNvSpPr>
          <p:nvPr>
            <p:ph type="sldNum" sz="quarter" idx="4"/>
          </p:nvPr>
        </p:nvSpPr>
        <p:spPr>
          <a:xfrm>
            <a:off x="8153400" y="6229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7CA0B0-04EF-433A-8113-67BC344D39D3}" type="slidenum">
              <a:rPr lang="en-US" smtClean="0"/>
              <a:t>‹#›</a:t>
            </a:fld>
            <a:endParaRPr lang="en-US"/>
          </a:p>
        </p:txBody>
      </p:sp>
      <p:pic>
        <p:nvPicPr>
          <p:cNvPr id="7" name="Graphic 6">
            <a:extLst>
              <a:ext uri="{FF2B5EF4-FFF2-40B4-BE49-F238E27FC236}">
                <a16:creationId xmlns:a16="http://schemas.microsoft.com/office/drawing/2014/main" id="{3BAC4348-B8BB-E69B-E197-7B5B8B4EF1F3}"/>
              </a:ext>
            </a:extLst>
          </p:cNvPr>
          <p:cNvPicPr>
            <a:picLocks noChangeAspect="1"/>
          </p:cNvPicPr>
          <p:nvPr/>
        </p:nvPicPr>
        <p:blipFill>
          <a:blip r:embed="rId43">
            <a:extLst>
              <a:ext uri="{96DAC541-7B7A-43D3-8B79-37D633B846F1}">
                <asvg:svgBlip xmlns:asvg="http://schemas.microsoft.com/office/drawing/2016/SVG/main" r:embed="rId44"/>
              </a:ext>
            </a:extLst>
          </a:blip>
          <a:srcRect/>
          <a:stretch/>
        </p:blipFill>
        <p:spPr>
          <a:xfrm rot="5400000">
            <a:off x="10097704" y="2163762"/>
            <a:ext cx="5409405" cy="1081881"/>
          </a:xfrm>
          <a:prstGeom prst="rect">
            <a:avLst/>
          </a:prstGeom>
        </p:spPr>
      </p:pic>
    </p:spTree>
    <p:extLst>
      <p:ext uri="{BB962C8B-B14F-4D97-AF65-F5344CB8AC3E}">
        <p14:creationId xmlns:p14="http://schemas.microsoft.com/office/powerpoint/2010/main" val="68748306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7368">
          <p15:clr>
            <a:srgbClr val="F26B43"/>
          </p15:clr>
        </p15:guide>
        <p15:guide id="4" orient="horz" pos="2160">
          <p15:clr>
            <a:srgbClr val="F26B43"/>
          </p15:clr>
        </p15:guide>
        <p15:guide id="5" orient="horz" pos="432">
          <p15:clr>
            <a:srgbClr val="F26B43"/>
          </p15:clr>
        </p15:guide>
        <p15:guide id="6" orient="horz" pos="3960">
          <p15:clr>
            <a:srgbClr val="F26B43"/>
          </p15:clr>
        </p15:guide>
        <p15:guide id="7" orient="horz" pos="1104">
          <p15:clr>
            <a:srgbClr val="F26B43"/>
          </p15:clr>
        </p15:guide>
        <p15:guide id="8" orient="horz" pos="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971357908"/>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4" r:id="rId34"/>
    <p:sldLayoutId id="2147483755" r:id="rId35"/>
    <p:sldLayoutId id="2147483756" r:id="rId36"/>
    <p:sldLayoutId id="2147483757" r:id="rId37"/>
    <p:sldLayoutId id="2147483758" r:id="rId38"/>
    <p:sldLayoutId id="2147483759" r:id="rId39"/>
    <p:sldLayoutId id="2147483760" r:id="rId40"/>
    <p:sldLayoutId id="2147483761" r:id="rId41"/>
    <p:sldLayoutId id="2147483762" r:id="rId42"/>
    <p:sldLayoutId id="2147483763" r:id="rId43"/>
    <p:sldLayoutId id="2147483764" r:id="rId44"/>
    <p:sldLayoutId id="2147483765" r:id="rId45"/>
    <p:sldLayoutId id="2147483766" r:id="rId46"/>
    <p:sldLayoutId id="2147483767" r:id="rId47"/>
    <p:sldLayoutId id="2147483768" r:id="rId48"/>
    <p:sldLayoutId id="2147483769" r:id="rId49"/>
    <p:sldLayoutId id="2147483770" r:id="rId50"/>
    <p:sldLayoutId id="2147483771" r:id="rId51"/>
    <p:sldLayoutId id="2147483772" r:id="rId52"/>
    <p:sldLayoutId id="2147483773" r:id="rId53"/>
    <p:sldLayoutId id="2147483774" r:id="rId54"/>
    <p:sldLayoutId id="2147483775" r:id="rId55"/>
    <p:sldLayoutId id="2147483776" r:id="rId56"/>
    <p:sldLayoutId id="2147483777" r:id="rId57"/>
    <p:sldLayoutId id="2147483778" r:id="rId58"/>
    <p:sldLayoutId id="2147483779" r:id="rId59"/>
    <p:sldLayoutId id="2147483780" r:id="rId60"/>
    <p:sldLayoutId id="2147483781" r:id="rId61"/>
    <p:sldLayoutId id="2147483782" r:id="rId62"/>
    <p:sldLayoutId id="2147483783" r:id="rId63"/>
    <p:sldLayoutId id="2147483784" r:id="rId64"/>
    <p:sldLayoutId id="2147483787" r:id="rId65"/>
    <p:sldLayoutId id="2147483788" r:id="rId66"/>
    <p:sldLayoutId id="2147483789" r:id="rId67"/>
    <p:sldLayoutId id="2147483790" r:id="rId68"/>
    <p:sldLayoutId id="2147483791" r:id="rId69"/>
    <p:sldLayoutId id="2147483792" r:id="rId70"/>
    <p:sldLayoutId id="2147483793" r:id="rId71"/>
    <p:sldLayoutId id="2147483794" r:id="rId72"/>
    <p:sldLayoutId id="2147483795" r:id="rId73"/>
    <p:sldLayoutId id="2147483796" r:id="rId74"/>
    <p:sldLayoutId id="2147483797" r:id="rId7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pic>
        <p:nvPicPr>
          <p:cNvPr id="83" name="Picture 82">
            <a:extLst>
              <a:ext uri="{FF2B5EF4-FFF2-40B4-BE49-F238E27FC236}">
                <a16:creationId xmlns:a16="http://schemas.microsoft.com/office/drawing/2014/main" id="{177381FE-2ADF-C85E-D4C3-EFA3B0EEDBAD}"/>
              </a:ext>
            </a:extLst>
          </p:cNvPr>
          <p:cNvPicPr>
            <a:picLocks noChangeAspect="1"/>
          </p:cNvPicPr>
          <p:nvPr/>
        </p:nvPicPr>
        <p:blipFill rotWithShape="1">
          <a:blip r:embed="rId72">
            <a:alphaModFix amt="50000"/>
            <a:extLst>
              <a:ext uri="{BEBA8EAE-BF5A-486C-A8C5-ECC9F3942E4B}">
                <a14:imgProps xmlns:a14="http://schemas.microsoft.com/office/drawing/2010/main">
                  <a14:imgLayer r:embed="rId73">
                    <a14:imgEffect>
                      <a14:sharpenSoften amount="-100000"/>
                    </a14:imgEffect>
                  </a14:imgLayer>
                </a14:imgProps>
              </a:ext>
            </a:extLst>
          </a:blip>
          <a:srcRect l="22427" t="9069" r="20063" b="28065"/>
          <a:stretch/>
        </p:blipFill>
        <p:spPr>
          <a:xfrm>
            <a:off x="0" y="0"/>
            <a:ext cx="12192000" cy="6858000"/>
          </a:xfrm>
          <a:prstGeom prst="roundRect">
            <a:avLst>
              <a:gd name="adj" fmla="val 0"/>
            </a:avLst>
          </a:prstGeom>
          <a:solidFill>
            <a:schemeClr val="bg1"/>
          </a:solidFill>
          <a:ln>
            <a:noFill/>
          </a:ln>
          <a:effectLst>
            <a:outerShdw blurRad="223661" dist="140295" dir="2700000" algn="tl" rotWithShape="0">
              <a:srgbClr val="6B2929">
                <a:alpha val="15000"/>
              </a:srgbClr>
            </a:outerShdw>
          </a:effectLst>
        </p:spPr>
      </p:pic>
      <p:graphicFrame>
        <p:nvGraphicFramePr>
          <p:cNvPr id="6" name="Object 5" hidden="1">
            <a:extLst>
              <a:ext uri="{FF2B5EF4-FFF2-40B4-BE49-F238E27FC236}">
                <a16:creationId xmlns:a16="http://schemas.microsoft.com/office/drawing/2014/main" id="{003A9543-8771-C811-532D-48F5F151F163}"/>
              </a:ext>
            </a:extLst>
          </p:cNvPr>
          <p:cNvGraphicFramePr>
            <a:graphicFrameLocks noChangeAspect="1"/>
          </p:cNvGraphicFramePr>
          <p:nvPr>
            <p:custDataLst>
              <p:tags r:id="rId7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4" imgW="425" imgH="424" progId="TCLayout.ActiveDocument.1">
                  <p:embed/>
                </p:oleObj>
              </mc:Choice>
              <mc:Fallback>
                <p:oleObj name="think-cell Slide" r:id="rId74" imgW="425" imgH="424" progId="TCLayout.ActiveDocument.1">
                  <p:embed/>
                  <p:pic>
                    <p:nvPicPr>
                      <p:cNvPr id="6" name="Object 5" hidden="1">
                        <a:extLst>
                          <a:ext uri="{FF2B5EF4-FFF2-40B4-BE49-F238E27FC236}">
                            <a16:creationId xmlns:a16="http://schemas.microsoft.com/office/drawing/2014/main" id="{003A9543-8771-C811-532D-48F5F151F163}"/>
                          </a:ext>
                        </a:extLst>
                      </p:cNvPr>
                      <p:cNvPicPr/>
                      <p:nvPr/>
                    </p:nvPicPr>
                    <p:blipFill>
                      <a:blip r:embed="rId7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76"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grpSp>
        <p:nvGrpSpPr>
          <p:cNvPr id="34" name="GRID" hidden="1">
            <a:extLst>
              <a:ext uri="{FF2B5EF4-FFF2-40B4-BE49-F238E27FC236}">
                <a16:creationId xmlns:a16="http://schemas.microsoft.com/office/drawing/2014/main" id="{8231CF92-ECE5-6B37-5EA3-2003C969F9E6}"/>
              </a:ext>
            </a:extLst>
          </p:cNvPr>
          <p:cNvGrpSpPr/>
          <p:nvPr/>
        </p:nvGrpSpPr>
        <p:grpSpPr>
          <a:xfrm>
            <a:off x="0" y="0"/>
            <a:ext cx="12192000" cy="6858000"/>
            <a:chOff x="0" y="0"/>
            <a:chExt cx="12192000" cy="6858000"/>
          </a:xfrm>
        </p:grpSpPr>
        <p:cxnSp>
          <p:nvCxnSpPr>
            <p:cNvPr id="36" name="Straight Connector 35">
              <a:extLst>
                <a:ext uri="{FF2B5EF4-FFF2-40B4-BE49-F238E27FC236}">
                  <a16:creationId xmlns:a16="http://schemas.microsoft.com/office/drawing/2014/main" id="{E3D643C1-AC91-BE60-FBD6-94E6069C0194}"/>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D683DA3-44F5-469F-3953-373BF8DA2481}"/>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511E882-742E-E8CD-F1A1-E2DDD625A171}"/>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91C1111-9D3E-B801-AF06-02745BE55975}"/>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47B2B84-7600-EF27-A989-F257E52FC33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7C8C625-AB7B-660A-0B45-85828167463A}"/>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E33C567-F615-B34B-32B0-40D0F14E9275}"/>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DEC6577-4D50-1304-C3CE-CEF186573FA3}"/>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3D36798-686C-4DD7-BD2A-E85868A70498}"/>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9F485DC-B312-C75B-33EC-A23AD366F980}"/>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B0A8A45-82C0-4101-E689-E54DBD3A202B}"/>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F89283F-72B7-43AE-CBBD-088481C6D4D8}"/>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B99BABD-0E0A-2438-224D-9C7C27694806}"/>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F860CB7-0603-8ABC-542A-4125B1E11225}"/>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2668BBE-09C0-9F9A-DA59-49B1B9F01768}"/>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A97FC3A-3CBD-7F9E-74B2-E25638DB727D}"/>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B65FD33-ED0D-8467-A968-E9C19F0E3F26}"/>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06C068B-D21A-2914-9551-8871A4025B7D}"/>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492CFA4-44B4-B81A-4F23-970615DAD803}"/>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A10FDB0-E9C4-D9AB-F702-BAAE43FA36CF}"/>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3E2A79D-FC08-0510-59F5-E05357282B35}"/>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0C49C93-8918-404E-E605-6E1994C327B5}"/>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57FFAA5-A03B-4704-309F-CB312BB468D9}"/>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CF90F42-DC6E-F2D9-7C4A-C477C27A3415}"/>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100C969-0D83-45AA-8AF3-6E74BE5ABA71}"/>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8F4F80E-2DB3-B502-F494-6096F72CFA8A}"/>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2098BF7-455B-3FC9-EB99-0B12F5D54DE1}"/>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A87DCE44-AA09-C95D-4D87-8FBF56D3717E}"/>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B0145DD-E017-C594-65F3-454CF7352B91}"/>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7870BE1-2D6C-554C-9D34-ECFB91775355}"/>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0FBE3B5-AC43-570D-60C7-B3BCF94232CD}"/>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7ED9E48-25E0-F296-C4CC-BC81E500E53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9A4AE61-30D5-6624-1156-06CF1867E405}"/>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DE0D564-946D-6AE3-3E19-874F0913E245}"/>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0" name=".64 square" hidden="1">
            <a:extLst>
              <a:ext uri="{FF2B5EF4-FFF2-40B4-BE49-F238E27FC236}">
                <a16:creationId xmlns:a16="http://schemas.microsoft.com/office/drawing/2014/main" id="{9B43053C-376E-8CC7-5F78-C6D4A69CD2B7}"/>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81" name=".32 square" hidden="1">
            <a:extLst>
              <a:ext uri="{FF2B5EF4-FFF2-40B4-BE49-F238E27FC236}">
                <a16:creationId xmlns:a16="http://schemas.microsoft.com/office/drawing/2014/main" id="{F68464E6-0D8D-67AE-27F1-4A1B1FC69CDF}"/>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82" name="Graphic 81">
            <a:extLst>
              <a:ext uri="{FF2B5EF4-FFF2-40B4-BE49-F238E27FC236}">
                <a16:creationId xmlns:a16="http://schemas.microsoft.com/office/drawing/2014/main" id="{08C32324-C170-3828-04D7-BB1E79EC3216}"/>
              </a:ext>
            </a:extLst>
          </p:cNvPr>
          <p:cNvPicPr>
            <a:picLocks noChangeAspect="1"/>
          </p:cNvPicPr>
          <p:nvPr/>
        </p:nvPicPr>
        <p:blipFill>
          <a:blip r:embed="rId77">
            <a:extLst>
              <a:ext uri="{96DAC541-7B7A-43D3-8B79-37D633B846F1}">
                <asvg:svgBlip xmlns:asvg="http://schemas.microsoft.com/office/drawing/2016/SVG/main" r:embed="rId78"/>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365937467"/>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 id="2147483816" r:id="rId18"/>
    <p:sldLayoutId id="2147483817" r:id="rId19"/>
    <p:sldLayoutId id="2147483818" r:id="rId20"/>
    <p:sldLayoutId id="2147483819" r:id="rId21"/>
    <p:sldLayoutId id="2147483820" r:id="rId22"/>
    <p:sldLayoutId id="2147483821" r:id="rId23"/>
    <p:sldLayoutId id="2147483822" r:id="rId24"/>
    <p:sldLayoutId id="2147483823" r:id="rId25"/>
    <p:sldLayoutId id="2147483824" r:id="rId26"/>
    <p:sldLayoutId id="2147483825" r:id="rId27"/>
    <p:sldLayoutId id="2147483826" r:id="rId28"/>
    <p:sldLayoutId id="2147483827" r:id="rId29"/>
    <p:sldLayoutId id="2147483828" r:id="rId30"/>
    <p:sldLayoutId id="2147483829" r:id="rId31"/>
    <p:sldLayoutId id="2147483830" r:id="rId32"/>
    <p:sldLayoutId id="2147483831" r:id="rId33"/>
    <p:sldLayoutId id="2147483832" r:id="rId34"/>
    <p:sldLayoutId id="2147483833" r:id="rId35"/>
    <p:sldLayoutId id="2147483834" r:id="rId36"/>
    <p:sldLayoutId id="2147483835" r:id="rId37"/>
    <p:sldLayoutId id="2147483836" r:id="rId38"/>
    <p:sldLayoutId id="2147483837" r:id="rId39"/>
    <p:sldLayoutId id="2147483838" r:id="rId40"/>
    <p:sldLayoutId id="2147483839" r:id="rId41"/>
    <p:sldLayoutId id="2147483840" r:id="rId42"/>
    <p:sldLayoutId id="2147483841" r:id="rId43"/>
    <p:sldLayoutId id="2147483842" r:id="rId44"/>
    <p:sldLayoutId id="2147483843" r:id="rId45"/>
    <p:sldLayoutId id="2147483844" r:id="rId46"/>
    <p:sldLayoutId id="2147483845" r:id="rId47"/>
    <p:sldLayoutId id="2147483846" r:id="rId48"/>
    <p:sldLayoutId id="2147483847" r:id="rId49"/>
    <p:sldLayoutId id="2147483848" r:id="rId50"/>
    <p:sldLayoutId id="2147483849" r:id="rId51"/>
    <p:sldLayoutId id="2147483850" r:id="rId52"/>
    <p:sldLayoutId id="2147483851" r:id="rId53"/>
    <p:sldLayoutId id="2147483852" r:id="rId54"/>
    <p:sldLayoutId id="2147483853" r:id="rId55"/>
    <p:sldLayoutId id="2147483854" r:id="rId56"/>
    <p:sldLayoutId id="2147483855" r:id="rId57"/>
    <p:sldLayoutId id="2147483856" r:id="rId58"/>
    <p:sldLayoutId id="2147483857" r:id="rId59"/>
    <p:sldLayoutId id="2147483858" r:id="rId60"/>
    <p:sldLayoutId id="2147483859" r:id="rId61"/>
    <p:sldLayoutId id="2147483904" r:id="rId62"/>
    <p:sldLayoutId id="2147483905" r:id="rId63"/>
    <p:sldLayoutId id="2147483907" r:id="rId64"/>
    <p:sldLayoutId id="2147483909" r:id="rId65"/>
    <p:sldLayoutId id="2147483911" r:id="rId66"/>
    <p:sldLayoutId id="2147483912" r:id="rId67"/>
    <p:sldLayoutId id="2147483913" r:id="rId68"/>
    <p:sldLayoutId id="2147483914" r:id="rId69"/>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50" baseline="0" dirty="0" smtClean="0">
          <a:ln w="3175">
            <a:noFill/>
          </a:ln>
          <a:gradFill>
            <a:gsLst>
              <a:gs pos="50000">
                <a:schemeClr val="accent5"/>
              </a:gs>
              <a:gs pos="0">
                <a:schemeClr val="accent1"/>
              </a:gs>
              <a:gs pos="100000">
                <a:srgbClr val="C73ECC"/>
              </a:gs>
            </a:gsLst>
            <a:lin ang="2700000" scaled="1"/>
          </a:gra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185">
          <p15:clr>
            <a:srgbClr val="C35EA4"/>
          </p15:clr>
        </p15:guide>
        <p15:guide id="26" orient="horz" pos="3949">
          <p15:clr>
            <a:srgbClr val="C35EA4"/>
          </p15:clr>
        </p15:guide>
        <p15:guide id="29" orient="horz" pos="4135">
          <p15:clr>
            <a:srgbClr val="A4A3A4"/>
          </p15:clr>
        </p15:guide>
        <p15:guide id="30" pos="183">
          <p15:clr>
            <a:srgbClr val="C35EA4"/>
          </p15:clr>
        </p15:guide>
        <p15:guide id="31" orient="horz" pos="368">
          <p15:clr>
            <a:srgbClr val="C35EA4"/>
          </p15:clr>
        </p15:guide>
        <p15:guide id="32" pos="7496">
          <p15:clr>
            <a:srgbClr val="C35EA4"/>
          </p15:clr>
        </p15:guide>
        <p15:guide id="33" orient="horz" pos="90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6ABC64A4-BAD4-EB76-A159-BA6078E760F4}"/>
              </a:ext>
            </a:extLst>
          </p:cNvPr>
          <p:cNvSpPr/>
          <p:nvPr/>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7CE70860-B881-5122-E137-8711CB0D6B02}"/>
              </a:ext>
            </a:extLst>
          </p:cNvPr>
          <p:cNvSpPr>
            <a:spLocks noGrp="1"/>
          </p:cNvSpPr>
          <p:nvPr>
            <p:ph type="title"/>
          </p:nvPr>
        </p:nvSpPr>
        <p:spPr>
          <a:xfrm>
            <a:off x="585216" y="457200"/>
            <a:ext cx="11089218" cy="387798"/>
          </a:xfrm>
          <a:prstGeom prst="rect">
            <a:avLst/>
          </a:prstGeom>
        </p:spPr>
        <p:txBody>
          <a:bodyPr vert="horz"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E606F1A1-1586-42EF-9CA2-16F10CD83DF7}"/>
              </a:ext>
            </a:extLst>
          </p:cNvPr>
          <p:cNvSpPr>
            <a:spLocks noGrp="1"/>
          </p:cNvSpPr>
          <p:nvPr>
            <p:ph type="body" idx="1"/>
          </p:nvPr>
        </p:nvSpPr>
        <p:spPr>
          <a:xfrm>
            <a:off x="585216" y="1435608"/>
            <a:ext cx="11093451" cy="45339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hidden="1">
            <a:extLst>
              <a:ext uri="{FF2B5EF4-FFF2-40B4-BE49-F238E27FC236}">
                <a16:creationId xmlns:a16="http://schemas.microsoft.com/office/drawing/2014/main" id="{3BAC4348-B8BB-E69B-E197-7B5B8B4EF1F3}"/>
              </a:ext>
            </a:extLst>
          </p:cNvPr>
          <p:cNvPicPr>
            <a:picLocks noChangeAspect="1"/>
          </p:cNvPicPr>
          <p:nvPr/>
        </p:nvPicPr>
        <p:blipFill>
          <a:blip r:embed="rId44">
            <a:extLst>
              <a:ext uri="{96DAC541-7B7A-43D3-8B79-37D633B846F1}">
                <asvg:svgBlip xmlns:asvg="http://schemas.microsoft.com/office/drawing/2016/SVG/main" r:embed="rId45"/>
              </a:ext>
            </a:extLst>
          </a:blip>
          <a:srcRect/>
          <a:stretch/>
        </p:blipFill>
        <p:spPr>
          <a:xfrm rot="5400000">
            <a:off x="10097704" y="2163762"/>
            <a:ext cx="5409405" cy="1081881"/>
          </a:xfrm>
          <a:prstGeom prst="rect">
            <a:avLst/>
          </a:prstGeom>
        </p:spPr>
      </p:pic>
      <p:grpSp>
        <p:nvGrpSpPr>
          <p:cNvPr id="60" name="Group 59">
            <a:extLst>
              <a:ext uri="{FF2B5EF4-FFF2-40B4-BE49-F238E27FC236}">
                <a16:creationId xmlns:a16="http://schemas.microsoft.com/office/drawing/2014/main" id="{1C26127D-D9F4-4D9D-CF59-1AEC6AAE57A0}"/>
              </a:ext>
            </a:extLst>
          </p:cNvPr>
          <p:cNvGrpSpPr/>
          <p:nvPr/>
        </p:nvGrpSpPr>
        <p:grpSpPr>
          <a:xfrm>
            <a:off x="12284419" y="0"/>
            <a:ext cx="1151787" cy="6858000"/>
            <a:chOff x="12284419" y="0"/>
            <a:chExt cx="1151787" cy="9148820"/>
          </a:xfrm>
        </p:grpSpPr>
        <p:grpSp>
          <p:nvGrpSpPr>
            <p:cNvPr id="61" name="Group 60">
              <a:extLst>
                <a:ext uri="{FF2B5EF4-FFF2-40B4-BE49-F238E27FC236}">
                  <a16:creationId xmlns:a16="http://schemas.microsoft.com/office/drawing/2014/main" id="{2AFA5BC7-5542-5E91-F7BC-985987DF5C16}"/>
                </a:ext>
              </a:extLst>
            </p:cNvPr>
            <p:cNvGrpSpPr/>
            <p:nvPr/>
          </p:nvGrpSpPr>
          <p:grpSpPr>
            <a:xfrm>
              <a:off x="12287924" y="4594589"/>
              <a:ext cx="1148282" cy="4554231"/>
              <a:chOff x="12286299" y="4581643"/>
              <a:chExt cx="1148282" cy="4554231"/>
            </a:xfrm>
          </p:grpSpPr>
          <p:sp>
            <p:nvSpPr>
              <p:cNvPr id="70" name="Rectangle 69">
                <a:extLst>
                  <a:ext uri="{FF2B5EF4-FFF2-40B4-BE49-F238E27FC236}">
                    <a16:creationId xmlns:a16="http://schemas.microsoft.com/office/drawing/2014/main" id="{201E2ADB-7393-CBEF-D905-239CDC49F6F3}"/>
                  </a:ext>
                </a:extLst>
              </p:cNvPr>
              <p:cNvSpPr/>
              <p:nvPr/>
            </p:nvSpPr>
            <p:spPr bwMode="auto">
              <a:xfrm rot="5400000">
                <a:off x="12739099" y="5004161"/>
                <a:ext cx="1118000" cy="272964"/>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tx1"/>
                    </a:solidFill>
                    <a:latin typeface="+mj-lt"/>
                    <a:ea typeface="Segoe UI" pitchFamily="34" charset="0"/>
                    <a:cs typeface="Segoe UI" pitchFamily="34" charset="0"/>
                  </a:rPr>
                  <a:t>Yellow</a:t>
                </a:r>
              </a:p>
              <a:p>
                <a:pPr algn="l" defTabSz="932472" fontAlgn="base">
                  <a:lnSpc>
                    <a:spcPct val="90000"/>
                  </a:lnSpc>
                  <a:spcBef>
                    <a:spcPct val="0"/>
                  </a:spcBef>
                  <a:spcAft>
                    <a:spcPct val="0"/>
                  </a:spcAft>
                </a:pPr>
                <a:r>
                  <a:rPr lang="en-US" sz="600">
                    <a:solidFill>
                      <a:schemeClr val="tx1"/>
                    </a:solidFill>
                    <a:ea typeface="Segoe UI" pitchFamily="34" charset="0"/>
                    <a:cs typeface="Segoe UI" pitchFamily="34" charset="0"/>
                  </a:rPr>
                  <a:t>FFB900</a:t>
                </a:r>
              </a:p>
            </p:txBody>
          </p:sp>
          <p:sp>
            <p:nvSpPr>
              <p:cNvPr id="71" name="Rectangle 70">
                <a:extLst>
                  <a:ext uri="{FF2B5EF4-FFF2-40B4-BE49-F238E27FC236}">
                    <a16:creationId xmlns:a16="http://schemas.microsoft.com/office/drawing/2014/main" id="{8A3C6F28-FF19-39B7-21DA-6E366C725468}"/>
                  </a:ext>
                </a:extLst>
              </p:cNvPr>
              <p:cNvSpPr/>
              <p:nvPr/>
            </p:nvSpPr>
            <p:spPr bwMode="auto">
              <a:xfrm rot="5400000">
                <a:off x="12447327" y="5004161"/>
                <a:ext cx="1118000" cy="272964"/>
              </a:xfrm>
              <a:prstGeom prst="rect">
                <a:avLst/>
              </a:prstGeom>
              <a:gradFill flip="none" rotWithShape="1">
                <a:gsLst>
                  <a:gs pos="0">
                    <a:srgbClr val="FFB900"/>
                  </a:gs>
                  <a:gs pos="100000">
                    <a:srgbClr val="FFB3BB"/>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72" name="Rectangle 71">
                <a:extLst>
                  <a:ext uri="{FF2B5EF4-FFF2-40B4-BE49-F238E27FC236}">
                    <a16:creationId xmlns:a16="http://schemas.microsoft.com/office/drawing/2014/main" id="{1E6E1A5E-BA88-6F5E-C6C2-002F7F8699C5}"/>
                  </a:ext>
                </a:extLst>
              </p:cNvPr>
              <p:cNvSpPr/>
              <p:nvPr/>
            </p:nvSpPr>
            <p:spPr bwMode="auto">
              <a:xfrm rot="5400000">
                <a:off x="12155554" y="5004161"/>
                <a:ext cx="1118000" cy="272964"/>
              </a:xfrm>
              <a:prstGeom prst="rect">
                <a:avLst/>
              </a:prstGeom>
              <a:solidFill>
                <a:srgbClr val="8DE9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tx1"/>
                    </a:solidFill>
                    <a:latin typeface="+mj-lt"/>
                    <a:ea typeface="Segoe UI" pitchFamily="34" charset="0"/>
                    <a:cs typeface="Segoe UI" pitchFamily="34" charset="0"/>
                  </a:rPr>
                  <a:t>Green</a:t>
                </a:r>
              </a:p>
              <a:p>
                <a:pPr algn="l" defTabSz="932472" fontAlgn="base">
                  <a:lnSpc>
                    <a:spcPct val="90000"/>
                  </a:lnSpc>
                  <a:spcBef>
                    <a:spcPct val="0"/>
                  </a:spcBef>
                  <a:spcAft>
                    <a:spcPct val="0"/>
                  </a:spcAft>
                </a:pPr>
                <a:r>
                  <a:rPr lang="en-US" sz="600">
                    <a:solidFill>
                      <a:schemeClr val="tx1"/>
                    </a:solidFill>
                    <a:ea typeface="Segoe UI" pitchFamily="34" charset="0"/>
                    <a:cs typeface="Segoe UI" pitchFamily="34" charset="0"/>
                  </a:rPr>
                  <a:t>#8DE971</a:t>
                </a:r>
              </a:p>
            </p:txBody>
          </p:sp>
          <p:sp>
            <p:nvSpPr>
              <p:cNvPr id="73" name="Rectangle 72">
                <a:extLst>
                  <a:ext uri="{FF2B5EF4-FFF2-40B4-BE49-F238E27FC236}">
                    <a16:creationId xmlns:a16="http://schemas.microsoft.com/office/drawing/2014/main" id="{75209768-4FA0-BD56-DA38-CE04B06F18D9}"/>
                  </a:ext>
                </a:extLst>
              </p:cNvPr>
              <p:cNvSpPr/>
              <p:nvPr/>
            </p:nvSpPr>
            <p:spPr bwMode="auto">
              <a:xfrm rot="5400000">
                <a:off x="11863781" y="5004161"/>
                <a:ext cx="1118000" cy="272964"/>
              </a:xfrm>
              <a:prstGeom prst="rect">
                <a:avLst/>
              </a:prstGeom>
              <a:gradFill flip="none" rotWithShape="1">
                <a:gsLst>
                  <a:gs pos="0">
                    <a:srgbClr val="8DE971"/>
                  </a:gs>
                  <a:gs pos="100000">
                    <a:srgbClr val="49C5B1"/>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74" name="Rectangle 73">
                <a:extLst>
                  <a:ext uri="{FF2B5EF4-FFF2-40B4-BE49-F238E27FC236}">
                    <a16:creationId xmlns:a16="http://schemas.microsoft.com/office/drawing/2014/main" id="{EF1E4A66-430C-F291-5959-111630485276}"/>
                  </a:ext>
                </a:extLst>
              </p:cNvPr>
              <p:cNvSpPr/>
              <p:nvPr/>
            </p:nvSpPr>
            <p:spPr bwMode="auto">
              <a:xfrm rot="5400000">
                <a:off x="12739099" y="6149572"/>
                <a:ext cx="1118000" cy="272964"/>
              </a:xfrm>
              <a:prstGeom prst="rect">
                <a:avLst/>
              </a:prstGeom>
              <a:solidFill>
                <a:srgbClr val="FFB3B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tx1"/>
                    </a:solidFill>
                    <a:latin typeface="+mj-lt"/>
                    <a:ea typeface="Segoe UI" pitchFamily="34" charset="0"/>
                    <a:cs typeface="Segoe UI" pitchFamily="34" charset="0"/>
                  </a:rPr>
                  <a:t>Light Red</a:t>
                </a:r>
              </a:p>
              <a:p>
                <a:pPr algn="l" defTabSz="932472" fontAlgn="base">
                  <a:lnSpc>
                    <a:spcPct val="90000"/>
                  </a:lnSpc>
                  <a:spcBef>
                    <a:spcPct val="0"/>
                  </a:spcBef>
                  <a:spcAft>
                    <a:spcPct val="0"/>
                  </a:spcAft>
                </a:pPr>
                <a:r>
                  <a:rPr lang="en-US" sz="600">
                    <a:solidFill>
                      <a:schemeClr val="tx1"/>
                    </a:solidFill>
                    <a:ea typeface="Segoe UI" pitchFamily="34" charset="0"/>
                    <a:cs typeface="Segoe UI" pitchFamily="34" charset="0"/>
                  </a:rPr>
                  <a:t>#FFB3BB</a:t>
                </a:r>
              </a:p>
            </p:txBody>
          </p:sp>
          <p:sp>
            <p:nvSpPr>
              <p:cNvPr id="75" name="Rectangle 74">
                <a:extLst>
                  <a:ext uri="{FF2B5EF4-FFF2-40B4-BE49-F238E27FC236}">
                    <a16:creationId xmlns:a16="http://schemas.microsoft.com/office/drawing/2014/main" id="{D2955323-7F68-536E-F0A4-022DF579E8D7}"/>
                  </a:ext>
                </a:extLst>
              </p:cNvPr>
              <p:cNvSpPr/>
              <p:nvPr/>
            </p:nvSpPr>
            <p:spPr bwMode="auto">
              <a:xfrm rot="5400000">
                <a:off x="12447327" y="6149572"/>
                <a:ext cx="1118000" cy="272964"/>
              </a:xfrm>
              <a:prstGeom prst="rect">
                <a:avLst/>
              </a:prstGeom>
              <a:gradFill flip="none" rotWithShape="1">
                <a:gsLst>
                  <a:gs pos="0">
                    <a:srgbClr val="FFB3BB"/>
                  </a:gs>
                  <a:gs pos="100000">
                    <a:srgbClr val="D59ED7"/>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76" name="Rectangle 75">
                <a:extLst>
                  <a:ext uri="{FF2B5EF4-FFF2-40B4-BE49-F238E27FC236}">
                    <a16:creationId xmlns:a16="http://schemas.microsoft.com/office/drawing/2014/main" id="{DA530E7D-C904-3269-B509-003E5642F90B}"/>
                  </a:ext>
                </a:extLst>
              </p:cNvPr>
              <p:cNvSpPr/>
              <p:nvPr/>
            </p:nvSpPr>
            <p:spPr bwMode="auto">
              <a:xfrm rot="5400000">
                <a:off x="12155554" y="6149572"/>
                <a:ext cx="1118000" cy="272964"/>
              </a:xfrm>
              <a:prstGeom prst="rect">
                <a:avLst/>
              </a:prstGeom>
              <a:solidFill>
                <a:srgbClr val="49C5B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tx1"/>
                    </a:solidFill>
                    <a:latin typeface="+mj-lt"/>
                    <a:ea typeface="Segoe UI" pitchFamily="34" charset="0"/>
                    <a:cs typeface="Segoe UI" pitchFamily="34" charset="0"/>
                  </a:rPr>
                  <a:t>Teal</a:t>
                </a:r>
              </a:p>
              <a:p>
                <a:pPr algn="l" defTabSz="932472" fontAlgn="base">
                  <a:lnSpc>
                    <a:spcPct val="90000"/>
                  </a:lnSpc>
                  <a:spcBef>
                    <a:spcPct val="0"/>
                  </a:spcBef>
                  <a:spcAft>
                    <a:spcPct val="0"/>
                  </a:spcAft>
                </a:pPr>
                <a:r>
                  <a:rPr lang="en-US" sz="600">
                    <a:solidFill>
                      <a:schemeClr val="tx1"/>
                    </a:solidFill>
                    <a:ea typeface="Segoe UI" pitchFamily="34" charset="0"/>
                    <a:cs typeface="Segoe UI" pitchFamily="34" charset="0"/>
                  </a:rPr>
                  <a:t>#49C5B1</a:t>
                </a:r>
              </a:p>
              <a:p>
                <a:pPr algn="l"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77" name="Rectangle 76">
                <a:extLst>
                  <a:ext uri="{FF2B5EF4-FFF2-40B4-BE49-F238E27FC236}">
                    <a16:creationId xmlns:a16="http://schemas.microsoft.com/office/drawing/2014/main" id="{D0E77DBA-7518-45CB-DE4F-76054BEF33B9}"/>
                  </a:ext>
                </a:extLst>
              </p:cNvPr>
              <p:cNvSpPr/>
              <p:nvPr/>
            </p:nvSpPr>
            <p:spPr bwMode="auto">
              <a:xfrm rot="5400000">
                <a:off x="11863781" y="6149572"/>
                <a:ext cx="1118000" cy="272964"/>
              </a:xfrm>
              <a:prstGeom prst="rect">
                <a:avLst/>
              </a:prstGeom>
              <a:gradFill flip="none" rotWithShape="1">
                <a:gsLst>
                  <a:gs pos="0">
                    <a:srgbClr val="49C5B1"/>
                  </a:gs>
                  <a:gs pos="100000">
                    <a:srgbClr val="8DC8E8"/>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78" name="Rectangle 77">
                <a:extLst>
                  <a:ext uri="{FF2B5EF4-FFF2-40B4-BE49-F238E27FC236}">
                    <a16:creationId xmlns:a16="http://schemas.microsoft.com/office/drawing/2014/main" id="{35A80C85-8A41-6B26-DA96-281697CBAD01}"/>
                  </a:ext>
                </a:extLst>
              </p:cNvPr>
              <p:cNvSpPr/>
              <p:nvPr/>
            </p:nvSpPr>
            <p:spPr bwMode="auto">
              <a:xfrm rot="5400000">
                <a:off x="12739099" y="7294982"/>
                <a:ext cx="1118000" cy="272964"/>
              </a:xfrm>
              <a:prstGeom prst="rect">
                <a:avLst/>
              </a:prstGeom>
              <a:solidFill>
                <a:srgbClr val="D59E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tx1"/>
                    </a:solidFill>
                    <a:latin typeface="+mj-lt"/>
                    <a:ea typeface="Segoe UI" pitchFamily="34" charset="0"/>
                    <a:cs typeface="Segoe UI" pitchFamily="34" charset="0"/>
                  </a:rPr>
                  <a:t>Ligh Magenta</a:t>
                </a:r>
              </a:p>
              <a:p>
                <a:pPr algn="l" defTabSz="932472" fontAlgn="base">
                  <a:lnSpc>
                    <a:spcPct val="90000"/>
                  </a:lnSpc>
                  <a:spcBef>
                    <a:spcPct val="0"/>
                  </a:spcBef>
                  <a:spcAft>
                    <a:spcPct val="0"/>
                  </a:spcAft>
                </a:pPr>
                <a:r>
                  <a:rPr lang="en-US" sz="600">
                    <a:solidFill>
                      <a:schemeClr val="tx1"/>
                    </a:solidFill>
                    <a:ea typeface="Segoe UI" pitchFamily="34" charset="0"/>
                    <a:cs typeface="Segoe UI" pitchFamily="34" charset="0"/>
                  </a:rPr>
                  <a:t>#D59ED7</a:t>
                </a:r>
              </a:p>
            </p:txBody>
          </p:sp>
          <p:sp>
            <p:nvSpPr>
              <p:cNvPr id="79" name="Rectangle 78">
                <a:extLst>
                  <a:ext uri="{FF2B5EF4-FFF2-40B4-BE49-F238E27FC236}">
                    <a16:creationId xmlns:a16="http://schemas.microsoft.com/office/drawing/2014/main" id="{1F7E7817-C328-6565-52C4-5D2D88A3D26F}"/>
                  </a:ext>
                </a:extLst>
              </p:cNvPr>
              <p:cNvSpPr/>
              <p:nvPr/>
            </p:nvSpPr>
            <p:spPr bwMode="auto">
              <a:xfrm rot="5400000">
                <a:off x="12447327" y="7294982"/>
                <a:ext cx="1118000" cy="272964"/>
              </a:xfrm>
              <a:prstGeom prst="rect">
                <a:avLst/>
              </a:prstGeom>
              <a:gradFill flip="none" rotWithShape="1">
                <a:gsLst>
                  <a:gs pos="0">
                    <a:srgbClr val="D59ED7"/>
                  </a:gs>
                  <a:gs pos="100000">
                    <a:srgbClr val="C03BC4"/>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80" name="Rectangle 79">
                <a:extLst>
                  <a:ext uri="{FF2B5EF4-FFF2-40B4-BE49-F238E27FC236}">
                    <a16:creationId xmlns:a16="http://schemas.microsoft.com/office/drawing/2014/main" id="{323A0AB0-D70E-6E49-1CA0-4B902BB1993F}"/>
                  </a:ext>
                </a:extLst>
              </p:cNvPr>
              <p:cNvSpPr/>
              <p:nvPr/>
            </p:nvSpPr>
            <p:spPr bwMode="auto">
              <a:xfrm rot="5400000">
                <a:off x="12155554" y="7294982"/>
                <a:ext cx="1118000" cy="272964"/>
              </a:xfrm>
              <a:prstGeom prst="rect">
                <a:avLst/>
              </a:prstGeom>
              <a:solidFill>
                <a:srgbClr val="8DC8E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tx1"/>
                    </a:solidFill>
                    <a:latin typeface="+mj-lt"/>
                    <a:ea typeface="Segoe UI" pitchFamily="34" charset="0"/>
                    <a:cs typeface="Segoe UI" pitchFamily="34" charset="0"/>
                  </a:rPr>
                  <a:t>Light Blue</a:t>
                </a:r>
              </a:p>
              <a:p>
                <a:pPr algn="l" defTabSz="932472" fontAlgn="base">
                  <a:lnSpc>
                    <a:spcPct val="90000"/>
                  </a:lnSpc>
                  <a:spcBef>
                    <a:spcPct val="0"/>
                  </a:spcBef>
                  <a:spcAft>
                    <a:spcPct val="0"/>
                  </a:spcAft>
                </a:pPr>
                <a:r>
                  <a:rPr lang="en-US" sz="600">
                    <a:solidFill>
                      <a:schemeClr val="tx1"/>
                    </a:solidFill>
                    <a:ea typeface="Segoe UI" pitchFamily="34" charset="0"/>
                    <a:cs typeface="Segoe UI" pitchFamily="34" charset="0"/>
                  </a:rPr>
                  <a:t>#8DC8E8</a:t>
                </a:r>
              </a:p>
            </p:txBody>
          </p:sp>
          <p:sp>
            <p:nvSpPr>
              <p:cNvPr id="81" name="Rectangle 80">
                <a:extLst>
                  <a:ext uri="{FF2B5EF4-FFF2-40B4-BE49-F238E27FC236}">
                    <a16:creationId xmlns:a16="http://schemas.microsoft.com/office/drawing/2014/main" id="{F2014A05-2A3F-90A6-BAF0-6B3983F92BB8}"/>
                  </a:ext>
                </a:extLst>
              </p:cNvPr>
              <p:cNvSpPr/>
              <p:nvPr/>
            </p:nvSpPr>
            <p:spPr bwMode="auto">
              <a:xfrm rot="5400000">
                <a:off x="11863781" y="7294982"/>
                <a:ext cx="1118000" cy="272964"/>
              </a:xfrm>
              <a:prstGeom prst="rect">
                <a:avLst/>
              </a:prstGeom>
              <a:gradFill flip="none" rotWithShape="1">
                <a:gsLst>
                  <a:gs pos="0">
                    <a:srgbClr val="8DC8E8"/>
                  </a:gs>
                  <a:gs pos="100000">
                    <a:srgbClr val="0078D4"/>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82" name="Rectangle 81">
                <a:extLst>
                  <a:ext uri="{FF2B5EF4-FFF2-40B4-BE49-F238E27FC236}">
                    <a16:creationId xmlns:a16="http://schemas.microsoft.com/office/drawing/2014/main" id="{4A0C8569-DB7B-55A4-BFEA-25343EE2B28E}"/>
                  </a:ext>
                </a:extLst>
              </p:cNvPr>
              <p:cNvSpPr/>
              <p:nvPr/>
            </p:nvSpPr>
            <p:spPr bwMode="auto">
              <a:xfrm rot="5400000">
                <a:off x="12739099" y="8440392"/>
                <a:ext cx="1118000" cy="272964"/>
              </a:xfrm>
              <a:prstGeom prst="rect">
                <a:avLst/>
              </a:prstGeom>
              <a:solidFill>
                <a:srgbClr val="C03BC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rgbClr val="FFFFFF"/>
                    </a:solidFill>
                    <a:ea typeface="Segoe UI" pitchFamily="34" charset="0"/>
                    <a:cs typeface="Segoe UI" pitchFamily="34" charset="0"/>
                  </a:rPr>
                  <a:t>Magenta</a:t>
                </a:r>
              </a:p>
              <a:p>
                <a:pPr algn="l" defTabSz="932472" fontAlgn="base">
                  <a:lnSpc>
                    <a:spcPct val="90000"/>
                  </a:lnSpc>
                  <a:spcBef>
                    <a:spcPct val="0"/>
                  </a:spcBef>
                  <a:spcAft>
                    <a:spcPct val="0"/>
                  </a:spcAft>
                </a:pPr>
                <a:r>
                  <a:rPr lang="en-US" sz="600">
                    <a:solidFill>
                      <a:srgbClr val="FFFFFF"/>
                    </a:solidFill>
                    <a:ea typeface="Segoe UI" pitchFamily="34" charset="0"/>
                    <a:cs typeface="Segoe UI" pitchFamily="34" charset="0"/>
                  </a:rPr>
                  <a:t>#C03BC4</a:t>
                </a:r>
              </a:p>
            </p:txBody>
          </p:sp>
          <p:sp>
            <p:nvSpPr>
              <p:cNvPr id="83" name="Rectangle 82">
                <a:extLst>
                  <a:ext uri="{FF2B5EF4-FFF2-40B4-BE49-F238E27FC236}">
                    <a16:creationId xmlns:a16="http://schemas.microsoft.com/office/drawing/2014/main" id="{ED16698D-58F8-A512-8A04-4D5251AD4F22}"/>
                  </a:ext>
                </a:extLst>
              </p:cNvPr>
              <p:cNvSpPr/>
              <p:nvPr/>
            </p:nvSpPr>
            <p:spPr bwMode="auto">
              <a:xfrm rot="5400000">
                <a:off x="12447327" y="8440392"/>
                <a:ext cx="1118000" cy="272964"/>
              </a:xfrm>
              <a:prstGeom prst="rect">
                <a:avLst/>
              </a:prstGeom>
              <a:gradFill flip="none" rotWithShape="1">
                <a:gsLst>
                  <a:gs pos="0">
                    <a:srgbClr val="C03BC4"/>
                  </a:gs>
                  <a:gs pos="100000">
                    <a:schemeClr val="accent1"/>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84" name="Rectangle 83">
                <a:extLst>
                  <a:ext uri="{FF2B5EF4-FFF2-40B4-BE49-F238E27FC236}">
                    <a16:creationId xmlns:a16="http://schemas.microsoft.com/office/drawing/2014/main" id="{3BEA87C5-D266-21E2-C8F7-4E6236267EC0}"/>
                  </a:ext>
                </a:extLst>
              </p:cNvPr>
              <p:cNvSpPr/>
              <p:nvPr/>
            </p:nvSpPr>
            <p:spPr bwMode="auto">
              <a:xfrm rot="5400000">
                <a:off x="12155554" y="8440392"/>
                <a:ext cx="1118000" cy="272964"/>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rgbClr val="FFFFFF"/>
                    </a:solidFill>
                    <a:ea typeface="Segoe UI" pitchFamily="34" charset="0"/>
                    <a:cs typeface="Segoe UI" pitchFamily="34" charset="0"/>
                  </a:rPr>
                  <a:t>Blue</a:t>
                </a:r>
              </a:p>
              <a:p>
                <a:pPr algn="l" defTabSz="932472" fontAlgn="base">
                  <a:lnSpc>
                    <a:spcPct val="90000"/>
                  </a:lnSpc>
                  <a:spcBef>
                    <a:spcPct val="0"/>
                  </a:spcBef>
                  <a:spcAft>
                    <a:spcPct val="0"/>
                  </a:spcAft>
                </a:pPr>
                <a:r>
                  <a:rPr lang="en-US" sz="600">
                    <a:solidFill>
                      <a:srgbClr val="FFFFFF"/>
                    </a:solidFill>
                    <a:ea typeface="Segoe UI" pitchFamily="34" charset="0"/>
                    <a:cs typeface="Segoe UI" pitchFamily="34" charset="0"/>
                  </a:rPr>
                  <a:t>#0078D4</a:t>
                </a:r>
              </a:p>
              <a:p>
                <a:pPr algn="l"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85" name="Rectangle 84">
                <a:extLst>
                  <a:ext uri="{FF2B5EF4-FFF2-40B4-BE49-F238E27FC236}">
                    <a16:creationId xmlns:a16="http://schemas.microsoft.com/office/drawing/2014/main" id="{54C63AC1-2EF8-3F09-C39A-981C8B412F83}"/>
                  </a:ext>
                </a:extLst>
              </p:cNvPr>
              <p:cNvSpPr/>
              <p:nvPr/>
            </p:nvSpPr>
            <p:spPr bwMode="auto">
              <a:xfrm rot="5400000">
                <a:off x="11863781" y="8440392"/>
                <a:ext cx="1118000" cy="272964"/>
              </a:xfrm>
              <a:prstGeom prst="rect">
                <a:avLst/>
              </a:prstGeom>
              <a:gradFill flip="none" rotWithShape="1">
                <a:gsLst>
                  <a:gs pos="0">
                    <a:srgbClr val="0078D4"/>
                  </a:gs>
                  <a:gs pos="100000">
                    <a:schemeClr val="accent1"/>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grpSp>
        <p:grpSp>
          <p:nvGrpSpPr>
            <p:cNvPr id="62" name="Group 61">
              <a:extLst>
                <a:ext uri="{FF2B5EF4-FFF2-40B4-BE49-F238E27FC236}">
                  <a16:creationId xmlns:a16="http://schemas.microsoft.com/office/drawing/2014/main" id="{63307430-0C2A-2CC3-769F-4B28F67875C7}"/>
                </a:ext>
              </a:extLst>
            </p:cNvPr>
            <p:cNvGrpSpPr/>
            <p:nvPr/>
          </p:nvGrpSpPr>
          <p:grpSpPr>
            <a:xfrm>
              <a:off x="12284419" y="0"/>
              <a:ext cx="850611" cy="4554232"/>
              <a:chOff x="12583971" y="0"/>
              <a:chExt cx="850611" cy="4554232"/>
            </a:xfrm>
          </p:grpSpPr>
          <p:sp>
            <p:nvSpPr>
              <p:cNvPr id="63" name="Rectangle 62">
                <a:extLst>
                  <a:ext uri="{FF2B5EF4-FFF2-40B4-BE49-F238E27FC236}">
                    <a16:creationId xmlns:a16="http://schemas.microsoft.com/office/drawing/2014/main" id="{8756A80C-9EA8-CD89-6CAA-C787A86987B8}"/>
                  </a:ext>
                </a:extLst>
              </p:cNvPr>
              <p:cNvSpPr/>
              <p:nvPr/>
            </p:nvSpPr>
            <p:spPr bwMode="auto">
              <a:xfrm rot="5400000">
                <a:off x="12739099" y="3858750"/>
                <a:ext cx="1118000" cy="27296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bg1"/>
                    </a:solidFill>
                    <a:latin typeface="+mj-lt"/>
                    <a:ea typeface="Segoe UI" pitchFamily="34" charset="0"/>
                    <a:cs typeface="Segoe UI" pitchFamily="34" charset="0"/>
                  </a:rPr>
                  <a:t>Teams Dark Purple</a:t>
                </a:r>
              </a:p>
              <a:p>
                <a:pPr algn="l" defTabSz="932472" fontAlgn="base">
                  <a:lnSpc>
                    <a:spcPct val="90000"/>
                  </a:lnSpc>
                  <a:spcBef>
                    <a:spcPct val="0"/>
                  </a:spcBef>
                  <a:spcAft>
                    <a:spcPct val="0"/>
                  </a:spcAft>
                </a:pPr>
                <a:r>
                  <a:rPr lang="en-US" sz="600">
                    <a:solidFill>
                      <a:schemeClr val="bg1"/>
                    </a:solidFill>
                    <a:ea typeface="Segoe UI" pitchFamily="34" charset="0"/>
                    <a:cs typeface="Segoe UI" pitchFamily="34" charset="0"/>
                  </a:rPr>
                  <a:t>#444791</a:t>
                </a:r>
              </a:p>
            </p:txBody>
          </p:sp>
          <p:sp>
            <p:nvSpPr>
              <p:cNvPr id="64" name="Rectangle 63">
                <a:extLst>
                  <a:ext uri="{FF2B5EF4-FFF2-40B4-BE49-F238E27FC236}">
                    <a16:creationId xmlns:a16="http://schemas.microsoft.com/office/drawing/2014/main" id="{FB940E28-8F7F-8B0E-01BB-D121168DA74E}"/>
                  </a:ext>
                </a:extLst>
              </p:cNvPr>
              <p:cNvSpPr/>
              <p:nvPr/>
            </p:nvSpPr>
            <p:spPr bwMode="auto">
              <a:xfrm rot="5400000">
                <a:off x="11874621" y="3286045"/>
                <a:ext cx="2263411" cy="272964"/>
              </a:xfrm>
              <a:prstGeom prst="rect">
                <a:avLst/>
              </a:prstGeom>
              <a:gradFill flip="none" rotWithShape="1">
                <a:gsLst>
                  <a:gs pos="0">
                    <a:schemeClr val="accent1"/>
                  </a:gs>
                  <a:gs pos="100000">
                    <a:schemeClr val="accent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5E890F06-63A6-5CDE-A0D4-4AA386BF1643}"/>
                  </a:ext>
                </a:extLst>
              </p:cNvPr>
              <p:cNvSpPr/>
              <p:nvPr/>
            </p:nvSpPr>
            <p:spPr bwMode="auto">
              <a:xfrm rot="5400000">
                <a:off x="12739099" y="2713339"/>
                <a:ext cx="1118000" cy="272964"/>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tx1"/>
                    </a:solidFill>
                    <a:latin typeface="+mj-lt"/>
                    <a:ea typeface="Segoe UI" pitchFamily="34" charset="0"/>
                    <a:cs typeface="Segoe UI" pitchFamily="34" charset="0"/>
                  </a:rPr>
                  <a:t>Teams Light Purple</a:t>
                </a:r>
              </a:p>
              <a:p>
                <a:pPr algn="l" defTabSz="932472" fontAlgn="base">
                  <a:lnSpc>
                    <a:spcPct val="90000"/>
                  </a:lnSpc>
                  <a:spcBef>
                    <a:spcPct val="0"/>
                  </a:spcBef>
                  <a:spcAft>
                    <a:spcPct val="0"/>
                  </a:spcAft>
                </a:pPr>
                <a:r>
                  <a:rPr lang="en-US" sz="600">
                    <a:solidFill>
                      <a:schemeClr val="tx1"/>
                    </a:solidFill>
                    <a:ea typeface="Segoe UI" pitchFamily="34" charset="0"/>
                    <a:cs typeface="Segoe UI" pitchFamily="34" charset="0"/>
                  </a:rPr>
                  <a:t>#9299F7</a:t>
                </a:r>
              </a:p>
            </p:txBody>
          </p:sp>
          <p:sp>
            <p:nvSpPr>
              <p:cNvPr id="66" name="Rectangle 65">
                <a:extLst>
                  <a:ext uri="{FF2B5EF4-FFF2-40B4-BE49-F238E27FC236}">
                    <a16:creationId xmlns:a16="http://schemas.microsoft.com/office/drawing/2014/main" id="{7CFDBC64-E74C-52C9-B316-07B498A064E1}"/>
                  </a:ext>
                </a:extLst>
              </p:cNvPr>
              <p:cNvSpPr/>
              <p:nvPr/>
            </p:nvSpPr>
            <p:spPr bwMode="auto">
              <a:xfrm rot="5400000">
                <a:off x="12166395" y="995223"/>
                <a:ext cx="2263409" cy="27296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rgbClr val="FFFFFF"/>
                    </a:solidFill>
                    <a:latin typeface="+mj-lt"/>
                    <a:ea typeface="Segoe UI" pitchFamily="34" charset="0"/>
                    <a:cs typeface="Segoe UI" pitchFamily="34" charset="0"/>
                  </a:rPr>
                  <a:t>Teams Primary Purple</a:t>
                </a:r>
              </a:p>
              <a:p>
                <a:pPr algn="l" defTabSz="932472" fontAlgn="base">
                  <a:lnSpc>
                    <a:spcPct val="90000"/>
                  </a:lnSpc>
                  <a:spcBef>
                    <a:spcPct val="0"/>
                  </a:spcBef>
                  <a:spcAft>
                    <a:spcPct val="0"/>
                  </a:spcAft>
                </a:pPr>
                <a:r>
                  <a:rPr lang="en-US" sz="600">
                    <a:solidFill>
                      <a:srgbClr val="FFFFFF"/>
                    </a:solidFill>
                    <a:ea typeface="Segoe UI" pitchFamily="34" charset="0"/>
                    <a:cs typeface="Segoe UI" pitchFamily="34" charset="0"/>
                  </a:rPr>
                  <a:t>#5B5Fc7</a:t>
                </a:r>
              </a:p>
            </p:txBody>
          </p:sp>
          <p:sp>
            <p:nvSpPr>
              <p:cNvPr id="67" name="Rectangle 66">
                <a:extLst>
                  <a:ext uri="{FF2B5EF4-FFF2-40B4-BE49-F238E27FC236}">
                    <a16:creationId xmlns:a16="http://schemas.microsoft.com/office/drawing/2014/main" id="{6196E110-44D6-9B9F-A242-5831E03DA8C7}"/>
                  </a:ext>
                </a:extLst>
              </p:cNvPr>
              <p:cNvSpPr/>
              <p:nvPr/>
            </p:nvSpPr>
            <p:spPr bwMode="auto">
              <a:xfrm rot="5400000">
                <a:off x="11874621" y="995224"/>
                <a:ext cx="2263411" cy="272964"/>
              </a:xfrm>
              <a:prstGeom prst="rect">
                <a:avLst/>
              </a:prstGeom>
              <a:gradFill flip="none" rotWithShape="1">
                <a:gsLst>
                  <a:gs pos="0">
                    <a:schemeClr val="accent1"/>
                  </a:gs>
                  <a:gs pos="100000">
                    <a:schemeClr val="accent3"/>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endParaRPr lang="en-US" sz="600">
                  <a:solidFill>
                    <a:srgbClr val="FFFFFF"/>
                  </a:solidFill>
                  <a:ea typeface="Segoe UI" pitchFamily="34" charset="0"/>
                  <a:cs typeface="Segoe UI" pitchFamily="34" charset="0"/>
                </a:endParaRPr>
              </a:p>
            </p:txBody>
          </p:sp>
          <p:sp>
            <p:nvSpPr>
              <p:cNvPr id="68" name="Rectangle 67">
                <a:extLst>
                  <a:ext uri="{FF2B5EF4-FFF2-40B4-BE49-F238E27FC236}">
                    <a16:creationId xmlns:a16="http://schemas.microsoft.com/office/drawing/2014/main" id="{51CB89A2-C5AF-97F0-EA74-284E0CF194EE}"/>
                  </a:ext>
                </a:extLst>
              </p:cNvPr>
              <p:cNvSpPr/>
              <p:nvPr/>
            </p:nvSpPr>
            <p:spPr bwMode="auto">
              <a:xfrm rot="5400000">
                <a:off x="11588747" y="3286045"/>
                <a:ext cx="2263411" cy="272964"/>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lvl="0" defTabSz="932472" fontAlgn="base">
                  <a:lnSpc>
                    <a:spcPct val="90000"/>
                  </a:lnSpc>
                  <a:spcBef>
                    <a:spcPct val="0"/>
                  </a:spcBef>
                  <a:spcAft>
                    <a:spcPct val="0"/>
                  </a:spcAft>
                </a:pPr>
                <a:r>
                  <a:rPr lang="en-US" sz="600">
                    <a:solidFill>
                      <a:srgbClr val="FFFFFF"/>
                    </a:solidFill>
                    <a:ea typeface="Segoe UI" pitchFamily="34" charset="0"/>
                    <a:cs typeface="Segoe UI" pitchFamily="34" charset="0"/>
                  </a:rPr>
                  <a:t>Pure Black</a:t>
                </a:r>
              </a:p>
              <a:p>
                <a:pPr lvl="0" defTabSz="932472" fontAlgn="base">
                  <a:lnSpc>
                    <a:spcPct val="90000"/>
                  </a:lnSpc>
                  <a:spcBef>
                    <a:spcPct val="0"/>
                  </a:spcBef>
                  <a:spcAft>
                    <a:spcPct val="0"/>
                  </a:spcAft>
                </a:pPr>
                <a:r>
                  <a:rPr lang="en-US" sz="600">
                    <a:solidFill>
                      <a:srgbClr val="FFFFFF"/>
                    </a:solidFill>
                    <a:ea typeface="Segoe UI" pitchFamily="34" charset="0"/>
                    <a:cs typeface="Segoe UI" pitchFamily="34" charset="0"/>
                  </a:rPr>
                  <a:t>#000000</a:t>
                </a:r>
              </a:p>
            </p:txBody>
          </p:sp>
          <p:sp>
            <p:nvSpPr>
              <p:cNvPr id="69" name="Rectangle 68">
                <a:extLst>
                  <a:ext uri="{FF2B5EF4-FFF2-40B4-BE49-F238E27FC236}">
                    <a16:creationId xmlns:a16="http://schemas.microsoft.com/office/drawing/2014/main" id="{2B2C3E3F-1B00-78F6-63D3-219234436A71}"/>
                  </a:ext>
                </a:extLst>
              </p:cNvPr>
              <p:cNvSpPr/>
              <p:nvPr/>
            </p:nvSpPr>
            <p:spPr bwMode="auto">
              <a:xfrm rot="5400000">
                <a:off x="11588747" y="995224"/>
                <a:ext cx="2263411" cy="272964"/>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l" defTabSz="932472" fontAlgn="base">
                  <a:lnSpc>
                    <a:spcPct val="90000"/>
                  </a:lnSpc>
                  <a:spcBef>
                    <a:spcPct val="0"/>
                  </a:spcBef>
                  <a:spcAft>
                    <a:spcPct val="0"/>
                  </a:spcAft>
                </a:pPr>
                <a:r>
                  <a:rPr lang="en-US" sz="600">
                    <a:solidFill>
                      <a:schemeClr val="tx1"/>
                    </a:solidFill>
                    <a:latin typeface="+mj-lt"/>
                    <a:ea typeface="Segoe UI" pitchFamily="34" charset="0"/>
                    <a:cs typeface="Segoe UI" pitchFamily="34" charset="0"/>
                  </a:rPr>
                  <a:t>Warm White</a:t>
                </a:r>
              </a:p>
              <a:p>
                <a:pPr algn="l" defTabSz="932472" fontAlgn="base">
                  <a:lnSpc>
                    <a:spcPct val="90000"/>
                  </a:lnSpc>
                  <a:spcBef>
                    <a:spcPct val="0"/>
                  </a:spcBef>
                  <a:spcAft>
                    <a:spcPct val="0"/>
                  </a:spcAft>
                </a:pPr>
                <a:r>
                  <a:rPr lang="en-US" sz="600">
                    <a:solidFill>
                      <a:schemeClr val="tx1"/>
                    </a:solidFill>
                    <a:ea typeface="Segoe UI" pitchFamily="34" charset="0"/>
                    <a:cs typeface="Segoe UI" pitchFamily="34" charset="0"/>
                  </a:rPr>
                  <a:t>#FFF8F3</a:t>
                </a:r>
              </a:p>
            </p:txBody>
          </p:sp>
        </p:grpSp>
      </p:grpSp>
    </p:spTree>
    <p:extLst>
      <p:ext uri="{BB962C8B-B14F-4D97-AF65-F5344CB8AC3E}">
        <p14:creationId xmlns:p14="http://schemas.microsoft.com/office/powerpoint/2010/main" val="1457795493"/>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 id="2147483875" r:id="rId15"/>
    <p:sldLayoutId id="2147483876" r:id="rId16"/>
    <p:sldLayoutId id="2147483877" r:id="rId17"/>
    <p:sldLayoutId id="2147483878" r:id="rId18"/>
    <p:sldLayoutId id="2147483879" r:id="rId19"/>
    <p:sldLayoutId id="2147483880" r:id="rId20"/>
    <p:sldLayoutId id="2147483881" r:id="rId21"/>
    <p:sldLayoutId id="2147483882" r:id="rId22"/>
    <p:sldLayoutId id="2147483883" r:id="rId23"/>
    <p:sldLayoutId id="2147483884" r:id="rId24"/>
    <p:sldLayoutId id="2147483885" r:id="rId25"/>
    <p:sldLayoutId id="2147483886" r:id="rId26"/>
    <p:sldLayoutId id="2147483887" r:id="rId27"/>
    <p:sldLayoutId id="2147483888" r:id="rId28"/>
    <p:sldLayoutId id="2147483889" r:id="rId29"/>
    <p:sldLayoutId id="2147483890" r:id="rId30"/>
    <p:sldLayoutId id="2147483891" r:id="rId31"/>
    <p:sldLayoutId id="2147483892" r:id="rId32"/>
    <p:sldLayoutId id="2147483893" r:id="rId33"/>
    <p:sldLayoutId id="2147483894" r:id="rId34"/>
    <p:sldLayoutId id="2147483895" r:id="rId35"/>
    <p:sldLayoutId id="2147483896" r:id="rId36"/>
    <p:sldLayoutId id="2147483897" r:id="rId37"/>
    <p:sldLayoutId id="2147483898" r:id="rId38"/>
    <p:sldLayoutId id="2147483899" r:id="rId39"/>
    <p:sldLayoutId id="2147483900" r:id="rId40"/>
    <p:sldLayoutId id="2147483901" r:id="rId41"/>
    <p:sldLayoutId id="2147483902" r:id="rId4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2800" kern="1200" spc="-7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2400"/>
        </a:spcBef>
        <a:spcAft>
          <a:spcPts val="0"/>
        </a:spcAft>
        <a:buFont typeface="Arial" panose="020B0604020202020204" pitchFamily="34" charset="0"/>
        <a:buNone/>
        <a:defRPr sz="1800" kern="1200" spc="0" baseline="0">
          <a:solidFill>
            <a:schemeClr val="tx1"/>
          </a:solidFill>
          <a:latin typeface="+mj-lt"/>
          <a:ea typeface="+mn-ea"/>
          <a:cs typeface="+mn-cs"/>
        </a:defRPr>
      </a:lvl1pPr>
      <a:lvl2pPr marL="0" indent="0" algn="l" defTabSz="914400" rtl="0" eaLnBrk="1" latinLnBrk="0" hangingPunct="1">
        <a:lnSpc>
          <a:spcPct val="100000"/>
        </a:lnSpc>
        <a:spcBef>
          <a:spcPts val="1200"/>
        </a:spcBef>
        <a:spcAft>
          <a:spcPts val="0"/>
        </a:spcAft>
        <a:buFont typeface="Arial" panose="020B0604020202020204" pitchFamily="34" charset="0"/>
        <a:buNone/>
        <a:defRPr sz="1600" kern="1200" spc="0" baseline="0">
          <a:solidFill>
            <a:schemeClr val="tx1"/>
          </a:solidFill>
          <a:latin typeface="+mn-lt"/>
          <a:ea typeface="+mn-ea"/>
          <a:cs typeface="+mn-cs"/>
        </a:defRPr>
      </a:lvl2pPr>
      <a:lvl3pPr marL="201168" indent="-201168" algn="l" defTabSz="914400" rtl="0" eaLnBrk="1" latinLnBrk="0" hangingPunct="1">
        <a:lnSpc>
          <a:spcPct val="100000"/>
        </a:lnSpc>
        <a:spcBef>
          <a:spcPts val="900"/>
        </a:spcBef>
        <a:spcAft>
          <a:spcPts val="0"/>
        </a:spcAft>
        <a:buSzPct val="90000"/>
        <a:buFont typeface="Wingdings" panose="05000000000000000000" pitchFamily="2" charset="2"/>
        <a:buChar char=""/>
        <a:defRPr sz="1600" kern="1200" spc="0">
          <a:solidFill>
            <a:schemeClr val="tx1"/>
          </a:solidFill>
          <a:latin typeface="+mn-lt"/>
          <a:ea typeface="+mn-ea"/>
          <a:cs typeface="+mn-cs"/>
        </a:defRPr>
      </a:lvl3pPr>
      <a:lvl4pPr marL="402336" indent="-201168" algn="l" defTabSz="914400" rtl="0" eaLnBrk="1" latinLnBrk="0" hangingPunct="1">
        <a:lnSpc>
          <a:spcPct val="100000"/>
        </a:lnSpc>
        <a:spcBef>
          <a:spcPts val="600"/>
        </a:spcBef>
        <a:spcAft>
          <a:spcPts val="0"/>
        </a:spcAft>
        <a:buSzPct val="90000"/>
        <a:buFont typeface="Wingdings" panose="05000000000000000000" pitchFamily="2" charset="2"/>
        <a:buChar char=""/>
        <a:defRPr sz="1400" kern="1200" spc="0">
          <a:solidFill>
            <a:schemeClr val="tx1"/>
          </a:solidFill>
          <a:latin typeface="+mn-lt"/>
          <a:ea typeface="+mn-ea"/>
          <a:cs typeface="+mn-cs"/>
        </a:defRPr>
      </a:lvl4pPr>
      <a:lvl5pPr marL="603504" indent="-201168" algn="l" defTabSz="914400" rtl="0" eaLnBrk="1" latinLnBrk="0" hangingPunct="1">
        <a:lnSpc>
          <a:spcPct val="100000"/>
        </a:lnSpc>
        <a:spcBef>
          <a:spcPts val="300"/>
        </a:spcBef>
        <a:buSzPct val="90000"/>
        <a:buFont typeface="Wingdings" panose="05000000000000000000" pitchFamily="2" charset="2"/>
        <a:buChar char=""/>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68">
          <p15:clr>
            <a:srgbClr val="F26B43"/>
          </p15:clr>
        </p15:guide>
        <p15:guide id="3" pos="7334">
          <p15:clr>
            <a:srgbClr val="F26B43"/>
          </p15:clr>
        </p15:guide>
        <p15:guide id="4" orient="horz" pos="2160">
          <p15:clr>
            <a:srgbClr val="F26B43"/>
          </p15:clr>
        </p15:guide>
        <p15:guide id="5" orient="horz" pos="480">
          <p15:clr>
            <a:srgbClr val="F26B43"/>
          </p15:clr>
        </p15:guide>
        <p15:guide id="6" orient="horz" pos="3936">
          <p15:clr>
            <a:srgbClr val="F26B43"/>
          </p15:clr>
        </p15:guide>
        <p15:guide id="7" pos="3798">
          <p15:clr>
            <a:srgbClr val="5ACBF0"/>
          </p15:clr>
        </p15:guide>
        <p15:guide id="8" pos="2702">
          <p15:clr>
            <a:srgbClr val="5ACBF0"/>
          </p15:clr>
        </p15:guide>
        <p15:guide id="9" pos="2618">
          <p15:clr>
            <a:srgbClr val="5ACBF0"/>
          </p15:clr>
        </p15:guide>
        <p15:guide id="10" pos="1524">
          <p15:clr>
            <a:srgbClr val="5ACBF0"/>
          </p15:clr>
        </p15:guide>
        <p15:guide id="11" pos="1439">
          <p15:clr>
            <a:srgbClr val="5ACBF0"/>
          </p15:clr>
        </p15:guide>
        <p15:guide id="12" pos="3881">
          <p15:clr>
            <a:srgbClr val="5ACBF0"/>
          </p15:clr>
        </p15:guide>
        <p15:guide id="13" pos="4976">
          <p15:clr>
            <a:srgbClr val="5ACBF0"/>
          </p15:clr>
        </p15:guide>
        <p15:guide id="14" pos="5061">
          <p15:clr>
            <a:srgbClr val="5ACBF0"/>
          </p15:clr>
        </p15:guide>
        <p15:guide id="15" pos="6155">
          <p15:clr>
            <a:srgbClr val="5ACBF0"/>
          </p15:clr>
        </p15:guide>
        <p15:guide id="16" pos="6239">
          <p15:clr>
            <a:srgbClr val="5ACBF0"/>
          </p15:clr>
        </p15:guide>
        <p15:guide id="17" pos="2027">
          <p15:clr>
            <a:srgbClr val="FBAE40"/>
          </p15:clr>
        </p15:guide>
        <p15:guide id="18" pos="2114">
          <p15:clr>
            <a:srgbClr val="FBAE40"/>
          </p15:clr>
        </p15:guide>
        <p15:guide id="19" pos="5564">
          <p15:clr>
            <a:srgbClr val="FBAE40"/>
          </p15:clr>
        </p15:guide>
        <p15:guide id="20" pos="5652">
          <p15:clr>
            <a:srgbClr val="FBAE40"/>
          </p15:clr>
        </p15:guide>
        <p15:guide id="21" orient="horz" pos="901">
          <p15:clr>
            <a:srgbClr val="F26B43"/>
          </p15:clr>
        </p15:guide>
        <p15:guide id="23" orient="horz" pos="4232">
          <p15:clr>
            <a:srgbClr val="F26B43"/>
          </p15:clr>
        </p15:guide>
        <p15:guide id="24" orient="horz" pos="41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3.xml"/></Relationships>
</file>

<file path=ppt/slides/_rels/slide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xml"/><Relationship Id="rId1" Type="http://schemas.openxmlformats.org/officeDocument/2006/relationships/slideLayout" Target="../slideLayouts/slideLayout191.xml"/><Relationship Id="rId4" Type="http://schemas.microsoft.com/office/2007/relationships/hdphoto" Target="../media/hdphoto1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7.xml"/></Relationships>
</file>

<file path=ppt/slides/_rels/slide5.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4.xml"/><Relationship Id="rId1" Type="http://schemas.openxmlformats.org/officeDocument/2006/relationships/slideLayout" Target="../slideLayouts/slideLayout198.xml"/><Relationship Id="rId4" Type="http://schemas.openxmlformats.org/officeDocument/2006/relationships/hyperlink" Target="https://cloudpartners.transform.microsoft.com/download?assetname=assets/Microsoft365-Copilot-Partner-Opportunities.pptx&amp;download=1"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8.xml"/></Relationships>
</file>

<file path=ppt/slides/_rels/slide7.xml.rels><?xml version="1.0" encoding="UTF-8" standalone="yes"?>
<Relationships xmlns="http://schemas.openxmlformats.org/package/2006/relationships"><Relationship Id="rId3" Type="http://schemas.openxmlformats.org/officeDocument/2006/relationships/hyperlink" Target="https://cloudpartners.transform.microsoft.com/practices/modern-work/copilot" TargetMode="External"/><Relationship Id="rId2" Type="http://schemas.openxmlformats.org/officeDocument/2006/relationships/notesSlide" Target="../notesSlides/notesSlide6.xml"/><Relationship Id="rId1" Type="http://schemas.openxmlformats.org/officeDocument/2006/relationships/slideLayout" Target="../slideLayouts/slideLayout198.xml"/><Relationship Id="rId4" Type="http://schemas.openxmlformats.org/officeDocument/2006/relationships/hyperlink" Target="https://techcommunity.microsoft.com/blog/specialization-blog/stand-out-in-the-marketplace-with-a-microsoft-copilot-specialization/4435887"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cloudpartners.transform.microsoft.com/partner-gtm/co-sell/copilot" TargetMode="External"/><Relationship Id="rId2" Type="http://schemas.openxmlformats.org/officeDocument/2006/relationships/notesSlide" Target="../notesSlides/notesSlide7.xml"/><Relationship Id="rId1" Type="http://schemas.openxmlformats.org/officeDocument/2006/relationships/slideLayout" Target="../slideLayouts/slideLayout198.xml"/><Relationship Id="rId5" Type="http://schemas.openxmlformats.org/officeDocument/2006/relationships/hyperlink" Target="https://aka.ms/M365CopilotOfferDevGuide" TargetMode="External"/><Relationship Id="rId4" Type="http://schemas.openxmlformats.org/officeDocument/2006/relationships/hyperlink" Target="https://techcommunity.microsoft.com/blog/specialization-blog/stand-out-in-the-marketplace-with-a-microsoft-copilot-specialization/4435887"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8.xml"/></Relationships>
</file>

<file path=ppt/slides/_rels/slide13.xml.rels><?xml version="1.0" encoding="UTF-8" standalone="yes"?>
<Relationships xmlns="http://schemas.openxmlformats.org/package/2006/relationships"><Relationship Id="rId3" Type="http://schemas.openxmlformats.org/officeDocument/2006/relationships/hyperlink" Target="https://cloudpartners.transform.microsoft.com/download?assetname=assets%2FCopilot-Customer-Zero-agent-use-cases-and-learnings.pptx" TargetMode="External"/><Relationship Id="rId2" Type="http://schemas.openxmlformats.org/officeDocument/2006/relationships/notesSlide" Target="../notesSlides/notesSlide11.xml"/><Relationship Id="rId1" Type="http://schemas.openxmlformats.org/officeDocument/2006/relationships/slideLayout" Target="../slideLayouts/slideLayout198.xml"/><Relationship Id="rId6" Type="http://schemas.openxmlformats.org/officeDocument/2006/relationships/hyperlink" Target="https://adoption.microsoft.com/en-us/scenario-library/" TargetMode="External"/><Relationship Id="rId5" Type="http://schemas.openxmlformats.org/officeDocument/2006/relationships/hyperlink" Target="https://cloudpartners.transform.microsoft.com/download?assetname=assets/AI-Halo-Conversation-Becoming-a-Frontier-Firm.pptx&amp;download=1" TargetMode="External"/><Relationship Id="rId4" Type="http://schemas.openxmlformats.org/officeDocument/2006/relationships/hyperlink" Target="https://aka.ms/2025WorkTrendIndex"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cloudpartners.transform.microsoft.com/partner-gtm/co-sell/copilot" TargetMode="External"/><Relationship Id="rId2" Type="http://schemas.openxmlformats.org/officeDocument/2006/relationships/notesSlide" Target="../notesSlides/notesSlide12.xml"/><Relationship Id="rId1" Type="http://schemas.openxmlformats.org/officeDocument/2006/relationships/slideLayout" Target="../slideLayouts/slideLayout198.xml"/><Relationship Id="rId4" Type="http://schemas.openxmlformats.org/officeDocument/2006/relationships/hyperlink" Target="https://cloudpartners.transform.microsoft.com/download?assetname=assets/Microsoft365-Copilot-Partner-Selling-Guide.pptx&amp;download=1"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cloudpartners.transform.microsoft.com/partner-gtm/co-sell/copilot" TargetMode="External"/><Relationship Id="rId2" Type="http://schemas.openxmlformats.org/officeDocument/2006/relationships/notesSlide" Target="../notesSlides/notesSlide13.xml"/><Relationship Id="rId1" Type="http://schemas.openxmlformats.org/officeDocument/2006/relationships/slideLayout" Target="../slideLayouts/slideLayout198.xml"/><Relationship Id="rId4" Type="http://schemas.openxmlformats.org/officeDocument/2006/relationships/hyperlink" Target="https://partner.microsoft.com/en-us/asset/collection/microsoft-customer-engagement-methodology-mcem-for-partners#/"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7.xml"/></Relationships>
</file>

<file path=ppt/slides/_rels/slide19.xml.rels><?xml version="1.0" encoding="UTF-8" standalone="yes"?>
<Relationships xmlns="http://schemas.openxmlformats.org/package/2006/relationships"><Relationship Id="rId3" Type="http://schemas.openxmlformats.org/officeDocument/2006/relationships/hyperlink" Target="https://cloudpartners.transform.microsoft.com/partner-gtm/co-sell/copilot" TargetMode="External"/><Relationship Id="rId2" Type="http://schemas.openxmlformats.org/officeDocument/2006/relationships/notesSlide" Target="../notesSlides/notesSlide16.xml"/><Relationship Id="rId1" Type="http://schemas.openxmlformats.org/officeDocument/2006/relationships/slideLayout" Target="../slideLayouts/slideLayout198.xml"/></Relationships>
</file>

<file path=ppt/slides/_rels/slide20.xml.rels><?xml version="1.0" encoding="UTF-8" standalone="yes"?>
<Relationships xmlns="http://schemas.openxmlformats.org/package/2006/relationships"><Relationship Id="rId3" Type="http://schemas.openxmlformats.org/officeDocument/2006/relationships/hyperlink" Target="https://cloudpartners.transform.microsoft.com/partner-gtm/co-sell/copilot" TargetMode="External"/><Relationship Id="rId2" Type="http://schemas.openxmlformats.org/officeDocument/2006/relationships/notesSlide" Target="../notesSlides/notesSlide17.xml"/><Relationship Id="rId1" Type="http://schemas.openxmlformats.org/officeDocument/2006/relationships/slideLayout" Target="../slideLayouts/slideLayout198.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 TargetMode="External"/><Relationship Id="rId2" Type="http://schemas.openxmlformats.org/officeDocument/2006/relationships/notesSlide" Target="../notesSlides/notesSlide18.xml"/><Relationship Id="rId1" Type="http://schemas.openxmlformats.org/officeDocument/2006/relationships/slideLayout" Target="../slideLayouts/slideLayout19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t>Copilot Practice Development Plan</a:t>
            </a:r>
          </a:p>
        </p:txBody>
      </p:sp>
    </p:spTree>
    <p:extLst>
      <p:ext uri="{BB962C8B-B14F-4D97-AF65-F5344CB8AC3E}">
        <p14:creationId xmlns:p14="http://schemas.microsoft.com/office/powerpoint/2010/main" val="218268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2F728B-F87B-5DD5-7ED4-E947DE4336CB}"/>
              </a:ext>
              <a:ext uri="{C183D7F6-B498-43B3-948B-1728B52AA6E4}">
                <adec:decorative xmlns:adec="http://schemas.microsoft.com/office/drawing/2017/decorative" val="1"/>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a:stretch/>
        </p:blipFill>
        <p:spPr>
          <a:xfrm>
            <a:off x="549275" y="2512143"/>
            <a:ext cx="11315170" cy="1581208"/>
          </a:xfrm>
          <a:prstGeom prst="roundRect">
            <a:avLst>
              <a:gd name="adj" fmla="val 3378"/>
            </a:avLst>
          </a:prstGeom>
        </p:spPr>
      </p:pic>
      <p:sp>
        <p:nvSpPr>
          <p:cNvPr id="23" name="Rectangle: Rounded Corners 22">
            <a:extLst>
              <a:ext uri="{FF2B5EF4-FFF2-40B4-BE49-F238E27FC236}">
                <a16:creationId xmlns:a16="http://schemas.microsoft.com/office/drawing/2014/main" id="{4EBFF292-CB12-6507-3442-463C58780A9C}"/>
              </a:ext>
            </a:extLst>
          </p:cNvPr>
          <p:cNvSpPr/>
          <p:nvPr/>
        </p:nvSpPr>
        <p:spPr>
          <a:xfrm>
            <a:off x="545041" y="2512143"/>
            <a:ext cx="11315169" cy="1594114"/>
          </a:xfrm>
          <a:prstGeom prst="roundRect">
            <a:avLst>
              <a:gd name="adj" fmla="val 3162"/>
            </a:avLst>
          </a:prstGeom>
          <a:gradFill>
            <a:gsLst>
              <a:gs pos="0">
                <a:schemeClr val="tx1">
                  <a:alpha val="75000"/>
                </a:schemeClr>
              </a:gs>
              <a:gs pos="53000">
                <a:schemeClr val="tx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rtlCol="0" anchor="ctr"/>
          <a:lstStyle/>
          <a:p>
            <a:pPr algn="ctr"/>
            <a:endParaRPr lang="en-US"/>
          </a:p>
        </p:txBody>
      </p:sp>
      <p:sp>
        <p:nvSpPr>
          <p:cNvPr id="5" name="Title 4">
            <a:extLst>
              <a:ext uri="{FF2B5EF4-FFF2-40B4-BE49-F238E27FC236}">
                <a16:creationId xmlns:a16="http://schemas.microsoft.com/office/drawing/2014/main" id="{DD346678-8389-4256-9BC2-E42499808581}"/>
              </a:ext>
            </a:extLst>
          </p:cNvPr>
          <p:cNvSpPr>
            <a:spLocks noGrp="1"/>
          </p:cNvSpPr>
          <p:nvPr>
            <p:ph type="title"/>
          </p:nvPr>
        </p:nvSpPr>
        <p:spPr>
          <a:xfrm>
            <a:off x="549274" y="472440"/>
            <a:ext cx="11089218" cy="457200"/>
          </a:xfrm>
        </p:spPr>
        <p:txBody>
          <a:bodyPr>
            <a:noAutofit/>
          </a:bodyPr>
          <a:lstStyle/>
          <a:p>
            <a:r>
              <a:rPr lang="en-US"/>
              <a:t>Copilot Practice Development Plan</a:t>
            </a:r>
          </a:p>
        </p:txBody>
      </p:sp>
      <p:sp>
        <p:nvSpPr>
          <p:cNvPr id="2" name="Rectangle: Rounded Corners 1">
            <a:extLst>
              <a:ext uri="{FF2B5EF4-FFF2-40B4-BE49-F238E27FC236}">
                <a16:creationId xmlns:a16="http://schemas.microsoft.com/office/drawing/2014/main" id="{BC204AAC-7EAF-1FA4-FB76-EB41E1DA6A73}"/>
              </a:ext>
            </a:extLst>
          </p:cNvPr>
          <p:cNvSpPr/>
          <p:nvPr/>
        </p:nvSpPr>
        <p:spPr>
          <a:xfrm>
            <a:off x="549275" y="4385618"/>
            <a:ext cx="3598334" cy="2162565"/>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6" name="Rectangle: Rounded Corners 5">
            <a:extLst>
              <a:ext uri="{FF2B5EF4-FFF2-40B4-BE49-F238E27FC236}">
                <a16:creationId xmlns:a16="http://schemas.microsoft.com/office/drawing/2014/main" id="{3A2E49D0-289A-080B-EA04-0F91FDDDF02A}"/>
              </a:ext>
            </a:extLst>
          </p:cNvPr>
          <p:cNvSpPr/>
          <p:nvPr/>
        </p:nvSpPr>
        <p:spPr>
          <a:xfrm>
            <a:off x="4255234" y="4385619"/>
            <a:ext cx="3606800" cy="2162566"/>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F64255D3-EBDB-CD21-4DA1-6B67624BCAF8}"/>
              </a:ext>
            </a:extLst>
          </p:cNvPr>
          <p:cNvSpPr/>
          <p:nvPr/>
        </p:nvSpPr>
        <p:spPr>
          <a:xfrm>
            <a:off x="8031690" y="4384003"/>
            <a:ext cx="3606801" cy="2162566"/>
          </a:xfrm>
          <a:prstGeom prst="roundRect">
            <a:avLst>
              <a:gd name="adj" fmla="val 3586"/>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3">
            <a:extLst>
              <a:ext uri="{FF2B5EF4-FFF2-40B4-BE49-F238E27FC236}">
                <a16:creationId xmlns:a16="http://schemas.microsoft.com/office/drawing/2014/main" id="{38E7278C-55F1-2B1C-BDF5-40F90BB4BDC0}"/>
              </a:ext>
            </a:extLst>
          </p:cNvPr>
          <p:cNvSpPr txBox="1">
            <a:spLocks/>
          </p:cNvSpPr>
          <p:nvPr/>
        </p:nvSpPr>
        <p:spPr>
          <a:xfrm>
            <a:off x="656802" y="4509545"/>
            <a:ext cx="3383280" cy="1977087"/>
          </a:xfrm>
          <a:prstGeom prst="rect">
            <a:avLst/>
          </a:prstGeom>
        </p:spPr>
        <p:txBody>
          <a:bodyPr lIns="91440" tIns="45720" rIns="91440" bIns="45720" anchor="t"/>
          <a:lstStyle>
            <a:lvl1pPr marL="0" indent="0" algn="l" defTabSz="914400" rtl="0" eaLnBrk="1" latinLnBrk="0" hangingPunct="1">
              <a:lnSpc>
                <a:spcPct val="90000"/>
              </a:lnSpc>
              <a:spcBef>
                <a:spcPts val="1200"/>
              </a:spcBef>
              <a:spcAft>
                <a:spcPts val="600"/>
              </a:spcAft>
              <a:buFont typeface="Arial" panose="020B0604020202020204" pitchFamily="34" charset="0"/>
              <a:buNone/>
              <a:defRPr sz="2600" kern="1200" spc="-50" baseline="0">
                <a:solidFill>
                  <a:schemeClr val="tx1"/>
                </a:solidFill>
                <a:latin typeface="+mj-lt"/>
                <a:ea typeface="+mn-ea"/>
                <a:cs typeface="+mn-cs"/>
              </a:defRPr>
            </a:lvl1pPr>
            <a:lvl2pPr marL="0" indent="0" algn="l" defTabSz="914400" rtl="0" eaLnBrk="1" latinLnBrk="0" hangingPunct="1">
              <a:lnSpc>
                <a:spcPct val="90000"/>
              </a:lnSpc>
              <a:spcBef>
                <a:spcPts val="600"/>
              </a:spcBef>
              <a:spcAft>
                <a:spcPts val="600"/>
              </a:spcAft>
              <a:buFont typeface="Arial" panose="020B0604020202020204" pitchFamily="34" charset="0"/>
              <a:buNone/>
              <a:defRPr sz="2600" kern="1200" spc="-50" baseline="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gn="ctr"/>
            <a:r>
              <a:rPr lang="en-US">
                <a:solidFill>
                  <a:schemeClr val="accent2"/>
                </a:solidFill>
              </a:rPr>
              <a:t>30</a:t>
            </a:r>
          </a:p>
          <a:p>
            <a:pPr lvl="3" algn="ctr">
              <a:spcBef>
                <a:spcPts val="1200"/>
              </a:spcBef>
              <a:spcAft>
                <a:spcPts val="0"/>
              </a:spcAft>
            </a:pPr>
            <a:r>
              <a:rPr lang="en-US" sz="1200">
                <a:solidFill>
                  <a:srgbClr val="505050"/>
                </a:solidFill>
              </a:rPr>
              <a:t>Evaluate your current state, identify immediate priorities, and set clear, achievable goals. Establish a solid foundation for success by assessing your needs and defining the initial steps</a:t>
            </a:r>
          </a:p>
        </p:txBody>
      </p:sp>
      <p:sp>
        <p:nvSpPr>
          <p:cNvPr id="12" name="Content Placeholder 60">
            <a:extLst>
              <a:ext uri="{FF2B5EF4-FFF2-40B4-BE49-F238E27FC236}">
                <a16:creationId xmlns:a16="http://schemas.microsoft.com/office/drawing/2014/main" id="{8D89D138-689B-7889-B8E7-01BEAF165BCE}"/>
              </a:ext>
            </a:extLst>
          </p:cNvPr>
          <p:cNvSpPr txBox="1">
            <a:spLocks/>
          </p:cNvSpPr>
          <p:nvPr/>
        </p:nvSpPr>
        <p:spPr>
          <a:xfrm>
            <a:off x="4366994" y="4509545"/>
            <a:ext cx="3383280" cy="1973475"/>
          </a:xfrm>
          <a:prstGeom prst="rect">
            <a:avLst/>
          </a:prstGeom>
        </p:spPr>
        <p:txBody>
          <a:bodyPr lIns="91440" tIns="45720" rIns="91440" bIns="45720" anchor="t"/>
          <a:lstStyle>
            <a:defPPr>
              <a:defRPr lang="en-US"/>
            </a:defPPr>
            <a:lvl1pPr indent="0">
              <a:lnSpc>
                <a:spcPct val="90000"/>
              </a:lnSpc>
              <a:spcBef>
                <a:spcPts val="1200"/>
              </a:spcBef>
              <a:spcAft>
                <a:spcPts val="600"/>
              </a:spcAft>
              <a:buFont typeface="Arial" panose="020B0604020202020204" pitchFamily="34" charset="0"/>
              <a:buNone/>
              <a:defRPr sz="2600" spc="-50" baseline="0">
                <a:latin typeface="+mj-lt"/>
              </a:defRPr>
            </a:lvl1pPr>
            <a:lvl2pPr marL="0" indent="0">
              <a:lnSpc>
                <a:spcPct val="90000"/>
              </a:lnSpc>
              <a:spcBef>
                <a:spcPts val="600"/>
              </a:spcBef>
              <a:spcAft>
                <a:spcPts val="600"/>
              </a:spcAft>
              <a:buFont typeface="Arial" panose="020B0604020202020204" pitchFamily="34" charset="0"/>
              <a:buNone/>
              <a:defRPr sz="2600" spc="-50" baseline="0"/>
            </a:lvl2pPr>
            <a:lvl3pPr marL="0" lvl="2" indent="0">
              <a:lnSpc>
                <a:spcPct val="100000"/>
              </a:lnSpc>
              <a:spcBef>
                <a:spcPts val="600"/>
              </a:spcBef>
              <a:spcAft>
                <a:spcPts val="600"/>
              </a:spcAft>
              <a:buFont typeface="Arial" panose="020B0604020202020204" pitchFamily="34" charset="0"/>
              <a:buNone/>
              <a:defRPr sz="1600">
                <a:solidFill>
                  <a:schemeClr val="accent2"/>
                </a:solidFill>
                <a:latin typeface="+mj-lt"/>
              </a:defRPr>
            </a:lvl3pPr>
            <a:lvl4pPr marL="0" lvl="3" indent="0">
              <a:lnSpc>
                <a:spcPct val="100000"/>
              </a:lnSpc>
              <a:spcBef>
                <a:spcPts val="1200"/>
              </a:spcBef>
              <a:spcAft>
                <a:spcPts val="0"/>
              </a:spcAft>
              <a:buFont typeface="Arial" panose="020B0604020202020204" pitchFamily="34" charset="0"/>
              <a:buNone/>
              <a:defRPr sz="1200">
                <a:solidFill>
                  <a:srgbClr val="505050"/>
                </a:solidFill>
              </a:defRPr>
            </a:lvl4pPr>
            <a:lvl5pPr marL="173736" indent="-173736">
              <a:lnSpc>
                <a:spcPct val="100000"/>
              </a:lnSpc>
              <a:spcBef>
                <a:spcPts val="0"/>
              </a:spcBef>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2" algn="ctr"/>
            <a:r>
              <a:rPr lang="en-US"/>
              <a:t>60</a:t>
            </a:r>
          </a:p>
          <a:p>
            <a:pPr lvl="3" algn="ctr"/>
            <a:r>
              <a:rPr lang="en-US"/>
              <a:t>Execute strategies defined in the first 30 days. Prioritize value realization through the implementation of key initiatives, continuous monitoring of progress, and making necessary adjustments to ensure alignment with objectives</a:t>
            </a:r>
          </a:p>
        </p:txBody>
      </p:sp>
      <p:sp>
        <p:nvSpPr>
          <p:cNvPr id="13" name="Content Placeholder 62">
            <a:extLst>
              <a:ext uri="{FF2B5EF4-FFF2-40B4-BE49-F238E27FC236}">
                <a16:creationId xmlns:a16="http://schemas.microsoft.com/office/drawing/2014/main" id="{17CD0D7A-6215-A72C-3663-996769130992}"/>
              </a:ext>
            </a:extLst>
          </p:cNvPr>
          <p:cNvSpPr txBox="1">
            <a:spLocks/>
          </p:cNvSpPr>
          <p:nvPr/>
        </p:nvSpPr>
        <p:spPr>
          <a:xfrm>
            <a:off x="8143450" y="4509545"/>
            <a:ext cx="3383280" cy="2037024"/>
          </a:xfrm>
          <a:prstGeom prst="rect">
            <a:avLst/>
          </a:prstGeom>
        </p:spPr>
        <p:txBody>
          <a:bodyPr lIns="91440" tIns="45720" rIns="91440" bIns="45720" anchor="t"/>
          <a:lstStyle>
            <a:defPPr>
              <a:defRPr lang="en-US"/>
            </a:defPPr>
            <a:lvl1pPr indent="0">
              <a:lnSpc>
                <a:spcPct val="90000"/>
              </a:lnSpc>
              <a:spcBef>
                <a:spcPts val="1200"/>
              </a:spcBef>
              <a:spcAft>
                <a:spcPts val="600"/>
              </a:spcAft>
              <a:buFont typeface="Arial" panose="020B0604020202020204" pitchFamily="34" charset="0"/>
              <a:buNone/>
              <a:defRPr sz="2600" spc="-50" baseline="0">
                <a:latin typeface="+mj-lt"/>
              </a:defRPr>
            </a:lvl1pPr>
            <a:lvl2pPr marL="0" indent="0">
              <a:lnSpc>
                <a:spcPct val="90000"/>
              </a:lnSpc>
              <a:spcBef>
                <a:spcPts val="600"/>
              </a:spcBef>
              <a:spcAft>
                <a:spcPts val="600"/>
              </a:spcAft>
              <a:buFont typeface="Arial" panose="020B0604020202020204" pitchFamily="34" charset="0"/>
              <a:buNone/>
              <a:defRPr sz="2600" spc="-50" baseline="0"/>
            </a:lvl2pPr>
            <a:lvl3pPr marL="0" lvl="2" indent="0">
              <a:lnSpc>
                <a:spcPct val="100000"/>
              </a:lnSpc>
              <a:spcBef>
                <a:spcPts val="600"/>
              </a:spcBef>
              <a:spcAft>
                <a:spcPts val="600"/>
              </a:spcAft>
              <a:buFont typeface="Arial" panose="020B0604020202020204" pitchFamily="34" charset="0"/>
              <a:buNone/>
              <a:defRPr sz="1600">
                <a:solidFill>
                  <a:schemeClr val="accent2"/>
                </a:solidFill>
                <a:latin typeface="+mj-lt"/>
              </a:defRPr>
            </a:lvl3pPr>
            <a:lvl4pPr marL="0" lvl="3" indent="0">
              <a:lnSpc>
                <a:spcPct val="100000"/>
              </a:lnSpc>
              <a:spcBef>
                <a:spcPts val="1200"/>
              </a:spcBef>
              <a:spcAft>
                <a:spcPts val="0"/>
              </a:spcAft>
              <a:buFont typeface="Arial" panose="020B0604020202020204" pitchFamily="34" charset="0"/>
              <a:buNone/>
              <a:defRPr sz="1200">
                <a:solidFill>
                  <a:srgbClr val="505050"/>
                </a:solidFill>
              </a:defRPr>
            </a:lvl4pPr>
            <a:lvl5pPr marL="173736" indent="-173736">
              <a:lnSpc>
                <a:spcPct val="100000"/>
              </a:lnSpc>
              <a:spcBef>
                <a:spcPts val="0"/>
              </a:spcBef>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2" algn="ctr"/>
            <a:r>
              <a:rPr lang="en-US"/>
              <a:t>90</a:t>
            </a:r>
          </a:p>
          <a:p>
            <a:pPr lvl="3" algn="ctr"/>
            <a:r>
              <a:rPr lang="en-US"/>
              <a:t>Scale success by executing the GTM strategy, ensuring sustainable growth. Refine processes, measure outcomes, and define a long-term plan for continuous improvement and transformation of your Copilot practice</a:t>
            </a:r>
          </a:p>
        </p:txBody>
      </p:sp>
      <p:sp>
        <p:nvSpPr>
          <p:cNvPr id="21" name="Text Placeholder 2">
            <a:extLst>
              <a:ext uri="{FF2B5EF4-FFF2-40B4-BE49-F238E27FC236}">
                <a16:creationId xmlns:a16="http://schemas.microsoft.com/office/drawing/2014/main" id="{7C874304-3BBC-8FFB-E5E5-CC75900BE57C}"/>
              </a:ext>
            </a:extLst>
          </p:cNvPr>
          <p:cNvSpPr txBox="1">
            <a:spLocks/>
          </p:cNvSpPr>
          <p:nvPr/>
        </p:nvSpPr>
        <p:spPr>
          <a:xfrm>
            <a:off x="549274" y="2512144"/>
            <a:ext cx="11310935" cy="1581208"/>
          </a:xfrm>
          <a:prstGeom prst="rect">
            <a:avLst/>
          </a:prstGeom>
        </p:spPr>
        <p:txBody>
          <a:bodyPr vert="horz" lIns="91440" tIns="91440" rIns="91440" bIns="91440" rtlCol="0" anchor="ctr">
            <a:noAutofit/>
          </a:bodyPr>
          <a:lstStyle>
            <a:lvl1pPr marL="0" indent="0" algn="l" defTabSz="914400" rtl="0" eaLnBrk="1" latinLnBrk="0" hangingPunct="1">
              <a:lnSpc>
                <a:spcPct val="90000"/>
              </a:lnSpc>
              <a:spcBef>
                <a:spcPts val="1200"/>
              </a:spcBef>
              <a:spcAft>
                <a:spcPts val="600"/>
              </a:spcAft>
              <a:buFont typeface="Arial" panose="020B0604020202020204" pitchFamily="34" charset="0"/>
              <a:buNone/>
              <a:defRPr sz="2600" kern="1200" spc="-50" baseline="0">
                <a:solidFill>
                  <a:schemeClr val="tx1"/>
                </a:solidFill>
                <a:latin typeface="+mj-lt"/>
                <a:ea typeface="+mn-ea"/>
                <a:cs typeface="+mn-cs"/>
              </a:defRPr>
            </a:lvl1pPr>
            <a:lvl2pPr marL="0" indent="0" algn="l" defTabSz="914400" rtl="0" eaLnBrk="1" latinLnBrk="0" hangingPunct="1">
              <a:lnSpc>
                <a:spcPct val="90000"/>
              </a:lnSpc>
              <a:spcBef>
                <a:spcPts val="600"/>
              </a:spcBef>
              <a:spcAft>
                <a:spcPts val="600"/>
              </a:spcAft>
              <a:buFont typeface="Arial" panose="020B0604020202020204" pitchFamily="34" charset="0"/>
              <a:buNone/>
              <a:defRPr sz="2600" kern="1200" spc="-50" baseline="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spcAft>
                <a:spcPts val="0"/>
              </a:spcAft>
            </a:pPr>
            <a:r>
              <a:rPr lang="en-US" sz="1800">
                <a:solidFill>
                  <a:schemeClr val="bg1"/>
                </a:solidFill>
              </a:rPr>
              <a:t>Intended Partner Audience</a:t>
            </a:r>
          </a:p>
          <a:p>
            <a:pPr marL="171450" lvl="3" indent="-171450">
              <a:buFont typeface="Arial" panose="020B0604020202020204" pitchFamily="34" charset="0"/>
              <a:buChar char="•"/>
            </a:pPr>
            <a:r>
              <a:rPr lang="en-US" sz="1200">
                <a:solidFill>
                  <a:schemeClr val="bg1"/>
                </a:solidFill>
              </a:rPr>
              <a:t>Partner Microsoft Alliance Lead(s)</a:t>
            </a:r>
          </a:p>
          <a:p>
            <a:pPr marL="171450" lvl="3" indent="-171450">
              <a:buFont typeface="Arial" panose="020B0604020202020204" pitchFamily="34" charset="0"/>
              <a:buChar char="•"/>
            </a:pPr>
            <a:r>
              <a:rPr lang="en-US" sz="1200">
                <a:solidFill>
                  <a:schemeClr val="bg1"/>
                </a:solidFill>
              </a:rPr>
              <a:t>Modern Work Practice Lead(s)</a:t>
            </a:r>
          </a:p>
          <a:p>
            <a:pPr marL="171450" lvl="3" indent="-171450">
              <a:buFont typeface="Arial" panose="020B0604020202020204" pitchFamily="34" charset="0"/>
              <a:buChar char="•"/>
            </a:pPr>
            <a:r>
              <a:rPr lang="en-US" sz="1200">
                <a:solidFill>
                  <a:schemeClr val="bg1"/>
                </a:solidFill>
              </a:rPr>
              <a:t>Copilot Practice Lead(s)</a:t>
            </a:r>
          </a:p>
        </p:txBody>
      </p:sp>
      <p:grpSp>
        <p:nvGrpSpPr>
          <p:cNvPr id="28" name="Group 4">
            <a:extLst>
              <a:ext uri="{FF2B5EF4-FFF2-40B4-BE49-F238E27FC236}">
                <a16:creationId xmlns:a16="http://schemas.microsoft.com/office/drawing/2014/main" id="{D29B753E-7C35-B570-9E6B-5A6A7EFAFA93}"/>
              </a:ext>
              <a:ext uri="{C183D7F6-B498-43B3-948B-1728B52AA6E4}">
                <adec:decorative xmlns:adec="http://schemas.microsoft.com/office/drawing/2017/decorative" val="1"/>
              </a:ext>
            </a:extLst>
          </p:cNvPr>
          <p:cNvGrpSpPr>
            <a:grpSpLocks noChangeAspect="1"/>
          </p:cNvGrpSpPr>
          <p:nvPr/>
        </p:nvGrpSpPr>
        <p:grpSpPr bwMode="auto">
          <a:xfrm>
            <a:off x="3764360" y="4527753"/>
            <a:ext cx="290979" cy="274320"/>
            <a:chOff x="3081" y="3765"/>
            <a:chExt cx="262" cy="247"/>
          </a:xfrm>
          <a:solidFill>
            <a:schemeClr val="accent2"/>
          </a:solidFill>
        </p:grpSpPr>
        <p:sp>
          <p:nvSpPr>
            <p:cNvPr id="29" name="Freeform 5">
              <a:extLst>
                <a:ext uri="{FF2B5EF4-FFF2-40B4-BE49-F238E27FC236}">
                  <a16:creationId xmlns:a16="http://schemas.microsoft.com/office/drawing/2014/main" id="{FE178037-B260-10A5-4F25-75BAC2E28BBA}"/>
                </a:ext>
              </a:extLst>
            </p:cNvPr>
            <p:cNvSpPr>
              <a:spLocks/>
            </p:cNvSpPr>
            <p:nvPr/>
          </p:nvSpPr>
          <p:spPr bwMode="auto">
            <a:xfrm>
              <a:off x="3214" y="3822"/>
              <a:ext cx="114" cy="56"/>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0" name="Freeform 6">
              <a:extLst>
                <a:ext uri="{FF2B5EF4-FFF2-40B4-BE49-F238E27FC236}">
                  <a16:creationId xmlns:a16="http://schemas.microsoft.com/office/drawing/2014/main" id="{D55765D9-A448-F2FC-936C-EE4A4B3B4DA6}"/>
                </a:ext>
              </a:extLst>
            </p:cNvPr>
            <p:cNvSpPr>
              <a:spLocks/>
            </p:cNvSpPr>
            <p:nvPr/>
          </p:nvSpPr>
          <p:spPr bwMode="auto">
            <a:xfrm>
              <a:off x="3214" y="3895"/>
              <a:ext cx="59" cy="117"/>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1" name="Freeform 7">
              <a:extLst>
                <a:ext uri="{FF2B5EF4-FFF2-40B4-BE49-F238E27FC236}">
                  <a16:creationId xmlns:a16="http://schemas.microsoft.com/office/drawing/2014/main" id="{A9ACF606-5B15-5E22-62EE-13F5C0459089}"/>
                </a:ext>
              </a:extLst>
            </p:cNvPr>
            <p:cNvSpPr>
              <a:spLocks/>
            </p:cNvSpPr>
            <p:nvPr/>
          </p:nvSpPr>
          <p:spPr bwMode="auto">
            <a:xfrm>
              <a:off x="3134" y="3895"/>
              <a:ext cx="60" cy="117"/>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2" name="Freeform 8">
              <a:extLst>
                <a:ext uri="{FF2B5EF4-FFF2-40B4-BE49-F238E27FC236}">
                  <a16:creationId xmlns:a16="http://schemas.microsoft.com/office/drawing/2014/main" id="{E58D866C-E623-FBDA-CD11-D3CAC7575794}"/>
                </a:ext>
              </a:extLst>
            </p:cNvPr>
            <p:cNvSpPr>
              <a:spLocks/>
            </p:cNvSpPr>
            <p:nvPr/>
          </p:nvSpPr>
          <p:spPr bwMode="auto">
            <a:xfrm>
              <a:off x="3081" y="3822"/>
              <a:ext cx="114" cy="56"/>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3" name="Freeform 9">
              <a:extLst>
                <a:ext uri="{FF2B5EF4-FFF2-40B4-BE49-F238E27FC236}">
                  <a16:creationId xmlns:a16="http://schemas.microsoft.com/office/drawing/2014/main" id="{400AAB0F-7DE9-026E-462A-2594AD1A33E0}"/>
                </a:ext>
              </a:extLst>
            </p:cNvPr>
            <p:cNvSpPr>
              <a:spLocks/>
            </p:cNvSpPr>
            <p:nvPr/>
          </p:nvSpPr>
          <p:spPr bwMode="auto">
            <a:xfrm>
              <a:off x="3215" y="3765"/>
              <a:ext cx="46" cy="45"/>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4" name="Freeform 10">
              <a:extLst>
                <a:ext uri="{FF2B5EF4-FFF2-40B4-BE49-F238E27FC236}">
                  <a16:creationId xmlns:a16="http://schemas.microsoft.com/office/drawing/2014/main" id="{48179007-CB9A-C90C-9868-C2EA84D7E6D7}"/>
                </a:ext>
              </a:extLst>
            </p:cNvPr>
            <p:cNvSpPr>
              <a:spLocks/>
            </p:cNvSpPr>
            <p:nvPr/>
          </p:nvSpPr>
          <p:spPr bwMode="auto">
            <a:xfrm>
              <a:off x="3182" y="3866"/>
              <a:ext cx="46" cy="45"/>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5" name="Freeform 11">
              <a:extLst>
                <a:ext uri="{FF2B5EF4-FFF2-40B4-BE49-F238E27FC236}">
                  <a16:creationId xmlns:a16="http://schemas.microsoft.com/office/drawing/2014/main" id="{FA6E98A8-6707-7AEE-780F-CE4CC0D7CA70}"/>
                </a:ext>
              </a:extLst>
            </p:cNvPr>
            <p:cNvSpPr>
              <a:spLocks/>
            </p:cNvSpPr>
            <p:nvPr/>
          </p:nvSpPr>
          <p:spPr bwMode="auto">
            <a:xfrm>
              <a:off x="3297" y="3885"/>
              <a:ext cx="46" cy="46"/>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grpSp>
        <p:nvGrpSpPr>
          <p:cNvPr id="36" name="Group 35">
            <a:extLst>
              <a:ext uri="{FF2B5EF4-FFF2-40B4-BE49-F238E27FC236}">
                <a16:creationId xmlns:a16="http://schemas.microsoft.com/office/drawing/2014/main" id="{F1543219-AA5F-1045-5528-BA0B20F19309}"/>
              </a:ext>
              <a:ext uri="{C183D7F6-B498-43B3-948B-1728B52AA6E4}">
                <adec:decorative xmlns:adec="http://schemas.microsoft.com/office/drawing/2017/decorative" val="1"/>
              </a:ext>
            </a:extLst>
          </p:cNvPr>
          <p:cNvGrpSpPr/>
          <p:nvPr/>
        </p:nvGrpSpPr>
        <p:grpSpPr>
          <a:xfrm>
            <a:off x="7342272" y="4527753"/>
            <a:ext cx="350104" cy="274320"/>
            <a:chOff x="457176" y="2346640"/>
            <a:chExt cx="257811" cy="219967"/>
          </a:xfrm>
          <a:solidFill>
            <a:schemeClr val="accent2"/>
          </a:solidFill>
        </p:grpSpPr>
        <p:sp>
          <p:nvSpPr>
            <p:cNvPr id="37" name="Freeform 25">
              <a:extLst>
                <a:ext uri="{FF2B5EF4-FFF2-40B4-BE49-F238E27FC236}">
                  <a16:creationId xmlns:a16="http://schemas.microsoft.com/office/drawing/2014/main" id="{7A3E0E41-214A-3DA4-3DAC-B4D4C4C16C29}"/>
                </a:ext>
              </a:extLst>
            </p:cNvPr>
            <p:cNvSpPr>
              <a:spLocks/>
            </p:cNvSpPr>
            <p:nvPr/>
          </p:nvSpPr>
          <p:spPr bwMode="auto">
            <a:xfrm>
              <a:off x="551786" y="2376205"/>
              <a:ext cx="134819" cy="134818"/>
            </a:xfrm>
            <a:custGeom>
              <a:avLst/>
              <a:gdLst>
                <a:gd name="T0" fmla="*/ 76 w 153"/>
                <a:gd name="T1" fmla="*/ 96 h 153"/>
                <a:gd name="T2" fmla="*/ 76 w 153"/>
                <a:gd name="T3" fmla="*/ 96 h 153"/>
                <a:gd name="T4" fmla="*/ 80 w 153"/>
                <a:gd name="T5" fmla="*/ 113 h 153"/>
                <a:gd name="T6" fmla="*/ 77 w 153"/>
                <a:gd name="T7" fmla="*/ 129 h 153"/>
                <a:gd name="T8" fmla="*/ 68 w 153"/>
                <a:gd name="T9" fmla="*/ 142 h 153"/>
                <a:gd name="T10" fmla="*/ 55 w 153"/>
                <a:gd name="T11" fmla="*/ 150 h 153"/>
                <a:gd name="T12" fmla="*/ 40 w 153"/>
                <a:gd name="T13" fmla="*/ 153 h 153"/>
                <a:gd name="T14" fmla="*/ 24 w 153"/>
                <a:gd name="T15" fmla="*/ 150 h 153"/>
                <a:gd name="T16" fmla="*/ 12 w 153"/>
                <a:gd name="T17" fmla="*/ 142 h 153"/>
                <a:gd name="T18" fmla="*/ 3 w 153"/>
                <a:gd name="T19" fmla="*/ 129 h 153"/>
                <a:gd name="T20" fmla="*/ 0 w 153"/>
                <a:gd name="T21" fmla="*/ 113 h 153"/>
                <a:gd name="T22" fmla="*/ 3 w 153"/>
                <a:gd name="T23" fmla="*/ 98 h 153"/>
                <a:gd name="T24" fmla="*/ 12 w 153"/>
                <a:gd name="T25" fmla="*/ 85 h 153"/>
                <a:gd name="T26" fmla="*/ 24 w 153"/>
                <a:gd name="T27" fmla="*/ 76 h 153"/>
                <a:gd name="T28" fmla="*/ 40 w 153"/>
                <a:gd name="T29" fmla="*/ 73 h 153"/>
                <a:gd name="T30" fmla="*/ 57 w 153"/>
                <a:gd name="T31" fmla="*/ 77 h 153"/>
                <a:gd name="T32" fmla="*/ 57 w 153"/>
                <a:gd name="T33" fmla="*/ 77 h 153"/>
                <a:gd name="T34" fmla="*/ 134 w 153"/>
                <a:gd name="T35" fmla="*/ 0 h 153"/>
                <a:gd name="T36" fmla="*/ 153 w 153"/>
                <a:gd name="T37" fmla="*/ 19 h 153"/>
                <a:gd name="T38" fmla="*/ 76 w 153"/>
                <a:gd name="T39" fmla="*/ 96 h 153"/>
                <a:gd name="T40" fmla="*/ 76 w 153"/>
                <a:gd name="T41" fmla="*/ 96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 h="153">
                  <a:moveTo>
                    <a:pt x="76" y="96"/>
                  </a:moveTo>
                  <a:lnTo>
                    <a:pt x="76" y="96"/>
                  </a:lnTo>
                  <a:cubicBezTo>
                    <a:pt x="78" y="101"/>
                    <a:pt x="80" y="107"/>
                    <a:pt x="80" y="113"/>
                  </a:cubicBezTo>
                  <a:cubicBezTo>
                    <a:pt x="80" y="119"/>
                    <a:pt x="79" y="124"/>
                    <a:pt x="77" y="129"/>
                  </a:cubicBezTo>
                  <a:cubicBezTo>
                    <a:pt x="75" y="134"/>
                    <a:pt x="72" y="138"/>
                    <a:pt x="68" y="142"/>
                  </a:cubicBezTo>
                  <a:cubicBezTo>
                    <a:pt x="65" y="145"/>
                    <a:pt x="60" y="148"/>
                    <a:pt x="55" y="150"/>
                  </a:cubicBezTo>
                  <a:cubicBezTo>
                    <a:pt x="51" y="152"/>
                    <a:pt x="45" y="153"/>
                    <a:pt x="40" y="153"/>
                  </a:cubicBezTo>
                  <a:cubicBezTo>
                    <a:pt x="34" y="153"/>
                    <a:pt x="29" y="152"/>
                    <a:pt x="24" y="150"/>
                  </a:cubicBezTo>
                  <a:cubicBezTo>
                    <a:pt x="19" y="148"/>
                    <a:pt x="15" y="145"/>
                    <a:pt x="12" y="142"/>
                  </a:cubicBezTo>
                  <a:cubicBezTo>
                    <a:pt x="8" y="138"/>
                    <a:pt x="5" y="134"/>
                    <a:pt x="3" y="129"/>
                  </a:cubicBezTo>
                  <a:cubicBezTo>
                    <a:pt x="1" y="124"/>
                    <a:pt x="0" y="119"/>
                    <a:pt x="0" y="113"/>
                  </a:cubicBezTo>
                  <a:cubicBezTo>
                    <a:pt x="0" y="108"/>
                    <a:pt x="1" y="102"/>
                    <a:pt x="3" y="98"/>
                  </a:cubicBezTo>
                  <a:cubicBezTo>
                    <a:pt x="5" y="93"/>
                    <a:pt x="8" y="88"/>
                    <a:pt x="12" y="85"/>
                  </a:cubicBezTo>
                  <a:cubicBezTo>
                    <a:pt x="15" y="81"/>
                    <a:pt x="19" y="78"/>
                    <a:pt x="24" y="76"/>
                  </a:cubicBezTo>
                  <a:cubicBezTo>
                    <a:pt x="29" y="74"/>
                    <a:pt x="34" y="73"/>
                    <a:pt x="40" y="73"/>
                  </a:cubicBezTo>
                  <a:cubicBezTo>
                    <a:pt x="46" y="73"/>
                    <a:pt x="52" y="75"/>
                    <a:pt x="57" y="77"/>
                  </a:cubicBezTo>
                  <a:lnTo>
                    <a:pt x="57" y="77"/>
                  </a:lnTo>
                  <a:lnTo>
                    <a:pt x="134" y="0"/>
                  </a:lnTo>
                  <a:lnTo>
                    <a:pt x="153" y="19"/>
                  </a:lnTo>
                  <a:lnTo>
                    <a:pt x="76" y="96"/>
                  </a:lnTo>
                  <a:lnTo>
                    <a:pt x="76" y="9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8" name="Freeform 26">
              <a:extLst>
                <a:ext uri="{FF2B5EF4-FFF2-40B4-BE49-F238E27FC236}">
                  <a16:creationId xmlns:a16="http://schemas.microsoft.com/office/drawing/2014/main" id="{EA853151-5216-C7D5-4F8E-BFDE33ED15AE}"/>
                </a:ext>
              </a:extLst>
            </p:cNvPr>
            <p:cNvSpPr>
              <a:spLocks/>
            </p:cNvSpPr>
            <p:nvPr/>
          </p:nvSpPr>
          <p:spPr bwMode="auto">
            <a:xfrm>
              <a:off x="457176" y="2346640"/>
              <a:ext cx="182123" cy="219967"/>
            </a:xfrm>
            <a:custGeom>
              <a:avLst/>
              <a:gdLst>
                <a:gd name="T0" fmla="*/ 196 w 207"/>
                <a:gd name="T1" fmla="*/ 37 h 250"/>
                <a:gd name="T2" fmla="*/ 196 w 207"/>
                <a:gd name="T3" fmla="*/ 37 h 250"/>
                <a:gd name="T4" fmla="*/ 146 w 207"/>
                <a:gd name="T5" fmla="*/ 26 h 250"/>
                <a:gd name="T6" fmla="*/ 115 w 207"/>
                <a:gd name="T7" fmla="*/ 30 h 250"/>
                <a:gd name="T8" fmla="*/ 86 w 207"/>
                <a:gd name="T9" fmla="*/ 43 h 250"/>
                <a:gd name="T10" fmla="*/ 62 w 207"/>
                <a:gd name="T11" fmla="*/ 61 h 250"/>
                <a:gd name="T12" fmla="*/ 43 w 207"/>
                <a:gd name="T13" fmla="*/ 86 h 250"/>
                <a:gd name="T14" fmla="*/ 31 w 207"/>
                <a:gd name="T15" fmla="*/ 114 h 250"/>
                <a:gd name="T16" fmla="*/ 27 w 207"/>
                <a:gd name="T17" fmla="*/ 146 h 250"/>
                <a:gd name="T18" fmla="*/ 36 w 207"/>
                <a:gd name="T19" fmla="*/ 192 h 250"/>
                <a:gd name="T20" fmla="*/ 62 w 207"/>
                <a:gd name="T21" fmla="*/ 231 h 250"/>
                <a:gd name="T22" fmla="*/ 43 w 207"/>
                <a:gd name="T23" fmla="*/ 250 h 250"/>
                <a:gd name="T24" fmla="*/ 11 w 207"/>
                <a:gd name="T25" fmla="*/ 202 h 250"/>
                <a:gd name="T26" fmla="*/ 0 w 207"/>
                <a:gd name="T27" fmla="*/ 146 h 250"/>
                <a:gd name="T28" fmla="*/ 5 w 207"/>
                <a:gd name="T29" fmla="*/ 107 h 250"/>
                <a:gd name="T30" fmla="*/ 20 w 207"/>
                <a:gd name="T31" fmla="*/ 72 h 250"/>
                <a:gd name="T32" fmla="*/ 43 w 207"/>
                <a:gd name="T33" fmla="*/ 43 h 250"/>
                <a:gd name="T34" fmla="*/ 73 w 207"/>
                <a:gd name="T35" fmla="*/ 20 h 250"/>
                <a:gd name="T36" fmla="*/ 108 w 207"/>
                <a:gd name="T37" fmla="*/ 5 h 250"/>
                <a:gd name="T38" fmla="*/ 147 w 207"/>
                <a:gd name="T39" fmla="*/ 0 h 250"/>
                <a:gd name="T40" fmla="*/ 178 w 207"/>
                <a:gd name="T41" fmla="*/ 3 h 250"/>
                <a:gd name="T42" fmla="*/ 207 w 207"/>
                <a:gd name="T43" fmla="*/ 13 h 250"/>
                <a:gd name="T44" fmla="*/ 196 w 207"/>
                <a:gd name="T45" fmla="*/ 3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7" h="250">
                  <a:moveTo>
                    <a:pt x="196" y="37"/>
                  </a:moveTo>
                  <a:lnTo>
                    <a:pt x="196" y="37"/>
                  </a:lnTo>
                  <a:cubicBezTo>
                    <a:pt x="180" y="30"/>
                    <a:pt x="163" y="26"/>
                    <a:pt x="146" y="26"/>
                  </a:cubicBezTo>
                  <a:cubicBezTo>
                    <a:pt x="135" y="26"/>
                    <a:pt x="125" y="28"/>
                    <a:pt x="115" y="30"/>
                  </a:cubicBezTo>
                  <a:cubicBezTo>
                    <a:pt x="104" y="33"/>
                    <a:pt x="95" y="37"/>
                    <a:pt x="86" y="43"/>
                  </a:cubicBezTo>
                  <a:cubicBezTo>
                    <a:pt x="77" y="48"/>
                    <a:pt x="69" y="54"/>
                    <a:pt x="62" y="61"/>
                  </a:cubicBezTo>
                  <a:cubicBezTo>
                    <a:pt x="55" y="69"/>
                    <a:pt x="48" y="77"/>
                    <a:pt x="43" y="86"/>
                  </a:cubicBezTo>
                  <a:cubicBezTo>
                    <a:pt x="38" y="95"/>
                    <a:pt x="34" y="104"/>
                    <a:pt x="31" y="114"/>
                  </a:cubicBezTo>
                  <a:cubicBezTo>
                    <a:pt x="28" y="125"/>
                    <a:pt x="27" y="135"/>
                    <a:pt x="27" y="146"/>
                  </a:cubicBezTo>
                  <a:cubicBezTo>
                    <a:pt x="27" y="162"/>
                    <a:pt x="30" y="177"/>
                    <a:pt x="36" y="192"/>
                  </a:cubicBezTo>
                  <a:cubicBezTo>
                    <a:pt x="42" y="207"/>
                    <a:pt x="51" y="220"/>
                    <a:pt x="62" y="231"/>
                  </a:cubicBezTo>
                  <a:lnTo>
                    <a:pt x="43" y="250"/>
                  </a:lnTo>
                  <a:cubicBezTo>
                    <a:pt x="29" y="236"/>
                    <a:pt x="19" y="220"/>
                    <a:pt x="11" y="202"/>
                  </a:cubicBezTo>
                  <a:cubicBezTo>
                    <a:pt x="4" y="184"/>
                    <a:pt x="0" y="166"/>
                    <a:pt x="0" y="146"/>
                  </a:cubicBezTo>
                  <a:cubicBezTo>
                    <a:pt x="0" y="133"/>
                    <a:pt x="2" y="120"/>
                    <a:pt x="5" y="107"/>
                  </a:cubicBezTo>
                  <a:cubicBezTo>
                    <a:pt x="9" y="95"/>
                    <a:pt x="14" y="83"/>
                    <a:pt x="20" y="72"/>
                  </a:cubicBezTo>
                  <a:cubicBezTo>
                    <a:pt x="27" y="61"/>
                    <a:pt x="34" y="52"/>
                    <a:pt x="43" y="43"/>
                  </a:cubicBezTo>
                  <a:cubicBezTo>
                    <a:pt x="52" y="34"/>
                    <a:pt x="62" y="26"/>
                    <a:pt x="73" y="20"/>
                  </a:cubicBezTo>
                  <a:cubicBezTo>
                    <a:pt x="83" y="13"/>
                    <a:pt x="95" y="9"/>
                    <a:pt x="108" y="5"/>
                  </a:cubicBezTo>
                  <a:cubicBezTo>
                    <a:pt x="120" y="2"/>
                    <a:pt x="133" y="0"/>
                    <a:pt x="147" y="0"/>
                  </a:cubicBezTo>
                  <a:cubicBezTo>
                    <a:pt x="157" y="0"/>
                    <a:pt x="167" y="1"/>
                    <a:pt x="178" y="3"/>
                  </a:cubicBezTo>
                  <a:cubicBezTo>
                    <a:pt x="188" y="5"/>
                    <a:pt x="197" y="9"/>
                    <a:pt x="207" y="13"/>
                  </a:cubicBezTo>
                  <a:lnTo>
                    <a:pt x="196"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9" name="Freeform 27">
              <a:extLst>
                <a:ext uri="{FF2B5EF4-FFF2-40B4-BE49-F238E27FC236}">
                  <a16:creationId xmlns:a16="http://schemas.microsoft.com/office/drawing/2014/main" id="{A2B0621D-0B53-47A5-618B-5065F2BBAA0C}"/>
                </a:ext>
              </a:extLst>
            </p:cNvPr>
            <p:cNvSpPr>
              <a:spLocks/>
            </p:cNvSpPr>
            <p:nvPr/>
          </p:nvSpPr>
          <p:spPr bwMode="auto">
            <a:xfrm>
              <a:off x="661769" y="2422327"/>
              <a:ext cx="53218" cy="144279"/>
            </a:xfrm>
            <a:custGeom>
              <a:avLst/>
              <a:gdLst>
                <a:gd name="T0" fmla="*/ 48 w 61"/>
                <a:gd name="T1" fmla="*/ 0 h 164"/>
                <a:gd name="T2" fmla="*/ 48 w 61"/>
                <a:gd name="T3" fmla="*/ 0 h 164"/>
                <a:gd name="T4" fmla="*/ 58 w 61"/>
                <a:gd name="T5" fmla="*/ 29 h 164"/>
                <a:gd name="T6" fmla="*/ 61 w 61"/>
                <a:gd name="T7" fmla="*/ 60 h 164"/>
                <a:gd name="T8" fmla="*/ 50 w 61"/>
                <a:gd name="T9" fmla="*/ 116 h 164"/>
                <a:gd name="T10" fmla="*/ 19 w 61"/>
                <a:gd name="T11" fmla="*/ 164 h 164"/>
                <a:gd name="T12" fmla="*/ 0 w 61"/>
                <a:gd name="T13" fmla="*/ 145 h 164"/>
                <a:gd name="T14" fmla="*/ 26 w 61"/>
                <a:gd name="T15" fmla="*/ 106 h 164"/>
                <a:gd name="T16" fmla="*/ 35 w 61"/>
                <a:gd name="T17" fmla="*/ 61 h 164"/>
                <a:gd name="T18" fmla="*/ 24 w 61"/>
                <a:gd name="T19" fmla="*/ 11 h 164"/>
                <a:gd name="T20" fmla="*/ 48 w 61"/>
                <a:gd name="T2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64">
                  <a:moveTo>
                    <a:pt x="48" y="0"/>
                  </a:moveTo>
                  <a:lnTo>
                    <a:pt x="48" y="0"/>
                  </a:lnTo>
                  <a:cubicBezTo>
                    <a:pt x="52" y="10"/>
                    <a:pt x="56" y="19"/>
                    <a:pt x="58" y="29"/>
                  </a:cubicBezTo>
                  <a:cubicBezTo>
                    <a:pt x="60" y="40"/>
                    <a:pt x="61" y="50"/>
                    <a:pt x="61" y="60"/>
                  </a:cubicBezTo>
                  <a:cubicBezTo>
                    <a:pt x="61" y="80"/>
                    <a:pt x="57" y="98"/>
                    <a:pt x="50" y="116"/>
                  </a:cubicBezTo>
                  <a:cubicBezTo>
                    <a:pt x="43" y="134"/>
                    <a:pt x="32" y="150"/>
                    <a:pt x="19" y="164"/>
                  </a:cubicBezTo>
                  <a:lnTo>
                    <a:pt x="0" y="145"/>
                  </a:lnTo>
                  <a:cubicBezTo>
                    <a:pt x="11" y="134"/>
                    <a:pt x="20" y="121"/>
                    <a:pt x="26" y="106"/>
                  </a:cubicBezTo>
                  <a:cubicBezTo>
                    <a:pt x="32" y="92"/>
                    <a:pt x="35" y="77"/>
                    <a:pt x="35" y="61"/>
                  </a:cubicBezTo>
                  <a:cubicBezTo>
                    <a:pt x="35" y="44"/>
                    <a:pt x="31" y="27"/>
                    <a:pt x="24" y="11"/>
                  </a:cubicBezTo>
                  <a:lnTo>
                    <a:pt x="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40" name="Freeform 28">
              <a:extLst>
                <a:ext uri="{FF2B5EF4-FFF2-40B4-BE49-F238E27FC236}">
                  <a16:creationId xmlns:a16="http://schemas.microsoft.com/office/drawing/2014/main" id="{BCD3DE25-299C-0EAB-EC9D-F0F8DCFEABEE}"/>
                </a:ext>
              </a:extLst>
            </p:cNvPr>
            <p:cNvSpPr>
              <a:spLocks/>
            </p:cNvSpPr>
            <p:nvPr/>
          </p:nvSpPr>
          <p:spPr bwMode="auto">
            <a:xfrm>
              <a:off x="550603" y="2440066"/>
              <a:ext cx="70957" cy="70957"/>
            </a:xfrm>
            <a:custGeom>
              <a:avLst/>
              <a:gdLst>
                <a:gd name="T0" fmla="*/ 41 w 81"/>
                <a:gd name="T1" fmla="*/ 81 h 81"/>
                <a:gd name="T2" fmla="*/ 41 w 81"/>
                <a:gd name="T3" fmla="*/ 81 h 81"/>
                <a:gd name="T4" fmla="*/ 69 w 81"/>
                <a:gd name="T5" fmla="*/ 69 h 81"/>
                <a:gd name="T6" fmla="*/ 81 w 81"/>
                <a:gd name="T7" fmla="*/ 40 h 81"/>
                <a:gd name="T8" fmla="*/ 69 w 81"/>
                <a:gd name="T9" fmla="*/ 12 h 81"/>
                <a:gd name="T10" fmla="*/ 41 w 81"/>
                <a:gd name="T11" fmla="*/ 0 h 81"/>
                <a:gd name="T12" fmla="*/ 12 w 81"/>
                <a:gd name="T13" fmla="*/ 12 h 81"/>
                <a:gd name="T14" fmla="*/ 0 w 81"/>
                <a:gd name="T15" fmla="*/ 40 h 81"/>
                <a:gd name="T16" fmla="*/ 12 w 81"/>
                <a:gd name="T17" fmla="*/ 69 h 81"/>
                <a:gd name="T18" fmla="*/ 41 w 8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81"/>
                  </a:moveTo>
                  <a:lnTo>
                    <a:pt x="41" y="81"/>
                  </a:lnTo>
                  <a:cubicBezTo>
                    <a:pt x="52" y="81"/>
                    <a:pt x="61" y="77"/>
                    <a:pt x="69" y="69"/>
                  </a:cubicBezTo>
                  <a:cubicBezTo>
                    <a:pt x="77" y="61"/>
                    <a:pt x="81" y="51"/>
                    <a:pt x="81" y="40"/>
                  </a:cubicBezTo>
                  <a:cubicBezTo>
                    <a:pt x="81" y="29"/>
                    <a:pt x="77" y="20"/>
                    <a:pt x="69" y="12"/>
                  </a:cubicBezTo>
                  <a:cubicBezTo>
                    <a:pt x="61" y="4"/>
                    <a:pt x="52" y="0"/>
                    <a:pt x="41" y="0"/>
                  </a:cubicBezTo>
                  <a:cubicBezTo>
                    <a:pt x="30" y="0"/>
                    <a:pt x="20" y="4"/>
                    <a:pt x="12" y="12"/>
                  </a:cubicBezTo>
                  <a:cubicBezTo>
                    <a:pt x="4" y="20"/>
                    <a:pt x="0" y="29"/>
                    <a:pt x="0" y="40"/>
                  </a:cubicBezTo>
                  <a:cubicBezTo>
                    <a:pt x="0" y="51"/>
                    <a:pt x="4" y="61"/>
                    <a:pt x="12" y="69"/>
                  </a:cubicBezTo>
                  <a:cubicBezTo>
                    <a:pt x="20" y="77"/>
                    <a:pt x="30" y="81"/>
                    <a:pt x="41" y="8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grpSp>
        <p:nvGrpSpPr>
          <p:cNvPr id="41" name="Group 14">
            <a:extLst>
              <a:ext uri="{FF2B5EF4-FFF2-40B4-BE49-F238E27FC236}">
                <a16:creationId xmlns:a16="http://schemas.microsoft.com/office/drawing/2014/main" id="{1B5A7CA7-C3FE-5516-FCE7-1AAF9C4245F4}"/>
              </a:ext>
              <a:ext uri="{C183D7F6-B498-43B3-948B-1728B52AA6E4}">
                <adec:decorative xmlns:adec="http://schemas.microsoft.com/office/drawing/2017/decorative" val="1"/>
              </a:ext>
            </a:extLst>
          </p:cNvPr>
          <p:cNvGrpSpPr>
            <a:grpSpLocks noChangeAspect="1"/>
          </p:cNvGrpSpPr>
          <p:nvPr/>
        </p:nvGrpSpPr>
        <p:grpSpPr bwMode="auto">
          <a:xfrm>
            <a:off x="11216287" y="4536037"/>
            <a:ext cx="310443" cy="274320"/>
            <a:chOff x="4410" y="3609"/>
            <a:chExt cx="275" cy="243"/>
          </a:xfrm>
          <a:solidFill>
            <a:schemeClr val="accent2"/>
          </a:solidFill>
        </p:grpSpPr>
        <p:sp>
          <p:nvSpPr>
            <p:cNvPr id="42" name="Freeform 15">
              <a:extLst>
                <a:ext uri="{FF2B5EF4-FFF2-40B4-BE49-F238E27FC236}">
                  <a16:creationId xmlns:a16="http://schemas.microsoft.com/office/drawing/2014/main" id="{C2953D0D-C55C-5118-3002-5A43A09479F2}"/>
                </a:ext>
              </a:extLst>
            </p:cNvPr>
            <p:cNvSpPr>
              <a:spLocks/>
            </p:cNvSpPr>
            <p:nvPr/>
          </p:nvSpPr>
          <p:spPr bwMode="auto">
            <a:xfrm>
              <a:off x="4410" y="3624"/>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43" name="Freeform 16">
              <a:extLst>
                <a:ext uri="{FF2B5EF4-FFF2-40B4-BE49-F238E27FC236}">
                  <a16:creationId xmlns:a16="http://schemas.microsoft.com/office/drawing/2014/main" id="{880B3E05-0EF8-D532-2B6E-59A385A25FCC}"/>
                </a:ext>
              </a:extLst>
            </p:cNvPr>
            <p:cNvSpPr>
              <a:spLocks/>
            </p:cNvSpPr>
            <p:nvPr/>
          </p:nvSpPr>
          <p:spPr bwMode="auto">
            <a:xfrm>
              <a:off x="4410" y="3713"/>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44" name="Freeform 17">
              <a:extLst>
                <a:ext uri="{FF2B5EF4-FFF2-40B4-BE49-F238E27FC236}">
                  <a16:creationId xmlns:a16="http://schemas.microsoft.com/office/drawing/2014/main" id="{28C8C747-C1B8-CDAE-34CB-2F2AE5B394BF}"/>
                </a:ext>
              </a:extLst>
            </p:cNvPr>
            <p:cNvSpPr>
              <a:spLocks/>
            </p:cNvSpPr>
            <p:nvPr/>
          </p:nvSpPr>
          <p:spPr bwMode="auto">
            <a:xfrm>
              <a:off x="4410" y="3802"/>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45" name="Freeform 18">
              <a:extLst>
                <a:ext uri="{FF2B5EF4-FFF2-40B4-BE49-F238E27FC236}">
                  <a16:creationId xmlns:a16="http://schemas.microsoft.com/office/drawing/2014/main" id="{511DFD53-6759-DCDB-0819-5E88D93FBE8D}"/>
                </a:ext>
              </a:extLst>
            </p:cNvPr>
            <p:cNvSpPr>
              <a:spLocks/>
            </p:cNvSpPr>
            <p:nvPr/>
          </p:nvSpPr>
          <p:spPr bwMode="auto">
            <a:xfrm>
              <a:off x="4603" y="3697"/>
              <a:ext cx="82" cy="66"/>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46" name="Freeform 19">
              <a:extLst>
                <a:ext uri="{FF2B5EF4-FFF2-40B4-BE49-F238E27FC236}">
                  <a16:creationId xmlns:a16="http://schemas.microsoft.com/office/drawing/2014/main" id="{4D8DFB84-111E-78EA-896E-92AA93E8BA5D}"/>
                </a:ext>
              </a:extLst>
            </p:cNvPr>
            <p:cNvSpPr>
              <a:spLocks/>
            </p:cNvSpPr>
            <p:nvPr/>
          </p:nvSpPr>
          <p:spPr bwMode="auto">
            <a:xfrm>
              <a:off x="4603" y="3786"/>
              <a:ext cx="82" cy="66"/>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47" name="Freeform 20">
              <a:extLst>
                <a:ext uri="{FF2B5EF4-FFF2-40B4-BE49-F238E27FC236}">
                  <a16:creationId xmlns:a16="http://schemas.microsoft.com/office/drawing/2014/main" id="{099D3FB5-C8A9-1C41-9326-E59CBE8A12A8}"/>
                </a:ext>
              </a:extLst>
            </p:cNvPr>
            <p:cNvSpPr>
              <a:spLocks/>
            </p:cNvSpPr>
            <p:nvPr/>
          </p:nvSpPr>
          <p:spPr bwMode="auto">
            <a:xfrm>
              <a:off x="4603" y="3609"/>
              <a:ext cx="82" cy="65"/>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sp>
        <p:nvSpPr>
          <p:cNvPr id="4" name="TextBox 3">
            <a:extLst>
              <a:ext uri="{FF2B5EF4-FFF2-40B4-BE49-F238E27FC236}">
                <a16:creationId xmlns:a16="http://schemas.microsoft.com/office/drawing/2014/main" id="{451D3E33-F91F-D98E-85EF-B055F7B1E5BE}"/>
              </a:ext>
            </a:extLst>
          </p:cNvPr>
          <p:cNvSpPr txBox="1"/>
          <p:nvPr/>
        </p:nvSpPr>
        <p:spPr>
          <a:xfrm>
            <a:off x="545042" y="1278132"/>
            <a:ext cx="11192673" cy="923330"/>
          </a:xfrm>
          <a:prstGeom prst="rect">
            <a:avLst/>
          </a:prstGeom>
          <a:noFill/>
        </p:spPr>
        <p:txBody>
          <a:bodyPr wrap="square" lIns="0" rIns="0">
            <a:spAutoFit/>
          </a:bodyPr>
          <a:lstStyle/>
          <a:p>
            <a:pPr marL="47625" indent="0">
              <a:buFont typeface="Wingdings" panose="05000000000000000000" pitchFamily="2" charset="2"/>
              <a:buNone/>
            </a:pPr>
            <a:r>
              <a:rPr lang="en-US" sz="1800">
                <a:solidFill>
                  <a:srgbClr val="0070C0"/>
                </a:solidFill>
                <a:latin typeface="+mn-lt"/>
                <a:cs typeface="Segoe UI"/>
              </a:rPr>
              <a:t>This presentation provides a three-phase </a:t>
            </a:r>
            <a:r>
              <a:rPr lang="en-US">
                <a:solidFill>
                  <a:srgbClr val="0070C0"/>
                </a:solidFill>
                <a:cs typeface="Segoe UI"/>
              </a:rPr>
              <a:t>Copilot Practice </a:t>
            </a:r>
            <a:r>
              <a:rPr lang="en-US" sz="1800">
                <a:solidFill>
                  <a:srgbClr val="0070C0"/>
                </a:solidFill>
                <a:latin typeface="+mn-lt"/>
                <a:cs typeface="Segoe UI"/>
              </a:rPr>
              <a:t>Development Plan designed to guide you through a structured approach to setting up a Copilot practice within your organization. This plan introduces you to the key milestones and actionable steps necessary for success over a 90-day period.</a:t>
            </a:r>
            <a:endParaRPr lang="en-US" sz="1800">
              <a:solidFill>
                <a:srgbClr val="0070C0"/>
              </a:solidFill>
              <a:latin typeface="+mn-lt"/>
            </a:endParaRPr>
          </a:p>
        </p:txBody>
      </p:sp>
    </p:spTree>
    <p:extLst>
      <p:ext uri="{BB962C8B-B14F-4D97-AF65-F5344CB8AC3E}">
        <p14:creationId xmlns:p14="http://schemas.microsoft.com/office/powerpoint/2010/main" val="364520765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346678-8389-4256-9BC2-E42499808581}"/>
              </a:ext>
            </a:extLst>
          </p:cNvPr>
          <p:cNvSpPr>
            <a:spLocks noGrp="1"/>
          </p:cNvSpPr>
          <p:nvPr>
            <p:ph type="title"/>
          </p:nvPr>
        </p:nvSpPr>
        <p:spPr>
          <a:xfrm>
            <a:off x="549274" y="472440"/>
            <a:ext cx="11089218" cy="457200"/>
          </a:xfrm>
        </p:spPr>
        <p:txBody>
          <a:bodyPr>
            <a:noAutofit/>
          </a:bodyPr>
          <a:lstStyle/>
          <a:p>
            <a:r>
              <a:rPr lang="en-US" sz="2800"/>
              <a:t>Copilot Practice Development Journey</a:t>
            </a:r>
          </a:p>
        </p:txBody>
      </p:sp>
      <p:sp>
        <p:nvSpPr>
          <p:cNvPr id="4" name="Rectangle 3">
            <a:extLst>
              <a:ext uri="{FF2B5EF4-FFF2-40B4-BE49-F238E27FC236}">
                <a16:creationId xmlns:a16="http://schemas.microsoft.com/office/drawing/2014/main" id="{85F9EC54-4ACD-4023-29BF-4BC47143FB8B}"/>
              </a:ext>
              <a:ext uri="{C183D7F6-B498-43B3-948B-1728B52AA6E4}">
                <adec:decorative xmlns:adec="http://schemas.microsoft.com/office/drawing/2017/decorative" val="1"/>
              </a:ext>
            </a:extLst>
          </p:cNvPr>
          <p:cNvSpPr/>
          <p:nvPr/>
        </p:nvSpPr>
        <p:spPr bwMode="auto">
          <a:xfrm>
            <a:off x="8243489" y="1513603"/>
            <a:ext cx="3550184" cy="1763230"/>
          </a:xfrm>
          <a:prstGeom prst="rect">
            <a:avLst/>
          </a:prstGeom>
          <a:solidFill>
            <a:schemeClr val="bg2">
              <a:alpha val="5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8" name="Rectangle 7">
            <a:extLst>
              <a:ext uri="{FF2B5EF4-FFF2-40B4-BE49-F238E27FC236}">
                <a16:creationId xmlns:a16="http://schemas.microsoft.com/office/drawing/2014/main" id="{66BEBA30-CF75-2207-7706-84949314CC3A}"/>
              </a:ext>
              <a:ext uri="{C183D7F6-B498-43B3-948B-1728B52AA6E4}">
                <adec:decorative xmlns:adec="http://schemas.microsoft.com/office/drawing/2017/decorative" val="1"/>
              </a:ext>
            </a:extLst>
          </p:cNvPr>
          <p:cNvSpPr/>
          <p:nvPr/>
        </p:nvSpPr>
        <p:spPr bwMode="auto">
          <a:xfrm>
            <a:off x="736164" y="1527515"/>
            <a:ext cx="3571169" cy="1749317"/>
          </a:xfrm>
          <a:prstGeom prst="rect">
            <a:avLst/>
          </a:prstGeom>
          <a:solidFill>
            <a:schemeClr val="bg2">
              <a:alpha val="5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9" name="Rectangle 8">
            <a:extLst>
              <a:ext uri="{FF2B5EF4-FFF2-40B4-BE49-F238E27FC236}">
                <a16:creationId xmlns:a16="http://schemas.microsoft.com/office/drawing/2014/main" id="{38F91EF6-3ABA-53FD-5433-03878F272672}"/>
              </a:ext>
              <a:ext uri="{C183D7F6-B498-43B3-948B-1728B52AA6E4}">
                <adec:decorative xmlns:adec="http://schemas.microsoft.com/office/drawing/2017/decorative" val="1"/>
              </a:ext>
            </a:extLst>
          </p:cNvPr>
          <p:cNvSpPr/>
          <p:nvPr/>
        </p:nvSpPr>
        <p:spPr bwMode="auto">
          <a:xfrm>
            <a:off x="4505694" y="1513602"/>
            <a:ext cx="3550184" cy="1777392"/>
          </a:xfrm>
          <a:prstGeom prst="rect">
            <a:avLst/>
          </a:prstGeom>
          <a:solidFill>
            <a:schemeClr val="bg2">
              <a:alpha val="5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4" name="Arrow: Pentagon 72">
            <a:extLst>
              <a:ext uri="{FF2B5EF4-FFF2-40B4-BE49-F238E27FC236}">
                <a16:creationId xmlns:a16="http://schemas.microsoft.com/office/drawing/2014/main" id="{7AD430E3-DBC0-4DBD-3CD5-0A9A2E343F9B}"/>
              </a:ext>
            </a:extLst>
          </p:cNvPr>
          <p:cNvSpPr>
            <a:spLocks/>
          </p:cNvSpPr>
          <p:nvPr/>
        </p:nvSpPr>
        <p:spPr bwMode="auto">
          <a:xfrm>
            <a:off x="4769724" y="1351369"/>
            <a:ext cx="3316566" cy="334826"/>
          </a:xfrm>
          <a:prstGeom prst="homePlate">
            <a:avLst>
              <a:gd name="adj" fmla="val 35002"/>
            </a:avLst>
          </a:prstGeom>
          <a:gradFill>
            <a:gsLst>
              <a:gs pos="0">
                <a:schemeClr val="accent2"/>
              </a:gs>
              <a:gs pos="100000">
                <a:schemeClr val="accent6"/>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3041" tIns="0" rIns="186521" bIns="0" numCol="1" spcCol="0" rtlCol="0" fromWordArt="0" anchor="ctr"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60 Days </a:t>
            </a:r>
            <a:endParaRPr kumimoji="0" lang="en-US" sz="1632" b="0" i="0" u="none" strike="noStrike" kern="1200" cap="none" spc="0" normalizeH="0" baseline="0" noProof="0">
              <a:ln>
                <a:noFill/>
              </a:ln>
              <a:solidFill>
                <a:srgbClr val="FFFFFF"/>
              </a:solidFill>
              <a:effectLst/>
              <a:uLnTx/>
              <a:uFillTx/>
              <a:latin typeface="Segoe UI Semibold"/>
              <a:ea typeface="+mn-ea"/>
              <a:cs typeface="Segoe UI" pitchFamily="34" charset="0"/>
            </a:endParaRPr>
          </a:p>
        </p:txBody>
      </p:sp>
      <p:sp>
        <p:nvSpPr>
          <p:cNvPr id="48" name="Arrow: Pentagon 89">
            <a:extLst>
              <a:ext uri="{FF2B5EF4-FFF2-40B4-BE49-F238E27FC236}">
                <a16:creationId xmlns:a16="http://schemas.microsoft.com/office/drawing/2014/main" id="{4619A9CF-315C-8600-98BE-AAFFC576FE95}"/>
              </a:ext>
            </a:extLst>
          </p:cNvPr>
          <p:cNvSpPr>
            <a:spLocks/>
          </p:cNvSpPr>
          <p:nvPr/>
        </p:nvSpPr>
        <p:spPr bwMode="auto">
          <a:xfrm>
            <a:off x="981413" y="1351373"/>
            <a:ext cx="3361553" cy="334826"/>
          </a:xfrm>
          <a:prstGeom prst="homePlate">
            <a:avLst>
              <a:gd name="adj" fmla="val 35002"/>
            </a:avLst>
          </a:prstGeom>
          <a:gradFill flip="none" rotWithShape="1">
            <a:gsLst>
              <a:gs pos="0">
                <a:schemeClr val="accent2"/>
              </a:gs>
              <a:gs pos="100000">
                <a:schemeClr val="accent6"/>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3041" tIns="0" rIns="186521" bIns="0" numCol="1" spcCol="0" rtlCol="0" fromWordArt="0" anchor="ctr"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30 Days</a:t>
            </a:r>
            <a:endParaRPr kumimoji="0" lang="en-US" sz="1765" b="0" i="0" u="none" strike="noStrike" kern="1200" cap="none" spc="0" normalizeH="0" baseline="0" noProof="0">
              <a:ln>
                <a:noFill/>
              </a:ln>
              <a:solidFill>
                <a:prstClr val="white"/>
              </a:solidFill>
              <a:effectLst/>
              <a:uLnTx/>
              <a:uFillTx/>
              <a:latin typeface="Segoe UI"/>
              <a:ea typeface="+mn-ea"/>
              <a:cs typeface="+mn-cs"/>
            </a:endParaRPr>
          </a:p>
        </p:txBody>
      </p:sp>
      <p:grpSp>
        <p:nvGrpSpPr>
          <p:cNvPr id="55" name="Group 54">
            <a:extLst>
              <a:ext uri="{FF2B5EF4-FFF2-40B4-BE49-F238E27FC236}">
                <a16:creationId xmlns:a16="http://schemas.microsoft.com/office/drawing/2014/main" id="{4EED9B27-01A3-C92D-98FF-42C59E301483}"/>
              </a:ext>
              <a:ext uri="{C183D7F6-B498-43B3-948B-1728B52AA6E4}">
                <adec:decorative xmlns:adec="http://schemas.microsoft.com/office/drawing/2017/decorative" val="1"/>
              </a:ext>
            </a:extLst>
          </p:cNvPr>
          <p:cNvGrpSpPr>
            <a:grpSpLocks/>
          </p:cNvGrpSpPr>
          <p:nvPr/>
        </p:nvGrpSpPr>
        <p:grpSpPr>
          <a:xfrm>
            <a:off x="8221229" y="1263291"/>
            <a:ext cx="3608386" cy="510982"/>
            <a:chOff x="7774050" y="2225041"/>
            <a:chExt cx="3696773" cy="501008"/>
          </a:xfrm>
        </p:grpSpPr>
        <p:sp>
          <p:nvSpPr>
            <p:cNvPr id="56" name="Arrow: Pentagon 97">
              <a:extLst>
                <a:ext uri="{FF2B5EF4-FFF2-40B4-BE49-F238E27FC236}">
                  <a16:creationId xmlns:a16="http://schemas.microsoft.com/office/drawing/2014/main" id="{B8E3BC36-7192-7B90-186C-2B024B58965E}"/>
                </a:ext>
              </a:extLst>
            </p:cNvPr>
            <p:cNvSpPr>
              <a:spLocks/>
            </p:cNvSpPr>
            <p:nvPr/>
          </p:nvSpPr>
          <p:spPr bwMode="auto">
            <a:xfrm>
              <a:off x="8129524" y="2311400"/>
              <a:ext cx="3341299" cy="328290"/>
            </a:xfrm>
            <a:prstGeom prst="homePlate">
              <a:avLst>
                <a:gd name="adj" fmla="val 35002"/>
              </a:avLst>
            </a:prstGeom>
            <a:gradFill>
              <a:gsLst>
                <a:gs pos="0">
                  <a:schemeClr val="accent2"/>
                </a:gs>
                <a:gs pos="100000">
                  <a:schemeClr val="accent6"/>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3041" tIns="0" rIns="186521" bIns="0" numCol="1" spcCol="0" rtlCol="0" fromWordArt="0" anchor="ctr"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90 Days </a:t>
              </a:r>
              <a:endParaRPr kumimoji="0" lang="en-US" sz="1632" b="0" i="0" u="none" strike="noStrike" kern="1200" cap="none" spc="0" normalizeH="0" baseline="0" noProof="0">
                <a:ln>
                  <a:noFill/>
                </a:ln>
                <a:solidFill>
                  <a:srgbClr val="FFFFFF"/>
                </a:solidFill>
                <a:effectLst/>
                <a:uLnTx/>
                <a:uFillTx/>
                <a:latin typeface="Segoe UI Semibold"/>
                <a:ea typeface="+mn-ea"/>
                <a:cs typeface="Segoe UI" pitchFamily="34" charset="0"/>
              </a:endParaRPr>
            </a:p>
          </p:txBody>
        </p:sp>
        <p:sp>
          <p:nvSpPr>
            <p:cNvPr id="57" name="Oval 56">
              <a:extLst>
                <a:ext uri="{FF2B5EF4-FFF2-40B4-BE49-F238E27FC236}">
                  <a16:creationId xmlns:a16="http://schemas.microsoft.com/office/drawing/2014/main" id="{14BABF36-D33E-03ED-3881-081FE1C67E3C}"/>
                </a:ext>
              </a:extLst>
            </p:cNvPr>
            <p:cNvSpPr>
              <a:spLocks/>
            </p:cNvSpPr>
            <p:nvPr/>
          </p:nvSpPr>
          <p:spPr bwMode="auto">
            <a:xfrm>
              <a:off x="7774050" y="2225041"/>
              <a:ext cx="501008" cy="501008"/>
            </a:xfrm>
            <a:prstGeom prst="ellipse">
              <a:avLst/>
            </a:prstGeom>
            <a:solidFill>
              <a:srgbClr val="7030A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58" name="Group 14">
              <a:extLst>
                <a:ext uri="{FF2B5EF4-FFF2-40B4-BE49-F238E27FC236}">
                  <a16:creationId xmlns:a16="http://schemas.microsoft.com/office/drawing/2014/main" id="{218A50A3-C431-2495-2EB2-4946479FD1F3}"/>
                </a:ext>
              </a:extLst>
            </p:cNvPr>
            <p:cNvGrpSpPr>
              <a:grpSpLocks noChangeAspect="1"/>
            </p:cNvGrpSpPr>
            <p:nvPr/>
          </p:nvGrpSpPr>
          <p:grpSpPr bwMode="auto">
            <a:xfrm>
              <a:off x="7896042" y="2357391"/>
              <a:ext cx="256991" cy="227086"/>
              <a:chOff x="4271" y="3609"/>
              <a:chExt cx="275" cy="243"/>
            </a:xfrm>
            <a:solidFill>
              <a:schemeClr val="bg1"/>
            </a:solidFill>
          </p:grpSpPr>
          <p:sp>
            <p:nvSpPr>
              <p:cNvPr id="59" name="Freeform 15">
                <a:extLst>
                  <a:ext uri="{FF2B5EF4-FFF2-40B4-BE49-F238E27FC236}">
                    <a16:creationId xmlns:a16="http://schemas.microsoft.com/office/drawing/2014/main" id="{2EB3B218-F760-302F-BF74-7C14CAED038E}"/>
                  </a:ext>
                </a:extLst>
              </p:cNvPr>
              <p:cNvSpPr>
                <a:spLocks/>
              </p:cNvSpPr>
              <p:nvPr/>
            </p:nvSpPr>
            <p:spPr bwMode="auto">
              <a:xfrm>
                <a:off x="4271" y="3624"/>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60" name="Freeform 16">
                <a:extLst>
                  <a:ext uri="{FF2B5EF4-FFF2-40B4-BE49-F238E27FC236}">
                    <a16:creationId xmlns:a16="http://schemas.microsoft.com/office/drawing/2014/main" id="{395E55E8-3CC0-2468-7E39-94DC5DAF0DD4}"/>
                  </a:ext>
                </a:extLst>
              </p:cNvPr>
              <p:cNvSpPr>
                <a:spLocks/>
              </p:cNvSpPr>
              <p:nvPr/>
            </p:nvSpPr>
            <p:spPr bwMode="auto">
              <a:xfrm>
                <a:off x="4271" y="3713"/>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61" name="Freeform 17">
                <a:extLst>
                  <a:ext uri="{FF2B5EF4-FFF2-40B4-BE49-F238E27FC236}">
                    <a16:creationId xmlns:a16="http://schemas.microsoft.com/office/drawing/2014/main" id="{425E5061-6971-A4D8-EDB4-968FEA0B667B}"/>
                  </a:ext>
                </a:extLst>
              </p:cNvPr>
              <p:cNvSpPr>
                <a:spLocks/>
              </p:cNvSpPr>
              <p:nvPr/>
            </p:nvSpPr>
            <p:spPr bwMode="auto">
              <a:xfrm>
                <a:off x="4271" y="3802"/>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62" name="Freeform 18">
                <a:extLst>
                  <a:ext uri="{FF2B5EF4-FFF2-40B4-BE49-F238E27FC236}">
                    <a16:creationId xmlns:a16="http://schemas.microsoft.com/office/drawing/2014/main" id="{59407B68-CC68-EB41-C780-EF79756FC185}"/>
                  </a:ext>
                </a:extLst>
              </p:cNvPr>
              <p:cNvSpPr>
                <a:spLocks/>
              </p:cNvSpPr>
              <p:nvPr/>
            </p:nvSpPr>
            <p:spPr bwMode="auto">
              <a:xfrm>
                <a:off x="4464" y="3697"/>
                <a:ext cx="82" cy="66"/>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63" name="Freeform 19">
                <a:extLst>
                  <a:ext uri="{FF2B5EF4-FFF2-40B4-BE49-F238E27FC236}">
                    <a16:creationId xmlns:a16="http://schemas.microsoft.com/office/drawing/2014/main" id="{09CC1C61-C987-C750-A90C-B6F77505CFD0}"/>
                  </a:ext>
                </a:extLst>
              </p:cNvPr>
              <p:cNvSpPr>
                <a:spLocks/>
              </p:cNvSpPr>
              <p:nvPr/>
            </p:nvSpPr>
            <p:spPr bwMode="auto">
              <a:xfrm>
                <a:off x="4464" y="3786"/>
                <a:ext cx="82" cy="66"/>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64" name="Freeform 20">
                <a:extLst>
                  <a:ext uri="{FF2B5EF4-FFF2-40B4-BE49-F238E27FC236}">
                    <a16:creationId xmlns:a16="http://schemas.microsoft.com/office/drawing/2014/main" id="{87B1FF61-1301-F744-FE20-83F2E2D363A9}"/>
                  </a:ext>
                </a:extLst>
              </p:cNvPr>
              <p:cNvSpPr>
                <a:spLocks/>
              </p:cNvSpPr>
              <p:nvPr/>
            </p:nvSpPr>
            <p:spPr bwMode="auto">
              <a:xfrm>
                <a:off x="4464" y="3609"/>
                <a:ext cx="82" cy="65"/>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grpSp>
      <p:graphicFrame>
        <p:nvGraphicFramePr>
          <p:cNvPr id="65" name="Content Placeholder 23">
            <a:extLst>
              <a:ext uri="{FF2B5EF4-FFF2-40B4-BE49-F238E27FC236}">
                <a16:creationId xmlns:a16="http://schemas.microsoft.com/office/drawing/2014/main" id="{FE948D39-065C-6213-1AFD-811DEA15F6A2}"/>
              </a:ext>
            </a:extLst>
          </p:cNvPr>
          <p:cNvGraphicFramePr>
            <a:graphicFrameLocks/>
          </p:cNvGraphicFramePr>
          <p:nvPr>
            <p:extLst>
              <p:ext uri="{D42A27DB-BD31-4B8C-83A1-F6EECF244321}">
                <p14:modId xmlns:p14="http://schemas.microsoft.com/office/powerpoint/2010/main" val="1773326157"/>
              </p:ext>
            </p:extLst>
          </p:nvPr>
        </p:nvGraphicFramePr>
        <p:xfrm>
          <a:off x="875356" y="1882812"/>
          <a:ext cx="3247429" cy="1280805"/>
        </p:xfrm>
        <a:graphic>
          <a:graphicData uri="http://schemas.openxmlformats.org/drawingml/2006/table">
            <a:tbl>
              <a:tblPr firstRow="1" bandRow="1"/>
              <a:tblGrid>
                <a:gridCol w="3247429">
                  <a:extLst>
                    <a:ext uri="{9D8B030D-6E8A-4147-A177-3AD203B41FA5}">
                      <a16:colId xmlns:a16="http://schemas.microsoft.com/office/drawing/2014/main" val="1490518063"/>
                    </a:ext>
                  </a:extLst>
                </a:gridCol>
              </a:tblGrid>
              <a:tr h="256161">
                <a:tc>
                  <a:txBody>
                    <a:bodyPr/>
                    <a:lstStyle/>
                    <a:p>
                      <a:pPr marL="171450" marR="0" lvl="0" indent="-171450" algn="l" defTabSz="914367" rtl="0" eaLnBrk="1" fontAlgn="auto" latinLnBrk="0" hangingPunct="1">
                        <a:lnSpc>
                          <a:spcPct val="9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1200" b="0" i="0" u="none" strike="noStrike" kern="1200" cap="none" spc="0" normalizeH="0" baseline="0">
                          <a:ln w="3175">
                            <a:noFill/>
                          </a:ln>
                          <a:solidFill>
                            <a:schemeClr val="tx1"/>
                          </a:solidFill>
                          <a:effectLst/>
                          <a:uLnTx/>
                          <a:uFillTx/>
                          <a:latin typeface="+mn-lt"/>
                          <a:ea typeface="+mn-ea"/>
                          <a:cs typeface="Segoe UI" panose="020B0502040204020203" pitchFamily="34" charset="0"/>
                        </a:rPr>
                        <a:t>Define &amp; Develop Capability Areas</a:t>
                      </a:r>
                    </a:p>
                  </a:txBody>
                  <a:tcPr marL="0" marR="45720">
                    <a:lnL w="0">
                      <a:noFill/>
                    </a:lnL>
                    <a:lnR w="0">
                      <a:noFill/>
                    </a:lnR>
                    <a:lnT w="12700">
                      <a:solidFill>
                        <a:schemeClr val="bg1">
                          <a:lumMod val="75000"/>
                        </a:schemeClr>
                      </a:solidFill>
                    </a:lnT>
                    <a:lnB w="12700">
                      <a:solidFill>
                        <a:schemeClr val="bg1">
                          <a:lumMod val="75000"/>
                        </a:schemeClr>
                      </a:solidFill>
                    </a:lnB>
                    <a:lnTlToBr w="0">
                      <a:noFill/>
                    </a:lnTlToBr>
                    <a:lnBlToTr w="0">
                      <a:noFill/>
                    </a:lnBlToTr>
                  </a:tcPr>
                </a:tc>
                <a:extLst>
                  <a:ext uri="{0D108BD9-81ED-4DB2-BD59-A6C34878D82A}">
                    <a16:rowId xmlns:a16="http://schemas.microsoft.com/office/drawing/2014/main" val="2770128351"/>
                  </a:ext>
                </a:extLst>
              </a:tr>
              <a:tr h="256161">
                <a:tc>
                  <a:txBody>
                    <a:bodyPr/>
                    <a:lstStyle/>
                    <a:p>
                      <a:pPr marL="171450" marR="0" lvl="0" indent="-171450" algn="l" defTabSz="914367" rtl="0" eaLnBrk="1" fontAlgn="auto" latinLnBrk="0" hangingPunct="1">
                        <a:lnSpc>
                          <a:spcPct val="9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1200" b="0" i="0" u="none" strike="noStrike" kern="1200" cap="none" spc="0" normalizeH="0" baseline="0" noProof="0">
                          <a:ln w="3175">
                            <a:noFill/>
                          </a:ln>
                          <a:solidFill>
                            <a:schemeClr val="tx1"/>
                          </a:solidFill>
                          <a:effectLst/>
                          <a:uLnTx/>
                          <a:uFillTx/>
                          <a:latin typeface="+mn-lt"/>
                          <a:ea typeface="+mn-ea"/>
                          <a:cs typeface="Segoe UI" panose="020B0502040204020203" pitchFamily="34" charset="0"/>
                        </a:rPr>
                        <a:t>Identify &amp; Allocate Resources</a:t>
                      </a:r>
                    </a:p>
                  </a:txBody>
                  <a:tcPr marL="0" marR="45720">
                    <a:lnL w="0">
                      <a:noFill/>
                    </a:lnL>
                    <a:lnR w="0">
                      <a:noFill/>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lnTlToBr w="0">
                      <a:noFill/>
                    </a:lnTlToBr>
                    <a:lnBlToTr w="0">
                      <a:noFill/>
                    </a:lnBlToTr>
                  </a:tcPr>
                </a:tc>
                <a:extLst>
                  <a:ext uri="{0D108BD9-81ED-4DB2-BD59-A6C34878D82A}">
                    <a16:rowId xmlns:a16="http://schemas.microsoft.com/office/drawing/2014/main" val="3599929147"/>
                  </a:ext>
                </a:extLst>
              </a:tr>
              <a:tr h="256161">
                <a:tc>
                  <a:txBody>
                    <a:bodyPr/>
                    <a:lstStyle/>
                    <a:p>
                      <a:pPr marL="171450" marR="0" lvl="0" indent="-171450" algn="l" defTabSz="914367" rtl="0" eaLnBrk="1" fontAlgn="auto" latinLnBrk="0" hangingPunct="1">
                        <a:lnSpc>
                          <a:spcPct val="9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1200" b="0" i="0" u="none" strike="noStrike" kern="1200" cap="none" spc="0" normalizeH="0" baseline="0">
                          <a:ln w="3175">
                            <a:noFill/>
                          </a:ln>
                          <a:solidFill>
                            <a:schemeClr val="tx1"/>
                          </a:solidFill>
                          <a:effectLst/>
                          <a:uLnTx/>
                          <a:uFillTx/>
                          <a:latin typeface="+mn-lt"/>
                          <a:ea typeface="+mn-ea"/>
                          <a:cs typeface="Segoe UI" panose="020B0502040204020203" pitchFamily="34" charset="0"/>
                        </a:rPr>
                        <a:t>Develop Skilling Plan</a:t>
                      </a:r>
                    </a:p>
                  </a:txBody>
                  <a:tcPr marL="0" marR="45720">
                    <a:lnL w="0">
                      <a:noFill/>
                    </a:lnL>
                    <a:lnR w="0">
                      <a:noFill/>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lnTlToBr w="0">
                      <a:noFill/>
                    </a:lnTlToBr>
                    <a:lnBlToTr w="0">
                      <a:noFill/>
                    </a:lnBlToTr>
                  </a:tcPr>
                </a:tc>
                <a:extLst>
                  <a:ext uri="{0D108BD9-81ED-4DB2-BD59-A6C34878D82A}">
                    <a16:rowId xmlns:a16="http://schemas.microsoft.com/office/drawing/2014/main" val="1252104505"/>
                  </a:ext>
                </a:extLst>
              </a:tr>
              <a:tr h="256161">
                <a:tc>
                  <a:txBody>
                    <a:bodyPr/>
                    <a:lstStyle/>
                    <a:p>
                      <a:pPr marL="171450" marR="0" lvl="0" indent="-171450" algn="l" defTabSz="914367" rtl="0" eaLnBrk="1" fontAlgn="auto" latinLnBrk="0" hangingPunct="1">
                        <a:lnSpc>
                          <a:spcPct val="9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1200" b="0" i="0" u="none" strike="noStrike" kern="1200" cap="none" spc="0" normalizeH="0" baseline="0">
                          <a:ln w="3175">
                            <a:noFill/>
                          </a:ln>
                          <a:solidFill>
                            <a:schemeClr val="tx1"/>
                          </a:solidFill>
                          <a:effectLst/>
                          <a:uLnTx/>
                          <a:uFillTx/>
                          <a:latin typeface="+mn-lt"/>
                          <a:ea typeface="+mn-ea"/>
                          <a:cs typeface="Segoe UI" panose="020B0502040204020203" pitchFamily="34" charset="0"/>
                        </a:rPr>
                        <a:t>Define GTM Strategy and Offers</a:t>
                      </a:r>
                    </a:p>
                  </a:txBody>
                  <a:tcPr marL="0" marR="45720">
                    <a:lnL w="0">
                      <a:noFill/>
                    </a:lnL>
                    <a:lnR w="0">
                      <a:noFill/>
                    </a:lnR>
                    <a:lnT w="12700">
                      <a:solidFill>
                        <a:schemeClr val="bg1">
                          <a:lumMod val="75000"/>
                        </a:schemeClr>
                      </a:solidFill>
                    </a:lnT>
                    <a:lnB w="12700">
                      <a:solidFill>
                        <a:schemeClr val="bg1">
                          <a:lumMod val="75000"/>
                        </a:schemeClr>
                      </a:solidFill>
                    </a:lnB>
                    <a:lnTlToBr w="0">
                      <a:noFill/>
                    </a:lnTlToBr>
                    <a:lnBlToTr w="0">
                      <a:noFill/>
                    </a:lnBlToTr>
                  </a:tcPr>
                </a:tc>
                <a:extLst>
                  <a:ext uri="{0D108BD9-81ED-4DB2-BD59-A6C34878D82A}">
                    <a16:rowId xmlns:a16="http://schemas.microsoft.com/office/drawing/2014/main" val="556486252"/>
                  </a:ext>
                </a:extLst>
              </a:tr>
              <a:tr h="256161">
                <a:tc>
                  <a:txBody>
                    <a:bodyPr/>
                    <a:lstStyle/>
                    <a:p>
                      <a:pPr marL="171450" marR="0" lvl="0" indent="-171450" algn="l" defTabSz="914367" rtl="0" eaLnBrk="1" fontAlgn="auto" latinLnBrk="0" hangingPunct="1">
                        <a:lnSpc>
                          <a:spcPct val="9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1200" b="0" i="0" u="none" strike="noStrike" kern="1200" cap="none" spc="0" normalizeH="0" baseline="0">
                          <a:ln w="3175">
                            <a:noFill/>
                          </a:ln>
                          <a:solidFill>
                            <a:schemeClr val="tx1"/>
                          </a:solidFill>
                          <a:effectLst/>
                          <a:uLnTx/>
                          <a:uFillTx/>
                          <a:latin typeface="+mn-lt"/>
                          <a:ea typeface="+mn-ea"/>
                          <a:cs typeface="Segoe UI" panose="020B0502040204020203" pitchFamily="34" charset="0"/>
                        </a:rPr>
                        <a:t>Define Customer Zero Journey</a:t>
                      </a:r>
                    </a:p>
                  </a:txBody>
                  <a:tcPr marL="0" marR="45720">
                    <a:lnL w="0">
                      <a:noFill/>
                    </a:lnL>
                    <a:lnR w="0">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tcPr>
                </a:tc>
                <a:extLst>
                  <a:ext uri="{0D108BD9-81ED-4DB2-BD59-A6C34878D82A}">
                    <a16:rowId xmlns:a16="http://schemas.microsoft.com/office/drawing/2014/main" val="1163528286"/>
                  </a:ext>
                </a:extLst>
              </a:tr>
            </a:tbl>
          </a:graphicData>
        </a:graphic>
      </p:graphicFrame>
      <p:graphicFrame>
        <p:nvGraphicFramePr>
          <p:cNvPr id="66" name="Content Placeholder 23">
            <a:extLst>
              <a:ext uri="{FF2B5EF4-FFF2-40B4-BE49-F238E27FC236}">
                <a16:creationId xmlns:a16="http://schemas.microsoft.com/office/drawing/2014/main" id="{C47A6BDA-EE25-4B10-DB13-D6AF85B59546}"/>
              </a:ext>
            </a:extLst>
          </p:cNvPr>
          <p:cNvGraphicFramePr>
            <a:graphicFrameLocks/>
          </p:cNvGraphicFramePr>
          <p:nvPr>
            <p:extLst>
              <p:ext uri="{D42A27DB-BD31-4B8C-83A1-F6EECF244321}">
                <p14:modId xmlns:p14="http://schemas.microsoft.com/office/powerpoint/2010/main" val="3717701641"/>
              </p:ext>
            </p:extLst>
          </p:nvPr>
        </p:nvGraphicFramePr>
        <p:xfrm>
          <a:off x="4622152" y="1862351"/>
          <a:ext cx="3237746" cy="1371600"/>
        </p:xfrm>
        <a:graphic>
          <a:graphicData uri="http://schemas.openxmlformats.org/drawingml/2006/table">
            <a:tbl>
              <a:tblPr firstRow="1" bandRow="1"/>
              <a:tblGrid>
                <a:gridCol w="3237746">
                  <a:extLst>
                    <a:ext uri="{9D8B030D-6E8A-4147-A177-3AD203B41FA5}">
                      <a16:colId xmlns:a16="http://schemas.microsoft.com/office/drawing/2014/main" val="1490518063"/>
                    </a:ext>
                  </a:extLst>
                </a:gridCol>
              </a:tblGrid>
              <a:tr h="125768">
                <a:tc>
                  <a:txBody>
                    <a:bodyPr/>
                    <a:lstStyle/>
                    <a:p>
                      <a:pPr marL="171450" indent="-171450">
                        <a:buFont typeface="Wingdings" panose="05000000000000000000" pitchFamily="2" charset="2"/>
                        <a:buChar char="q"/>
                      </a:pPr>
                      <a:r>
                        <a:rPr lang="en-US" sz="1200" u="none">
                          <a:solidFill>
                            <a:schemeClr val="tx1"/>
                          </a:solidFill>
                          <a:latin typeface="+mn-lt"/>
                        </a:rPr>
                        <a:t>Customer Engagement and Validation</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273899">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u="none">
                          <a:solidFill>
                            <a:schemeClr val="tx1"/>
                          </a:solidFill>
                          <a:latin typeface="+mn-lt"/>
                        </a:rPr>
                        <a:t>Execute GTM Strategy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1987374"/>
                  </a:ext>
                </a:extLst>
              </a:tr>
              <a:tr h="188311">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u="none">
                          <a:solidFill>
                            <a:schemeClr val="tx1"/>
                          </a:solidFill>
                          <a:latin typeface="+mn-lt"/>
                        </a:rPr>
                        <a:t>Develop Pipeline</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7563797"/>
                  </a:ext>
                </a:extLst>
              </a:tr>
              <a:tr h="188311">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u="none">
                          <a:solidFill>
                            <a:schemeClr val="tx1"/>
                          </a:solidFill>
                          <a:latin typeface="+mn-lt"/>
                        </a:rPr>
                        <a:t>Initiate Co-sell Activation</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9872319"/>
                  </a:ext>
                </a:extLst>
              </a:tr>
              <a:tr h="188311">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u="none">
                          <a:solidFill>
                            <a:schemeClr val="tx1"/>
                          </a:solidFill>
                          <a:latin typeface="+mn-lt"/>
                        </a:rPr>
                        <a:t>Implement Customer Zero Journey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4348623"/>
                  </a:ext>
                </a:extLst>
              </a:tr>
            </a:tbl>
          </a:graphicData>
        </a:graphic>
      </p:graphicFrame>
      <p:graphicFrame>
        <p:nvGraphicFramePr>
          <p:cNvPr id="67" name="Content Placeholder 23">
            <a:extLst>
              <a:ext uri="{FF2B5EF4-FFF2-40B4-BE49-F238E27FC236}">
                <a16:creationId xmlns:a16="http://schemas.microsoft.com/office/drawing/2014/main" id="{30BDB9F9-9CA8-768A-B7CB-C0B84179C18A}"/>
              </a:ext>
            </a:extLst>
          </p:cNvPr>
          <p:cNvGraphicFramePr>
            <a:graphicFrameLocks/>
          </p:cNvGraphicFramePr>
          <p:nvPr>
            <p:extLst>
              <p:ext uri="{D42A27DB-BD31-4B8C-83A1-F6EECF244321}">
                <p14:modId xmlns:p14="http://schemas.microsoft.com/office/powerpoint/2010/main" val="3561073128"/>
              </p:ext>
            </p:extLst>
          </p:nvPr>
        </p:nvGraphicFramePr>
        <p:xfrm>
          <a:off x="8362006" y="1827647"/>
          <a:ext cx="3328416" cy="1371600"/>
        </p:xfrm>
        <a:graphic>
          <a:graphicData uri="http://schemas.openxmlformats.org/drawingml/2006/table">
            <a:tbl>
              <a:tblPr firstRow="1" bandRow="1"/>
              <a:tblGrid>
                <a:gridCol w="3328416">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200" b="0" u="none">
                          <a:solidFill>
                            <a:schemeClr val="tx1"/>
                          </a:solidFill>
                          <a:latin typeface="+mn-lt"/>
                        </a:rPr>
                        <a:t>Activate Co-sell</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200" b="0" u="none">
                          <a:solidFill>
                            <a:schemeClr val="tx1"/>
                          </a:solidFill>
                          <a:latin typeface="+mn-lt"/>
                        </a:rPr>
                        <a:t>Execute GTM strategy at scale</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200" b="0" u="none">
                          <a:solidFill>
                            <a:schemeClr val="tx1"/>
                          </a:solidFill>
                          <a:latin typeface="+mn-lt"/>
                        </a:rPr>
                        <a:t>Enable Continuous Learning &amp; Skilling Plan</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21193516"/>
                  </a:ext>
                </a:extLst>
              </a:tr>
              <a:tr h="0">
                <a:tc>
                  <a:txBody>
                    <a:bodyPr/>
                    <a:lstStyle/>
                    <a:p>
                      <a:pPr marL="171450" indent="-171450">
                        <a:buFont typeface="Wingdings" panose="05000000000000000000" pitchFamily="2" charset="2"/>
                        <a:buChar char="q"/>
                      </a:pPr>
                      <a:r>
                        <a:rPr lang="en-US" sz="1200" b="0" u="none">
                          <a:solidFill>
                            <a:schemeClr val="tx1"/>
                          </a:solidFill>
                          <a:latin typeface="+mn-lt"/>
                        </a:rPr>
                        <a:t> Create Customer Case Studies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r h="0">
                <a:tc>
                  <a:txBody>
                    <a:bodyPr/>
                    <a:lstStyle/>
                    <a:p>
                      <a:pPr marL="171450" marR="0" lvl="0" indent="-171450" algn="l" defTabSz="932742"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0" u="none">
                          <a:solidFill>
                            <a:schemeClr val="tx1"/>
                          </a:solidFill>
                          <a:latin typeface="+mn-lt"/>
                        </a:rPr>
                        <a:t>Develop Customer Zero Case Study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5016761"/>
                  </a:ext>
                </a:extLst>
              </a:tr>
            </a:tbl>
          </a:graphicData>
        </a:graphic>
      </p:graphicFrame>
      <p:sp>
        <p:nvSpPr>
          <p:cNvPr id="68" name="TextBox 67">
            <a:extLst>
              <a:ext uri="{FF2B5EF4-FFF2-40B4-BE49-F238E27FC236}">
                <a16:creationId xmlns:a16="http://schemas.microsoft.com/office/drawing/2014/main" id="{B6087153-47CA-E0C1-4029-CE87B97B3A7C}"/>
              </a:ext>
            </a:extLst>
          </p:cNvPr>
          <p:cNvSpPr txBox="1"/>
          <p:nvPr/>
        </p:nvSpPr>
        <p:spPr>
          <a:xfrm rot="16200000">
            <a:off x="-23725" y="2279358"/>
            <a:ext cx="100997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4" normalizeH="0" baseline="0" noProof="0">
                <a:ln>
                  <a:noFill/>
                </a:ln>
                <a:solidFill>
                  <a:srgbClr val="7030A0"/>
                </a:solidFill>
                <a:effectLst/>
                <a:uLnTx/>
                <a:uFillTx/>
                <a:latin typeface="Segoe UI Semilight" panose="020B0402040204020203" pitchFamily="34" charset="0"/>
                <a:ea typeface="+mn-ea"/>
                <a:cs typeface="Segoe UI Semilight" panose="020B0402040204020203" pitchFamily="34" charset="0"/>
              </a:rPr>
              <a:t>Goals</a:t>
            </a:r>
          </a:p>
        </p:txBody>
      </p:sp>
      <p:sp>
        <p:nvSpPr>
          <p:cNvPr id="13" name="TextBox 12">
            <a:extLst>
              <a:ext uri="{FF2B5EF4-FFF2-40B4-BE49-F238E27FC236}">
                <a16:creationId xmlns:a16="http://schemas.microsoft.com/office/drawing/2014/main" id="{8C4041C8-1DA7-80EF-4544-162961F1EE29}"/>
              </a:ext>
            </a:extLst>
          </p:cNvPr>
          <p:cNvSpPr txBox="1"/>
          <p:nvPr/>
        </p:nvSpPr>
        <p:spPr>
          <a:xfrm rot="16200000">
            <a:off x="-144180" y="4919361"/>
            <a:ext cx="1250883"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4" normalizeH="0" baseline="0" noProof="0">
                <a:ln>
                  <a:noFill/>
                </a:ln>
                <a:solidFill>
                  <a:srgbClr val="7030A0"/>
                </a:solidFill>
                <a:effectLst/>
                <a:uLnTx/>
                <a:uFillTx/>
                <a:latin typeface="Segoe UI Semilight" panose="020B0402040204020203" pitchFamily="34" charset="0"/>
                <a:ea typeface="+mn-ea"/>
                <a:cs typeface="Segoe UI Semilight" panose="020B0402040204020203" pitchFamily="34" charset="0"/>
              </a:rPr>
              <a:t>OUTCOMES</a:t>
            </a:r>
          </a:p>
        </p:txBody>
      </p:sp>
      <p:sp>
        <p:nvSpPr>
          <p:cNvPr id="16" name="Rectangle 15">
            <a:extLst>
              <a:ext uri="{FF2B5EF4-FFF2-40B4-BE49-F238E27FC236}">
                <a16:creationId xmlns:a16="http://schemas.microsoft.com/office/drawing/2014/main" id="{8C67378E-3931-A0D9-142F-6C44B217A16C}"/>
              </a:ext>
              <a:ext uri="{C183D7F6-B498-43B3-948B-1728B52AA6E4}">
                <adec:decorative xmlns:adec="http://schemas.microsoft.com/office/drawing/2017/decorative" val="1"/>
              </a:ext>
            </a:extLst>
          </p:cNvPr>
          <p:cNvSpPr/>
          <p:nvPr/>
        </p:nvSpPr>
        <p:spPr bwMode="auto">
          <a:xfrm>
            <a:off x="771795" y="4121465"/>
            <a:ext cx="3571169" cy="1842013"/>
          </a:xfrm>
          <a:prstGeom prst="rect">
            <a:avLst/>
          </a:prstGeom>
          <a:solidFill>
            <a:schemeClr val="bg2">
              <a:alpha val="5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1" name="Rectangle 20">
            <a:extLst>
              <a:ext uri="{FF2B5EF4-FFF2-40B4-BE49-F238E27FC236}">
                <a16:creationId xmlns:a16="http://schemas.microsoft.com/office/drawing/2014/main" id="{0C1CFF8B-BEC1-BF33-4E66-4CDC4B72A6DA}"/>
              </a:ext>
              <a:ext uri="{C183D7F6-B498-43B3-948B-1728B52AA6E4}">
                <adec:decorative xmlns:adec="http://schemas.microsoft.com/office/drawing/2017/decorative" val="1"/>
              </a:ext>
            </a:extLst>
          </p:cNvPr>
          <p:cNvSpPr/>
          <p:nvPr/>
        </p:nvSpPr>
        <p:spPr bwMode="auto">
          <a:xfrm>
            <a:off x="4532464" y="4108014"/>
            <a:ext cx="3571169" cy="1855464"/>
          </a:xfrm>
          <a:prstGeom prst="rect">
            <a:avLst/>
          </a:prstGeom>
          <a:solidFill>
            <a:schemeClr val="bg2">
              <a:alpha val="5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3" name="Rectangle 22">
            <a:extLst>
              <a:ext uri="{FF2B5EF4-FFF2-40B4-BE49-F238E27FC236}">
                <a16:creationId xmlns:a16="http://schemas.microsoft.com/office/drawing/2014/main" id="{BC83A191-1FAD-9F61-76B8-77C3310DC185}"/>
              </a:ext>
              <a:ext uri="{C183D7F6-B498-43B3-948B-1728B52AA6E4}">
                <adec:decorative xmlns:adec="http://schemas.microsoft.com/office/drawing/2017/decorative" val="1"/>
              </a:ext>
            </a:extLst>
          </p:cNvPr>
          <p:cNvSpPr/>
          <p:nvPr/>
        </p:nvSpPr>
        <p:spPr bwMode="auto">
          <a:xfrm>
            <a:off x="8258446" y="4121465"/>
            <a:ext cx="3571169" cy="1842013"/>
          </a:xfrm>
          <a:prstGeom prst="rect">
            <a:avLst/>
          </a:prstGeom>
          <a:solidFill>
            <a:schemeClr val="bg2">
              <a:alpha val="5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9" name="TextBox 28">
            <a:extLst>
              <a:ext uri="{FF2B5EF4-FFF2-40B4-BE49-F238E27FC236}">
                <a16:creationId xmlns:a16="http://schemas.microsoft.com/office/drawing/2014/main" id="{2E595C89-8FDA-A5E3-2565-8458F10AA30B}"/>
              </a:ext>
            </a:extLst>
          </p:cNvPr>
          <p:cNvSpPr txBox="1"/>
          <p:nvPr/>
        </p:nvSpPr>
        <p:spPr>
          <a:xfrm>
            <a:off x="897266" y="4349974"/>
            <a:ext cx="3320227" cy="1384995"/>
          </a:xfrm>
          <a:prstGeom prst="rect">
            <a:avLst/>
          </a:prstGeom>
          <a:noFill/>
        </p:spPr>
        <p:txBody>
          <a:bodyPr wrap="square">
            <a:spAutoFit/>
          </a:bodyPr>
          <a:lstStyle/>
          <a:p>
            <a:pPr marL="171450" indent="-171450">
              <a:buFont typeface="Arial" panose="020B0604020202020204" pitchFamily="34" charset="0"/>
              <a:buChar char="•"/>
            </a:pPr>
            <a:r>
              <a:rPr lang="en-US" sz="1200">
                <a:ln w="3175">
                  <a:noFill/>
                </a:ln>
                <a:cs typeface="Segoe UI" panose="020B0502040204020203" pitchFamily="34" charset="0"/>
              </a:rPr>
              <a:t>Copilot practice capability areas defined</a:t>
            </a:r>
          </a:p>
          <a:p>
            <a:pPr marL="171450" indent="-171450">
              <a:buFont typeface="Arial" panose="020B0604020202020204" pitchFamily="34" charset="0"/>
              <a:buChar char="•"/>
            </a:pPr>
            <a:r>
              <a:rPr lang="en-US" sz="1200">
                <a:ln w="3175">
                  <a:noFill/>
                </a:ln>
                <a:cs typeface="Segoe UI" panose="020B0502040204020203" pitchFamily="34" charset="0"/>
              </a:rPr>
              <a:t>Secured budget and identified resources aligned to practice capabilities</a:t>
            </a:r>
          </a:p>
          <a:p>
            <a:pPr marL="171450" indent="-171450">
              <a:buFont typeface="Arial" panose="020B0604020202020204" pitchFamily="34" charset="0"/>
              <a:buChar char="•"/>
            </a:pPr>
            <a:r>
              <a:rPr lang="en-US" sz="1200">
                <a:ln w="3175">
                  <a:noFill/>
                </a:ln>
                <a:cs typeface="Segoe UI" panose="020B0502040204020203" pitchFamily="34" charset="0"/>
              </a:rPr>
              <a:t>Resource skilling plan defined </a:t>
            </a:r>
          </a:p>
          <a:p>
            <a:pPr marL="171450" indent="-171450">
              <a:buFont typeface="Arial" panose="020B0604020202020204" pitchFamily="34" charset="0"/>
              <a:buChar char="•"/>
            </a:pPr>
            <a:r>
              <a:rPr lang="en-US" sz="1200">
                <a:ln w="3175">
                  <a:noFill/>
                </a:ln>
                <a:cs typeface="Segoe UI" panose="020B0502040204020203" pitchFamily="34" charset="0"/>
              </a:rPr>
              <a:t>Defined offers and GTM strategy</a:t>
            </a:r>
          </a:p>
          <a:p>
            <a:pPr marL="171450" indent="-171450">
              <a:buFont typeface="Arial" panose="020B0604020202020204" pitchFamily="34" charset="0"/>
              <a:buChar char="•"/>
            </a:pPr>
            <a:r>
              <a:rPr lang="en-US" sz="1200">
                <a:ln w="3175">
                  <a:noFill/>
                </a:ln>
                <a:cs typeface="Segoe UI" panose="020B0502040204020203" pitchFamily="34" charset="0"/>
              </a:rPr>
              <a:t>Identified the key areas of AI transformation internally</a:t>
            </a:r>
          </a:p>
        </p:txBody>
      </p:sp>
      <p:sp>
        <p:nvSpPr>
          <p:cNvPr id="39" name="TextBox 38">
            <a:extLst>
              <a:ext uri="{FF2B5EF4-FFF2-40B4-BE49-F238E27FC236}">
                <a16:creationId xmlns:a16="http://schemas.microsoft.com/office/drawing/2014/main" id="{10FAEA78-C31C-9571-2F55-2BA4536FDDD0}"/>
              </a:ext>
            </a:extLst>
          </p:cNvPr>
          <p:cNvSpPr txBox="1"/>
          <p:nvPr/>
        </p:nvSpPr>
        <p:spPr>
          <a:xfrm>
            <a:off x="4622152" y="4237062"/>
            <a:ext cx="3471680" cy="1754326"/>
          </a:xfrm>
          <a:prstGeom prst="rect">
            <a:avLst/>
          </a:prstGeom>
          <a:noFill/>
        </p:spPr>
        <p:txBody>
          <a:bodyPr wrap="square">
            <a:spAutoFit/>
          </a:bodyPr>
          <a:lstStyle/>
          <a:p>
            <a:pPr marL="171450" indent="-171450">
              <a:buFont typeface="Arial" panose="020B0604020202020204" pitchFamily="34" charset="0"/>
              <a:buChar char="•"/>
            </a:pPr>
            <a:r>
              <a:rPr lang="en-US" sz="1200">
                <a:ln w="3175">
                  <a:noFill/>
                </a:ln>
                <a:latin typeface="Segoe UI (Body)"/>
                <a:cs typeface="Segoe UI" panose="020B0502040204020203" pitchFamily="34" charset="0"/>
              </a:rPr>
              <a:t>Copilot </a:t>
            </a:r>
            <a:r>
              <a:rPr lang="en-US" sz="1200" kern="100">
                <a:effectLst/>
                <a:latin typeface="Segoe UI (Body)"/>
                <a:ea typeface="Aptos" panose="020B0004020202020204" pitchFamily="34" charset="0"/>
                <a:cs typeface="Times New Roman" panose="02020603050405020304" pitchFamily="18" charset="0"/>
              </a:rPr>
              <a:t>Initial customer engagements and use cases achieved</a:t>
            </a:r>
            <a:endParaRPr lang="en-US" sz="1200">
              <a:ln w="3175">
                <a:noFill/>
              </a:ln>
              <a:latin typeface="Segoe UI (Body)"/>
              <a:cs typeface="Segoe UI" panose="020B0502040204020203" pitchFamily="34" charset="0"/>
            </a:endParaRPr>
          </a:p>
          <a:p>
            <a:pPr marL="171450" indent="-171450">
              <a:buFont typeface="Arial" panose="020B0604020202020204" pitchFamily="34" charset="0"/>
              <a:buChar char="•"/>
            </a:pPr>
            <a:r>
              <a:rPr lang="en-US" sz="1200" kern="100">
                <a:effectLst/>
                <a:latin typeface="Segoe UI (Body)"/>
                <a:ea typeface="Aptos" panose="020B0004020202020204" pitchFamily="34" charset="0"/>
                <a:cs typeface="Times New Roman" panose="02020603050405020304" pitchFamily="18" charset="0"/>
              </a:rPr>
              <a:t>Initial pipeline built and GTM strategy executed </a:t>
            </a:r>
            <a:endParaRPr lang="en-US" sz="1200">
              <a:ln w="3175">
                <a:noFill/>
              </a:ln>
              <a:latin typeface="Segoe UI (Body)"/>
              <a:cs typeface="Segoe UI" panose="020B0502040204020203" pitchFamily="34" charset="0"/>
            </a:endParaRPr>
          </a:p>
          <a:p>
            <a:pPr marL="171450" indent="-171450">
              <a:buFont typeface="Arial" panose="020B0604020202020204" pitchFamily="34" charset="0"/>
              <a:buChar char="•"/>
            </a:pPr>
            <a:r>
              <a:rPr lang="en-US" sz="1200" kern="100">
                <a:effectLst/>
                <a:latin typeface="Segoe UI (Body)"/>
                <a:ea typeface="Aptos" panose="020B0004020202020204" pitchFamily="34" charset="0"/>
                <a:cs typeface="Times New Roman" panose="02020603050405020304" pitchFamily="18" charset="0"/>
              </a:rPr>
              <a:t>Co-sell activation with Microsoft initiated </a:t>
            </a:r>
            <a:endParaRPr lang="en-US" sz="1200">
              <a:ln w="3175">
                <a:noFill/>
              </a:ln>
              <a:latin typeface="Segoe UI (Body)"/>
              <a:cs typeface="Segoe UI" panose="020B0502040204020203" pitchFamily="34" charset="0"/>
            </a:endParaRPr>
          </a:p>
          <a:p>
            <a:pPr marL="171450" indent="-171450">
              <a:buFont typeface="Arial" panose="020B0604020202020204" pitchFamily="34" charset="0"/>
              <a:buChar char="•"/>
            </a:pPr>
            <a:r>
              <a:rPr lang="en-US" sz="1200" kern="100">
                <a:effectLst/>
                <a:latin typeface="Segoe UI (Body)"/>
                <a:ea typeface="Aptos" panose="020B0004020202020204" pitchFamily="34" charset="0"/>
                <a:cs typeface="Times New Roman" panose="02020603050405020304" pitchFamily="18" charset="0"/>
              </a:rPr>
              <a:t>Robust pipeline for sales and marketing established </a:t>
            </a:r>
            <a:endParaRPr lang="en-US" sz="1200">
              <a:ln w="3175">
                <a:noFill/>
              </a:ln>
              <a:latin typeface="Segoe UI (Body)"/>
              <a:cs typeface="Segoe UI" panose="020B0502040204020203" pitchFamily="34" charset="0"/>
            </a:endParaRPr>
          </a:p>
          <a:p>
            <a:pPr marL="171450" indent="-171450">
              <a:buFont typeface="Arial" panose="020B0604020202020204" pitchFamily="34" charset="0"/>
              <a:buChar char="•"/>
            </a:pPr>
            <a:r>
              <a:rPr lang="en-US" sz="1200" kern="100">
                <a:effectLst/>
                <a:latin typeface="Segoe UI (Body)"/>
                <a:ea typeface="Aptos" panose="020B0004020202020204" pitchFamily="34" charset="0"/>
                <a:cs typeface="Times New Roman" panose="02020603050405020304" pitchFamily="18" charset="0"/>
              </a:rPr>
              <a:t>Customer Zero journey implemented, and success stories showcased </a:t>
            </a:r>
          </a:p>
        </p:txBody>
      </p:sp>
      <p:sp>
        <p:nvSpPr>
          <p:cNvPr id="40" name="TextBox 39">
            <a:extLst>
              <a:ext uri="{FF2B5EF4-FFF2-40B4-BE49-F238E27FC236}">
                <a16:creationId xmlns:a16="http://schemas.microsoft.com/office/drawing/2014/main" id="{F9BDB914-409A-2998-BA64-3A3BAFB986B8}"/>
              </a:ext>
            </a:extLst>
          </p:cNvPr>
          <p:cNvSpPr txBox="1"/>
          <p:nvPr/>
        </p:nvSpPr>
        <p:spPr>
          <a:xfrm>
            <a:off x="8383917" y="4319196"/>
            <a:ext cx="3320227" cy="1569660"/>
          </a:xfrm>
          <a:prstGeom prst="rect">
            <a:avLst/>
          </a:prstGeom>
          <a:noFill/>
        </p:spPr>
        <p:txBody>
          <a:bodyPr wrap="square">
            <a:spAutoFit/>
          </a:bodyPr>
          <a:lstStyle/>
          <a:p>
            <a:pPr marL="171450" indent="-171450">
              <a:buFont typeface="Arial" panose="020B0604020202020204" pitchFamily="34" charset="0"/>
              <a:buChar char="•"/>
            </a:pPr>
            <a:r>
              <a:rPr lang="en-US" sz="1200">
                <a:ln w="3175">
                  <a:noFill/>
                </a:ln>
                <a:latin typeface="Segoe UI (Body)"/>
                <a:cs typeface="Segoe UI" panose="020B0502040204020203" pitchFamily="34" charset="0"/>
              </a:rPr>
              <a:t>Established co-sell through Microsoft sales ecosystem</a:t>
            </a:r>
            <a:endParaRPr lang="en-US" sz="1200" kern="100">
              <a:effectLst/>
              <a:latin typeface="Segoe UI (Body)"/>
              <a:ea typeface="Aptos" panose="020B0004020202020204" pitchFamily="34" charset="0"/>
              <a:cs typeface="Times New Roman" panose="02020603050405020304" pitchFamily="18" charset="0"/>
            </a:endParaRPr>
          </a:p>
          <a:p>
            <a:pPr marL="171450" indent="-171450">
              <a:buFont typeface="Arial" panose="020B0604020202020204" pitchFamily="34" charset="0"/>
              <a:buChar char="•"/>
            </a:pPr>
            <a:r>
              <a:rPr lang="en-US" sz="1200" kern="100">
                <a:latin typeface="Segoe UI (Body)"/>
                <a:ea typeface="Aptos" panose="020B0004020202020204" pitchFamily="34" charset="0"/>
                <a:cs typeface="Times New Roman" panose="02020603050405020304" pitchFamily="18" charset="0"/>
              </a:rPr>
              <a:t>Refined GTM strategy to scale growth</a:t>
            </a:r>
          </a:p>
          <a:p>
            <a:pPr marL="171450" indent="-171450">
              <a:buFont typeface="Arial" panose="020B0604020202020204" pitchFamily="34" charset="0"/>
              <a:buChar char="•"/>
            </a:pPr>
            <a:r>
              <a:rPr lang="en-US" sz="1200" kern="100">
                <a:ln w="3175">
                  <a:noFill/>
                </a:ln>
                <a:latin typeface="Segoe UI (Body)"/>
                <a:cs typeface="Times New Roman" panose="02020603050405020304" pitchFamily="18" charset="0"/>
              </a:rPr>
              <a:t>Defined a continues learning and skilling plan for resources</a:t>
            </a:r>
          </a:p>
          <a:p>
            <a:pPr marL="171450" indent="-171450">
              <a:buFont typeface="Arial" panose="020B0604020202020204" pitchFamily="34" charset="0"/>
              <a:buChar char="•"/>
            </a:pPr>
            <a:r>
              <a:rPr lang="en-US" sz="1200" kern="100">
                <a:effectLst/>
                <a:latin typeface="Segoe UI (Body)"/>
                <a:ea typeface="Aptos" panose="020B0004020202020204" pitchFamily="34" charset="0"/>
                <a:cs typeface="Times New Roman" panose="02020603050405020304" pitchFamily="18" charset="0"/>
              </a:rPr>
              <a:t>Initial customer case studies documented </a:t>
            </a:r>
            <a:endParaRPr lang="en-US" sz="1200" kern="100">
              <a:ln w="3175">
                <a:noFill/>
              </a:ln>
              <a:latin typeface="Segoe UI (Body)"/>
              <a:cs typeface="Times New Roman" panose="02020603050405020304" pitchFamily="18" charset="0"/>
            </a:endParaRPr>
          </a:p>
          <a:p>
            <a:pPr marL="171450" indent="-171450">
              <a:buFont typeface="Arial" panose="020B0604020202020204" pitchFamily="34" charset="0"/>
              <a:buChar char="•"/>
            </a:pPr>
            <a:r>
              <a:rPr lang="en-US" sz="1200" kern="100">
                <a:effectLst/>
                <a:latin typeface="Segoe UI (Body)"/>
                <a:ea typeface="Aptos" panose="020B0004020202020204" pitchFamily="34" charset="0"/>
                <a:cs typeface="Times New Roman" panose="02020603050405020304" pitchFamily="18" charset="0"/>
              </a:rPr>
              <a:t>Customer Zero case study developed</a:t>
            </a:r>
            <a:endParaRPr lang="en-US" sz="1200" kern="100">
              <a:ln w="3175">
                <a:noFill/>
              </a:ln>
              <a:latin typeface="Segoe UI (Body)"/>
              <a:cs typeface="Times New Roman" panose="02020603050405020304" pitchFamily="18" charset="0"/>
            </a:endParaRPr>
          </a:p>
          <a:p>
            <a:pPr marL="171450" indent="-171450">
              <a:buFont typeface="Arial" panose="020B0604020202020204" pitchFamily="34" charset="0"/>
              <a:buChar char="•"/>
            </a:pPr>
            <a:endParaRPr lang="en-US" sz="1200" kern="100">
              <a:ln w="3175">
                <a:noFill/>
              </a:ln>
              <a:latin typeface="Segoe UI (Body)"/>
              <a:cs typeface="Times New Roman" panose="02020603050405020304" pitchFamily="18" charset="0"/>
            </a:endParaRPr>
          </a:p>
        </p:txBody>
      </p:sp>
      <p:sp>
        <p:nvSpPr>
          <p:cNvPr id="2" name="Oval 1">
            <a:extLst>
              <a:ext uri="{FF2B5EF4-FFF2-40B4-BE49-F238E27FC236}">
                <a16:creationId xmlns:a16="http://schemas.microsoft.com/office/drawing/2014/main" id="{12FB0AD7-F1F3-E7F8-FBC6-45513234759F}"/>
              </a:ext>
            </a:extLst>
          </p:cNvPr>
          <p:cNvSpPr>
            <a:spLocks/>
          </p:cNvSpPr>
          <p:nvPr/>
        </p:nvSpPr>
        <p:spPr bwMode="auto">
          <a:xfrm>
            <a:off x="4470784" y="1274076"/>
            <a:ext cx="504045" cy="510983"/>
          </a:xfrm>
          <a:prstGeom prst="ellipse">
            <a:avLst/>
          </a:prstGeom>
          <a:solidFill>
            <a:srgbClr val="7030A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3" name="Group 2">
            <a:extLst>
              <a:ext uri="{FF2B5EF4-FFF2-40B4-BE49-F238E27FC236}">
                <a16:creationId xmlns:a16="http://schemas.microsoft.com/office/drawing/2014/main" id="{0F17451E-3889-91FF-F829-CBFADE7F2478}"/>
              </a:ext>
            </a:extLst>
          </p:cNvPr>
          <p:cNvGrpSpPr>
            <a:grpSpLocks/>
          </p:cNvGrpSpPr>
          <p:nvPr/>
        </p:nvGrpSpPr>
        <p:grpSpPr>
          <a:xfrm>
            <a:off x="4592525" y="1398096"/>
            <a:ext cx="259375" cy="224347"/>
            <a:chOff x="439016" y="2346640"/>
            <a:chExt cx="257812" cy="219967"/>
          </a:xfrm>
        </p:grpSpPr>
        <p:sp>
          <p:nvSpPr>
            <p:cNvPr id="6" name="Freeform 25">
              <a:extLst>
                <a:ext uri="{FF2B5EF4-FFF2-40B4-BE49-F238E27FC236}">
                  <a16:creationId xmlns:a16="http://schemas.microsoft.com/office/drawing/2014/main" id="{8C9F6170-6E09-AA1E-54ED-F90B921C05B6}"/>
                </a:ext>
              </a:extLst>
            </p:cNvPr>
            <p:cNvSpPr>
              <a:spLocks/>
            </p:cNvSpPr>
            <p:nvPr/>
          </p:nvSpPr>
          <p:spPr bwMode="auto">
            <a:xfrm>
              <a:off x="533626" y="2376205"/>
              <a:ext cx="134819" cy="134818"/>
            </a:xfrm>
            <a:custGeom>
              <a:avLst/>
              <a:gdLst>
                <a:gd name="T0" fmla="*/ 76 w 153"/>
                <a:gd name="T1" fmla="*/ 96 h 153"/>
                <a:gd name="T2" fmla="*/ 76 w 153"/>
                <a:gd name="T3" fmla="*/ 96 h 153"/>
                <a:gd name="T4" fmla="*/ 80 w 153"/>
                <a:gd name="T5" fmla="*/ 113 h 153"/>
                <a:gd name="T6" fmla="*/ 77 w 153"/>
                <a:gd name="T7" fmla="*/ 129 h 153"/>
                <a:gd name="T8" fmla="*/ 68 w 153"/>
                <a:gd name="T9" fmla="*/ 142 h 153"/>
                <a:gd name="T10" fmla="*/ 55 w 153"/>
                <a:gd name="T11" fmla="*/ 150 h 153"/>
                <a:gd name="T12" fmla="*/ 40 w 153"/>
                <a:gd name="T13" fmla="*/ 153 h 153"/>
                <a:gd name="T14" fmla="*/ 24 w 153"/>
                <a:gd name="T15" fmla="*/ 150 h 153"/>
                <a:gd name="T16" fmla="*/ 12 w 153"/>
                <a:gd name="T17" fmla="*/ 142 h 153"/>
                <a:gd name="T18" fmla="*/ 3 w 153"/>
                <a:gd name="T19" fmla="*/ 129 h 153"/>
                <a:gd name="T20" fmla="*/ 0 w 153"/>
                <a:gd name="T21" fmla="*/ 113 h 153"/>
                <a:gd name="T22" fmla="*/ 3 w 153"/>
                <a:gd name="T23" fmla="*/ 98 h 153"/>
                <a:gd name="T24" fmla="*/ 12 w 153"/>
                <a:gd name="T25" fmla="*/ 85 h 153"/>
                <a:gd name="T26" fmla="*/ 24 w 153"/>
                <a:gd name="T27" fmla="*/ 76 h 153"/>
                <a:gd name="T28" fmla="*/ 40 w 153"/>
                <a:gd name="T29" fmla="*/ 73 h 153"/>
                <a:gd name="T30" fmla="*/ 57 w 153"/>
                <a:gd name="T31" fmla="*/ 77 h 153"/>
                <a:gd name="T32" fmla="*/ 57 w 153"/>
                <a:gd name="T33" fmla="*/ 77 h 153"/>
                <a:gd name="T34" fmla="*/ 134 w 153"/>
                <a:gd name="T35" fmla="*/ 0 h 153"/>
                <a:gd name="T36" fmla="*/ 153 w 153"/>
                <a:gd name="T37" fmla="*/ 19 h 153"/>
                <a:gd name="T38" fmla="*/ 76 w 153"/>
                <a:gd name="T39" fmla="*/ 96 h 153"/>
                <a:gd name="T40" fmla="*/ 76 w 153"/>
                <a:gd name="T41" fmla="*/ 96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 h="153">
                  <a:moveTo>
                    <a:pt x="76" y="96"/>
                  </a:moveTo>
                  <a:lnTo>
                    <a:pt x="76" y="96"/>
                  </a:lnTo>
                  <a:cubicBezTo>
                    <a:pt x="78" y="101"/>
                    <a:pt x="80" y="107"/>
                    <a:pt x="80" y="113"/>
                  </a:cubicBezTo>
                  <a:cubicBezTo>
                    <a:pt x="80" y="119"/>
                    <a:pt x="79" y="124"/>
                    <a:pt x="77" y="129"/>
                  </a:cubicBezTo>
                  <a:cubicBezTo>
                    <a:pt x="75" y="134"/>
                    <a:pt x="72" y="138"/>
                    <a:pt x="68" y="142"/>
                  </a:cubicBezTo>
                  <a:cubicBezTo>
                    <a:pt x="65" y="145"/>
                    <a:pt x="60" y="148"/>
                    <a:pt x="55" y="150"/>
                  </a:cubicBezTo>
                  <a:cubicBezTo>
                    <a:pt x="51" y="152"/>
                    <a:pt x="45" y="153"/>
                    <a:pt x="40" y="153"/>
                  </a:cubicBezTo>
                  <a:cubicBezTo>
                    <a:pt x="34" y="153"/>
                    <a:pt x="29" y="152"/>
                    <a:pt x="24" y="150"/>
                  </a:cubicBezTo>
                  <a:cubicBezTo>
                    <a:pt x="19" y="148"/>
                    <a:pt x="15" y="145"/>
                    <a:pt x="12" y="142"/>
                  </a:cubicBezTo>
                  <a:cubicBezTo>
                    <a:pt x="8" y="138"/>
                    <a:pt x="5" y="134"/>
                    <a:pt x="3" y="129"/>
                  </a:cubicBezTo>
                  <a:cubicBezTo>
                    <a:pt x="1" y="124"/>
                    <a:pt x="0" y="119"/>
                    <a:pt x="0" y="113"/>
                  </a:cubicBezTo>
                  <a:cubicBezTo>
                    <a:pt x="0" y="108"/>
                    <a:pt x="1" y="102"/>
                    <a:pt x="3" y="98"/>
                  </a:cubicBezTo>
                  <a:cubicBezTo>
                    <a:pt x="5" y="93"/>
                    <a:pt x="8" y="88"/>
                    <a:pt x="12" y="85"/>
                  </a:cubicBezTo>
                  <a:cubicBezTo>
                    <a:pt x="15" y="81"/>
                    <a:pt x="19" y="78"/>
                    <a:pt x="24" y="76"/>
                  </a:cubicBezTo>
                  <a:cubicBezTo>
                    <a:pt x="29" y="74"/>
                    <a:pt x="34" y="73"/>
                    <a:pt x="40" y="73"/>
                  </a:cubicBezTo>
                  <a:cubicBezTo>
                    <a:pt x="46" y="73"/>
                    <a:pt x="52" y="75"/>
                    <a:pt x="57" y="77"/>
                  </a:cubicBezTo>
                  <a:lnTo>
                    <a:pt x="57" y="77"/>
                  </a:lnTo>
                  <a:lnTo>
                    <a:pt x="134" y="0"/>
                  </a:lnTo>
                  <a:lnTo>
                    <a:pt x="153" y="19"/>
                  </a:lnTo>
                  <a:lnTo>
                    <a:pt x="76" y="96"/>
                  </a:lnTo>
                  <a:lnTo>
                    <a:pt x="76" y="96"/>
                  </a:lnTo>
                  <a:close/>
                </a:path>
              </a:pathLst>
            </a:custGeom>
            <a:solidFill>
              <a:schemeClr val="bg1"/>
            </a:solid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7" name="Freeform 26">
              <a:extLst>
                <a:ext uri="{FF2B5EF4-FFF2-40B4-BE49-F238E27FC236}">
                  <a16:creationId xmlns:a16="http://schemas.microsoft.com/office/drawing/2014/main" id="{D3A8F0DB-015D-4647-974A-17947C62B97D}"/>
                </a:ext>
              </a:extLst>
            </p:cNvPr>
            <p:cNvSpPr>
              <a:spLocks/>
            </p:cNvSpPr>
            <p:nvPr/>
          </p:nvSpPr>
          <p:spPr bwMode="auto">
            <a:xfrm>
              <a:off x="439016" y="2346640"/>
              <a:ext cx="182123" cy="219967"/>
            </a:xfrm>
            <a:custGeom>
              <a:avLst/>
              <a:gdLst>
                <a:gd name="T0" fmla="*/ 196 w 207"/>
                <a:gd name="T1" fmla="*/ 37 h 250"/>
                <a:gd name="T2" fmla="*/ 196 w 207"/>
                <a:gd name="T3" fmla="*/ 37 h 250"/>
                <a:gd name="T4" fmla="*/ 146 w 207"/>
                <a:gd name="T5" fmla="*/ 26 h 250"/>
                <a:gd name="T6" fmla="*/ 115 w 207"/>
                <a:gd name="T7" fmla="*/ 30 h 250"/>
                <a:gd name="T8" fmla="*/ 86 w 207"/>
                <a:gd name="T9" fmla="*/ 43 h 250"/>
                <a:gd name="T10" fmla="*/ 62 w 207"/>
                <a:gd name="T11" fmla="*/ 61 h 250"/>
                <a:gd name="T12" fmla="*/ 43 w 207"/>
                <a:gd name="T13" fmla="*/ 86 h 250"/>
                <a:gd name="T14" fmla="*/ 31 w 207"/>
                <a:gd name="T15" fmla="*/ 114 h 250"/>
                <a:gd name="T16" fmla="*/ 27 w 207"/>
                <a:gd name="T17" fmla="*/ 146 h 250"/>
                <a:gd name="T18" fmla="*/ 36 w 207"/>
                <a:gd name="T19" fmla="*/ 192 h 250"/>
                <a:gd name="T20" fmla="*/ 62 w 207"/>
                <a:gd name="T21" fmla="*/ 231 h 250"/>
                <a:gd name="T22" fmla="*/ 43 w 207"/>
                <a:gd name="T23" fmla="*/ 250 h 250"/>
                <a:gd name="T24" fmla="*/ 11 w 207"/>
                <a:gd name="T25" fmla="*/ 202 h 250"/>
                <a:gd name="T26" fmla="*/ 0 w 207"/>
                <a:gd name="T27" fmla="*/ 146 h 250"/>
                <a:gd name="T28" fmla="*/ 5 w 207"/>
                <a:gd name="T29" fmla="*/ 107 h 250"/>
                <a:gd name="T30" fmla="*/ 20 w 207"/>
                <a:gd name="T31" fmla="*/ 72 h 250"/>
                <a:gd name="T32" fmla="*/ 43 w 207"/>
                <a:gd name="T33" fmla="*/ 43 h 250"/>
                <a:gd name="T34" fmla="*/ 73 w 207"/>
                <a:gd name="T35" fmla="*/ 20 h 250"/>
                <a:gd name="T36" fmla="*/ 108 w 207"/>
                <a:gd name="T37" fmla="*/ 5 h 250"/>
                <a:gd name="T38" fmla="*/ 147 w 207"/>
                <a:gd name="T39" fmla="*/ 0 h 250"/>
                <a:gd name="T40" fmla="*/ 178 w 207"/>
                <a:gd name="T41" fmla="*/ 3 h 250"/>
                <a:gd name="T42" fmla="*/ 207 w 207"/>
                <a:gd name="T43" fmla="*/ 13 h 250"/>
                <a:gd name="T44" fmla="*/ 196 w 207"/>
                <a:gd name="T45" fmla="*/ 3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7" h="250">
                  <a:moveTo>
                    <a:pt x="196" y="37"/>
                  </a:moveTo>
                  <a:lnTo>
                    <a:pt x="196" y="37"/>
                  </a:lnTo>
                  <a:cubicBezTo>
                    <a:pt x="180" y="30"/>
                    <a:pt x="163" y="26"/>
                    <a:pt x="146" y="26"/>
                  </a:cubicBezTo>
                  <a:cubicBezTo>
                    <a:pt x="135" y="26"/>
                    <a:pt x="125" y="28"/>
                    <a:pt x="115" y="30"/>
                  </a:cubicBezTo>
                  <a:cubicBezTo>
                    <a:pt x="104" y="33"/>
                    <a:pt x="95" y="37"/>
                    <a:pt x="86" y="43"/>
                  </a:cubicBezTo>
                  <a:cubicBezTo>
                    <a:pt x="77" y="48"/>
                    <a:pt x="69" y="54"/>
                    <a:pt x="62" y="61"/>
                  </a:cubicBezTo>
                  <a:cubicBezTo>
                    <a:pt x="55" y="69"/>
                    <a:pt x="48" y="77"/>
                    <a:pt x="43" y="86"/>
                  </a:cubicBezTo>
                  <a:cubicBezTo>
                    <a:pt x="38" y="95"/>
                    <a:pt x="34" y="104"/>
                    <a:pt x="31" y="114"/>
                  </a:cubicBezTo>
                  <a:cubicBezTo>
                    <a:pt x="28" y="125"/>
                    <a:pt x="27" y="135"/>
                    <a:pt x="27" y="146"/>
                  </a:cubicBezTo>
                  <a:cubicBezTo>
                    <a:pt x="27" y="162"/>
                    <a:pt x="30" y="177"/>
                    <a:pt x="36" y="192"/>
                  </a:cubicBezTo>
                  <a:cubicBezTo>
                    <a:pt x="42" y="207"/>
                    <a:pt x="51" y="220"/>
                    <a:pt x="62" y="231"/>
                  </a:cubicBezTo>
                  <a:lnTo>
                    <a:pt x="43" y="250"/>
                  </a:lnTo>
                  <a:cubicBezTo>
                    <a:pt x="29" y="236"/>
                    <a:pt x="19" y="220"/>
                    <a:pt x="11" y="202"/>
                  </a:cubicBezTo>
                  <a:cubicBezTo>
                    <a:pt x="4" y="184"/>
                    <a:pt x="0" y="166"/>
                    <a:pt x="0" y="146"/>
                  </a:cubicBezTo>
                  <a:cubicBezTo>
                    <a:pt x="0" y="133"/>
                    <a:pt x="2" y="120"/>
                    <a:pt x="5" y="107"/>
                  </a:cubicBezTo>
                  <a:cubicBezTo>
                    <a:pt x="9" y="95"/>
                    <a:pt x="14" y="83"/>
                    <a:pt x="20" y="72"/>
                  </a:cubicBezTo>
                  <a:cubicBezTo>
                    <a:pt x="27" y="61"/>
                    <a:pt x="34" y="52"/>
                    <a:pt x="43" y="43"/>
                  </a:cubicBezTo>
                  <a:cubicBezTo>
                    <a:pt x="52" y="34"/>
                    <a:pt x="62" y="26"/>
                    <a:pt x="73" y="20"/>
                  </a:cubicBezTo>
                  <a:cubicBezTo>
                    <a:pt x="83" y="13"/>
                    <a:pt x="95" y="9"/>
                    <a:pt x="108" y="5"/>
                  </a:cubicBezTo>
                  <a:cubicBezTo>
                    <a:pt x="120" y="2"/>
                    <a:pt x="133" y="0"/>
                    <a:pt x="147" y="0"/>
                  </a:cubicBezTo>
                  <a:cubicBezTo>
                    <a:pt x="157" y="0"/>
                    <a:pt x="167" y="1"/>
                    <a:pt x="178" y="3"/>
                  </a:cubicBezTo>
                  <a:cubicBezTo>
                    <a:pt x="188" y="5"/>
                    <a:pt x="197" y="9"/>
                    <a:pt x="207" y="13"/>
                  </a:cubicBezTo>
                  <a:lnTo>
                    <a:pt x="196" y="37"/>
                  </a:lnTo>
                  <a:close/>
                </a:path>
              </a:pathLst>
            </a:custGeom>
            <a:solidFill>
              <a:schemeClr val="bg1"/>
            </a:solid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1" name="Freeform 27">
              <a:extLst>
                <a:ext uri="{FF2B5EF4-FFF2-40B4-BE49-F238E27FC236}">
                  <a16:creationId xmlns:a16="http://schemas.microsoft.com/office/drawing/2014/main" id="{907B9116-895A-14C1-605A-EAE7CEA25D69}"/>
                </a:ext>
              </a:extLst>
            </p:cNvPr>
            <p:cNvSpPr>
              <a:spLocks/>
            </p:cNvSpPr>
            <p:nvPr/>
          </p:nvSpPr>
          <p:spPr bwMode="auto">
            <a:xfrm>
              <a:off x="643610" y="2422327"/>
              <a:ext cx="53218" cy="144279"/>
            </a:xfrm>
            <a:custGeom>
              <a:avLst/>
              <a:gdLst>
                <a:gd name="T0" fmla="*/ 48 w 61"/>
                <a:gd name="T1" fmla="*/ 0 h 164"/>
                <a:gd name="T2" fmla="*/ 48 w 61"/>
                <a:gd name="T3" fmla="*/ 0 h 164"/>
                <a:gd name="T4" fmla="*/ 58 w 61"/>
                <a:gd name="T5" fmla="*/ 29 h 164"/>
                <a:gd name="T6" fmla="*/ 61 w 61"/>
                <a:gd name="T7" fmla="*/ 60 h 164"/>
                <a:gd name="T8" fmla="*/ 50 w 61"/>
                <a:gd name="T9" fmla="*/ 116 h 164"/>
                <a:gd name="T10" fmla="*/ 19 w 61"/>
                <a:gd name="T11" fmla="*/ 164 h 164"/>
                <a:gd name="T12" fmla="*/ 0 w 61"/>
                <a:gd name="T13" fmla="*/ 145 h 164"/>
                <a:gd name="T14" fmla="*/ 26 w 61"/>
                <a:gd name="T15" fmla="*/ 106 h 164"/>
                <a:gd name="T16" fmla="*/ 35 w 61"/>
                <a:gd name="T17" fmla="*/ 61 h 164"/>
                <a:gd name="T18" fmla="*/ 24 w 61"/>
                <a:gd name="T19" fmla="*/ 11 h 164"/>
                <a:gd name="T20" fmla="*/ 48 w 61"/>
                <a:gd name="T2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64">
                  <a:moveTo>
                    <a:pt x="48" y="0"/>
                  </a:moveTo>
                  <a:lnTo>
                    <a:pt x="48" y="0"/>
                  </a:lnTo>
                  <a:cubicBezTo>
                    <a:pt x="52" y="10"/>
                    <a:pt x="56" y="19"/>
                    <a:pt x="58" y="29"/>
                  </a:cubicBezTo>
                  <a:cubicBezTo>
                    <a:pt x="60" y="40"/>
                    <a:pt x="61" y="50"/>
                    <a:pt x="61" y="60"/>
                  </a:cubicBezTo>
                  <a:cubicBezTo>
                    <a:pt x="61" y="80"/>
                    <a:pt x="57" y="98"/>
                    <a:pt x="50" y="116"/>
                  </a:cubicBezTo>
                  <a:cubicBezTo>
                    <a:pt x="43" y="134"/>
                    <a:pt x="32" y="150"/>
                    <a:pt x="19" y="164"/>
                  </a:cubicBezTo>
                  <a:lnTo>
                    <a:pt x="0" y="145"/>
                  </a:lnTo>
                  <a:cubicBezTo>
                    <a:pt x="11" y="134"/>
                    <a:pt x="20" y="121"/>
                    <a:pt x="26" y="106"/>
                  </a:cubicBezTo>
                  <a:cubicBezTo>
                    <a:pt x="32" y="92"/>
                    <a:pt x="35" y="77"/>
                    <a:pt x="35" y="61"/>
                  </a:cubicBezTo>
                  <a:cubicBezTo>
                    <a:pt x="35" y="44"/>
                    <a:pt x="31" y="27"/>
                    <a:pt x="24" y="11"/>
                  </a:cubicBezTo>
                  <a:lnTo>
                    <a:pt x="48" y="0"/>
                  </a:lnTo>
                  <a:close/>
                </a:path>
              </a:pathLst>
            </a:custGeom>
            <a:solidFill>
              <a:schemeClr val="bg1"/>
            </a:solid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28" name="Freeform 28">
              <a:extLst>
                <a:ext uri="{FF2B5EF4-FFF2-40B4-BE49-F238E27FC236}">
                  <a16:creationId xmlns:a16="http://schemas.microsoft.com/office/drawing/2014/main" id="{E767A35B-579E-E63C-4F7D-90762B89CA4C}"/>
                </a:ext>
              </a:extLst>
            </p:cNvPr>
            <p:cNvSpPr>
              <a:spLocks/>
            </p:cNvSpPr>
            <p:nvPr/>
          </p:nvSpPr>
          <p:spPr bwMode="auto">
            <a:xfrm>
              <a:off x="532444" y="2440066"/>
              <a:ext cx="70957" cy="70957"/>
            </a:xfrm>
            <a:custGeom>
              <a:avLst/>
              <a:gdLst>
                <a:gd name="T0" fmla="*/ 41 w 81"/>
                <a:gd name="T1" fmla="*/ 81 h 81"/>
                <a:gd name="T2" fmla="*/ 41 w 81"/>
                <a:gd name="T3" fmla="*/ 81 h 81"/>
                <a:gd name="T4" fmla="*/ 69 w 81"/>
                <a:gd name="T5" fmla="*/ 69 h 81"/>
                <a:gd name="T6" fmla="*/ 81 w 81"/>
                <a:gd name="T7" fmla="*/ 40 h 81"/>
                <a:gd name="T8" fmla="*/ 69 w 81"/>
                <a:gd name="T9" fmla="*/ 12 h 81"/>
                <a:gd name="T10" fmla="*/ 41 w 81"/>
                <a:gd name="T11" fmla="*/ 0 h 81"/>
                <a:gd name="T12" fmla="*/ 12 w 81"/>
                <a:gd name="T13" fmla="*/ 12 h 81"/>
                <a:gd name="T14" fmla="*/ 0 w 81"/>
                <a:gd name="T15" fmla="*/ 40 h 81"/>
                <a:gd name="T16" fmla="*/ 12 w 81"/>
                <a:gd name="T17" fmla="*/ 69 h 81"/>
                <a:gd name="T18" fmla="*/ 41 w 8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81"/>
                  </a:moveTo>
                  <a:lnTo>
                    <a:pt x="41" y="81"/>
                  </a:lnTo>
                  <a:cubicBezTo>
                    <a:pt x="52" y="81"/>
                    <a:pt x="61" y="77"/>
                    <a:pt x="69" y="69"/>
                  </a:cubicBezTo>
                  <a:cubicBezTo>
                    <a:pt x="77" y="61"/>
                    <a:pt x="81" y="51"/>
                    <a:pt x="81" y="40"/>
                  </a:cubicBezTo>
                  <a:cubicBezTo>
                    <a:pt x="81" y="29"/>
                    <a:pt x="77" y="20"/>
                    <a:pt x="69" y="12"/>
                  </a:cubicBezTo>
                  <a:cubicBezTo>
                    <a:pt x="61" y="4"/>
                    <a:pt x="52" y="0"/>
                    <a:pt x="41" y="0"/>
                  </a:cubicBezTo>
                  <a:cubicBezTo>
                    <a:pt x="30" y="0"/>
                    <a:pt x="20" y="4"/>
                    <a:pt x="12" y="12"/>
                  </a:cubicBezTo>
                  <a:cubicBezTo>
                    <a:pt x="4" y="20"/>
                    <a:pt x="0" y="29"/>
                    <a:pt x="0" y="40"/>
                  </a:cubicBezTo>
                  <a:cubicBezTo>
                    <a:pt x="0" y="51"/>
                    <a:pt x="4" y="61"/>
                    <a:pt x="12" y="69"/>
                  </a:cubicBezTo>
                  <a:cubicBezTo>
                    <a:pt x="20" y="77"/>
                    <a:pt x="30" y="81"/>
                    <a:pt x="41" y="81"/>
                  </a:cubicBezTo>
                  <a:close/>
                </a:path>
              </a:pathLst>
            </a:custGeom>
            <a:solidFill>
              <a:schemeClr val="bg1"/>
            </a:solid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sp>
        <p:nvSpPr>
          <p:cNvPr id="30" name="Oval 29">
            <a:extLst>
              <a:ext uri="{FF2B5EF4-FFF2-40B4-BE49-F238E27FC236}">
                <a16:creationId xmlns:a16="http://schemas.microsoft.com/office/drawing/2014/main" id="{C92F979B-3D7A-596A-AB67-CD6FC3E1C64D}"/>
              </a:ext>
            </a:extLst>
          </p:cNvPr>
          <p:cNvSpPr>
            <a:spLocks/>
          </p:cNvSpPr>
          <p:nvPr/>
        </p:nvSpPr>
        <p:spPr bwMode="auto">
          <a:xfrm>
            <a:off x="722453" y="1263291"/>
            <a:ext cx="496176" cy="510982"/>
          </a:xfrm>
          <a:prstGeom prst="ellipse">
            <a:avLst/>
          </a:prstGeom>
          <a:solidFill>
            <a:srgbClr val="7030A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31" name="Group 4">
            <a:extLst>
              <a:ext uri="{FF2B5EF4-FFF2-40B4-BE49-F238E27FC236}">
                <a16:creationId xmlns:a16="http://schemas.microsoft.com/office/drawing/2014/main" id="{4395E759-25DB-D368-A9ED-D0F76BDBDE9B}"/>
              </a:ext>
            </a:extLst>
          </p:cNvPr>
          <p:cNvGrpSpPr>
            <a:grpSpLocks noChangeAspect="1"/>
          </p:cNvGrpSpPr>
          <p:nvPr/>
        </p:nvGrpSpPr>
        <p:grpSpPr bwMode="auto">
          <a:xfrm>
            <a:off x="799138" y="1352839"/>
            <a:ext cx="341841" cy="331887"/>
            <a:chOff x="3027" y="3765"/>
            <a:chExt cx="262" cy="247"/>
          </a:xfrm>
          <a:solidFill>
            <a:schemeClr val="bg1"/>
          </a:solidFill>
        </p:grpSpPr>
        <p:sp>
          <p:nvSpPr>
            <p:cNvPr id="32" name="Freeform 5">
              <a:extLst>
                <a:ext uri="{FF2B5EF4-FFF2-40B4-BE49-F238E27FC236}">
                  <a16:creationId xmlns:a16="http://schemas.microsoft.com/office/drawing/2014/main" id="{ECD9B305-F8D2-7B2E-5662-049D79A09281}"/>
                </a:ext>
              </a:extLst>
            </p:cNvPr>
            <p:cNvSpPr>
              <a:spLocks/>
            </p:cNvSpPr>
            <p:nvPr/>
          </p:nvSpPr>
          <p:spPr bwMode="auto">
            <a:xfrm>
              <a:off x="3160" y="3822"/>
              <a:ext cx="114" cy="56"/>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3" name="Freeform 6">
              <a:extLst>
                <a:ext uri="{FF2B5EF4-FFF2-40B4-BE49-F238E27FC236}">
                  <a16:creationId xmlns:a16="http://schemas.microsoft.com/office/drawing/2014/main" id="{4774716B-EA80-0168-520B-E422F86C29FF}"/>
                </a:ext>
              </a:extLst>
            </p:cNvPr>
            <p:cNvSpPr>
              <a:spLocks/>
            </p:cNvSpPr>
            <p:nvPr/>
          </p:nvSpPr>
          <p:spPr bwMode="auto">
            <a:xfrm>
              <a:off x="3160" y="3895"/>
              <a:ext cx="59" cy="117"/>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4" name="Freeform 7">
              <a:extLst>
                <a:ext uri="{FF2B5EF4-FFF2-40B4-BE49-F238E27FC236}">
                  <a16:creationId xmlns:a16="http://schemas.microsoft.com/office/drawing/2014/main" id="{AA73D61F-AA10-1F85-E7C9-A66BA9C7F87D}"/>
                </a:ext>
              </a:extLst>
            </p:cNvPr>
            <p:cNvSpPr>
              <a:spLocks/>
            </p:cNvSpPr>
            <p:nvPr/>
          </p:nvSpPr>
          <p:spPr bwMode="auto">
            <a:xfrm>
              <a:off x="3080" y="3895"/>
              <a:ext cx="60" cy="117"/>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5" name="Freeform 8">
              <a:extLst>
                <a:ext uri="{FF2B5EF4-FFF2-40B4-BE49-F238E27FC236}">
                  <a16:creationId xmlns:a16="http://schemas.microsoft.com/office/drawing/2014/main" id="{5B58FA1C-56FA-EA9E-63CC-2EF3247BA521}"/>
                </a:ext>
              </a:extLst>
            </p:cNvPr>
            <p:cNvSpPr>
              <a:spLocks/>
            </p:cNvSpPr>
            <p:nvPr/>
          </p:nvSpPr>
          <p:spPr bwMode="auto">
            <a:xfrm>
              <a:off x="3027" y="3822"/>
              <a:ext cx="114" cy="56"/>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6" name="Freeform 9">
              <a:extLst>
                <a:ext uri="{FF2B5EF4-FFF2-40B4-BE49-F238E27FC236}">
                  <a16:creationId xmlns:a16="http://schemas.microsoft.com/office/drawing/2014/main" id="{46145257-B2BD-E5D4-15E6-A10140D92AA1}"/>
                </a:ext>
              </a:extLst>
            </p:cNvPr>
            <p:cNvSpPr>
              <a:spLocks/>
            </p:cNvSpPr>
            <p:nvPr/>
          </p:nvSpPr>
          <p:spPr bwMode="auto">
            <a:xfrm>
              <a:off x="3161" y="3765"/>
              <a:ext cx="46" cy="45"/>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7" name="Freeform 10">
              <a:extLst>
                <a:ext uri="{FF2B5EF4-FFF2-40B4-BE49-F238E27FC236}">
                  <a16:creationId xmlns:a16="http://schemas.microsoft.com/office/drawing/2014/main" id="{729C007D-6664-188C-F2B4-6981D5578921}"/>
                </a:ext>
              </a:extLst>
            </p:cNvPr>
            <p:cNvSpPr>
              <a:spLocks/>
            </p:cNvSpPr>
            <p:nvPr/>
          </p:nvSpPr>
          <p:spPr bwMode="auto">
            <a:xfrm>
              <a:off x="3128" y="3866"/>
              <a:ext cx="46" cy="45"/>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38" name="Freeform 11">
              <a:extLst>
                <a:ext uri="{FF2B5EF4-FFF2-40B4-BE49-F238E27FC236}">
                  <a16:creationId xmlns:a16="http://schemas.microsoft.com/office/drawing/2014/main" id="{9518C7E8-9EE0-1FA2-8906-C8A582CBCAD8}"/>
                </a:ext>
              </a:extLst>
            </p:cNvPr>
            <p:cNvSpPr>
              <a:spLocks/>
            </p:cNvSpPr>
            <p:nvPr/>
          </p:nvSpPr>
          <p:spPr bwMode="auto">
            <a:xfrm>
              <a:off x="3243" y="3885"/>
              <a:ext cx="46" cy="46"/>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3259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spTree>
    <p:extLst>
      <p:ext uri="{BB962C8B-B14F-4D97-AF65-F5344CB8AC3E}">
        <p14:creationId xmlns:p14="http://schemas.microsoft.com/office/powerpoint/2010/main" val="116110879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C7914A-AFD6-36BB-FC2A-ED1BF2CA923C}"/>
              </a:ext>
            </a:extLst>
          </p:cNvPr>
          <p:cNvSpPr>
            <a:spLocks noGrp="1"/>
          </p:cNvSpPr>
          <p:nvPr>
            <p:ph type="title"/>
          </p:nvPr>
        </p:nvSpPr>
        <p:spPr>
          <a:xfrm>
            <a:off x="549274" y="2557328"/>
            <a:ext cx="4648368" cy="984885"/>
          </a:xfrm>
        </p:spPr>
        <p:txBody>
          <a:bodyPr/>
          <a:lstStyle/>
          <a:p>
            <a:r>
              <a:rPr lang="en-US"/>
              <a:t>Copilot Practice Development Plan</a:t>
            </a:r>
          </a:p>
        </p:txBody>
      </p:sp>
      <p:sp>
        <p:nvSpPr>
          <p:cNvPr id="5" name="Subtitle 4">
            <a:extLst>
              <a:ext uri="{FF2B5EF4-FFF2-40B4-BE49-F238E27FC236}">
                <a16:creationId xmlns:a16="http://schemas.microsoft.com/office/drawing/2014/main" id="{98CD62E1-ACFA-C045-892C-AF98CAE9FC02}"/>
              </a:ext>
            </a:extLst>
          </p:cNvPr>
          <p:cNvSpPr>
            <a:spLocks noGrp="1"/>
          </p:cNvSpPr>
          <p:nvPr>
            <p:ph type="subTitle" idx="1"/>
          </p:nvPr>
        </p:nvSpPr>
        <p:spPr>
          <a:xfrm>
            <a:off x="549275" y="3665438"/>
            <a:ext cx="4648368" cy="880241"/>
          </a:xfrm>
        </p:spPr>
        <p:txBody>
          <a:bodyPr/>
          <a:lstStyle/>
          <a:p>
            <a:r>
              <a:rPr lang="en-US"/>
              <a:t>First 30 Days</a:t>
            </a:r>
          </a:p>
          <a:p>
            <a:r>
              <a:rPr lang="en-US"/>
              <a:t>“Building the engine”</a:t>
            </a:r>
          </a:p>
        </p:txBody>
      </p:sp>
    </p:spTree>
    <p:extLst>
      <p:ext uri="{BB962C8B-B14F-4D97-AF65-F5344CB8AC3E}">
        <p14:creationId xmlns:p14="http://schemas.microsoft.com/office/powerpoint/2010/main" val="1262980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09811-BB2D-F52C-B3C6-5664BBD2DA06}"/>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93D2DFD6-684B-DB8A-A8E5-ADB171800D28}"/>
              </a:ext>
            </a:extLst>
          </p:cNvPr>
          <p:cNvSpPr>
            <a:spLocks noGrp="1"/>
          </p:cNvSpPr>
          <p:nvPr>
            <p:ph type="title"/>
          </p:nvPr>
        </p:nvSpPr>
        <p:spPr>
          <a:xfrm>
            <a:off x="588263" y="457200"/>
            <a:ext cx="11018520" cy="492443"/>
          </a:xfrm>
        </p:spPr>
        <p:txBody>
          <a:bodyPr/>
          <a:lstStyle/>
          <a:p>
            <a:r>
              <a:rPr lang="en-US"/>
              <a:t>Copilot | </a:t>
            </a:r>
            <a:r>
              <a:rPr lang="en-US">
                <a:solidFill>
                  <a:schemeClr val="accent6">
                    <a:lumMod val="75000"/>
                  </a:schemeClr>
                </a:solidFill>
              </a:rPr>
              <a:t>Develop Capability Areas</a:t>
            </a:r>
          </a:p>
        </p:txBody>
      </p:sp>
      <p:sp>
        <p:nvSpPr>
          <p:cNvPr id="16" name="Rectangle: Rounded Corners 15">
            <a:extLst>
              <a:ext uri="{FF2B5EF4-FFF2-40B4-BE49-F238E27FC236}">
                <a16:creationId xmlns:a16="http://schemas.microsoft.com/office/drawing/2014/main" id="{AE61A65C-27FE-FFD8-E8F8-840D08489445}"/>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00C73D02-3FCC-1DB9-ED9A-5AF15B01972B}"/>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07CC9198-0BCE-AD8D-2720-8E0E273767D7}"/>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Define &amp; Develop Capability Areas</a:t>
            </a:r>
          </a:p>
        </p:txBody>
      </p:sp>
      <p:sp>
        <p:nvSpPr>
          <p:cNvPr id="18" name="Rectangle: Top Corners Rounded 17">
            <a:extLst>
              <a:ext uri="{FF2B5EF4-FFF2-40B4-BE49-F238E27FC236}">
                <a16:creationId xmlns:a16="http://schemas.microsoft.com/office/drawing/2014/main" id="{2DC978BD-DF6A-5F3B-111E-379D446308A5}"/>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3CF32A64-EB67-92E6-85D3-70345365A950}"/>
              </a:ext>
            </a:extLst>
          </p:cNvPr>
          <p:cNvSpPr txBox="1"/>
          <p:nvPr/>
        </p:nvSpPr>
        <p:spPr>
          <a:xfrm>
            <a:off x="4233672" y="2046621"/>
            <a:ext cx="6871342" cy="2092881"/>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000000"/>
                </a:solidFill>
                <a:effectLst/>
                <a:uLnTx/>
                <a:uFillTx/>
                <a:ea typeface="+mn-ea"/>
                <a:cs typeface="+mn-cs"/>
              </a:rPr>
              <a:t>Scope</a:t>
            </a: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0" i="0" u="none" strike="noStrike">
                <a:solidFill>
                  <a:srgbClr val="000000"/>
                </a:solidFill>
                <a:effectLst/>
              </a:rPr>
              <a:t>Understand the core capabilities required for the Copilot practice and identify which areas you want to develop and invest in. This involves pinpointing specific areas where you want to build your capabilities and determining the strengths and areas for development. By understanding these aspects, you can create a targeted development plan to build the necessary capabilities, while also complementing existing capabilities to build your Copilot practice.</a:t>
            </a:r>
            <a:endParaRPr kumimoji="0" lang="en-US" sz="1600" b="0" i="0" u="none" strike="noStrike" kern="1200" cap="none" spc="0" normalizeH="0" baseline="0" noProof="0">
              <a:ln>
                <a:noFill/>
              </a:ln>
              <a:solidFill>
                <a:srgbClr val="000000"/>
              </a:solidFill>
              <a:effectLst/>
              <a:uLnTx/>
              <a:uFillTx/>
              <a:ea typeface="+mn-ea"/>
              <a:cs typeface="+mn-cs"/>
            </a:endParaRPr>
          </a:p>
        </p:txBody>
      </p:sp>
      <p:sp>
        <p:nvSpPr>
          <p:cNvPr id="23" name="TextBox 22">
            <a:extLst>
              <a:ext uri="{FF2B5EF4-FFF2-40B4-BE49-F238E27FC236}">
                <a16:creationId xmlns:a16="http://schemas.microsoft.com/office/drawing/2014/main" id="{CBA55004-E0FF-FB08-2A99-B88AFAD0FE58}"/>
              </a:ext>
            </a:extLst>
          </p:cNvPr>
          <p:cNvSpPr txBox="1"/>
          <p:nvPr/>
        </p:nvSpPr>
        <p:spPr>
          <a:xfrm>
            <a:off x="4233672" y="4385950"/>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DC153D6B-6CD4-2446-0967-CEEA22B1C444}"/>
              </a:ext>
            </a:extLst>
          </p:cNvPr>
          <p:cNvSpPr txBox="1"/>
          <p:nvPr/>
        </p:nvSpPr>
        <p:spPr>
          <a:xfrm>
            <a:off x="4233672" y="4678338"/>
            <a:ext cx="6797674" cy="1458057"/>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3" action="ppaction://hlinksldjump"/>
              </a:rPr>
              <a:t>Learning the capability areas of a Copilot practice.</a:t>
            </a:r>
            <a:endPar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4"/>
              </a:rPr>
              <a:t>Identifying capability areas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for your Copilot practice.</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Identifying areas of strengths and that require development.</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A targeted development plan in building and investing in the identified capability areas.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Identifying synergies </a:t>
            </a:r>
            <a:r>
              <a:rPr lang="en-US" sz="1200">
                <a:solidFill>
                  <a:srgbClr val="000000"/>
                </a:solidFill>
                <a:latin typeface="Segoe UI" panose="020B0502040204020203" pitchFamily="34" charset="0"/>
              </a:rPr>
              <a:t>with existing practice(s) and identify integration points.</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8CC9A082-A1BE-DCB9-168B-16C632A255C5}"/>
              </a:ext>
            </a:extLst>
          </p:cNvPr>
          <p:cNvGraphicFramePr>
            <a:graphicFrameLocks/>
          </p:cNvGraphicFramePr>
          <p:nvPr/>
        </p:nvGraphicFramePr>
        <p:xfrm>
          <a:off x="1161237" y="2046621"/>
          <a:ext cx="2647541" cy="182880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200" b="0" u="none">
                          <a:solidFill>
                            <a:schemeClr val="tx1"/>
                          </a:solidFill>
                          <a:latin typeface="+mn-lt"/>
                        </a:rPr>
                        <a:t>Identify the capabilities for you Copilot practice</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200" b="0" u="none">
                          <a:solidFill>
                            <a:schemeClr val="tx1"/>
                          </a:solidFill>
                          <a:latin typeface="+mn-lt"/>
                        </a:rPr>
                        <a:t>Identify your strengths and areas for development</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200" b="0" u="none">
                          <a:solidFill>
                            <a:schemeClr val="tx1"/>
                          </a:solidFill>
                          <a:latin typeface="+mn-lt"/>
                        </a:rPr>
                        <a:t>Develop a plan to build and invest in the identified capability areas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indent="-171450">
                        <a:buFont typeface="Wingdings" panose="05000000000000000000" pitchFamily="2" charset="2"/>
                        <a:buChar char="q"/>
                      </a:pPr>
                      <a:r>
                        <a:rPr lang="en-US" sz="1200" b="0" u="none">
                          <a:solidFill>
                            <a:schemeClr val="tx1"/>
                          </a:solidFill>
                          <a:latin typeface="+mn-lt"/>
                        </a:rPr>
                        <a:t>Complement existing capabilities to meet Copilot or AI needs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bl>
          </a:graphicData>
        </a:graphic>
      </p:graphicFrame>
    </p:spTree>
    <p:extLst>
      <p:ext uri="{BB962C8B-B14F-4D97-AF65-F5344CB8AC3E}">
        <p14:creationId xmlns:p14="http://schemas.microsoft.com/office/powerpoint/2010/main" val="393088476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182CD-3938-E348-26E5-2AC2EA50314F}"/>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08815889-575A-6A22-B5FD-5687CC1D1DB9}"/>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Allocate and Onboard Resources</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37CDB7A3-FFE1-B09F-528F-B0A9E5DD71CB}"/>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8B0918FC-AD12-19FE-3002-F2B9F03D58AD}"/>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F307B06D-4ED9-F78D-E05B-3694667C0965}"/>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Allocate &amp; Onboard Resources </a:t>
            </a:r>
          </a:p>
        </p:txBody>
      </p:sp>
      <p:sp>
        <p:nvSpPr>
          <p:cNvPr id="18" name="Rectangle: Top Corners Rounded 17">
            <a:extLst>
              <a:ext uri="{FF2B5EF4-FFF2-40B4-BE49-F238E27FC236}">
                <a16:creationId xmlns:a16="http://schemas.microsoft.com/office/drawing/2014/main" id="{D6A4E4E7-C59E-40E9-B2E0-6C4E331121E7}"/>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algn="ctr" defTabSz="932472" fontAlgn="base">
              <a:spcBef>
                <a:spcPct val="0"/>
              </a:spcBef>
              <a:spcAft>
                <a:spcPct val="0"/>
              </a:spcAf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8BABF1EC-0B8C-6ACD-2A57-A6F694B0AA12}"/>
              </a:ext>
            </a:extLst>
          </p:cNvPr>
          <p:cNvSpPr txBox="1"/>
          <p:nvPr/>
        </p:nvSpPr>
        <p:spPr>
          <a:xfrm>
            <a:off x="4233672" y="2046621"/>
            <a:ext cx="6797674" cy="2292935"/>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endParaRPr kumimoji="0" lang="en-US" sz="1600" b="1" i="0" u="none" strike="noStrike" kern="1200" cap="none" spc="0" normalizeH="0" baseline="0" noProof="0">
              <a:ln>
                <a:noFill/>
              </a:ln>
              <a:solidFill>
                <a:srgbClr val="000000"/>
              </a:solidFill>
              <a:effectLst/>
              <a:uLnTx/>
              <a:uFillTx/>
              <a:ea typeface="+mn-ea"/>
              <a:cs typeface="+mn-cs"/>
            </a:endParaRP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b="0" i="0" u="none" strike="noStrike">
                <a:solidFill>
                  <a:srgbClr val="000000"/>
                </a:solidFill>
                <a:effectLst/>
              </a:rPr>
              <a:t>Identify and allocate the necessary resources crucial for a successful Copilot practice. By determining the types of roles and skills needed, you can decide whether to source resources internally or externally and develop a resource allocation plan. This ensures the team has the required expertise to execute projects successfully.</a:t>
            </a: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endParaRPr lang="en-US" sz="1200" b="0" i="0" u="none" strike="noStrike">
              <a:solidFill>
                <a:srgbClr val="000000"/>
              </a:solidFill>
              <a:effectLst/>
            </a:endParaRPr>
          </a:p>
        </p:txBody>
      </p:sp>
      <p:sp>
        <p:nvSpPr>
          <p:cNvPr id="23" name="TextBox 22">
            <a:extLst>
              <a:ext uri="{FF2B5EF4-FFF2-40B4-BE49-F238E27FC236}">
                <a16:creationId xmlns:a16="http://schemas.microsoft.com/office/drawing/2014/main" id="{277325D6-34B2-1E0B-2B6E-81438A826490}"/>
              </a:ext>
            </a:extLst>
          </p:cNvPr>
          <p:cNvSpPr txBox="1"/>
          <p:nvPr/>
        </p:nvSpPr>
        <p:spPr>
          <a:xfrm>
            <a:off x="4233672" y="4385950"/>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3A63B5E9-3696-D24C-5536-90EFEB6792FF}"/>
              </a:ext>
            </a:extLst>
          </p:cNvPr>
          <p:cNvSpPr txBox="1"/>
          <p:nvPr/>
        </p:nvSpPr>
        <p:spPr>
          <a:xfrm>
            <a:off x="4233672" y="4678338"/>
            <a:ext cx="6797674"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Identifying the types of roles and skills needed for the Copilot practice aligned to your capability areas.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Deciding whether to source resources internally or externally.</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Developing a comprehensive resource</a:t>
            </a:r>
            <a:r>
              <a:rPr lang="en-US" sz="1200">
                <a:solidFill>
                  <a:srgbClr val="000000"/>
                </a:solidFill>
                <a:latin typeface="Segoe UI" panose="020B0502040204020203" pitchFamily="34" charset="0"/>
              </a:rPr>
              <a:t> hiring and</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 allocation plan.</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Onboarding the identified resources, ensuring the team has the required expertise to execute projects effectively.</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DF282C29-8D13-0E33-CBCE-0D73F3DA45E3}"/>
              </a:ext>
            </a:extLst>
          </p:cNvPr>
          <p:cNvGraphicFramePr>
            <a:graphicFrameLocks/>
          </p:cNvGraphicFramePr>
          <p:nvPr/>
        </p:nvGraphicFramePr>
        <p:xfrm>
          <a:off x="1161236" y="2046621"/>
          <a:ext cx="2647541" cy="153924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Identify the types of roles and skills needed</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Determine whether resources will be sourced internally or externally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Develop a resource allocation plan</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Execute the plan to onboard the identified resources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bl>
          </a:graphicData>
        </a:graphic>
      </p:graphicFrame>
    </p:spTree>
    <p:extLst>
      <p:ext uri="{BB962C8B-B14F-4D97-AF65-F5344CB8AC3E}">
        <p14:creationId xmlns:p14="http://schemas.microsoft.com/office/powerpoint/2010/main" val="297550659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18388-6946-E170-F0B8-AC28A6B8A5A8}"/>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9B5CD5A6-5D44-78E3-B5BF-5AF7959AB545}"/>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Develop Skilling Plan</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E7F0CA7D-45B5-7B56-FC49-2C1B58FEC5A9}"/>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FA5B0940-0774-B81C-B18E-50840F5FFE5F}"/>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19A28534-0A4A-CEF4-5708-A32BF6C9E04C}"/>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Develop Skilling Plan</a:t>
            </a:r>
          </a:p>
        </p:txBody>
      </p:sp>
      <p:sp>
        <p:nvSpPr>
          <p:cNvPr id="18" name="Rectangle: Top Corners Rounded 17">
            <a:extLst>
              <a:ext uri="{FF2B5EF4-FFF2-40B4-BE49-F238E27FC236}">
                <a16:creationId xmlns:a16="http://schemas.microsoft.com/office/drawing/2014/main" id="{61F9F16A-E71A-67D5-E15C-A4E86655D0A8}"/>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algn="ctr" defTabSz="932472" fontAlgn="base">
              <a:spcBef>
                <a:spcPct val="0"/>
              </a:spcBef>
              <a:spcAft>
                <a:spcPct val="0"/>
              </a:spcAf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8DE8BA6F-F44A-8518-1F8E-FBC760527682}"/>
              </a:ext>
            </a:extLst>
          </p:cNvPr>
          <p:cNvSpPr txBox="1"/>
          <p:nvPr/>
        </p:nvSpPr>
        <p:spPr>
          <a:xfrm>
            <a:off x="4233672" y="1889669"/>
            <a:ext cx="6797674" cy="2585323"/>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endParaRPr kumimoji="0" lang="en-US" sz="1600" b="1" i="0" u="none" strike="noStrike" kern="1200" cap="none" spc="0" normalizeH="0" baseline="0" noProof="0">
              <a:ln>
                <a:noFill/>
              </a:ln>
              <a:solidFill>
                <a:srgbClr val="000000"/>
              </a:solidFill>
              <a:effectLst/>
              <a:uLnTx/>
              <a:uFillTx/>
              <a:ea typeface="+mn-ea"/>
              <a:cs typeface="+mn-cs"/>
            </a:endParaRP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b="0" i="0" u="none" strike="noStrike">
                <a:solidFill>
                  <a:srgbClr val="000000"/>
                </a:solidFill>
                <a:effectLst/>
              </a:rPr>
              <a:t>Create a tailored training program to equip the team with the necessary skills to work with customers on AI solutions. Outline training paths and resources, including online courses, workshops, and certifications. Provide tailored training programs to ensure the team is well-prepared to handle the complexities of AI implementation. Encourage continuous learning and development to keep the team updated with the latest technologies and adapt to emerging trends.</a:t>
            </a:r>
            <a:endParaRPr lang="en-US" sz="1200" b="0" i="0" u="none" strike="noStrike">
              <a:solidFill>
                <a:srgbClr val="000000"/>
              </a:solidFill>
              <a:effectLst/>
            </a:endParaRPr>
          </a:p>
        </p:txBody>
      </p:sp>
      <p:sp>
        <p:nvSpPr>
          <p:cNvPr id="23" name="TextBox 22">
            <a:extLst>
              <a:ext uri="{FF2B5EF4-FFF2-40B4-BE49-F238E27FC236}">
                <a16:creationId xmlns:a16="http://schemas.microsoft.com/office/drawing/2014/main" id="{6C7D53F6-E91A-35DF-FD0F-2C5265108268}"/>
              </a:ext>
            </a:extLst>
          </p:cNvPr>
          <p:cNvSpPr txBox="1"/>
          <p:nvPr/>
        </p:nvSpPr>
        <p:spPr>
          <a:xfrm>
            <a:off x="4233672" y="4659624"/>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1DEA443E-83CF-0BFF-272C-2E35319D8426}"/>
              </a:ext>
            </a:extLst>
          </p:cNvPr>
          <p:cNvSpPr txBox="1"/>
          <p:nvPr/>
        </p:nvSpPr>
        <p:spPr>
          <a:xfrm>
            <a:off x="4233672" y="4979693"/>
            <a:ext cx="6797674"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Outlining of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3"/>
              </a:rPr>
              <a:t>training paths</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 aligned to the resource skilling plan.</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Identifying skilling requirements towards </a:t>
            </a:r>
            <a:r>
              <a:rPr lang="en-US" sz="1200">
                <a:solidFill>
                  <a:srgbClr val="000000"/>
                </a:solidFill>
                <a:latin typeface="Segoe UI" panose="020B0502040204020203" pitchFamily="34" charset="0"/>
                <a:hlinkClick r:id="rId4"/>
              </a:rPr>
              <a:t>Copilot Specialization</a:t>
            </a:r>
            <a:endPar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Creating an internal library of courses to upskill resources.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Creating time for the resources to learn and upskill.</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Empowering the resources for continuous learning and development on Copilot and AI innovations.</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505FEFD2-BA31-2C6D-6ACE-617CF671D310}"/>
              </a:ext>
            </a:extLst>
          </p:cNvPr>
          <p:cNvGraphicFramePr>
            <a:graphicFrameLocks/>
          </p:cNvGraphicFramePr>
          <p:nvPr/>
        </p:nvGraphicFramePr>
        <p:xfrm>
          <a:off x="1160654" y="1989391"/>
          <a:ext cx="2647541" cy="153924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Outline training paths for resources in the team</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Include online courses, workshops, and certifications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Provide tailored training programs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Encourage continuous learning and development</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bl>
          </a:graphicData>
        </a:graphic>
      </p:graphicFrame>
    </p:spTree>
    <p:extLst>
      <p:ext uri="{BB962C8B-B14F-4D97-AF65-F5344CB8AC3E}">
        <p14:creationId xmlns:p14="http://schemas.microsoft.com/office/powerpoint/2010/main" val="335859867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0E46-21B2-3CBD-D044-8E9104E80733}"/>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98A1E580-82BF-CF90-CD46-A6090EE6C7E5}"/>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Define GTM Strategy and Offers</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C877B250-9377-81F8-1084-8FF8695898DD}"/>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32332FC3-1101-585A-2299-AD5B1DB1FF1C}"/>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A0DEC75E-CD60-B717-2BC1-9A69127D3E28}"/>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Define GTM Strategy and Offers</a:t>
            </a:r>
          </a:p>
        </p:txBody>
      </p:sp>
      <p:sp>
        <p:nvSpPr>
          <p:cNvPr id="18" name="Rectangle: Top Corners Rounded 17">
            <a:extLst>
              <a:ext uri="{FF2B5EF4-FFF2-40B4-BE49-F238E27FC236}">
                <a16:creationId xmlns:a16="http://schemas.microsoft.com/office/drawing/2014/main" id="{ADC8739E-F90B-1519-75DC-F52FBD60A4EF}"/>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E6C92FE8-BDBF-9A5C-839E-A08C1787B64C}"/>
              </a:ext>
            </a:extLst>
          </p:cNvPr>
          <p:cNvSpPr txBox="1"/>
          <p:nvPr/>
        </p:nvSpPr>
        <p:spPr>
          <a:xfrm>
            <a:off x="4233671" y="1889669"/>
            <a:ext cx="6988093" cy="2585323"/>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endParaRPr kumimoji="0" lang="en-US" sz="1600" b="1" i="0" u="none" strike="noStrike" kern="1200" cap="none" spc="0" normalizeH="0" baseline="0" noProof="0">
              <a:ln>
                <a:noFill/>
              </a:ln>
              <a:solidFill>
                <a:srgbClr val="000000"/>
              </a:solidFill>
              <a:effectLst/>
              <a:uLnTx/>
              <a:uFillTx/>
              <a:ea typeface="+mn-ea"/>
              <a:cs typeface="+mn-cs"/>
            </a:endParaRP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0" i="0" u="none" strike="noStrike">
                <a:solidFill>
                  <a:srgbClr val="000000"/>
                </a:solidFill>
                <a:effectLst/>
              </a:rPr>
              <a:t>Creating a comprehensive </a:t>
            </a:r>
            <a:r>
              <a:rPr lang="en-US" sz="1600" b="0" i="0" u="none" strike="noStrike">
                <a:solidFill>
                  <a:srgbClr val="000000"/>
                </a:solidFill>
                <a:effectLst/>
                <a:hlinkClick r:id="rId3"/>
              </a:rPr>
              <a:t>go-to-market (GTM) strategy</a:t>
            </a:r>
            <a:r>
              <a:rPr lang="en-US" sz="1600" b="0" i="0" u="none" strike="noStrike">
                <a:solidFill>
                  <a:srgbClr val="000000"/>
                </a:solidFill>
                <a:effectLst/>
              </a:rPr>
              <a:t> and defining offers based on identified capabilities is essential for attracting potential customers. Identify target industries and customer segments that will benefit most from the solutions. Develop and use marketing materials to showcase the benefits of the offerings. Execute outreach campaigns, including email marketing, social media, and webinars, to promote the solutions to the target industries. Clearly defining the offers ensures the partner has a strong value proposition. Finally, defining a clear path towards attaining </a:t>
            </a:r>
            <a:r>
              <a:rPr lang="en-US" sz="1600" b="0" i="0" u="none" strike="noStrike">
                <a:solidFill>
                  <a:srgbClr val="000000"/>
                </a:solidFill>
                <a:effectLst/>
                <a:hlinkClick r:id="rId4"/>
              </a:rPr>
              <a:t>Copilot Specialization</a:t>
            </a:r>
            <a:endParaRPr lang="en-US" sz="1100" b="0" i="0" u="none" strike="noStrike">
              <a:solidFill>
                <a:srgbClr val="000000"/>
              </a:solidFill>
              <a:effectLst/>
            </a:endParaRPr>
          </a:p>
        </p:txBody>
      </p:sp>
      <p:sp>
        <p:nvSpPr>
          <p:cNvPr id="23" name="TextBox 22">
            <a:extLst>
              <a:ext uri="{FF2B5EF4-FFF2-40B4-BE49-F238E27FC236}">
                <a16:creationId xmlns:a16="http://schemas.microsoft.com/office/drawing/2014/main" id="{1DA73F93-3BB8-6DC5-0DC3-5C3440021656}"/>
              </a:ext>
            </a:extLst>
          </p:cNvPr>
          <p:cNvSpPr txBox="1"/>
          <p:nvPr/>
        </p:nvSpPr>
        <p:spPr>
          <a:xfrm>
            <a:off x="4233671" y="4595039"/>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F3C567E0-F620-0358-AD3F-07463FFD39F1}"/>
              </a:ext>
            </a:extLst>
          </p:cNvPr>
          <p:cNvSpPr txBox="1"/>
          <p:nvPr/>
        </p:nvSpPr>
        <p:spPr>
          <a:xfrm>
            <a:off x="4233671" y="4869605"/>
            <a:ext cx="6797674"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Identifying target industries and customer segments leveraging your existing strengths and relationships.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Creating marketing assets for customer outreach</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Planning and execution of outreach campaigns, such as email marketing, social media, and webinars, to promote the offers and solutions to the target industries.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5"/>
              </a:rPr>
              <a:t>Creating well defined offers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that can be presented to and sold to customers, depicting a clear value proposition.</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0BAA3585-7DC9-7B36-5DE5-A9CD10B0A2C5}"/>
              </a:ext>
            </a:extLst>
          </p:cNvPr>
          <p:cNvGraphicFramePr>
            <a:graphicFrameLocks/>
          </p:cNvGraphicFramePr>
          <p:nvPr/>
        </p:nvGraphicFramePr>
        <p:xfrm>
          <a:off x="1161237" y="1976035"/>
          <a:ext cx="2647541" cy="170688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Identify target industries and customer segments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Create or leverage marketing collateral and case studies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Plan and execute outreach campaigns (e.g., email marketing, social media)</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Define the offers that can be presented to or sold to customers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bl>
          </a:graphicData>
        </a:graphic>
      </p:graphicFrame>
    </p:spTree>
    <p:extLst>
      <p:ext uri="{BB962C8B-B14F-4D97-AF65-F5344CB8AC3E}">
        <p14:creationId xmlns:p14="http://schemas.microsoft.com/office/powerpoint/2010/main" val="252666716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C97BD-A403-391D-0FB6-45A4A7785348}"/>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CF43DB40-5333-1877-C96D-9E1A1938D781}"/>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Define Customer-Zero Journey</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A714FDFD-4257-77D9-6F42-68C0F0952792}"/>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DC6536F6-2C0D-F371-F582-A4C5102A8577}"/>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01BEE43B-C17E-032A-1661-B70C2B274047}"/>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Define Customer Zero Journey</a:t>
            </a:r>
          </a:p>
        </p:txBody>
      </p:sp>
      <p:sp>
        <p:nvSpPr>
          <p:cNvPr id="18" name="Rectangle: Top Corners Rounded 17">
            <a:extLst>
              <a:ext uri="{FF2B5EF4-FFF2-40B4-BE49-F238E27FC236}">
                <a16:creationId xmlns:a16="http://schemas.microsoft.com/office/drawing/2014/main" id="{F31C1903-D9F1-AC8C-53EF-C70C52B5DAAB}"/>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07EE04A1-D225-5687-A4D0-100B628A62BC}"/>
              </a:ext>
            </a:extLst>
          </p:cNvPr>
          <p:cNvSpPr txBox="1"/>
          <p:nvPr/>
        </p:nvSpPr>
        <p:spPr>
          <a:xfrm>
            <a:off x="4233671" y="1889669"/>
            <a:ext cx="6988093" cy="2308324"/>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endParaRPr kumimoji="0" lang="en-US" sz="1600" b="1" i="0" u="none" strike="noStrike" kern="1200" cap="none" spc="0" normalizeH="0" baseline="0" noProof="0">
              <a:ln>
                <a:noFill/>
              </a:ln>
              <a:solidFill>
                <a:srgbClr val="000000"/>
              </a:solidFill>
              <a:effectLst/>
              <a:uLnTx/>
              <a:uFillTx/>
              <a:ea typeface="+mn-ea"/>
              <a:cs typeface="+mn-cs"/>
            </a:endParaRP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b="0" i="0" u="none" strike="noStrike">
                <a:solidFill>
                  <a:srgbClr val="000000"/>
                </a:solidFill>
                <a:effectLst/>
              </a:rPr>
              <a:t>Establish a clear plan how you will leverage Copilot internally to create a credible Customer-Zero story. Identify internal processes that can benefit from Copilot and develop a plan for implementing Copilot internally. Execute and document the transformation journey to showcase own success. The Customer-Zero story builds credibility by showcasing your own internal transformation and success story.</a:t>
            </a:r>
            <a:endParaRPr lang="en-US" sz="1200" b="0" i="0" u="none" strike="noStrike">
              <a:solidFill>
                <a:srgbClr val="000000"/>
              </a:solidFill>
              <a:effectLst/>
            </a:endParaRPr>
          </a:p>
        </p:txBody>
      </p:sp>
      <p:sp>
        <p:nvSpPr>
          <p:cNvPr id="23" name="TextBox 22">
            <a:extLst>
              <a:ext uri="{FF2B5EF4-FFF2-40B4-BE49-F238E27FC236}">
                <a16:creationId xmlns:a16="http://schemas.microsoft.com/office/drawing/2014/main" id="{0B00CE07-CEBC-9D04-01EB-698DAB0E1039}"/>
              </a:ext>
            </a:extLst>
          </p:cNvPr>
          <p:cNvSpPr txBox="1"/>
          <p:nvPr/>
        </p:nvSpPr>
        <p:spPr>
          <a:xfrm>
            <a:off x="4196837" y="4434176"/>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CACDB59E-10C9-B0D0-8E63-B6A8F2A17FC8}"/>
              </a:ext>
            </a:extLst>
          </p:cNvPr>
          <p:cNvSpPr txBox="1"/>
          <p:nvPr/>
        </p:nvSpPr>
        <p:spPr>
          <a:xfrm>
            <a:off x="4233671" y="4726564"/>
            <a:ext cx="6988092"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Identifying internal processes for transformation.</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Developing a comprehensive plan for implementing Copilot internally.</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Executing the implementation plan and documenting the transformation journey.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100">
                <a:solidFill>
                  <a:srgbClr val="000000"/>
                </a:solidFill>
                <a:latin typeface="Segoe UI" panose="020B0502040204020203" pitchFamily="34" charset="0"/>
              </a:rPr>
              <a:t>Capturing business value and ROI of your own transformation.</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Continually tracking usage and monitoring success measures for a successful transformation.</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100">
                <a:solidFill>
                  <a:srgbClr val="000000"/>
                </a:solidFill>
                <a:latin typeface="Segoe UI" panose="020B0502040204020203" pitchFamily="34" charset="0"/>
              </a:rPr>
              <a:t>Leveraging insights to refine, iterate and improve.</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96FA05E9-A6B5-4A8B-4A16-AE03F0F2798A}"/>
              </a:ext>
            </a:extLst>
          </p:cNvPr>
          <p:cNvGraphicFramePr>
            <a:graphicFrameLocks/>
          </p:cNvGraphicFramePr>
          <p:nvPr/>
        </p:nvGraphicFramePr>
        <p:xfrm>
          <a:off x="1161237" y="1976035"/>
          <a:ext cx="2647541" cy="170688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Identify internal processes that can benefit from Copilot</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Develop a plan for implementing Copilot internally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Execute the plan and document the transformation journey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Define the business value of transformation to your organization</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bl>
          </a:graphicData>
        </a:graphic>
      </p:graphicFrame>
    </p:spTree>
    <p:extLst>
      <p:ext uri="{BB962C8B-B14F-4D97-AF65-F5344CB8AC3E}">
        <p14:creationId xmlns:p14="http://schemas.microsoft.com/office/powerpoint/2010/main" val="181778160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04A28D9D-55E8-4BBF-6F1B-8299451BB367}"/>
              </a:ext>
            </a:extLst>
          </p:cNvPr>
          <p:cNvSpPr>
            <a:spLocks noGrp="1"/>
          </p:cNvSpPr>
          <p:nvPr>
            <p:ph sz="quarter" idx="13"/>
          </p:nvPr>
        </p:nvSpPr>
        <p:spPr>
          <a:xfrm>
            <a:off x="610821" y="2988522"/>
            <a:ext cx="11093450" cy="2819233"/>
          </a:xfrm>
        </p:spPr>
        <p:txBody>
          <a:bodyPr/>
          <a:lstStyle/>
          <a:p>
            <a:pPr marL="285750" indent="-285750">
              <a:buFont typeface="Wingdings" panose="05000000000000000000" pitchFamily="2" charset="2"/>
              <a:buChar char="q"/>
            </a:pPr>
            <a:r>
              <a:rPr lang="en-US" sz="1400"/>
              <a:t>Practice capability areas identified</a:t>
            </a:r>
          </a:p>
          <a:p>
            <a:pPr marL="285750" indent="-285750">
              <a:buFont typeface="Wingdings" panose="05000000000000000000" pitchFamily="2" charset="2"/>
              <a:buChar char="q"/>
            </a:pPr>
            <a:r>
              <a:rPr lang="en-US" sz="1400"/>
              <a:t>Resourcing model identified and locked</a:t>
            </a:r>
          </a:p>
          <a:p>
            <a:pPr marL="285750" indent="-285750">
              <a:buFont typeface="Wingdings" panose="05000000000000000000" pitchFamily="2" charset="2"/>
              <a:buChar char="q"/>
            </a:pPr>
            <a:r>
              <a:rPr lang="en-US" sz="1400"/>
              <a:t>Resource skilling plan documented</a:t>
            </a:r>
          </a:p>
          <a:p>
            <a:pPr marL="285750" indent="-285750">
              <a:buFont typeface="Wingdings" panose="05000000000000000000" pitchFamily="2" charset="2"/>
              <a:buChar char="q"/>
            </a:pPr>
            <a:r>
              <a:rPr lang="en-US" sz="1400"/>
              <a:t>GTM strategy defined</a:t>
            </a:r>
          </a:p>
          <a:p>
            <a:pPr marL="285750" indent="-285750">
              <a:buFont typeface="Wingdings" panose="05000000000000000000" pitchFamily="2" charset="2"/>
              <a:buChar char="q"/>
            </a:pPr>
            <a:r>
              <a:rPr lang="en-US" sz="1400"/>
              <a:t>At least two customers identified to pilot the offers and GTM strategy</a:t>
            </a:r>
          </a:p>
          <a:p>
            <a:pPr marL="285750" indent="-285750">
              <a:buFont typeface="Wingdings" panose="05000000000000000000" pitchFamily="2" charset="2"/>
              <a:buChar char="q"/>
            </a:pPr>
            <a:r>
              <a:rPr lang="en-US" sz="1400"/>
              <a:t>Customer zero journey defined</a:t>
            </a:r>
          </a:p>
          <a:p>
            <a:endParaRPr lang="en-US" sz="1400"/>
          </a:p>
          <a:p>
            <a:endParaRPr lang="en-US" sz="1400"/>
          </a:p>
          <a:p>
            <a:endParaRPr lang="en-US" sz="1400"/>
          </a:p>
          <a:p>
            <a:endParaRPr lang="en-US" sz="1400"/>
          </a:p>
        </p:txBody>
      </p:sp>
      <p:sp>
        <p:nvSpPr>
          <p:cNvPr id="17" name="Content Placeholder 16">
            <a:extLst>
              <a:ext uri="{FF2B5EF4-FFF2-40B4-BE49-F238E27FC236}">
                <a16:creationId xmlns:a16="http://schemas.microsoft.com/office/drawing/2014/main" id="{7C5F1CF1-D3D9-5E3F-600B-9B2DA6353172}"/>
              </a:ext>
            </a:extLst>
          </p:cNvPr>
          <p:cNvSpPr>
            <a:spLocks noGrp="1"/>
          </p:cNvSpPr>
          <p:nvPr>
            <p:ph sz="quarter" idx="14"/>
          </p:nvPr>
        </p:nvSpPr>
        <p:spPr>
          <a:xfrm>
            <a:off x="610821" y="2018559"/>
            <a:ext cx="11093450" cy="1128480"/>
          </a:xfrm>
          <a:gradFill flip="none" rotWithShape="1">
            <a:lin ang="2700000" scaled="1"/>
            <a:tileRect/>
          </a:gradFill>
        </p:spPr>
        <p:txBody>
          <a:bodyPr vert="horz" wrap="square" lIns="274320" tIns="137160" rIns="274320" bIns="0" rtlCol="0" anchor="t">
            <a:spAutoFit/>
          </a:bodyPr>
          <a:lstStyle/>
          <a:p>
            <a:r>
              <a:rPr lang="en-US">
                <a:solidFill>
                  <a:schemeClr val="bg1"/>
                </a:solidFill>
                <a:cs typeface="Segoe UI"/>
              </a:rPr>
              <a:t>    30-day Success Measure</a:t>
            </a:r>
          </a:p>
          <a:p>
            <a:pPr>
              <a:lnSpc>
                <a:spcPct val="100000"/>
              </a:lnSpc>
              <a:spcAft>
                <a:spcPts val="0"/>
              </a:spcAft>
            </a:pPr>
            <a:endParaRPr lang="en-US">
              <a:solidFill>
                <a:schemeClr val="bg1"/>
              </a:solidFill>
            </a:endParaRPr>
          </a:p>
        </p:txBody>
      </p:sp>
      <p:sp>
        <p:nvSpPr>
          <p:cNvPr id="13" name="Subtitle 12">
            <a:extLst>
              <a:ext uri="{FF2B5EF4-FFF2-40B4-BE49-F238E27FC236}">
                <a16:creationId xmlns:a16="http://schemas.microsoft.com/office/drawing/2014/main" id="{051E441D-7469-116C-6F69-629BB12E6AE6}"/>
              </a:ext>
            </a:extLst>
          </p:cNvPr>
          <p:cNvSpPr>
            <a:spLocks noGrp="1"/>
          </p:cNvSpPr>
          <p:nvPr>
            <p:ph type="subTitle" idx="1"/>
          </p:nvPr>
        </p:nvSpPr>
        <p:spPr>
          <a:xfrm>
            <a:off x="549275" y="1114564"/>
            <a:ext cx="11089217" cy="738664"/>
          </a:xfrm>
        </p:spPr>
        <p:txBody>
          <a:bodyPr/>
          <a:lstStyle/>
          <a:p>
            <a:r>
              <a:rPr lang="en-US" sz="2400"/>
              <a:t>Achieving these key activities will lay the essential groundwork needed to advance to the next stage, ensuring the team is ready for further development</a:t>
            </a:r>
            <a:endParaRPr lang="en-US" sz="4800"/>
          </a:p>
        </p:txBody>
      </p:sp>
      <p:sp>
        <p:nvSpPr>
          <p:cNvPr id="21" name="Arrow: Right 20">
            <a:extLst>
              <a:ext uri="{FF2B5EF4-FFF2-40B4-BE49-F238E27FC236}">
                <a16:creationId xmlns:a16="http://schemas.microsoft.com/office/drawing/2014/main" id="{9F95221D-2977-78DD-C045-5ABDF426D477}"/>
              </a:ext>
              <a:ext uri="{C183D7F6-B498-43B3-948B-1728B52AA6E4}">
                <adec:decorative xmlns:adec="http://schemas.microsoft.com/office/drawing/2017/decorative" val="1"/>
              </a:ext>
            </a:extLst>
          </p:cNvPr>
          <p:cNvSpPr/>
          <p:nvPr/>
        </p:nvSpPr>
        <p:spPr>
          <a:xfrm>
            <a:off x="8560504" y="2683841"/>
            <a:ext cx="3394890" cy="609362"/>
          </a:xfrm>
          <a:prstGeom prst="rightArrow">
            <a:avLst>
              <a:gd name="adj1" fmla="val 56915"/>
              <a:gd name="adj2" fmla="val 70963"/>
            </a:avLst>
          </a:prstGeom>
          <a:gradFill flip="none" rotWithShape="1">
            <a:gsLst>
              <a:gs pos="0">
                <a:schemeClr val="accent6">
                  <a:alpha val="0"/>
                </a:schemeClr>
              </a:gs>
              <a:gs pos="70000">
                <a:schemeClr val="accent4">
                  <a:lumMod val="75000"/>
                </a:schemeClr>
              </a:gs>
            </a:gsLst>
            <a:lin ang="0" scaled="1"/>
            <a:tileRect/>
          </a:gradFill>
          <a:ln>
            <a:noFill/>
          </a:ln>
          <a:effectLst>
            <a:outerShdw blurRad="292100" sx="102000" sy="102000" algn="ctr"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4">
            <a:extLst>
              <a:ext uri="{FF2B5EF4-FFF2-40B4-BE49-F238E27FC236}">
                <a16:creationId xmlns:a16="http://schemas.microsoft.com/office/drawing/2014/main" id="{32B747A1-BD38-8F8E-8EE9-407A461B7D40}"/>
              </a:ext>
              <a:ext uri="{C183D7F6-B498-43B3-948B-1728B52AA6E4}">
                <adec:decorative xmlns:adec="http://schemas.microsoft.com/office/drawing/2017/decorative" val="1"/>
              </a:ext>
            </a:extLst>
          </p:cNvPr>
          <p:cNvGrpSpPr>
            <a:grpSpLocks noChangeAspect="1"/>
          </p:cNvGrpSpPr>
          <p:nvPr/>
        </p:nvGrpSpPr>
        <p:grpSpPr bwMode="auto">
          <a:xfrm>
            <a:off x="765495" y="2150382"/>
            <a:ext cx="484964" cy="457200"/>
            <a:chOff x="3081" y="3765"/>
            <a:chExt cx="262" cy="247"/>
          </a:xfrm>
          <a:solidFill>
            <a:schemeClr val="bg1"/>
          </a:solidFill>
        </p:grpSpPr>
        <p:sp>
          <p:nvSpPr>
            <p:cNvPr id="7" name="Freeform 5">
              <a:extLst>
                <a:ext uri="{FF2B5EF4-FFF2-40B4-BE49-F238E27FC236}">
                  <a16:creationId xmlns:a16="http://schemas.microsoft.com/office/drawing/2014/main" id="{C005F6B9-D36B-D39D-C158-66156213DDCD}"/>
                </a:ext>
              </a:extLst>
            </p:cNvPr>
            <p:cNvSpPr>
              <a:spLocks/>
            </p:cNvSpPr>
            <p:nvPr/>
          </p:nvSpPr>
          <p:spPr bwMode="auto">
            <a:xfrm>
              <a:off x="3214" y="3822"/>
              <a:ext cx="114" cy="56"/>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1A005EED-AFB8-58BF-E483-052EC593B317}"/>
                </a:ext>
              </a:extLst>
            </p:cNvPr>
            <p:cNvSpPr>
              <a:spLocks/>
            </p:cNvSpPr>
            <p:nvPr/>
          </p:nvSpPr>
          <p:spPr bwMode="auto">
            <a:xfrm>
              <a:off x="3214" y="3895"/>
              <a:ext cx="59" cy="117"/>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5" name="Freeform 7">
              <a:extLst>
                <a:ext uri="{FF2B5EF4-FFF2-40B4-BE49-F238E27FC236}">
                  <a16:creationId xmlns:a16="http://schemas.microsoft.com/office/drawing/2014/main" id="{830AA332-0DBD-3CB5-CFD2-2FE4A2F8C2ED}"/>
                </a:ext>
              </a:extLst>
            </p:cNvPr>
            <p:cNvSpPr>
              <a:spLocks/>
            </p:cNvSpPr>
            <p:nvPr/>
          </p:nvSpPr>
          <p:spPr bwMode="auto">
            <a:xfrm>
              <a:off x="3134" y="3895"/>
              <a:ext cx="60" cy="117"/>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8" name="Freeform 8">
              <a:extLst>
                <a:ext uri="{FF2B5EF4-FFF2-40B4-BE49-F238E27FC236}">
                  <a16:creationId xmlns:a16="http://schemas.microsoft.com/office/drawing/2014/main" id="{97A7004A-35BB-87DF-4713-2700B9501A3A}"/>
                </a:ext>
              </a:extLst>
            </p:cNvPr>
            <p:cNvSpPr>
              <a:spLocks/>
            </p:cNvSpPr>
            <p:nvPr/>
          </p:nvSpPr>
          <p:spPr bwMode="auto">
            <a:xfrm>
              <a:off x="3081" y="3822"/>
              <a:ext cx="114" cy="56"/>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9" name="Freeform 9">
              <a:extLst>
                <a:ext uri="{FF2B5EF4-FFF2-40B4-BE49-F238E27FC236}">
                  <a16:creationId xmlns:a16="http://schemas.microsoft.com/office/drawing/2014/main" id="{C770DB3C-4321-3C74-132A-E474DBC420E2}"/>
                </a:ext>
              </a:extLst>
            </p:cNvPr>
            <p:cNvSpPr>
              <a:spLocks/>
            </p:cNvSpPr>
            <p:nvPr/>
          </p:nvSpPr>
          <p:spPr bwMode="auto">
            <a:xfrm>
              <a:off x="3215" y="3765"/>
              <a:ext cx="46" cy="45"/>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20" name="Freeform 10">
              <a:extLst>
                <a:ext uri="{FF2B5EF4-FFF2-40B4-BE49-F238E27FC236}">
                  <a16:creationId xmlns:a16="http://schemas.microsoft.com/office/drawing/2014/main" id="{8DAB8658-4189-BEFB-6EFF-DDF18345C77F}"/>
                </a:ext>
              </a:extLst>
            </p:cNvPr>
            <p:cNvSpPr>
              <a:spLocks/>
            </p:cNvSpPr>
            <p:nvPr/>
          </p:nvSpPr>
          <p:spPr bwMode="auto">
            <a:xfrm>
              <a:off x="3182" y="3866"/>
              <a:ext cx="46" cy="45"/>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22" name="Freeform 11">
              <a:extLst>
                <a:ext uri="{FF2B5EF4-FFF2-40B4-BE49-F238E27FC236}">
                  <a16:creationId xmlns:a16="http://schemas.microsoft.com/office/drawing/2014/main" id="{C34125E5-A328-E0C1-DD75-8172248F875E}"/>
                </a:ext>
              </a:extLst>
            </p:cNvPr>
            <p:cNvSpPr>
              <a:spLocks/>
            </p:cNvSpPr>
            <p:nvPr/>
          </p:nvSpPr>
          <p:spPr bwMode="auto">
            <a:xfrm>
              <a:off x="3297" y="3885"/>
              <a:ext cx="46" cy="46"/>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spTree>
    <p:extLst>
      <p:ext uri="{BB962C8B-B14F-4D97-AF65-F5344CB8AC3E}">
        <p14:creationId xmlns:p14="http://schemas.microsoft.com/office/powerpoint/2010/main" val="213411377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E69B2-7D94-9FB2-E6B8-45CCA3852A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9EDFB3-0CAF-F91A-1F18-648187BE4B96}"/>
              </a:ext>
            </a:extLst>
          </p:cNvPr>
          <p:cNvSpPr>
            <a:spLocks noGrp="1"/>
          </p:cNvSpPr>
          <p:nvPr>
            <p:ph type="title"/>
          </p:nvPr>
        </p:nvSpPr>
        <p:spPr>
          <a:xfrm>
            <a:off x="549274" y="2557328"/>
            <a:ext cx="4648368" cy="984885"/>
          </a:xfrm>
        </p:spPr>
        <p:txBody>
          <a:bodyPr/>
          <a:lstStyle/>
          <a:p>
            <a:r>
              <a:rPr lang="en-US"/>
              <a:t>Copilot Practice Development Plan</a:t>
            </a:r>
          </a:p>
        </p:txBody>
      </p:sp>
      <p:sp>
        <p:nvSpPr>
          <p:cNvPr id="5" name="Subtitle 4">
            <a:extLst>
              <a:ext uri="{FF2B5EF4-FFF2-40B4-BE49-F238E27FC236}">
                <a16:creationId xmlns:a16="http://schemas.microsoft.com/office/drawing/2014/main" id="{694CCEF5-5CB5-1452-A2CA-90D998888EAF}"/>
              </a:ext>
            </a:extLst>
          </p:cNvPr>
          <p:cNvSpPr>
            <a:spLocks noGrp="1"/>
          </p:cNvSpPr>
          <p:nvPr>
            <p:ph type="subTitle" idx="1"/>
          </p:nvPr>
        </p:nvSpPr>
        <p:spPr>
          <a:xfrm>
            <a:off x="549275" y="3665438"/>
            <a:ext cx="4648368" cy="880241"/>
          </a:xfrm>
        </p:spPr>
        <p:txBody>
          <a:bodyPr/>
          <a:lstStyle/>
          <a:p>
            <a:r>
              <a:rPr lang="en-US"/>
              <a:t>Day 30 to 60</a:t>
            </a:r>
          </a:p>
          <a:p>
            <a:r>
              <a:rPr lang="en-US"/>
              <a:t>“Testing the engine” </a:t>
            </a:r>
          </a:p>
        </p:txBody>
      </p:sp>
    </p:spTree>
    <p:extLst>
      <p:ext uri="{BB962C8B-B14F-4D97-AF65-F5344CB8AC3E}">
        <p14:creationId xmlns:p14="http://schemas.microsoft.com/office/powerpoint/2010/main" val="2820987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46689-9C37-5FF6-7F2E-49FE60F75C4F}"/>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32E7E005-8BD9-BAA2-F5C5-0F731BC4DD1E}"/>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Customer Engagement and Validation</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D3B44C3C-0799-A07D-8CF1-6312EE301D5C}"/>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B43A3229-7C2B-0EE5-5CCF-617178D54E9E}"/>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B539EBBD-0D29-6F29-7CB3-8F8D42823E14}"/>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Customer Engagement and Validation </a:t>
            </a:r>
          </a:p>
        </p:txBody>
      </p:sp>
      <p:sp>
        <p:nvSpPr>
          <p:cNvPr id="18" name="Rectangle: Top Corners Rounded 17">
            <a:extLst>
              <a:ext uri="{FF2B5EF4-FFF2-40B4-BE49-F238E27FC236}">
                <a16:creationId xmlns:a16="http://schemas.microsoft.com/office/drawing/2014/main" id="{F0846B90-A901-AEE7-E4CD-BEA5762AD0C7}"/>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algn="ctr" defTabSz="932472" fontAlgn="base">
              <a:spcBef>
                <a:spcPct val="0"/>
              </a:spcBef>
              <a:spcAft>
                <a:spcPct val="0"/>
              </a:spcAf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CA59031C-0041-0561-343F-923FBBDC20D7}"/>
              </a:ext>
            </a:extLst>
          </p:cNvPr>
          <p:cNvSpPr txBox="1"/>
          <p:nvPr/>
        </p:nvSpPr>
        <p:spPr>
          <a:xfrm>
            <a:off x="4233671" y="1889669"/>
            <a:ext cx="6988093" cy="1846659"/>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endParaRPr kumimoji="0" lang="en-US" sz="1600" b="1" i="0" u="none" strike="noStrike" kern="1200" cap="none" spc="0" normalizeH="0" baseline="0" noProof="0">
              <a:ln>
                <a:noFill/>
              </a:ln>
              <a:solidFill>
                <a:srgbClr val="000000"/>
              </a:solidFill>
              <a:effectLst/>
              <a:uLnTx/>
              <a:uFillTx/>
              <a:ea typeface="+mn-ea"/>
              <a:cs typeface="+mn-cs"/>
            </a:endParaRP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0" i="0" u="none" strike="noStrike">
                <a:solidFill>
                  <a:srgbClr val="000000"/>
                </a:solidFill>
                <a:effectLst/>
              </a:rPr>
              <a:t>I</a:t>
            </a:r>
            <a:r>
              <a:rPr lang="en-US" sz="1600">
                <a:solidFill>
                  <a:srgbClr val="000000"/>
                </a:solidFill>
              </a:rPr>
              <a:t>dentify initial customers with existing entrenched relationships to test the offers and capture learnings</a:t>
            </a:r>
            <a:r>
              <a:rPr lang="en-US" sz="1600" b="0" i="0" u="none" strike="noStrike">
                <a:solidFill>
                  <a:srgbClr val="000000"/>
                </a:solidFill>
                <a:effectLst/>
              </a:rPr>
              <a:t>. </a:t>
            </a:r>
            <a:r>
              <a:rPr lang="en-US" sz="1600">
                <a:solidFill>
                  <a:srgbClr val="000000"/>
                </a:solidFill>
              </a:rPr>
              <a:t>Engage your copilot practice and resources with these customers to deliver services and document learning along the way</a:t>
            </a:r>
            <a:r>
              <a:rPr lang="en-US" sz="1600" b="0" i="0" u="none" strike="noStrike">
                <a:solidFill>
                  <a:srgbClr val="000000"/>
                </a:solidFill>
                <a:effectLst/>
              </a:rPr>
              <a:t>. Use learnings and feedback to iterate and refine your offers to ensure offer-market fit. If required, repeat the test with additional customers to ensure you land with the right recipe of offers for your Copilot practice..</a:t>
            </a:r>
          </a:p>
        </p:txBody>
      </p:sp>
      <p:sp>
        <p:nvSpPr>
          <p:cNvPr id="23" name="TextBox 22">
            <a:extLst>
              <a:ext uri="{FF2B5EF4-FFF2-40B4-BE49-F238E27FC236}">
                <a16:creationId xmlns:a16="http://schemas.microsoft.com/office/drawing/2014/main" id="{798F73E2-30C2-20B8-BA62-4935EE0B0A5D}"/>
              </a:ext>
            </a:extLst>
          </p:cNvPr>
          <p:cNvSpPr txBox="1"/>
          <p:nvPr/>
        </p:nvSpPr>
        <p:spPr>
          <a:xfrm>
            <a:off x="4270575" y="4137746"/>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F72BF119-0E2D-2AC2-F30C-62AB265FE717}"/>
              </a:ext>
            </a:extLst>
          </p:cNvPr>
          <p:cNvSpPr txBox="1"/>
          <p:nvPr/>
        </p:nvSpPr>
        <p:spPr>
          <a:xfrm>
            <a:off x="4267323" y="4430134"/>
            <a:ext cx="6730370"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Identifying customers with existing relationships.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Executing pilot projects with customers.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Capturing the learnings and feedback from these projects.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Refining and updating the offers to capture market reality.</a:t>
            </a:r>
          </a:p>
        </p:txBody>
      </p:sp>
      <p:graphicFrame>
        <p:nvGraphicFramePr>
          <p:cNvPr id="3" name="Content Placeholder 23">
            <a:extLst>
              <a:ext uri="{FF2B5EF4-FFF2-40B4-BE49-F238E27FC236}">
                <a16:creationId xmlns:a16="http://schemas.microsoft.com/office/drawing/2014/main" id="{84B235C4-2920-131F-CFFF-4C5DBAF74BB0}"/>
              </a:ext>
            </a:extLst>
          </p:cNvPr>
          <p:cNvGraphicFramePr>
            <a:graphicFrameLocks/>
          </p:cNvGraphicFramePr>
          <p:nvPr/>
        </p:nvGraphicFramePr>
        <p:xfrm>
          <a:off x="1161237" y="2055449"/>
          <a:ext cx="2647541" cy="94488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Engage with pilot customers to test offers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Capture learnings and feedback</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Iterate and refine the offers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bl>
          </a:graphicData>
        </a:graphic>
      </p:graphicFrame>
    </p:spTree>
    <p:extLst>
      <p:ext uri="{BB962C8B-B14F-4D97-AF65-F5344CB8AC3E}">
        <p14:creationId xmlns:p14="http://schemas.microsoft.com/office/powerpoint/2010/main" val="410299363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65C9B-5011-EA1E-D405-9131B868E622}"/>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CD6A6DE2-9989-7E54-D76C-D2DBEF20D802}"/>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Execute GTM Strategy</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54388DDF-A6B7-C898-A160-C179B6B86F29}"/>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86C712D8-5E09-5959-6114-CEB35268442E}"/>
              </a:ext>
              <a:ext uri="{C183D7F6-B498-43B3-948B-1728B52AA6E4}">
                <adec:decorative xmlns:adec="http://schemas.microsoft.com/office/drawing/2017/decorative" val="1"/>
              </a:ext>
            </a:extLst>
          </p:cNvPr>
          <p:cNvSpPr/>
          <p:nvPr/>
        </p:nvSpPr>
        <p:spPr bwMode="auto">
          <a:xfrm flipV="1">
            <a:off x="4272778" y="1900558"/>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0BC39427-4310-CE87-D4ED-BB189F7EDC06}"/>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Execute GTM Strategy</a:t>
            </a:r>
          </a:p>
        </p:txBody>
      </p:sp>
      <p:sp>
        <p:nvSpPr>
          <p:cNvPr id="18" name="Rectangle: Top Corners Rounded 17">
            <a:extLst>
              <a:ext uri="{FF2B5EF4-FFF2-40B4-BE49-F238E27FC236}">
                <a16:creationId xmlns:a16="http://schemas.microsoft.com/office/drawing/2014/main" id="{BD3BCB31-786F-C34C-8BEA-4328BBAB173C}"/>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937052F6-D39A-239B-DA3E-6794759A8973}"/>
              </a:ext>
            </a:extLst>
          </p:cNvPr>
          <p:cNvSpPr txBox="1"/>
          <p:nvPr/>
        </p:nvSpPr>
        <p:spPr>
          <a:xfrm>
            <a:off x="4233671" y="1889669"/>
            <a:ext cx="6988093" cy="2585323"/>
          </a:xfrm>
          <a:prstGeom prst="rect">
            <a:avLst/>
          </a:prstGeom>
          <a:noFill/>
        </p:spPr>
        <p:txBody>
          <a:bodyPr wrap="square" lIns="91440" tIns="0" rIns="91440" bIns="45720" anchor="t">
            <a:spAutoFit/>
          </a:bodyPr>
          <a:lstStyle/>
          <a:p>
            <a:pPr marL="0" indent="0" algn="l" rtl="0" eaLnBrk="1" latinLnBrk="0" hangingPunct="1">
              <a:spcBef>
                <a:spcPts val="600"/>
              </a:spcBef>
              <a:buNone/>
            </a:pPr>
            <a:r>
              <a:rPr lang="en-US" sz="1600" b="1">
                <a:solidFill>
                  <a:srgbClr val="000000"/>
                </a:solidFill>
                <a:effectLst/>
                <a:latin typeface="Segoe UI" panose="020B0502040204020203" pitchFamily="34" charset="0"/>
              </a:rPr>
              <a:t>Scope</a:t>
            </a:r>
            <a:endParaRPr lang="en-US" sz="1600">
              <a:solidFill>
                <a:srgbClr val="000000"/>
              </a:solidFill>
              <a:effectLst/>
              <a:latin typeface="Segoe UI" panose="020B0502040204020203" pitchFamily="34" charset="0"/>
            </a:endParaRPr>
          </a:p>
          <a:p>
            <a:pPr>
              <a:spcBef>
                <a:spcPts val="600"/>
              </a:spcBef>
            </a:pPr>
            <a:r>
              <a:rPr lang="en-US" sz="1600">
                <a:solidFill>
                  <a:srgbClr val="000000"/>
                </a:solidFill>
                <a:effectLst/>
                <a:latin typeface="Segoe UI"/>
                <a:cs typeface="Segoe UI"/>
              </a:rPr>
              <a:t>Trial your GTM strategy by </a:t>
            </a:r>
            <a:r>
              <a:rPr lang="en-US" sz="1600">
                <a:solidFill>
                  <a:srgbClr val="000000"/>
                </a:solidFill>
                <a:latin typeface="Segoe UI"/>
                <a:cs typeface="Segoe UI"/>
              </a:rPr>
              <a:t>executing the plan in a sample cohort of customers. </a:t>
            </a:r>
            <a:r>
              <a:rPr lang="en-US" sz="1600">
                <a:solidFill>
                  <a:srgbClr val="000000"/>
                </a:solidFill>
                <a:effectLst/>
                <a:latin typeface="Segoe UI"/>
                <a:cs typeface="Segoe UI"/>
              </a:rPr>
              <a:t>Start by building your expertise to understand your target customer segments and industries. Use your insights to identify the key AI </a:t>
            </a:r>
            <a:r>
              <a:rPr lang="en-US" sz="1600">
                <a:solidFill>
                  <a:srgbClr val="000000"/>
                </a:solidFill>
                <a:ea typeface="+mn-lt"/>
                <a:cs typeface="+mn-lt"/>
                <a:hlinkClick r:id="rId3"/>
              </a:rPr>
              <a:t>use cases</a:t>
            </a:r>
            <a:r>
              <a:rPr lang="en-US" sz="1600">
                <a:solidFill>
                  <a:srgbClr val="000000"/>
                </a:solidFill>
                <a:ea typeface="+mn-lt"/>
                <a:cs typeface="+mn-lt"/>
              </a:rPr>
              <a:t> that</a:t>
            </a:r>
            <a:r>
              <a:rPr lang="en-US" sz="1600">
                <a:solidFill>
                  <a:srgbClr val="000000"/>
                </a:solidFill>
                <a:effectLst/>
                <a:latin typeface="Segoe UI"/>
                <a:cs typeface="Segoe UI"/>
              </a:rPr>
              <a:t> meet the needs and challenges of these customers and develop initial AI solutions that addresses them. Host webinars or deliver 1:1 customer pitches/demos to present these solutions to a target group of customers, thereby generating interest and building your pipeline. Check back against the requirements for Copilot Specialization and the plan to achieving the specialization.</a:t>
            </a:r>
            <a:endParaRPr lang="en-US" sz="1600">
              <a:cs typeface="Segoe UI"/>
            </a:endParaRPr>
          </a:p>
        </p:txBody>
      </p:sp>
      <p:sp>
        <p:nvSpPr>
          <p:cNvPr id="23" name="TextBox 22">
            <a:extLst>
              <a:ext uri="{FF2B5EF4-FFF2-40B4-BE49-F238E27FC236}">
                <a16:creationId xmlns:a16="http://schemas.microsoft.com/office/drawing/2014/main" id="{9EF2BA91-1092-F03E-A611-C43C2C46E89C}"/>
              </a:ext>
            </a:extLst>
          </p:cNvPr>
          <p:cNvSpPr txBox="1"/>
          <p:nvPr/>
        </p:nvSpPr>
        <p:spPr>
          <a:xfrm>
            <a:off x="4270575" y="4608595"/>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AE05E0AD-C5C6-0BDF-B706-645A286D1EAD}"/>
              </a:ext>
            </a:extLst>
          </p:cNvPr>
          <p:cNvSpPr txBox="1"/>
          <p:nvPr/>
        </p:nvSpPr>
        <p:spPr>
          <a:xfrm>
            <a:off x="4233671" y="4900983"/>
            <a:ext cx="6797674"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Cultivating knowledge about customers and </a:t>
            </a:r>
            <a:r>
              <a:rPr lang="en-US" sz="1200">
                <a:solidFill>
                  <a:srgbClr val="000000"/>
                </a:solidFill>
                <a:latin typeface="Segoe UI" panose="020B0502040204020203" pitchFamily="34" charset="0"/>
                <a:hlinkClick r:id="rId4"/>
              </a:rPr>
              <a:t>AI trends</a:t>
            </a:r>
            <a:r>
              <a:rPr lang="en-US" sz="1200">
                <a:solidFill>
                  <a:srgbClr val="000000"/>
                </a:solidFill>
                <a:latin typeface="Segoe UI" panose="020B0502040204020203" pitchFamily="34" charset="0"/>
              </a:rPr>
              <a:t>.</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Conducting market research and leveraging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5"/>
              </a:rPr>
              <a:t>Microsoft resources</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Identifying customer pain points and industry needs.</a:t>
            </a:r>
            <a:endPar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Ideating and developing AI solutions for high-value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6"/>
              </a:rPr>
              <a:t>functional scenarios</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Demonstrating solutions to customers. </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3124A738-3DF9-1E99-0932-3A05B33A9E68}"/>
              </a:ext>
            </a:extLst>
          </p:cNvPr>
          <p:cNvGraphicFramePr>
            <a:graphicFrameLocks/>
          </p:cNvGraphicFramePr>
          <p:nvPr/>
        </p:nvGraphicFramePr>
        <p:xfrm>
          <a:off x="1161237" y="1998849"/>
          <a:ext cx="2647541" cy="111252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Develop insights into target customer segments and industries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Develop initial AI solutions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Demonstrate solutions to target customers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bl>
          </a:graphicData>
        </a:graphic>
      </p:graphicFrame>
    </p:spTree>
    <p:extLst>
      <p:ext uri="{BB962C8B-B14F-4D97-AF65-F5344CB8AC3E}">
        <p14:creationId xmlns:p14="http://schemas.microsoft.com/office/powerpoint/2010/main" val="1628368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722A5-7B0F-DE52-1596-FF93BA869124}"/>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EBF89B2F-E2EF-D3B5-9CBA-1FC6D1433145}"/>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Develop Pipeline</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4524D167-0973-3C49-2F33-CECA1E74E20A}"/>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E6AECC3A-061B-9967-3A1B-CDEC7043A65E}"/>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900B806C-C547-D5C6-CB09-83AE6C004A37}"/>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Develop Pipeline</a:t>
            </a:r>
          </a:p>
        </p:txBody>
      </p:sp>
      <p:sp>
        <p:nvSpPr>
          <p:cNvPr id="18" name="Rectangle: Top Corners Rounded 17">
            <a:extLst>
              <a:ext uri="{FF2B5EF4-FFF2-40B4-BE49-F238E27FC236}">
                <a16:creationId xmlns:a16="http://schemas.microsoft.com/office/drawing/2014/main" id="{975105B3-FF88-E574-E428-D4F0FE0A36EB}"/>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B76CE212-3998-DF43-51A7-559545F61922}"/>
              </a:ext>
            </a:extLst>
          </p:cNvPr>
          <p:cNvSpPr txBox="1"/>
          <p:nvPr/>
        </p:nvSpPr>
        <p:spPr>
          <a:xfrm>
            <a:off x="4233671" y="1889669"/>
            <a:ext cx="6988093" cy="1846659"/>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endParaRPr kumimoji="0" lang="en-US" sz="1600" b="1" i="0" u="none" strike="noStrike" kern="1200" cap="none" spc="0" normalizeH="0" baseline="0" noProof="0">
              <a:ln>
                <a:noFill/>
              </a:ln>
              <a:solidFill>
                <a:srgbClr val="000000"/>
              </a:solidFill>
              <a:effectLst/>
              <a:uLnTx/>
              <a:uFillTx/>
              <a:ea typeface="+mn-ea"/>
              <a:cs typeface="+mn-cs"/>
            </a:endParaRP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0" i="0" u="none" strike="noStrike">
                <a:solidFill>
                  <a:srgbClr val="000000"/>
                </a:solidFill>
                <a:effectLst/>
              </a:rPr>
              <a:t>Start with developing the marketing assets that you can leverage in your marketing activities to bring customers into the funnel. Leverage marketing assets provided by Microsoft to build a comprehensive strategy for customer targeting. Develop a marketing plan that brings customers to the top of funnel and activate the sales team to engage with these customers on Copilot solution selling.</a:t>
            </a:r>
          </a:p>
        </p:txBody>
      </p:sp>
      <p:sp>
        <p:nvSpPr>
          <p:cNvPr id="23" name="TextBox 22">
            <a:extLst>
              <a:ext uri="{FF2B5EF4-FFF2-40B4-BE49-F238E27FC236}">
                <a16:creationId xmlns:a16="http://schemas.microsoft.com/office/drawing/2014/main" id="{EA916B16-D2DF-9AA8-7F3D-F44C154A18AB}"/>
              </a:ext>
            </a:extLst>
          </p:cNvPr>
          <p:cNvSpPr txBox="1"/>
          <p:nvPr/>
        </p:nvSpPr>
        <p:spPr>
          <a:xfrm>
            <a:off x="4270575" y="4137746"/>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7B2E3185-6B02-F38E-F6E1-ABF94BBF9481}"/>
              </a:ext>
            </a:extLst>
          </p:cNvPr>
          <p:cNvSpPr txBox="1"/>
          <p:nvPr/>
        </p:nvSpPr>
        <p:spPr>
          <a:xfrm>
            <a:off x="4233671" y="4430134"/>
            <a:ext cx="6797674"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Leveraging your existing marketing expertise</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Harnessing </a:t>
            </a:r>
            <a:r>
              <a:rPr lang="en-US" sz="1200">
                <a:solidFill>
                  <a:srgbClr val="000000"/>
                </a:solidFill>
                <a:latin typeface="Segoe UI" panose="020B0502040204020203" pitchFamily="34" charset="0"/>
                <a:hlinkClick r:id="rId3"/>
              </a:rPr>
              <a:t>Microsoft provided marketings assets</a:t>
            </a:r>
            <a:r>
              <a:rPr lang="en-US" sz="1200">
                <a:solidFill>
                  <a:srgbClr val="000000"/>
                </a:solidFill>
                <a:latin typeface="Segoe UI" panose="020B0502040204020203" pitchFamily="34" charset="0"/>
              </a:rPr>
              <a:t> </a:t>
            </a:r>
            <a:endPar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Upskilling sales teams on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4"/>
              </a:rPr>
              <a:t>AI solution selling</a:t>
            </a:r>
            <a:endPar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Leveraging marketing assets to execute campaigns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Activating sales teams for lead to opportunity conversion.</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792353EB-3645-A98D-AE4F-490033CF9C28}"/>
              </a:ext>
            </a:extLst>
          </p:cNvPr>
          <p:cNvGraphicFramePr>
            <a:graphicFrameLocks/>
          </p:cNvGraphicFramePr>
          <p:nvPr/>
        </p:nvGraphicFramePr>
        <p:xfrm>
          <a:off x="1190296" y="2072640"/>
          <a:ext cx="2647541" cy="163068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Develop marketing assets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Create marketing plan to define top of funnel activities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Execute marketing campaigns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Activate sales to convert leads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18236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Create sales assets to support opportunity closure</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6321532"/>
                  </a:ext>
                </a:extLst>
              </a:tr>
            </a:tbl>
          </a:graphicData>
        </a:graphic>
      </p:graphicFrame>
    </p:spTree>
    <p:extLst>
      <p:ext uri="{BB962C8B-B14F-4D97-AF65-F5344CB8AC3E}">
        <p14:creationId xmlns:p14="http://schemas.microsoft.com/office/powerpoint/2010/main" val="384838871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E8A28-CFD3-9A2E-699D-F4AC365EA04D}"/>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A49A5138-DB69-6F09-9F6A-4183E5915CBA}"/>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Initiate Co-sell Activation</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852CD983-6144-FE85-9077-C7E1E9A38A3F}"/>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0AC99413-D065-B1AD-448D-7088CE42D458}"/>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D62CDA74-415D-26D8-4D18-341259FF99E9}"/>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Initiate Co-sell Activation</a:t>
            </a:r>
          </a:p>
        </p:txBody>
      </p:sp>
      <p:sp>
        <p:nvSpPr>
          <p:cNvPr id="18" name="Rectangle: Top Corners Rounded 17">
            <a:extLst>
              <a:ext uri="{FF2B5EF4-FFF2-40B4-BE49-F238E27FC236}">
                <a16:creationId xmlns:a16="http://schemas.microsoft.com/office/drawing/2014/main" id="{EDA9CDCE-BBB7-4491-E715-0325192BF8F9}"/>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4A64B6D6-5CEE-BF4B-6323-FCED35597EAE}"/>
              </a:ext>
            </a:extLst>
          </p:cNvPr>
          <p:cNvSpPr txBox="1"/>
          <p:nvPr/>
        </p:nvSpPr>
        <p:spPr>
          <a:xfrm>
            <a:off x="4233671" y="1889669"/>
            <a:ext cx="6988093" cy="2092881"/>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endParaRPr kumimoji="0" lang="en-US" sz="1600" b="1" i="0" u="none" strike="noStrike" kern="1200" cap="none" spc="0" normalizeH="0" baseline="0" noProof="0">
              <a:ln>
                <a:noFill/>
              </a:ln>
              <a:solidFill>
                <a:srgbClr val="000000"/>
              </a:solidFill>
              <a:effectLst/>
              <a:uLnTx/>
              <a:uFillTx/>
              <a:ea typeface="+mn-ea"/>
              <a:cs typeface="+mn-cs"/>
            </a:endParaRP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0" i="0" u="none" strike="noStrike">
                <a:solidFill>
                  <a:srgbClr val="000000"/>
                </a:solidFill>
                <a:effectLst/>
              </a:rPr>
              <a:t>Expa</a:t>
            </a:r>
            <a:r>
              <a:rPr lang="en-US" sz="1600">
                <a:solidFill>
                  <a:srgbClr val="000000"/>
                </a:solidFill>
              </a:rPr>
              <a:t>nd your reach and impact by activating co-sell through the Microsoft ecosystem. Start by understanding the Microsoft sales methodology (MCEM), how each stage of the sales lifecycle operates and creates a feedback loop for growth and expansion of the account. Create relationships within the Microsoft seller ecosystem and create credibility by showcasing your capabilities. Participate in deals and help the sellers close to be mentioned in win-wires and internal Microsoft communications.</a:t>
            </a:r>
            <a:endParaRPr lang="en-US" sz="1600" b="0" i="0" u="none" strike="noStrike">
              <a:solidFill>
                <a:srgbClr val="000000"/>
              </a:solidFill>
              <a:effectLst/>
            </a:endParaRPr>
          </a:p>
        </p:txBody>
      </p:sp>
      <p:sp>
        <p:nvSpPr>
          <p:cNvPr id="23" name="TextBox 22">
            <a:extLst>
              <a:ext uri="{FF2B5EF4-FFF2-40B4-BE49-F238E27FC236}">
                <a16:creationId xmlns:a16="http://schemas.microsoft.com/office/drawing/2014/main" id="{EE4558B2-E801-C76A-8316-7905B9BEBB40}"/>
              </a:ext>
            </a:extLst>
          </p:cNvPr>
          <p:cNvSpPr txBox="1"/>
          <p:nvPr/>
        </p:nvSpPr>
        <p:spPr>
          <a:xfrm>
            <a:off x="4233671" y="4180173"/>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BD02A02D-16AE-BAD2-6340-7ABDF4674E86}"/>
              </a:ext>
            </a:extLst>
          </p:cNvPr>
          <p:cNvSpPr txBox="1"/>
          <p:nvPr/>
        </p:nvSpPr>
        <p:spPr>
          <a:xfrm>
            <a:off x="4233671" y="4430134"/>
            <a:ext cx="6988092"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Understanding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3"/>
              </a:rPr>
              <a:t>strategic priorities</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 of Microsoft</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Understanding Microsoft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3"/>
              </a:rPr>
              <a:t>investments</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 available to support your success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Building your knowledge of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hlinkClick r:id="rId4"/>
              </a:rPr>
              <a:t>Microsoft sales methodology</a:t>
            </a:r>
            <a:endPar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Building credibility with sellers by showcasing your solutions and customer engagements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Helping in closing deals and demonstrating your expertise</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671C3ACE-0868-FE8A-0C2C-6E6DBE7D1CFE}"/>
              </a:ext>
            </a:extLst>
          </p:cNvPr>
          <p:cNvGraphicFramePr>
            <a:graphicFrameLocks/>
          </p:cNvGraphicFramePr>
          <p:nvPr/>
        </p:nvGraphicFramePr>
        <p:xfrm>
          <a:off x="1161237" y="2052694"/>
          <a:ext cx="2647541" cy="170688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Foster relationships with Microsoft seller ecosystem</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Understand Microsoft Sales methodology (MCEM)</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Create assets and case studies that showcase capability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marR="0" lvl="0" indent="-171450" algn="l" defTabSz="932742"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100" b="0" u="none">
                          <a:solidFill>
                            <a:schemeClr val="tx1"/>
                          </a:solidFill>
                          <a:latin typeface="+mn-lt"/>
                        </a:rPr>
                        <a:t>Work with sellers to identify customer opportunities to work on</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8718873"/>
                  </a:ext>
                </a:extLst>
              </a:tr>
            </a:tbl>
          </a:graphicData>
        </a:graphic>
      </p:graphicFrame>
    </p:spTree>
    <p:extLst>
      <p:ext uri="{BB962C8B-B14F-4D97-AF65-F5344CB8AC3E}">
        <p14:creationId xmlns:p14="http://schemas.microsoft.com/office/powerpoint/2010/main" val="296556468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8F8B8-FBBB-7B7D-C5B9-D1FB37D4B0EB}"/>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896B322D-E551-8B9A-07B7-4B317B9417D7}"/>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Implement Customer Zero Journey</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7B74497C-053D-6285-F6F9-02430AAF509D}"/>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BACFEBCC-EF00-913F-BE30-6B630DB87211}"/>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DBC1F94E-E1A5-D964-9476-73E261AC77DC}"/>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Implement Customer Zero Journey</a:t>
            </a:r>
          </a:p>
        </p:txBody>
      </p:sp>
      <p:sp>
        <p:nvSpPr>
          <p:cNvPr id="18" name="Rectangle: Top Corners Rounded 17">
            <a:extLst>
              <a:ext uri="{FF2B5EF4-FFF2-40B4-BE49-F238E27FC236}">
                <a16:creationId xmlns:a16="http://schemas.microsoft.com/office/drawing/2014/main" id="{886D66CD-EEE6-B305-F40D-84D68D57D5C8}"/>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7068B7E6-B4F7-C67B-80FE-A9E69B84EBDF}"/>
              </a:ext>
            </a:extLst>
          </p:cNvPr>
          <p:cNvSpPr txBox="1"/>
          <p:nvPr/>
        </p:nvSpPr>
        <p:spPr>
          <a:xfrm>
            <a:off x="4233671" y="1889669"/>
            <a:ext cx="6988093" cy="1846659"/>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endParaRPr kumimoji="0" lang="en-US" sz="1600" b="1" i="0" u="none" strike="noStrike" kern="1200" cap="none" spc="0" normalizeH="0" baseline="0" noProof="0">
              <a:ln>
                <a:noFill/>
              </a:ln>
              <a:solidFill>
                <a:srgbClr val="000000"/>
              </a:solidFill>
              <a:effectLst/>
              <a:uLnTx/>
              <a:uFillTx/>
              <a:ea typeface="+mn-ea"/>
              <a:cs typeface="+mn-cs"/>
            </a:endParaRPr>
          </a:p>
          <a:p>
            <a:pPr marL="0" marR="0" lvl="3"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a:solidFill>
                  <a:srgbClr val="000000"/>
                </a:solidFill>
              </a:rPr>
              <a:t>Build credibility with your customers by eating the food that you sell, by transforming your own business through Copilot before helping customers to transform their businesses and trusting you with this transformation. Document learnings from your transformation and understand challenges and best practices of transformation. Leverage your own internal story with customers to build trust and credibility.</a:t>
            </a:r>
            <a:endParaRPr lang="en-US" sz="1600" b="0" i="0" u="none" strike="noStrike">
              <a:solidFill>
                <a:srgbClr val="000000"/>
              </a:solidFill>
              <a:effectLst/>
            </a:endParaRPr>
          </a:p>
        </p:txBody>
      </p:sp>
      <p:sp>
        <p:nvSpPr>
          <p:cNvPr id="23" name="TextBox 22">
            <a:extLst>
              <a:ext uri="{FF2B5EF4-FFF2-40B4-BE49-F238E27FC236}">
                <a16:creationId xmlns:a16="http://schemas.microsoft.com/office/drawing/2014/main" id="{EBB39B45-2254-C06A-6282-F27FDEEF55AE}"/>
              </a:ext>
            </a:extLst>
          </p:cNvPr>
          <p:cNvSpPr txBox="1"/>
          <p:nvPr/>
        </p:nvSpPr>
        <p:spPr>
          <a:xfrm>
            <a:off x="4233671" y="4097609"/>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35FC10E9-9AEC-6478-A2F6-B8E6AB984F7B}"/>
              </a:ext>
            </a:extLst>
          </p:cNvPr>
          <p:cNvSpPr txBox="1"/>
          <p:nvPr/>
        </p:nvSpPr>
        <p:spPr>
          <a:xfrm>
            <a:off x="4233671" y="4430134"/>
            <a:ext cx="6988092"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Identifying internal processes that can benefit from Copilot and developing a plan for implementing Copilot internally.</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Executing the plan and documenting the transformation journey to create a credible Customer-Zero story.</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Showcasing success stories to demonstrate the practical benefits and business value of Copilot to potential customers.</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8B2F38C4-F5FD-849F-0A03-191FC6CF22CE}"/>
              </a:ext>
            </a:extLst>
          </p:cNvPr>
          <p:cNvGraphicFramePr>
            <a:graphicFrameLocks/>
          </p:cNvGraphicFramePr>
          <p:nvPr/>
        </p:nvGraphicFramePr>
        <p:xfrm>
          <a:off x="1161237" y="2072640"/>
          <a:ext cx="2647541" cy="196596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Rollout the transformation to functions and departments planned</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Document learnings and best practices from internal rollout</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Measure and document success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Refine the customer zero execution plan, if required</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6217991"/>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Initiate documenting customer zero case study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5745797"/>
                  </a:ext>
                </a:extLst>
              </a:tr>
            </a:tbl>
          </a:graphicData>
        </a:graphic>
      </p:graphicFrame>
    </p:spTree>
    <p:extLst>
      <p:ext uri="{BB962C8B-B14F-4D97-AF65-F5344CB8AC3E}">
        <p14:creationId xmlns:p14="http://schemas.microsoft.com/office/powerpoint/2010/main" val="238325364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04A28D9D-55E8-4BBF-6F1B-8299451BB367}"/>
              </a:ext>
            </a:extLst>
          </p:cNvPr>
          <p:cNvSpPr>
            <a:spLocks noGrp="1"/>
          </p:cNvSpPr>
          <p:nvPr>
            <p:ph sz="quarter" idx="13"/>
          </p:nvPr>
        </p:nvSpPr>
        <p:spPr>
          <a:xfrm>
            <a:off x="610821" y="2988522"/>
            <a:ext cx="11093450" cy="3077766"/>
          </a:xfrm>
        </p:spPr>
        <p:txBody>
          <a:bodyPr/>
          <a:lstStyle/>
          <a:p>
            <a:pPr marL="285750" indent="-285750">
              <a:buFont typeface="Wingdings" panose="05000000000000000000" pitchFamily="2" charset="2"/>
              <a:buChar char="q"/>
            </a:pPr>
            <a:r>
              <a:rPr lang="en-US" sz="1400"/>
              <a:t>Completed at least 2 pilot engagements with document learnings</a:t>
            </a:r>
          </a:p>
          <a:p>
            <a:pPr marL="285750" indent="-285750">
              <a:buFont typeface="Wingdings" panose="05000000000000000000" pitchFamily="2" charset="2"/>
              <a:buChar char="q"/>
            </a:pPr>
            <a:r>
              <a:rPr lang="en-US" sz="1400"/>
              <a:t>At least one marketing campaign executed</a:t>
            </a:r>
          </a:p>
          <a:p>
            <a:pPr marL="285750" indent="-285750">
              <a:buFont typeface="Wingdings" panose="05000000000000000000" pitchFamily="2" charset="2"/>
              <a:buChar char="q"/>
            </a:pPr>
            <a:r>
              <a:rPr lang="en-US" sz="1400"/>
              <a:t>At least 2 customer pitches completed</a:t>
            </a:r>
          </a:p>
          <a:p>
            <a:pPr marL="285750" indent="-285750">
              <a:buFont typeface="Wingdings" panose="05000000000000000000" pitchFamily="2" charset="2"/>
              <a:buChar char="q"/>
            </a:pPr>
            <a:r>
              <a:rPr lang="en-US" sz="1400"/>
              <a:t>At least one customer opportunity identified and handed-off to sales</a:t>
            </a:r>
          </a:p>
          <a:p>
            <a:pPr marL="285750" indent="-285750">
              <a:buFont typeface="Wingdings" panose="05000000000000000000" pitchFamily="2" charset="2"/>
              <a:buChar char="q"/>
            </a:pPr>
            <a:r>
              <a:rPr lang="en-US" sz="1400"/>
              <a:t>Engaged in at least one Microsoft sales opportunity</a:t>
            </a:r>
          </a:p>
          <a:p>
            <a:pPr marL="285750" indent="-285750">
              <a:buFont typeface="Wingdings" panose="05000000000000000000" pitchFamily="2" charset="2"/>
              <a:buChar char="q"/>
            </a:pPr>
            <a:r>
              <a:rPr lang="en-US" sz="1400"/>
              <a:t>Customer zero AI transformation rollout completed for at least 2 functions</a:t>
            </a:r>
          </a:p>
          <a:p>
            <a:endParaRPr lang="en-US" sz="1400"/>
          </a:p>
          <a:p>
            <a:endParaRPr lang="en-US" sz="1400"/>
          </a:p>
          <a:p>
            <a:endParaRPr lang="en-US" sz="1400"/>
          </a:p>
          <a:p>
            <a:endParaRPr lang="en-US" sz="1400"/>
          </a:p>
          <a:p>
            <a:endParaRPr lang="en-US" sz="1400"/>
          </a:p>
        </p:txBody>
      </p:sp>
      <p:sp>
        <p:nvSpPr>
          <p:cNvPr id="17" name="Content Placeholder 16">
            <a:extLst>
              <a:ext uri="{FF2B5EF4-FFF2-40B4-BE49-F238E27FC236}">
                <a16:creationId xmlns:a16="http://schemas.microsoft.com/office/drawing/2014/main" id="{7C5F1CF1-D3D9-5E3F-600B-9B2DA6353172}"/>
              </a:ext>
            </a:extLst>
          </p:cNvPr>
          <p:cNvSpPr>
            <a:spLocks noGrp="1"/>
          </p:cNvSpPr>
          <p:nvPr>
            <p:ph sz="quarter" idx="14"/>
          </p:nvPr>
        </p:nvSpPr>
        <p:spPr>
          <a:xfrm>
            <a:off x="610821" y="2018559"/>
            <a:ext cx="11093450" cy="1128480"/>
          </a:xfrm>
          <a:gradFill flip="none" rotWithShape="1">
            <a:lin ang="2700000" scaled="1"/>
            <a:tileRect/>
          </a:gradFill>
        </p:spPr>
        <p:txBody>
          <a:bodyPr/>
          <a:lstStyle/>
          <a:p>
            <a:pPr>
              <a:lnSpc>
                <a:spcPct val="100000"/>
              </a:lnSpc>
              <a:spcAft>
                <a:spcPts val="0"/>
              </a:spcAft>
            </a:pPr>
            <a:r>
              <a:rPr lang="en-US">
                <a:solidFill>
                  <a:schemeClr val="bg1"/>
                </a:solidFill>
              </a:rPr>
              <a:t>    60-day Success Measure</a:t>
            </a:r>
          </a:p>
          <a:p>
            <a:pPr>
              <a:lnSpc>
                <a:spcPct val="100000"/>
              </a:lnSpc>
              <a:spcAft>
                <a:spcPts val="0"/>
              </a:spcAft>
            </a:pPr>
            <a:endParaRPr lang="en-US">
              <a:solidFill>
                <a:schemeClr val="bg1"/>
              </a:solidFill>
            </a:endParaRPr>
          </a:p>
        </p:txBody>
      </p:sp>
      <p:sp>
        <p:nvSpPr>
          <p:cNvPr id="13" name="Subtitle 12">
            <a:extLst>
              <a:ext uri="{FF2B5EF4-FFF2-40B4-BE49-F238E27FC236}">
                <a16:creationId xmlns:a16="http://schemas.microsoft.com/office/drawing/2014/main" id="{051E441D-7469-116C-6F69-629BB12E6AE6}"/>
              </a:ext>
            </a:extLst>
          </p:cNvPr>
          <p:cNvSpPr>
            <a:spLocks noGrp="1"/>
          </p:cNvSpPr>
          <p:nvPr>
            <p:ph type="subTitle" idx="1"/>
          </p:nvPr>
        </p:nvSpPr>
        <p:spPr>
          <a:xfrm>
            <a:off x="549275" y="1114564"/>
            <a:ext cx="11089217" cy="738664"/>
          </a:xfrm>
        </p:spPr>
        <p:txBody>
          <a:bodyPr/>
          <a:lstStyle/>
          <a:p>
            <a:r>
              <a:rPr lang="en-US" sz="2400"/>
              <a:t>Successfully completing these milestones will equip the team with the essential tools and strategies to a co-sell ready practice</a:t>
            </a:r>
            <a:endParaRPr lang="en-US" sz="4800"/>
          </a:p>
        </p:txBody>
      </p:sp>
      <p:sp>
        <p:nvSpPr>
          <p:cNvPr id="21" name="Arrow: Right 20">
            <a:extLst>
              <a:ext uri="{FF2B5EF4-FFF2-40B4-BE49-F238E27FC236}">
                <a16:creationId xmlns:a16="http://schemas.microsoft.com/office/drawing/2014/main" id="{9F95221D-2977-78DD-C045-5ABDF426D477}"/>
              </a:ext>
              <a:ext uri="{C183D7F6-B498-43B3-948B-1728B52AA6E4}">
                <adec:decorative xmlns:adec="http://schemas.microsoft.com/office/drawing/2017/decorative" val="1"/>
              </a:ext>
            </a:extLst>
          </p:cNvPr>
          <p:cNvSpPr/>
          <p:nvPr/>
        </p:nvSpPr>
        <p:spPr>
          <a:xfrm>
            <a:off x="8560504" y="2683841"/>
            <a:ext cx="3394890" cy="609362"/>
          </a:xfrm>
          <a:prstGeom prst="rightArrow">
            <a:avLst>
              <a:gd name="adj1" fmla="val 56915"/>
              <a:gd name="adj2" fmla="val 70963"/>
            </a:avLst>
          </a:prstGeom>
          <a:gradFill flip="none" rotWithShape="1">
            <a:gsLst>
              <a:gs pos="0">
                <a:schemeClr val="accent6">
                  <a:alpha val="0"/>
                </a:schemeClr>
              </a:gs>
              <a:gs pos="70000">
                <a:schemeClr val="accent4">
                  <a:lumMod val="75000"/>
                </a:schemeClr>
              </a:gs>
            </a:gsLst>
            <a:lin ang="0" scaled="1"/>
            <a:tileRect/>
          </a:gradFill>
          <a:ln>
            <a:noFill/>
          </a:ln>
          <a:effectLst>
            <a:outerShdw blurRad="292100" sx="102000" sy="102000" algn="ctr"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49CB2C56-B64E-3CA1-8B56-BCF95B7393D4}"/>
              </a:ext>
              <a:ext uri="{C183D7F6-B498-43B3-948B-1728B52AA6E4}">
                <adec:decorative xmlns:adec="http://schemas.microsoft.com/office/drawing/2017/decorative" val="1"/>
              </a:ext>
            </a:extLst>
          </p:cNvPr>
          <p:cNvGrpSpPr>
            <a:grpSpLocks noChangeAspect="1"/>
          </p:cNvGrpSpPr>
          <p:nvPr/>
        </p:nvGrpSpPr>
        <p:grpSpPr>
          <a:xfrm>
            <a:off x="852775" y="2272457"/>
            <a:ext cx="364600" cy="311080"/>
            <a:chOff x="457176" y="2346640"/>
            <a:chExt cx="257811" cy="219967"/>
          </a:xfrm>
          <a:solidFill>
            <a:schemeClr val="bg1"/>
          </a:solidFill>
        </p:grpSpPr>
        <p:sp>
          <p:nvSpPr>
            <p:cNvPr id="4" name="Freeform 25">
              <a:extLst>
                <a:ext uri="{FF2B5EF4-FFF2-40B4-BE49-F238E27FC236}">
                  <a16:creationId xmlns:a16="http://schemas.microsoft.com/office/drawing/2014/main" id="{6CD85781-7A1D-2A38-B86A-52FB2E0988F5}"/>
                </a:ext>
              </a:extLst>
            </p:cNvPr>
            <p:cNvSpPr>
              <a:spLocks/>
            </p:cNvSpPr>
            <p:nvPr/>
          </p:nvSpPr>
          <p:spPr bwMode="auto">
            <a:xfrm>
              <a:off x="551786" y="2376205"/>
              <a:ext cx="134819" cy="134818"/>
            </a:xfrm>
            <a:custGeom>
              <a:avLst/>
              <a:gdLst>
                <a:gd name="T0" fmla="*/ 76 w 153"/>
                <a:gd name="T1" fmla="*/ 96 h 153"/>
                <a:gd name="T2" fmla="*/ 76 w 153"/>
                <a:gd name="T3" fmla="*/ 96 h 153"/>
                <a:gd name="T4" fmla="*/ 80 w 153"/>
                <a:gd name="T5" fmla="*/ 113 h 153"/>
                <a:gd name="T6" fmla="*/ 77 w 153"/>
                <a:gd name="T7" fmla="*/ 129 h 153"/>
                <a:gd name="T8" fmla="*/ 68 w 153"/>
                <a:gd name="T9" fmla="*/ 142 h 153"/>
                <a:gd name="T10" fmla="*/ 55 w 153"/>
                <a:gd name="T11" fmla="*/ 150 h 153"/>
                <a:gd name="T12" fmla="*/ 40 w 153"/>
                <a:gd name="T13" fmla="*/ 153 h 153"/>
                <a:gd name="T14" fmla="*/ 24 w 153"/>
                <a:gd name="T15" fmla="*/ 150 h 153"/>
                <a:gd name="T16" fmla="*/ 12 w 153"/>
                <a:gd name="T17" fmla="*/ 142 h 153"/>
                <a:gd name="T18" fmla="*/ 3 w 153"/>
                <a:gd name="T19" fmla="*/ 129 h 153"/>
                <a:gd name="T20" fmla="*/ 0 w 153"/>
                <a:gd name="T21" fmla="*/ 113 h 153"/>
                <a:gd name="T22" fmla="*/ 3 w 153"/>
                <a:gd name="T23" fmla="*/ 98 h 153"/>
                <a:gd name="T24" fmla="*/ 12 w 153"/>
                <a:gd name="T25" fmla="*/ 85 h 153"/>
                <a:gd name="T26" fmla="*/ 24 w 153"/>
                <a:gd name="T27" fmla="*/ 76 h 153"/>
                <a:gd name="T28" fmla="*/ 40 w 153"/>
                <a:gd name="T29" fmla="*/ 73 h 153"/>
                <a:gd name="T30" fmla="*/ 57 w 153"/>
                <a:gd name="T31" fmla="*/ 77 h 153"/>
                <a:gd name="T32" fmla="*/ 57 w 153"/>
                <a:gd name="T33" fmla="*/ 77 h 153"/>
                <a:gd name="T34" fmla="*/ 134 w 153"/>
                <a:gd name="T35" fmla="*/ 0 h 153"/>
                <a:gd name="T36" fmla="*/ 153 w 153"/>
                <a:gd name="T37" fmla="*/ 19 h 153"/>
                <a:gd name="T38" fmla="*/ 76 w 153"/>
                <a:gd name="T39" fmla="*/ 96 h 153"/>
                <a:gd name="T40" fmla="*/ 76 w 153"/>
                <a:gd name="T41" fmla="*/ 96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 h="153">
                  <a:moveTo>
                    <a:pt x="76" y="96"/>
                  </a:moveTo>
                  <a:lnTo>
                    <a:pt x="76" y="96"/>
                  </a:lnTo>
                  <a:cubicBezTo>
                    <a:pt x="78" y="101"/>
                    <a:pt x="80" y="107"/>
                    <a:pt x="80" y="113"/>
                  </a:cubicBezTo>
                  <a:cubicBezTo>
                    <a:pt x="80" y="119"/>
                    <a:pt x="79" y="124"/>
                    <a:pt x="77" y="129"/>
                  </a:cubicBezTo>
                  <a:cubicBezTo>
                    <a:pt x="75" y="134"/>
                    <a:pt x="72" y="138"/>
                    <a:pt x="68" y="142"/>
                  </a:cubicBezTo>
                  <a:cubicBezTo>
                    <a:pt x="65" y="145"/>
                    <a:pt x="60" y="148"/>
                    <a:pt x="55" y="150"/>
                  </a:cubicBezTo>
                  <a:cubicBezTo>
                    <a:pt x="51" y="152"/>
                    <a:pt x="45" y="153"/>
                    <a:pt x="40" y="153"/>
                  </a:cubicBezTo>
                  <a:cubicBezTo>
                    <a:pt x="34" y="153"/>
                    <a:pt x="29" y="152"/>
                    <a:pt x="24" y="150"/>
                  </a:cubicBezTo>
                  <a:cubicBezTo>
                    <a:pt x="19" y="148"/>
                    <a:pt x="15" y="145"/>
                    <a:pt x="12" y="142"/>
                  </a:cubicBezTo>
                  <a:cubicBezTo>
                    <a:pt x="8" y="138"/>
                    <a:pt x="5" y="134"/>
                    <a:pt x="3" y="129"/>
                  </a:cubicBezTo>
                  <a:cubicBezTo>
                    <a:pt x="1" y="124"/>
                    <a:pt x="0" y="119"/>
                    <a:pt x="0" y="113"/>
                  </a:cubicBezTo>
                  <a:cubicBezTo>
                    <a:pt x="0" y="108"/>
                    <a:pt x="1" y="102"/>
                    <a:pt x="3" y="98"/>
                  </a:cubicBezTo>
                  <a:cubicBezTo>
                    <a:pt x="5" y="93"/>
                    <a:pt x="8" y="88"/>
                    <a:pt x="12" y="85"/>
                  </a:cubicBezTo>
                  <a:cubicBezTo>
                    <a:pt x="15" y="81"/>
                    <a:pt x="19" y="78"/>
                    <a:pt x="24" y="76"/>
                  </a:cubicBezTo>
                  <a:cubicBezTo>
                    <a:pt x="29" y="74"/>
                    <a:pt x="34" y="73"/>
                    <a:pt x="40" y="73"/>
                  </a:cubicBezTo>
                  <a:cubicBezTo>
                    <a:pt x="46" y="73"/>
                    <a:pt x="52" y="75"/>
                    <a:pt x="57" y="77"/>
                  </a:cubicBezTo>
                  <a:lnTo>
                    <a:pt x="57" y="77"/>
                  </a:lnTo>
                  <a:lnTo>
                    <a:pt x="134" y="0"/>
                  </a:lnTo>
                  <a:lnTo>
                    <a:pt x="153" y="19"/>
                  </a:lnTo>
                  <a:lnTo>
                    <a:pt x="76" y="96"/>
                  </a:lnTo>
                  <a:lnTo>
                    <a:pt x="76" y="9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5" name="Freeform 26">
              <a:extLst>
                <a:ext uri="{FF2B5EF4-FFF2-40B4-BE49-F238E27FC236}">
                  <a16:creationId xmlns:a16="http://schemas.microsoft.com/office/drawing/2014/main" id="{A33E7712-6627-30F3-1417-CD5EF7AFBCC7}"/>
                </a:ext>
              </a:extLst>
            </p:cNvPr>
            <p:cNvSpPr>
              <a:spLocks/>
            </p:cNvSpPr>
            <p:nvPr/>
          </p:nvSpPr>
          <p:spPr bwMode="auto">
            <a:xfrm>
              <a:off x="457176" y="2346640"/>
              <a:ext cx="182123" cy="219967"/>
            </a:xfrm>
            <a:custGeom>
              <a:avLst/>
              <a:gdLst>
                <a:gd name="T0" fmla="*/ 196 w 207"/>
                <a:gd name="T1" fmla="*/ 37 h 250"/>
                <a:gd name="T2" fmla="*/ 196 w 207"/>
                <a:gd name="T3" fmla="*/ 37 h 250"/>
                <a:gd name="T4" fmla="*/ 146 w 207"/>
                <a:gd name="T5" fmla="*/ 26 h 250"/>
                <a:gd name="T6" fmla="*/ 115 w 207"/>
                <a:gd name="T7" fmla="*/ 30 h 250"/>
                <a:gd name="T8" fmla="*/ 86 w 207"/>
                <a:gd name="T9" fmla="*/ 43 h 250"/>
                <a:gd name="T10" fmla="*/ 62 w 207"/>
                <a:gd name="T11" fmla="*/ 61 h 250"/>
                <a:gd name="T12" fmla="*/ 43 w 207"/>
                <a:gd name="T13" fmla="*/ 86 h 250"/>
                <a:gd name="T14" fmla="*/ 31 w 207"/>
                <a:gd name="T15" fmla="*/ 114 h 250"/>
                <a:gd name="T16" fmla="*/ 27 w 207"/>
                <a:gd name="T17" fmla="*/ 146 h 250"/>
                <a:gd name="T18" fmla="*/ 36 w 207"/>
                <a:gd name="T19" fmla="*/ 192 h 250"/>
                <a:gd name="T20" fmla="*/ 62 w 207"/>
                <a:gd name="T21" fmla="*/ 231 h 250"/>
                <a:gd name="T22" fmla="*/ 43 w 207"/>
                <a:gd name="T23" fmla="*/ 250 h 250"/>
                <a:gd name="T24" fmla="*/ 11 w 207"/>
                <a:gd name="T25" fmla="*/ 202 h 250"/>
                <a:gd name="T26" fmla="*/ 0 w 207"/>
                <a:gd name="T27" fmla="*/ 146 h 250"/>
                <a:gd name="T28" fmla="*/ 5 w 207"/>
                <a:gd name="T29" fmla="*/ 107 h 250"/>
                <a:gd name="T30" fmla="*/ 20 w 207"/>
                <a:gd name="T31" fmla="*/ 72 h 250"/>
                <a:gd name="T32" fmla="*/ 43 w 207"/>
                <a:gd name="T33" fmla="*/ 43 h 250"/>
                <a:gd name="T34" fmla="*/ 73 w 207"/>
                <a:gd name="T35" fmla="*/ 20 h 250"/>
                <a:gd name="T36" fmla="*/ 108 w 207"/>
                <a:gd name="T37" fmla="*/ 5 h 250"/>
                <a:gd name="T38" fmla="*/ 147 w 207"/>
                <a:gd name="T39" fmla="*/ 0 h 250"/>
                <a:gd name="T40" fmla="*/ 178 w 207"/>
                <a:gd name="T41" fmla="*/ 3 h 250"/>
                <a:gd name="T42" fmla="*/ 207 w 207"/>
                <a:gd name="T43" fmla="*/ 13 h 250"/>
                <a:gd name="T44" fmla="*/ 196 w 207"/>
                <a:gd name="T45" fmla="*/ 3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7" h="250">
                  <a:moveTo>
                    <a:pt x="196" y="37"/>
                  </a:moveTo>
                  <a:lnTo>
                    <a:pt x="196" y="37"/>
                  </a:lnTo>
                  <a:cubicBezTo>
                    <a:pt x="180" y="30"/>
                    <a:pt x="163" y="26"/>
                    <a:pt x="146" y="26"/>
                  </a:cubicBezTo>
                  <a:cubicBezTo>
                    <a:pt x="135" y="26"/>
                    <a:pt x="125" y="28"/>
                    <a:pt x="115" y="30"/>
                  </a:cubicBezTo>
                  <a:cubicBezTo>
                    <a:pt x="104" y="33"/>
                    <a:pt x="95" y="37"/>
                    <a:pt x="86" y="43"/>
                  </a:cubicBezTo>
                  <a:cubicBezTo>
                    <a:pt x="77" y="48"/>
                    <a:pt x="69" y="54"/>
                    <a:pt x="62" y="61"/>
                  </a:cubicBezTo>
                  <a:cubicBezTo>
                    <a:pt x="55" y="69"/>
                    <a:pt x="48" y="77"/>
                    <a:pt x="43" y="86"/>
                  </a:cubicBezTo>
                  <a:cubicBezTo>
                    <a:pt x="38" y="95"/>
                    <a:pt x="34" y="104"/>
                    <a:pt x="31" y="114"/>
                  </a:cubicBezTo>
                  <a:cubicBezTo>
                    <a:pt x="28" y="125"/>
                    <a:pt x="27" y="135"/>
                    <a:pt x="27" y="146"/>
                  </a:cubicBezTo>
                  <a:cubicBezTo>
                    <a:pt x="27" y="162"/>
                    <a:pt x="30" y="177"/>
                    <a:pt x="36" y="192"/>
                  </a:cubicBezTo>
                  <a:cubicBezTo>
                    <a:pt x="42" y="207"/>
                    <a:pt x="51" y="220"/>
                    <a:pt x="62" y="231"/>
                  </a:cubicBezTo>
                  <a:lnTo>
                    <a:pt x="43" y="250"/>
                  </a:lnTo>
                  <a:cubicBezTo>
                    <a:pt x="29" y="236"/>
                    <a:pt x="19" y="220"/>
                    <a:pt x="11" y="202"/>
                  </a:cubicBezTo>
                  <a:cubicBezTo>
                    <a:pt x="4" y="184"/>
                    <a:pt x="0" y="166"/>
                    <a:pt x="0" y="146"/>
                  </a:cubicBezTo>
                  <a:cubicBezTo>
                    <a:pt x="0" y="133"/>
                    <a:pt x="2" y="120"/>
                    <a:pt x="5" y="107"/>
                  </a:cubicBezTo>
                  <a:cubicBezTo>
                    <a:pt x="9" y="95"/>
                    <a:pt x="14" y="83"/>
                    <a:pt x="20" y="72"/>
                  </a:cubicBezTo>
                  <a:cubicBezTo>
                    <a:pt x="27" y="61"/>
                    <a:pt x="34" y="52"/>
                    <a:pt x="43" y="43"/>
                  </a:cubicBezTo>
                  <a:cubicBezTo>
                    <a:pt x="52" y="34"/>
                    <a:pt x="62" y="26"/>
                    <a:pt x="73" y="20"/>
                  </a:cubicBezTo>
                  <a:cubicBezTo>
                    <a:pt x="83" y="13"/>
                    <a:pt x="95" y="9"/>
                    <a:pt x="108" y="5"/>
                  </a:cubicBezTo>
                  <a:cubicBezTo>
                    <a:pt x="120" y="2"/>
                    <a:pt x="133" y="0"/>
                    <a:pt x="147" y="0"/>
                  </a:cubicBezTo>
                  <a:cubicBezTo>
                    <a:pt x="157" y="0"/>
                    <a:pt x="167" y="1"/>
                    <a:pt x="178" y="3"/>
                  </a:cubicBezTo>
                  <a:cubicBezTo>
                    <a:pt x="188" y="5"/>
                    <a:pt x="197" y="9"/>
                    <a:pt x="207" y="13"/>
                  </a:cubicBezTo>
                  <a:lnTo>
                    <a:pt x="196"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0" name="Freeform 27">
              <a:extLst>
                <a:ext uri="{FF2B5EF4-FFF2-40B4-BE49-F238E27FC236}">
                  <a16:creationId xmlns:a16="http://schemas.microsoft.com/office/drawing/2014/main" id="{4A410126-6FCB-79F1-A2E6-A9BF932551E3}"/>
                </a:ext>
              </a:extLst>
            </p:cNvPr>
            <p:cNvSpPr>
              <a:spLocks/>
            </p:cNvSpPr>
            <p:nvPr/>
          </p:nvSpPr>
          <p:spPr bwMode="auto">
            <a:xfrm>
              <a:off x="661769" y="2422327"/>
              <a:ext cx="53218" cy="144279"/>
            </a:xfrm>
            <a:custGeom>
              <a:avLst/>
              <a:gdLst>
                <a:gd name="T0" fmla="*/ 48 w 61"/>
                <a:gd name="T1" fmla="*/ 0 h 164"/>
                <a:gd name="T2" fmla="*/ 48 w 61"/>
                <a:gd name="T3" fmla="*/ 0 h 164"/>
                <a:gd name="T4" fmla="*/ 58 w 61"/>
                <a:gd name="T5" fmla="*/ 29 h 164"/>
                <a:gd name="T6" fmla="*/ 61 w 61"/>
                <a:gd name="T7" fmla="*/ 60 h 164"/>
                <a:gd name="T8" fmla="*/ 50 w 61"/>
                <a:gd name="T9" fmla="*/ 116 h 164"/>
                <a:gd name="T10" fmla="*/ 19 w 61"/>
                <a:gd name="T11" fmla="*/ 164 h 164"/>
                <a:gd name="T12" fmla="*/ 0 w 61"/>
                <a:gd name="T13" fmla="*/ 145 h 164"/>
                <a:gd name="T14" fmla="*/ 26 w 61"/>
                <a:gd name="T15" fmla="*/ 106 h 164"/>
                <a:gd name="T16" fmla="*/ 35 w 61"/>
                <a:gd name="T17" fmla="*/ 61 h 164"/>
                <a:gd name="T18" fmla="*/ 24 w 61"/>
                <a:gd name="T19" fmla="*/ 11 h 164"/>
                <a:gd name="T20" fmla="*/ 48 w 61"/>
                <a:gd name="T2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64">
                  <a:moveTo>
                    <a:pt x="48" y="0"/>
                  </a:moveTo>
                  <a:lnTo>
                    <a:pt x="48" y="0"/>
                  </a:lnTo>
                  <a:cubicBezTo>
                    <a:pt x="52" y="10"/>
                    <a:pt x="56" y="19"/>
                    <a:pt x="58" y="29"/>
                  </a:cubicBezTo>
                  <a:cubicBezTo>
                    <a:pt x="60" y="40"/>
                    <a:pt x="61" y="50"/>
                    <a:pt x="61" y="60"/>
                  </a:cubicBezTo>
                  <a:cubicBezTo>
                    <a:pt x="61" y="80"/>
                    <a:pt x="57" y="98"/>
                    <a:pt x="50" y="116"/>
                  </a:cubicBezTo>
                  <a:cubicBezTo>
                    <a:pt x="43" y="134"/>
                    <a:pt x="32" y="150"/>
                    <a:pt x="19" y="164"/>
                  </a:cubicBezTo>
                  <a:lnTo>
                    <a:pt x="0" y="145"/>
                  </a:lnTo>
                  <a:cubicBezTo>
                    <a:pt x="11" y="134"/>
                    <a:pt x="20" y="121"/>
                    <a:pt x="26" y="106"/>
                  </a:cubicBezTo>
                  <a:cubicBezTo>
                    <a:pt x="32" y="92"/>
                    <a:pt x="35" y="77"/>
                    <a:pt x="35" y="61"/>
                  </a:cubicBezTo>
                  <a:cubicBezTo>
                    <a:pt x="35" y="44"/>
                    <a:pt x="31" y="27"/>
                    <a:pt x="24" y="11"/>
                  </a:cubicBezTo>
                  <a:lnTo>
                    <a:pt x="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1" name="Freeform 28">
              <a:extLst>
                <a:ext uri="{FF2B5EF4-FFF2-40B4-BE49-F238E27FC236}">
                  <a16:creationId xmlns:a16="http://schemas.microsoft.com/office/drawing/2014/main" id="{15B69B69-323C-F729-DF12-FE35E3895CCC}"/>
                </a:ext>
              </a:extLst>
            </p:cNvPr>
            <p:cNvSpPr>
              <a:spLocks/>
            </p:cNvSpPr>
            <p:nvPr/>
          </p:nvSpPr>
          <p:spPr bwMode="auto">
            <a:xfrm>
              <a:off x="550603" y="2440066"/>
              <a:ext cx="70957" cy="70957"/>
            </a:xfrm>
            <a:custGeom>
              <a:avLst/>
              <a:gdLst>
                <a:gd name="T0" fmla="*/ 41 w 81"/>
                <a:gd name="T1" fmla="*/ 81 h 81"/>
                <a:gd name="T2" fmla="*/ 41 w 81"/>
                <a:gd name="T3" fmla="*/ 81 h 81"/>
                <a:gd name="T4" fmla="*/ 69 w 81"/>
                <a:gd name="T5" fmla="*/ 69 h 81"/>
                <a:gd name="T6" fmla="*/ 81 w 81"/>
                <a:gd name="T7" fmla="*/ 40 h 81"/>
                <a:gd name="T8" fmla="*/ 69 w 81"/>
                <a:gd name="T9" fmla="*/ 12 h 81"/>
                <a:gd name="T10" fmla="*/ 41 w 81"/>
                <a:gd name="T11" fmla="*/ 0 h 81"/>
                <a:gd name="T12" fmla="*/ 12 w 81"/>
                <a:gd name="T13" fmla="*/ 12 h 81"/>
                <a:gd name="T14" fmla="*/ 0 w 81"/>
                <a:gd name="T15" fmla="*/ 40 h 81"/>
                <a:gd name="T16" fmla="*/ 12 w 81"/>
                <a:gd name="T17" fmla="*/ 69 h 81"/>
                <a:gd name="T18" fmla="*/ 41 w 8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81"/>
                  </a:moveTo>
                  <a:lnTo>
                    <a:pt x="41" y="81"/>
                  </a:lnTo>
                  <a:cubicBezTo>
                    <a:pt x="52" y="81"/>
                    <a:pt x="61" y="77"/>
                    <a:pt x="69" y="69"/>
                  </a:cubicBezTo>
                  <a:cubicBezTo>
                    <a:pt x="77" y="61"/>
                    <a:pt x="81" y="51"/>
                    <a:pt x="81" y="40"/>
                  </a:cubicBezTo>
                  <a:cubicBezTo>
                    <a:pt x="81" y="29"/>
                    <a:pt x="77" y="20"/>
                    <a:pt x="69" y="12"/>
                  </a:cubicBezTo>
                  <a:cubicBezTo>
                    <a:pt x="61" y="4"/>
                    <a:pt x="52" y="0"/>
                    <a:pt x="41" y="0"/>
                  </a:cubicBezTo>
                  <a:cubicBezTo>
                    <a:pt x="30" y="0"/>
                    <a:pt x="20" y="4"/>
                    <a:pt x="12" y="12"/>
                  </a:cubicBezTo>
                  <a:cubicBezTo>
                    <a:pt x="4" y="20"/>
                    <a:pt x="0" y="29"/>
                    <a:pt x="0" y="40"/>
                  </a:cubicBezTo>
                  <a:cubicBezTo>
                    <a:pt x="0" y="51"/>
                    <a:pt x="4" y="61"/>
                    <a:pt x="12" y="69"/>
                  </a:cubicBezTo>
                  <a:cubicBezTo>
                    <a:pt x="20" y="77"/>
                    <a:pt x="30" y="81"/>
                    <a:pt x="41" y="8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spTree>
    <p:extLst>
      <p:ext uri="{BB962C8B-B14F-4D97-AF65-F5344CB8AC3E}">
        <p14:creationId xmlns:p14="http://schemas.microsoft.com/office/powerpoint/2010/main" val="365044319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7B7B4-9033-77C4-5BC3-1896155612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FC4DF7-DB6A-8D28-D6C5-C9060CCDB460}"/>
              </a:ext>
            </a:extLst>
          </p:cNvPr>
          <p:cNvSpPr>
            <a:spLocks noGrp="1"/>
          </p:cNvSpPr>
          <p:nvPr>
            <p:ph type="title"/>
          </p:nvPr>
        </p:nvSpPr>
        <p:spPr>
          <a:xfrm>
            <a:off x="549274" y="2557328"/>
            <a:ext cx="4648368" cy="984885"/>
          </a:xfrm>
        </p:spPr>
        <p:txBody>
          <a:bodyPr/>
          <a:lstStyle/>
          <a:p>
            <a:r>
              <a:rPr lang="en-US"/>
              <a:t>Copilot Practice Development Plan</a:t>
            </a:r>
          </a:p>
        </p:txBody>
      </p:sp>
      <p:sp>
        <p:nvSpPr>
          <p:cNvPr id="5" name="Subtitle 4">
            <a:extLst>
              <a:ext uri="{FF2B5EF4-FFF2-40B4-BE49-F238E27FC236}">
                <a16:creationId xmlns:a16="http://schemas.microsoft.com/office/drawing/2014/main" id="{B41FE2ED-1487-59F9-78A2-DD6C3A4BAB67}"/>
              </a:ext>
            </a:extLst>
          </p:cNvPr>
          <p:cNvSpPr>
            <a:spLocks noGrp="1"/>
          </p:cNvSpPr>
          <p:nvPr>
            <p:ph type="subTitle" idx="1"/>
          </p:nvPr>
        </p:nvSpPr>
        <p:spPr>
          <a:xfrm>
            <a:off x="549275" y="3665438"/>
            <a:ext cx="4648368" cy="880241"/>
          </a:xfrm>
        </p:spPr>
        <p:txBody>
          <a:bodyPr/>
          <a:lstStyle/>
          <a:p>
            <a:r>
              <a:rPr lang="en-US"/>
              <a:t>By Day 90</a:t>
            </a:r>
          </a:p>
          <a:p>
            <a:r>
              <a:rPr lang="en-US"/>
              <a:t>“Running the engine”</a:t>
            </a:r>
          </a:p>
        </p:txBody>
      </p:sp>
    </p:spTree>
    <p:extLst>
      <p:ext uri="{BB962C8B-B14F-4D97-AF65-F5344CB8AC3E}">
        <p14:creationId xmlns:p14="http://schemas.microsoft.com/office/powerpoint/2010/main" val="1862018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71DB0-1BAC-0B2B-35CF-465C38DB93F6}"/>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32719328-9B7C-E671-6FF7-FDE109222501}"/>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Co-sell Activated</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4A2B5E3B-78CA-EE6E-2044-7DBA1E58B592}"/>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A86C54B3-C5AC-F329-39B3-1708A6ACA927}"/>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F8245D8A-3C9C-6D83-2915-495821723E4D}"/>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Activate Co-sell</a:t>
            </a:r>
          </a:p>
        </p:txBody>
      </p:sp>
      <p:sp>
        <p:nvSpPr>
          <p:cNvPr id="18" name="Rectangle: Top Corners Rounded 17">
            <a:extLst>
              <a:ext uri="{FF2B5EF4-FFF2-40B4-BE49-F238E27FC236}">
                <a16:creationId xmlns:a16="http://schemas.microsoft.com/office/drawing/2014/main" id="{CD5FF7F5-01F8-1E2E-A662-F2C6B336C63D}"/>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8266D6E4-BB48-98DC-F3DA-4D11C2EAA192}"/>
              </a:ext>
            </a:extLst>
          </p:cNvPr>
          <p:cNvSpPr txBox="1"/>
          <p:nvPr/>
        </p:nvSpPr>
        <p:spPr>
          <a:xfrm>
            <a:off x="4233671" y="1889669"/>
            <a:ext cx="6988093" cy="1846659"/>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p>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a:solidFill>
                  <a:srgbClr val="000000"/>
                </a:solidFill>
              </a:rPr>
              <a:t>Now that you have initiated the co-sell and understand how to co-sell with Microsoft, it is now time to activate co-sell and leverage your understanding of Microsoft sales methodology and the seller ecosystem to go broad and implement specific strategies, depending on your market, context and industry to unlock customer value and in turn help with deal closure or Copilot consumption.</a:t>
            </a:r>
            <a:endParaRPr lang="en-US" sz="1600" b="0" i="0" u="none" strike="noStrike">
              <a:solidFill>
                <a:srgbClr val="000000"/>
              </a:solidFill>
              <a:effectLst/>
            </a:endParaRPr>
          </a:p>
        </p:txBody>
      </p:sp>
      <p:sp>
        <p:nvSpPr>
          <p:cNvPr id="23" name="TextBox 22">
            <a:extLst>
              <a:ext uri="{FF2B5EF4-FFF2-40B4-BE49-F238E27FC236}">
                <a16:creationId xmlns:a16="http://schemas.microsoft.com/office/drawing/2014/main" id="{845604EB-441F-7C21-9790-923698D8C1B7}"/>
              </a:ext>
            </a:extLst>
          </p:cNvPr>
          <p:cNvSpPr txBox="1"/>
          <p:nvPr/>
        </p:nvSpPr>
        <p:spPr>
          <a:xfrm>
            <a:off x="4270575" y="3951415"/>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37A8F1AD-DA5A-88E5-5014-52A0E4712137}"/>
              </a:ext>
            </a:extLst>
          </p:cNvPr>
          <p:cNvSpPr txBox="1"/>
          <p:nvPr/>
        </p:nvSpPr>
        <p:spPr>
          <a:xfrm>
            <a:off x="4233671" y="4430134"/>
            <a:ext cx="6988092" cy="1325855"/>
          </a:xfrm>
          <a:prstGeom prst="rect">
            <a:avLst/>
          </a:prstGeom>
          <a:noFill/>
        </p:spPr>
        <p:txBody>
          <a:bodyPr wrap="square" lIns="91440" tIns="45720" rIns="91440" bIns="45720" numCol="2" spcCol="365760" anchor="t">
            <a:noAutofit/>
          </a:bodyPr>
          <a:lstStyle/>
          <a:p>
            <a:pPr marL="285750" indent="-285750" fontAlgn="base">
              <a:lnSpc>
                <a:spcPct val="90000"/>
              </a:lnSpc>
              <a:spcAft>
                <a:spcPts val="600"/>
              </a:spcAft>
              <a:buFont typeface="Arial" panose="05000000000000000000" pitchFamily="2" charset="2"/>
              <a:buChar char="•"/>
              <a:defRPr/>
            </a:pPr>
            <a:r>
              <a:rPr kumimoji="0" lang="en-US" sz="1200" b="0" i="0" u="none" strike="noStrike" kern="1200" cap="none" spc="0" normalizeH="0" baseline="0" noProof="0">
                <a:ln>
                  <a:noFill/>
                </a:ln>
                <a:solidFill>
                  <a:srgbClr val="000000"/>
                </a:solidFill>
                <a:effectLst/>
                <a:uLnTx/>
                <a:uFillTx/>
                <a:latin typeface="Segoe UI"/>
                <a:cs typeface="Segoe UI"/>
              </a:rPr>
              <a:t>Engaging with Microsoft sellers to </a:t>
            </a:r>
            <a:r>
              <a:rPr lang="en-US" sz="1200">
                <a:solidFill>
                  <a:srgbClr val="000000"/>
                </a:solidFill>
                <a:latin typeface="Segoe UI"/>
                <a:cs typeface="Segoe UI"/>
              </a:rPr>
              <a:t>facilitate </a:t>
            </a:r>
            <a:r>
              <a:rPr lang="en-US" sz="1200">
                <a:solidFill>
                  <a:srgbClr val="000000"/>
                </a:solidFill>
                <a:latin typeface="Calibri"/>
                <a:ea typeface="Calibri"/>
                <a:cs typeface="Calibri"/>
                <a:hlinkClick r:id="rId3"/>
              </a:rPr>
              <a:t>co-sell</a:t>
            </a:r>
            <a:r>
              <a:rPr lang="en-US" sz="1200">
                <a:solidFill>
                  <a:srgbClr val="000000"/>
                </a:solidFill>
                <a:latin typeface="Segoe UI"/>
                <a:ea typeface="Calibri"/>
                <a:cs typeface="Segoe UI"/>
              </a:rPr>
              <a:t> opportunities</a:t>
            </a:r>
            <a:r>
              <a:rPr kumimoji="0" lang="en-US" sz="1200" b="0" i="0" u="none" strike="noStrike" kern="1200" cap="none" spc="0" normalizeH="0" baseline="0" noProof="0">
                <a:ln>
                  <a:noFill/>
                </a:ln>
                <a:solidFill>
                  <a:srgbClr val="000000"/>
                </a:solidFill>
                <a:effectLst/>
                <a:uLnTx/>
                <a:uFillTx/>
                <a:latin typeface="Segoe UI"/>
                <a:cs typeface="Segoe UI"/>
              </a:rPr>
              <a:t>.</a:t>
            </a:r>
            <a:endParaRPr lang="en-US">
              <a:cs typeface="Segoe UI"/>
            </a:endParaRP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a:cs typeface="Segoe UI"/>
              </a:rPr>
              <a:t>Preparing co-sell materials such as case studies, marketing collateral, and presentations.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b="0" i="0" u="none" strike="noStrike" kern="1200" cap="none" spc="0" normalizeH="0" baseline="0" noProof="0">
                <a:ln>
                  <a:noFill/>
                </a:ln>
                <a:solidFill>
                  <a:srgbClr val="000000"/>
                </a:solidFill>
                <a:effectLst/>
                <a:uLnTx/>
                <a:uFillTx/>
                <a:latin typeface="Segoe UI"/>
                <a:cs typeface="Segoe UI"/>
              </a:rPr>
              <a:t>Contributing to Microsoft by driving:</a:t>
            </a:r>
          </a:p>
          <a:p>
            <a:pPr marL="742950" lvl="1" indent="-285750" fontAlgn="base">
              <a:lnSpc>
                <a:spcPct val="90000"/>
              </a:lnSpc>
              <a:spcAft>
                <a:spcPts val="600"/>
              </a:spcAft>
              <a:buFont typeface="Wingdings" panose="05000000000000000000" pitchFamily="2" charset="2"/>
              <a:buChar char="§"/>
              <a:defRPr/>
            </a:pPr>
            <a:r>
              <a:rPr lang="en-US" sz="1200">
                <a:solidFill>
                  <a:srgbClr val="000000"/>
                </a:solidFill>
                <a:latin typeface="Segoe UI"/>
                <a:cs typeface="Segoe UI"/>
              </a:rPr>
              <a:t>Deal closure (Copilot seats)</a:t>
            </a:r>
          </a:p>
          <a:p>
            <a:pPr marL="742950" lvl="1" indent="-285750" fontAlgn="base">
              <a:lnSpc>
                <a:spcPct val="90000"/>
              </a:lnSpc>
              <a:spcAft>
                <a:spcPts val="600"/>
              </a:spcAft>
              <a:buFont typeface="Wingdings" panose="05000000000000000000" pitchFamily="2" charset="2"/>
              <a:buChar char="§"/>
              <a:defRPr/>
            </a:pPr>
            <a:r>
              <a:rPr lang="en-US" sz="1200" b="0" i="0" u="none" strike="noStrike" kern="1200" cap="none" spc="0" normalizeH="0" baseline="0" noProof="0">
                <a:ln>
                  <a:noFill/>
                </a:ln>
                <a:solidFill>
                  <a:srgbClr val="000000"/>
                </a:solidFill>
                <a:effectLst/>
                <a:uLnTx/>
                <a:uFillTx/>
                <a:latin typeface="Segoe UI"/>
                <a:cs typeface="Segoe UI"/>
              </a:rPr>
              <a:t>Consumption (MAU)</a:t>
            </a:r>
          </a:p>
        </p:txBody>
      </p:sp>
      <p:graphicFrame>
        <p:nvGraphicFramePr>
          <p:cNvPr id="3" name="Content Placeholder 23">
            <a:extLst>
              <a:ext uri="{FF2B5EF4-FFF2-40B4-BE49-F238E27FC236}">
                <a16:creationId xmlns:a16="http://schemas.microsoft.com/office/drawing/2014/main" id="{D7379D9B-9515-D825-6D82-07DBC2A03648}"/>
              </a:ext>
            </a:extLst>
          </p:cNvPr>
          <p:cNvGraphicFramePr>
            <a:graphicFrameLocks/>
          </p:cNvGraphicFramePr>
          <p:nvPr/>
        </p:nvGraphicFramePr>
        <p:xfrm>
          <a:off x="1161236" y="1981823"/>
          <a:ext cx="2647541" cy="111252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Have continuous seller engagement</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Leverage Microsoft GTM resources to keep abreast of technology evolution</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Align goals with #seats sold and/or #MAU increase</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bl>
          </a:graphicData>
        </a:graphic>
      </p:graphicFrame>
    </p:spTree>
    <p:extLst>
      <p:ext uri="{BB962C8B-B14F-4D97-AF65-F5344CB8AC3E}">
        <p14:creationId xmlns:p14="http://schemas.microsoft.com/office/powerpoint/2010/main" val="402823644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7CEA4-0E47-7EA5-298F-E1600D08192B}"/>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C13E194F-5C5D-55BE-2CEF-823B49C80A65}"/>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GTM Strategy Executed at Scale</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141DFC90-1DDD-A84E-36B3-65F80EF1E522}"/>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619BEF76-6C9A-7982-7494-068DEF499F7B}"/>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2E85A092-85EB-CAE2-F9CD-BC4FB9A6631D}"/>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Execute GTM strategy at scale</a:t>
            </a:r>
          </a:p>
        </p:txBody>
      </p:sp>
      <p:sp>
        <p:nvSpPr>
          <p:cNvPr id="18" name="Rectangle: Top Corners Rounded 17">
            <a:extLst>
              <a:ext uri="{FF2B5EF4-FFF2-40B4-BE49-F238E27FC236}">
                <a16:creationId xmlns:a16="http://schemas.microsoft.com/office/drawing/2014/main" id="{69F0A21E-D993-8661-F057-FD1AE4C0D350}"/>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7282A071-5369-7F3C-1BBA-BEDFFEDE7DC2}"/>
              </a:ext>
            </a:extLst>
          </p:cNvPr>
          <p:cNvSpPr txBox="1"/>
          <p:nvPr/>
        </p:nvSpPr>
        <p:spPr>
          <a:xfrm>
            <a:off x="4233671" y="1889669"/>
            <a:ext cx="6988093" cy="2092881"/>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p>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0" i="0" u="none" strike="noStrike">
                <a:solidFill>
                  <a:srgbClr val="000000"/>
                </a:solidFill>
                <a:effectLst/>
              </a:rPr>
              <a:t>Now that you </a:t>
            </a:r>
            <a:r>
              <a:rPr lang="en-US" sz="1600">
                <a:solidFill>
                  <a:srgbClr val="000000"/>
                </a:solidFill>
              </a:rPr>
              <a:t>have your GTM strategy defined and refined, it is now time to put it to use by executing it at scale. This is the time for you to execute your GTM and build the pipeline through organic marketing and growth efforts. Your customer identify who you are, and Microsoft sellers recognize you for your abilities for delivering exceptional solutions to customers. Continue progressing towards the requirements for Copilot Specialization and periodically checking and monitoring progress against the plan.</a:t>
            </a:r>
            <a:endParaRPr lang="en-US" sz="1600" b="0" i="0" u="none" strike="noStrike">
              <a:solidFill>
                <a:srgbClr val="000000"/>
              </a:solidFill>
              <a:effectLst/>
            </a:endParaRPr>
          </a:p>
        </p:txBody>
      </p:sp>
      <p:sp>
        <p:nvSpPr>
          <p:cNvPr id="23" name="TextBox 22">
            <a:extLst>
              <a:ext uri="{FF2B5EF4-FFF2-40B4-BE49-F238E27FC236}">
                <a16:creationId xmlns:a16="http://schemas.microsoft.com/office/drawing/2014/main" id="{579A3655-9B35-85A2-AC3A-3D323C80062A}"/>
              </a:ext>
            </a:extLst>
          </p:cNvPr>
          <p:cNvSpPr txBox="1"/>
          <p:nvPr/>
        </p:nvSpPr>
        <p:spPr>
          <a:xfrm>
            <a:off x="4270575" y="4306263"/>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6EE420F9-DEC5-D015-F7DA-92F2ECBAE17D}"/>
              </a:ext>
            </a:extLst>
          </p:cNvPr>
          <p:cNvSpPr txBox="1"/>
          <p:nvPr/>
        </p:nvSpPr>
        <p:spPr>
          <a:xfrm>
            <a:off x="4233671" y="4784982"/>
            <a:ext cx="6988092" cy="1325855"/>
          </a:xfrm>
          <a:prstGeom prst="rect">
            <a:avLst/>
          </a:prstGeom>
          <a:noFill/>
        </p:spPr>
        <p:txBody>
          <a:bodyPr wrap="square" lIns="91440" tIns="45720" rIns="91440" bIns="45720" numCol="2" spcCol="365760" anchor="t">
            <a:noAutofit/>
          </a:bodyPr>
          <a:lstStyle/>
          <a:p>
            <a:pPr marL="285750" indent="-285750" fontAlgn="base">
              <a:lnSpc>
                <a:spcPct val="90000"/>
              </a:lnSpc>
              <a:spcAft>
                <a:spcPts val="600"/>
              </a:spcAft>
              <a:buFont typeface="Arial" panose="05000000000000000000" pitchFamily="2" charset="2"/>
              <a:buChar char="•"/>
              <a:defRPr/>
            </a:pPr>
            <a:r>
              <a:rPr kumimoji="0" lang="en-US" sz="1200" b="0" i="0" u="none" strike="noStrike" kern="1200" cap="none" spc="0" normalizeH="0" baseline="0" noProof="0">
                <a:ln>
                  <a:noFill/>
                </a:ln>
                <a:solidFill>
                  <a:srgbClr val="000000"/>
                </a:solidFill>
                <a:effectLst/>
                <a:uLnTx/>
                <a:uFillTx/>
                <a:latin typeface="Segoe UI"/>
                <a:cs typeface="Segoe UI"/>
              </a:rPr>
              <a:t>Refining the </a:t>
            </a:r>
            <a:r>
              <a:rPr lang="en-US" sz="1200">
                <a:solidFill>
                  <a:srgbClr val="000000"/>
                </a:solidFill>
                <a:latin typeface="Arial"/>
                <a:cs typeface="Arial"/>
                <a:hlinkClick r:id="rId3"/>
              </a:rPr>
              <a:t>GTM</a:t>
            </a:r>
            <a:r>
              <a:rPr lang="en-US" sz="1200">
                <a:solidFill>
                  <a:srgbClr val="000000"/>
                </a:solidFill>
                <a:latin typeface="Segoe UI"/>
                <a:cs typeface="Segoe UI"/>
              </a:rPr>
              <a:t> </a:t>
            </a:r>
            <a:r>
              <a:rPr kumimoji="0" lang="en-US" sz="1200" b="0" i="0" u="none" strike="noStrike" kern="1200" cap="none" spc="0" normalizeH="0" baseline="0" noProof="0">
                <a:ln>
                  <a:noFill/>
                </a:ln>
                <a:solidFill>
                  <a:srgbClr val="000000"/>
                </a:solidFill>
                <a:effectLst/>
                <a:uLnTx/>
                <a:uFillTx/>
                <a:latin typeface="Segoe UI"/>
                <a:cs typeface="Segoe UI"/>
              </a:rPr>
              <a:t>strategy based on learnings from initial customer engagements.</a:t>
            </a:r>
            <a:endParaRPr lang="en-US">
              <a:cs typeface="Segoe UI"/>
            </a:endParaRP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Executing marketing campaigns, including email marketing, social media campaigns, webinars, and other outreach activities.</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Continuously monitoring the performance of the GTM strategy and making necessary adjustments to improve effectiveness.</a:t>
            </a:r>
            <a:endParaRPr kumimoji="0" lang="en-US" sz="1100" b="0" i="0" u="none" strike="noStrike" kern="1200" cap="none" spc="0" normalizeH="0" baseline="0" noProof="0">
              <a:ln>
                <a:noFill/>
              </a:ln>
              <a:solidFill>
                <a:srgbClr val="000000"/>
              </a:solidFill>
              <a:effectLst/>
              <a:uLnTx/>
              <a:uFillTx/>
              <a:latin typeface="Segoe UI Semibold"/>
              <a:ea typeface="+mn-ea"/>
              <a:cs typeface="+mn-cs"/>
            </a:endParaRPr>
          </a:p>
        </p:txBody>
      </p:sp>
      <p:graphicFrame>
        <p:nvGraphicFramePr>
          <p:cNvPr id="3" name="Content Placeholder 23">
            <a:extLst>
              <a:ext uri="{FF2B5EF4-FFF2-40B4-BE49-F238E27FC236}">
                <a16:creationId xmlns:a16="http://schemas.microsoft.com/office/drawing/2014/main" id="{EF2C91E9-4BAA-4E48-9387-EE5BB44BF031}"/>
              </a:ext>
            </a:extLst>
          </p:cNvPr>
          <p:cNvGraphicFramePr>
            <a:graphicFrameLocks/>
          </p:cNvGraphicFramePr>
          <p:nvPr/>
        </p:nvGraphicFramePr>
        <p:xfrm>
          <a:off x="1161237" y="2006863"/>
          <a:ext cx="2647541" cy="77724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Refine GTM strategy</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Execute marketing campaigns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Monitor and adjust</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bl>
          </a:graphicData>
        </a:graphic>
      </p:graphicFrame>
    </p:spTree>
    <p:extLst>
      <p:ext uri="{BB962C8B-B14F-4D97-AF65-F5344CB8AC3E}">
        <p14:creationId xmlns:p14="http://schemas.microsoft.com/office/powerpoint/2010/main" val="267171310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80A2B-9800-537D-6A39-6CA09A3247CD}"/>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03387AA4-329D-BD08-44D1-8182ABBBB8EA}"/>
              </a:ext>
            </a:extLst>
          </p:cNvPr>
          <p:cNvSpPr>
            <a:spLocks noGrp="1"/>
          </p:cNvSpPr>
          <p:nvPr>
            <p:ph type="title"/>
          </p:nvPr>
        </p:nvSpPr>
        <p:spPr>
          <a:xfrm>
            <a:off x="588263" y="457200"/>
            <a:ext cx="11018520" cy="1477328"/>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Continuous learning and skilling plan enabled</a:t>
            </a:r>
            <a:br>
              <a:rPr lang="en-US">
                <a:solidFill>
                  <a:schemeClr val="accent6">
                    <a:lumMod val="75000"/>
                  </a:schemeClr>
                </a:solidFill>
              </a:rPr>
            </a:b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290BDE79-7914-1B52-A139-90EB7ABBA61E}"/>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DAC29D81-4B10-3943-643F-C542BC85657D}"/>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8835A90B-19A6-A0E4-C986-6B3CD19B69B6}"/>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Continuous learning and skilling plan enabled</a:t>
            </a:r>
          </a:p>
        </p:txBody>
      </p:sp>
      <p:sp>
        <p:nvSpPr>
          <p:cNvPr id="18" name="Rectangle: Top Corners Rounded 17">
            <a:extLst>
              <a:ext uri="{FF2B5EF4-FFF2-40B4-BE49-F238E27FC236}">
                <a16:creationId xmlns:a16="http://schemas.microsoft.com/office/drawing/2014/main" id="{5BE9C72C-23E6-BE42-5E10-27A168831C0A}"/>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AC449E18-B32F-B834-CD18-4F67A55A1C3F}"/>
              </a:ext>
            </a:extLst>
          </p:cNvPr>
          <p:cNvSpPr txBox="1"/>
          <p:nvPr/>
        </p:nvSpPr>
        <p:spPr>
          <a:xfrm>
            <a:off x="4233671" y="1889669"/>
            <a:ext cx="6988093" cy="1600438"/>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p>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a:solidFill>
                  <a:srgbClr val="000000"/>
                </a:solidFill>
              </a:rPr>
              <a:t>Develop a structured program for ongoing education and skill development, ensuring team members stay updated with industry trends and technologies. Continuously enhance skills through targeted training, foster a culture of continuous improvement, and implement mechanisms to monitor and evaluate progress</a:t>
            </a:r>
          </a:p>
        </p:txBody>
      </p:sp>
      <p:sp>
        <p:nvSpPr>
          <p:cNvPr id="23" name="TextBox 22">
            <a:extLst>
              <a:ext uri="{FF2B5EF4-FFF2-40B4-BE49-F238E27FC236}">
                <a16:creationId xmlns:a16="http://schemas.microsoft.com/office/drawing/2014/main" id="{8959EBE1-82CD-2612-71B5-F7D968F2AFAC}"/>
              </a:ext>
            </a:extLst>
          </p:cNvPr>
          <p:cNvSpPr txBox="1"/>
          <p:nvPr/>
        </p:nvSpPr>
        <p:spPr>
          <a:xfrm>
            <a:off x="4270575" y="3951415"/>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F29AABD5-6940-06C6-CEF1-6D0EEE21145D}"/>
              </a:ext>
            </a:extLst>
          </p:cNvPr>
          <p:cNvSpPr txBox="1"/>
          <p:nvPr/>
        </p:nvSpPr>
        <p:spPr>
          <a:xfrm>
            <a:off x="4233671" y="4430134"/>
            <a:ext cx="6988092"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lang="en-US" sz="1200">
                <a:solidFill>
                  <a:srgbClr val="000000"/>
                </a:solidFill>
                <a:latin typeface="Segoe UI" panose="020B0502040204020203" pitchFamily="34" charset="0"/>
              </a:rPr>
              <a:t>Leveraging </a:t>
            </a:r>
            <a:r>
              <a:rPr lang="en-US" sz="1200">
                <a:solidFill>
                  <a:srgbClr val="000000"/>
                </a:solidFill>
                <a:latin typeface="Segoe UI" panose="020B0502040204020203" pitchFamily="34" charset="0"/>
                <a:hlinkClick r:id="rId3"/>
              </a:rPr>
              <a:t>Microsoft Learn</a:t>
            </a:r>
            <a:r>
              <a:rPr lang="en-US" sz="1200">
                <a:solidFill>
                  <a:srgbClr val="000000"/>
                </a:solidFill>
                <a:latin typeface="Segoe UI" panose="020B0502040204020203" pitchFamily="34" charset="0"/>
              </a:rPr>
              <a:t> portal to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develop customized learning modules and training materials that address the specific needs and skills required for the team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Organizing and conducting regular training sessions, workshops, and webinars to ensure consistent learning opportunities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Implementing a robust LMS to manage, track, and report on learning activities and progress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Collecting feedback from participants and conducting assessments to evaluate the effectiveness of the learning programs and make necessary adjustments</a:t>
            </a:r>
          </a:p>
        </p:txBody>
      </p:sp>
      <p:graphicFrame>
        <p:nvGraphicFramePr>
          <p:cNvPr id="3" name="Content Placeholder 23">
            <a:extLst>
              <a:ext uri="{FF2B5EF4-FFF2-40B4-BE49-F238E27FC236}">
                <a16:creationId xmlns:a16="http://schemas.microsoft.com/office/drawing/2014/main" id="{7376D5C1-E12A-E86C-7B7F-BC21C4126E87}"/>
              </a:ext>
            </a:extLst>
          </p:cNvPr>
          <p:cNvGraphicFramePr>
            <a:graphicFrameLocks/>
          </p:cNvGraphicFramePr>
          <p:nvPr/>
        </p:nvGraphicFramePr>
        <p:xfrm>
          <a:off x="1201111" y="2034003"/>
          <a:ext cx="2647541" cy="170688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Create tailored learning modules and training materials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Schedule regular training sessions, workshops, and webinars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Deploy an LMS to manage and track learning activities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marR="0" lvl="0" indent="-171450" algn="l" defTabSz="932742"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Continuously monitor and evaluate the effectiveness of learning programs</a:t>
                      </a:r>
                      <a:endParaRPr lang="en-US" sz="1100" b="0" u="none">
                        <a:solidFill>
                          <a:schemeClr val="tx1"/>
                        </a:solidFill>
                        <a:latin typeface="+mn-lt"/>
                      </a:endParaRP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bl>
          </a:graphicData>
        </a:graphic>
      </p:graphicFrame>
    </p:spTree>
    <p:extLst>
      <p:ext uri="{BB962C8B-B14F-4D97-AF65-F5344CB8AC3E}">
        <p14:creationId xmlns:p14="http://schemas.microsoft.com/office/powerpoint/2010/main" val="143516337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C53DA-2CD3-E500-CADD-9B5B0DB92511}"/>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41EC7D64-4564-0224-71C4-869FB2F7D296}"/>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Create Customer Case Studies</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498FE48D-5084-5FEB-641E-093CE132EA25}"/>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706062D1-FCB7-0F58-ADF6-2533DBC0BBCE}"/>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3566A91F-654E-F467-F4A9-AB37D754578E}"/>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Create Customer Case Studies</a:t>
            </a:r>
          </a:p>
        </p:txBody>
      </p:sp>
      <p:sp>
        <p:nvSpPr>
          <p:cNvPr id="18" name="Rectangle: Top Corners Rounded 17">
            <a:extLst>
              <a:ext uri="{FF2B5EF4-FFF2-40B4-BE49-F238E27FC236}">
                <a16:creationId xmlns:a16="http://schemas.microsoft.com/office/drawing/2014/main" id="{5E623052-C942-0C3E-803D-EB9CADE3E5F1}"/>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8EEB6C0A-3198-13FB-E56B-A50049DEF52E}"/>
              </a:ext>
            </a:extLst>
          </p:cNvPr>
          <p:cNvSpPr txBox="1"/>
          <p:nvPr/>
        </p:nvSpPr>
        <p:spPr>
          <a:xfrm>
            <a:off x="4233671" y="1889669"/>
            <a:ext cx="6988093" cy="1600438"/>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p>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a:solidFill>
                  <a:srgbClr val="000000"/>
                </a:solidFill>
              </a:rPr>
              <a:t>Highlight successful projects to demonstrate the value and effectiveness of solutions. Provide real-world examples to build credibility and support sales and marketing efforts. Convert your early wins and depth of customer engagements into stories that resonate with customers and exemplifies your credibility.</a:t>
            </a:r>
          </a:p>
        </p:txBody>
      </p:sp>
      <p:sp>
        <p:nvSpPr>
          <p:cNvPr id="23" name="TextBox 22">
            <a:extLst>
              <a:ext uri="{FF2B5EF4-FFF2-40B4-BE49-F238E27FC236}">
                <a16:creationId xmlns:a16="http://schemas.microsoft.com/office/drawing/2014/main" id="{CA429F6C-A17C-218D-0125-1E6B2593EA3A}"/>
              </a:ext>
            </a:extLst>
          </p:cNvPr>
          <p:cNvSpPr txBox="1"/>
          <p:nvPr/>
        </p:nvSpPr>
        <p:spPr>
          <a:xfrm>
            <a:off x="4270575" y="3951415"/>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38258BA4-B374-5453-BBB9-E315BE70426B}"/>
              </a:ext>
            </a:extLst>
          </p:cNvPr>
          <p:cNvSpPr txBox="1"/>
          <p:nvPr/>
        </p:nvSpPr>
        <p:spPr>
          <a:xfrm>
            <a:off x="4233671" y="4430134"/>
            <a:ext cx="6988092"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Identifying key projects and implementations that have yielded positive results and can be showcased as case studies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Gathering relevant data, metrics, and customer testimonials to provide evidence and support the case studies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Developing detailed and engaging case study content that effectively communicates the challenges, solutions, and outcomes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Publishing the case studies on various platforms and promoting them through marketing channels to reach a wider audience </a:t>
            </a:r>
          </a:p>
        </p:txBody>
      </p:sp>
      <p:graphicFrame>
        <p:nvGraphicFramePr>
          <p:cNvPr id="3" name="Content Placeholder 23">
            <a:extLst>
              <a:ext uri="{FF2B5EF4-FFF2-40B4-BE49-F238E27FC236}">
                <a16:creationId xmlns:a16="http://schemas.microsoft.com/office/drawing/2014/main" id="{88EC1505-64F2-EA71-8728-6DCB100521D0}"/>
              </a:ext>
            </a:extLst>
          </p:cNvPr>
          <p:cNvGraphicFramePr>
            <a:graphicFrameLocks/>
          </p:cNvGraphicFramePr>
          <p:nvPr/>
        </p:nvGraphicFramePr>
        <p:xfrm>
          <a:off x="1161237" y="1977046"/>
          <a:ext cx="2647541" cy="120396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Select successful projects for case studies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Collect data and customer testimonials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Create engaging case study content</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171450" marR="0" lvl="0" indent="-171450" algn="l" defTabSz="932742"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Publish and promote case studies</a:t>
                      </a:r>
                      <a:endParaRPr lang="en-US" sz="1100" b="0" u="none">
                        <a:solidFill>
                          <a:schemeClr val="tx1"/>
                        </a:solidFill>
                        <a:latin typeface="+mn-lt"/>
                      </a:endParaRP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bl>
          </a:graphicData>
        </a:graphic>
      </p:graphicFrame>
    </p:spTree>
    <p:extLst>
      <p:ext uri="{BB962C8B-B14F-4D97-AF65-F5344CB8AC3E}">
        <p14:creationId xmlns:p14="http://schemas.microsoft.com/office/powerpoint/2010/main" val="130565644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D58D5-26A2-D50F-944C-B7C7A8A6EB70}"/>
            </a:ext>
          </a:extLst>
        </p:cNvPr>
        <p:cNvGrpSpPr/>
        <p:nvPr/>
      </p:nvGrpSpPr>
      <p:grpSpPr>
        <a:xfrm>
          <a:off x="0" y="0"/>
          <a:ext cx="0" cy="0"/>
          <a:chOff x="0" y="0"/>
          <a:chExt cx="0" cy="0"/>
        </a:xfrm>
      </p:grpSpPr>
      <p:sp>
        <p:nvSpPr>
          <p:cNvPr id="67" name="Title 5">
            <a:extLst>
              <a:ext uri="{FF2B5EF4-FFF2-40B4-BE49-F238E27FC236}">
                <a16:creationId xmlns:a16="http://schemas.microsoft.com/office/drawing/2014/main" id="{D1FAD8B5-56BA-FF6B-8BEA-AFCBD6686ACE}"/>
              </a:ext>
            </a:extLst>
          </p:cNvPr>
          <p:cNvSpPr>
            <a:spLocks noGrp="1"/>
          </p:cNvSpPr>
          <p:nvPr>
            <p:ph type="title"/>
          </p:nvPr>
        </p:nvSpPr>
        <p:spPr>
          <a:xfrm>
            <a:off x="588263" y="457200"/>
            <a:ext cx="11018520" cy="984885"/>
          </a:xfrm>
        </p:spPr>
        <p:txBody>
          <a:bodyPr/>
          <a:lstStyle/>
          <a:p>
            <a:r>
              <a:rPr lang="en-US" sz="3200" b="1">
                <a:gradFill>
                  <a:gsLst>
                    <a:gs pos="0">
                      <a:srgbClr val="0078D4"/>
                    </a:gs>
                    <a:gs pos="50000">
                      <a:srgbClr val="8661C5"/>
                    </a:gs>
                    <a:gs pos="100000">
                      <a:srgbClr val="C73ECC"/>
                    </a:gs>
                  </a:gsLst>
                  <a:lin ang="2700000" scaled="1"/>
                </a:gradFill>
                <a:ea typeface="+mj-lt"/>
                <a:cs typeface="+mj-lt"/>
              </a:rPr>
              <a:t>Copilot </a:t>
            </a:r>
            <a:r>
              <a:rPr lang="en-US"/>
              <a:t>| </a:t>
            </a:r>
            <a:r>
              <a:rPr lang="en-US">
                <a:solidFill>
                  <a:schemeClr val="accent6">
                    <a:lumMod val="75000"/>
                  </a:schemeClr>
                </a:solidFill>
              </a:rPr>
              <a:t>Develop Customer Zero Case Study</a:t>
            </a:r>
            <a:br>
              <a:rPr lang="en-US">
                <a:solidFill>
                  <a:schemeClr val="accent6">
                    <a:lumMod val="75000"/>
                  </a:schemeClr>
                </a:solidFill>
              </a:rPr>
            </a:br>
            <a:endParaRPr lang="en-US">
              <a:solidFill>
                <a:schemeClr val="accent6">
                  <a:lumMod val="75000"/>
                </a:schemeClr>
              </a:solidFill>
            </a:endParaRPr>
          </a:p>
        </p:txBody>
      </p:sp>
      <p:sp>
        <p:nvSpPr>
          <p:cNvPr id="16" name="Rectangle: Rounded Corners 15">
            <a:extLst>
              <a:ext uri="{FF2B5EF4-FFF2-40B4-BE49-F238E27FC236}">
                <a16:creationId xmlns:a16="http://schemas.microsoft.com/office/drawing/2014/main" id="{DF28E993-4530-71A8-7B8D-1F7E6E94F4BA}"/>
              </a:ext>
              <a:ext uri="{C183D7F6-B498-43B3-948B-1728B52AA6E4}">
                <adec:decorative xmlns:adec="http://schemas.microsoft.com/office/drawing/2017/decorative" val="1"/>
              </a:ext>
            </a:extLst>
          </p:cNvPr>
          <p:cNvSpPr/>
          <p:nvPr/>
        </p:nvSpPr>
        <p:spPr bwMode="auto">
          <a:xfrm rot="10800000" flipH="1">
            <a:off x="565610" y="1889671"/>
            <a:ext cx="10737390" cy="4415877"/>
          </a:xfrm>
          <a:prstGeom prst="roundRect">
            <a:avLst>
              <a:gd name="adj" fmla="val 3467"/>
            </a:avLst>
          </a:prstGeom>
          <a:solidFill>
            <a:schemeClr val="bg1"/>
          </a:solidFill>
          <a:ln w="9525" cap="flat" cmpd="sng" algn="ctr">
            <a:noFill/>
            <a:prstDash val="solid"/>
            <a:headEnd type="none" w="med" len="med"/>
            <a:tailEnd type="none" w="med" len="med"/>
          </a:ln>
          <a:effectLst>
            <a:outerShdw blurRad="190500" algn="ctr" rotWithShape="0">
              <a:prstClr val="black">
                <a:alpha val="40000"/>
              </a:prst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3736" indent="-173736" algn="l" rtl="0" eaLnBrk="1" fontAlgn="t" latinLnBrk="0" hangingPunct="1">
              <a:buClrTx/>
              <a:buSzPts val="1100"/>
              <a:buFont typeface="Wingdings" pitchFamily="2" charset="2"/>
              <a:buChar char="q"/>
            </a:pPr>
            <a:endParaRPr lang="en-US" sz="1800" b="0" i="0" u="none" strike="noStrike">
              <a:effectLst/>
              <a:latin typeface="Arial" panose="020B0604020202020204" pitchFamily="34" charset="0"/>
            </a:endParaRPr>
          </a:p>
        </p:txBody>
      </p:sp>
      <p:sp>
        <p:nvSpPr>
          <p:cNvPr id="17" name="Rectangle: Single Corner Rounded 16">
            <a:extLst>
              <a:ext uri="{FF2B5EF4-FFF2-40B4-BE49-F238E27FC236}">
                <a16:creationId xmlns:a16="http://schemas.microsoft.com/office/drawing/2014/main" id="{737122C5-1F1A-5C1A-7930-AFD60AAA8DD9}"/>
              </a:ext>
              <a:ext uri="{C183D7F6-B498-43B3-948B-1728B52AA6E4}">
                <adec:decorative xmlns:adec="http://schemas.microsoft.com/office/drawing/2017/decorative" val="1"/>
              </a:ext>
            </a:extLst>
          </p:cNvPr>
          <p:cNvSpPr/>
          <p:nvPr/>
        </p:nvSpPr>
        <p:spPr bwMode="auto">
          <a:xfrm flipV="1">
            <a:off x="4109492" y="1889672"/>
            <a:ext cx="7193508" cy="4415877"/>
          </a:xfrm>
          <a:prstGeom prst="round1Rect">
            <a:avLst>
              <a:gd name="adj" fmla="val 4017"/>
            </a:avLst>
          </a:prstGeom>
          <a:gradFill flip="none" rotWithShape="1">
            <a:gsLst>
              <a:gs pos="0">
                <a:schemeClr val="bg1">
                  <a:lumMod val="95000"/>
                </a:schemeClr>
              </a:gs>
              <a:gs pos="100000">
                <a:schemeClr val="bg1">
                  <a:lumMod val="85000"/>
                </a:scheme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sp>
        <p:nvSpPr>
          <p:cNvPr id="15" name="!!Assess text">
            <a:extLst>
              <a:ext uri="{FF2B5EF4-FFF2-40B4-BE49-F238E27FC236}">
                <a16:creationId xmlns:a16="http://schemas.microsoft.com/office/drawing/2014/main" id="{51DF2C02-914C-3764-E2DB-6032852B0B86}"/>
              </a:ext>
              <a:ext uri="{C183D7F6-B498-43B3-948B-1728B52AA6E4}">
                <adec:decorative xmlns:adec="http://schemas.microsoft.com/office/drawing/2017/decorative" val="1"/>
              </a:ext>
            </a:extLst>
          </p:cNvPr>
          <p:cNvSpPr txBox="1"/>
          <p:nvPr/>
        </p:nvSpPr>
        <p:spPr>
          <a:xfrm>
            <a:off x="860522" y="1397000"/>
            <a:ext cx="3248970" cy="492675"/>
          </a:xfrm>
          <a:prstGeom prst="round2SameRect">
            <a:avLst>
              <a:gd name="adj1" fmla="val 50000"/>
              <a:gd name="adj2" fmla="val 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schemeClr val="bg1"/>
                </a:solidFill>
                <a:effectLst/>
                <a:uLnTx/>
                <a:uFillTx/>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a:ea typeface="+mn-ea"/>
                <a:cs typeface="+mn-cs"/>
              </a:rPr>
              <a:t>Develop Customer Zero Case Study</a:t>
            </a:r>
          </a:p>
        </p:txBody>
      </p:sp>
      <p:sp>
        <p:nvSpPr>
          <p:cNvPr id="18" name="Rectangle: Top Corners Rounded 17">
            <a:extLst>
              <a:ext uri="{FF2B5EF4-FFF2-40B4-BE49-F238E27FC236}">
                <a16:creationId xmlns:a16="http://schemas.microsoft.com/office/drawing/2014/main" id="{0440335E-EAE9-F31B-BEBD-AD415D9F8BE9}"/>
              </a:ext>
            </a:extLst>
          </p:cNvPr>
          <p:cNvSpPr/>
          <p:nvPr/>
        </p:nvSpPr>
        <p:spPr bwMode="auto">
          <a:xfrm rot="16200000">
            <a:off x="-1494873" y="3950153"/>
            <a:ext cx="4415879" cy="294913"/>
          </a:xfrm>
          <a:prstGeom prst="round2SameRect">
            <a:avLst>
              <a:gd name="adj1" fmla="val 50000"/>
              <a:gd name="adj2" fmla="val 0"/>
            </a:avLst>
          </a:prstGeom>
          <a:solidFill>
            <a:schemeClr val="bg1">
              <a:lumMod val="8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a:ea typeface="Segoe UI" pitchFamily="34" charset="0"/>
                <a:cs typeface="Segoe UI" pitchFamily="34" charset="0"/>
              </a:rPr>
              <a:t>Core Activities</a:t>
            </a:r>
          </a:p>
        </p:txBody>
      </p:sp>
      <p:sp>
        <p:nvSpPr>
          <p:cNvPr id="20" name="TextBox 19">
            <a:extLst>
              <a:ext uri="{FF2B5EF4-FFF2-40B4-BE49-F238E27FC236}">
                <a16:creationId xmlns:a16="http://schemas.microsoft.com/office/drawing/2014/main" id="{3720DFE3-BBA1-9FE3-8C79-56CA81D36850}"/>
              </a:ext>
            </a:extLst>
          </p:cNvPr>
          <p:cNvSpPr txBox="1"/>
          <p:nvPr/>
        </p:nvSpPr>
        <p:spPr>
          <a:xfrm>
            <a:off x="4233671" y="1889669"/>
            <a:ext cx="6988093" cy="1354217"/>
          </a:xfrm>
          <a:prstGeom prst="rect">
            <a:avLst/>
          </a:prstGeom>
          <a:noFill/>
        </p:spPr>
        <p:txBody>
          <a:bodyPr wrap="square" tIns="0">
            <a:spAutoFit/>
          </a:bodyPr>
          <a:lstStyle/>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b="1">
                <a:solidFill>
                  <a:srgbClr val="000000"/>
                </a:solidFill>
              </a:rPr>
              <a:t>Scope</a:t>
            </a:r>
          </a:p>
          <a:p>
            <a:pPr marL="0" marR="0" lvl="2"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600">
                <a:solidFill>
                  <a:srgbClr val="000000"/>
                </a:solidFill>
              </a:rPr>
              <a:t>Capture the details of the initial implementation, including objectives, processes, and outcomes, to provide a comprehensive overview. Identify key lessons learned, demonstrate the solution's value and impact, and use insights to support continuous improvement</a:t>
            </a:r>
          </a:p>
        </p:txBody>
      </p:sp>
      <p:sp>
        <p:nvSpPr>
          <p:cNvPr id="23" name="TextBox 22">
            <a:extLst>
              <a:ext uri="{FF2B5EF4-FFF2-40B4-BE49-F238E27FC236}">
                <a16:creationId xmlns:a16="http://schemas.microsoft.com/office/drawing/2014/main" id="{2DA42D0C-9E06-8A10-CCBA-E32AF37A4C48}"/>
              </a:ext>
            </a:extLst>
          </p:cNvPr>
          <p:cNvSpPr txBox="1"/>
          <p:nvPr/>
        </p:nvSpPr>
        <p:spPr>
          <a:xfrm>
            <a:off x="4270575" y="3951415"/>
            <a:ext cx="6871342" cy="292388"/>
          </a:xfrm>
          <a:prstGeom prst="rect">
            <a:avLst/>
          </a:prstGeom>
          <a:noFill/>
        </p:spPr>
        <p:txBody>
          <a:bodyPr wrap="square" tIns="0">
            <a:spAutoFit/>
          </a:bodyPr>
          <a:lstStyle/>
          <a:p>
            <a:pPr marL="0" marR="0" lvl="2"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 will achieve this by:</a:t>
            </a:r>
          </a:p>
        </p:txBody>
      </p:sp>
      <p:sp>
        <p:nvSpPr>
          <p:cNvPr id="21" name="TextBox 20">
            <a:extLst>
              <a:ext uri="{FF2B5EF4-FFF2-40B4-BE49-F238E27FC236}">
                <a16:creationId xmlns:a16="http://schemas.microsoft.com/office/drawing/2014/main" id="{5EF597DC-FE15-4CA9-1561-0F064F7FEA6C}"/>
              </a:ext>
            </a:extLst>
          </p:cNvPr>
          <p:cNvSpPr txBox="1"/>
          <p:nvPr/>
        </p:nvSpPr>
        <p:spPr>
          <a:xfrm>
            <a:off x="4233671" y="4243803"/>
            <a:ext cx="6988092" cy="1325855"/>
          </a:xfrm>
          <a:prstGeom prst="rect">
            <a:avLst/>
          </a:prstGeom>
          <a:noFill/>
        </p:spPr>
        <p:txBody>
          <a:bodyPr wrap="square" numCol="2" spcCol="365760">
            <a:noAutofit/>
          </a:bodyPr>
          <a:lstStyle/>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Collecting detailed data and metrics from the initial implementation to provide a solid foundation for the case study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Conducting interviews with key stakeholders and team members to capture their insights and experiences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Developing a comprehensive and engaging case study that documents the implementation, lessons learned, and outcomes </a:t>
            </a:r>
          </a:p>
          <a:p>
            <a:pPr marL="285750" marR="0" lvl="0" indent="-285750" algn="l" defTabSz="914400" rtl="0" eaLnBrk="1" fontAlgn="base" latinLnBrk="0" hangingPunct="1">
              <a:lnSpc>
                <a:spcPct val="90000"/>
              </a:lnSpc>
              <a:spcBef>
                <a:spcPts val="0"/>
              </a:spcBef>
              <a:spcAft>
                <a:spcPts val="6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Reviewing the case study content with stakeholders to ensure accuracy and completeness, and refining as needed</a:t>
            </a:r>
          </a:p>
        </p:txBody>
      </p:sp>
      <p:graphicFrame>
        <p:nvGraphicFramePr>
          <p:cNvPr id="3" name="Content Placeholder 23">
            <a:extLst>
              <a:ext uri="{FF2B5EF4-FFF2-40B4-BE49-F238E27FC236}">
                <a16:creationId xmlns:a16="http://schemas.microsoft.com/office/drawing/2014/main" id="{FD1A83E1-1762-3EEE-F164-0236E2122E14}"/>
              </a:ext>
            </a:extLst>
          </p:cNvPr>
          <p:cNvGraphicFramePr>
            <a:graphicFrameLocks/>
          </p:cNvGraphicFramePr>
          <p:nvPr/>
        </p:nvGraphicFramePr>
        <p:xfrm>
          <a:off x="1161237" y="1976035"/>
          <a:ext cx="2647541" cy="1706880"/>
        </p:xfrm>
        <a:graphic>
          <a:graphicData uri="http://schemas.openxmlformats.org/drawingml/2006/table">
            <a:tbl>
              <a:tblPr firstRow="1" bandRow="1"/>
              <a:tblGrid>
                <a:gridCol w="2647541">
                  <a:extLst>
                    <a:ext uri="{9D8B030D-6E8A-4147-A177-3AD203B41FA5}">
                      <a16:colId xmlns:a16="http://schemas.microsoft.com/office/drawing/2014/main" val="1490518063"/>
                    </a:ext>
                  </a:extLst>
                </a:gridCol>
              </a:tblGrid>
              <a:tr h="0">
                <a:tc>
                  <a:txBody>
                    <a:bodyPr/>
                    <a:lstStyle/>
                    <a:p>
                      <a:pPr marL="171450" indent="-171450">
                        <a:buFont typeface="Wingdings" panose="05000000000000000000" pitchFamily="2" charset="2"/>
                        <a:buChar char="q"/>
                      </a:pPr>
                      <a:r>
                        <a:rPr lang="en-US" sz="1100" b="0" u="none">
                          <a:solidFill>
                            <a:schemeClr val="tx1"/>
                          </a:solidFill>
                          <a:latin typeface="+mn-lt"/>
                        </a:rPr>
                        <a:t>Gather detailed implementation data and metrics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335220"/>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Interview key stakeholders for insights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5887872"/>
                  </a:ext>
                </a:extLst>
              </a:tr>
              <a:tr h="0">
                <a:tc>
                  <a:txBody>
                    <a:bodyPr/>
                    <a:lstStyle/>
                    <a:p>
                      <a:pPr marL="171450" indent="-171450">
                        <a:buFont typeface="Wingdings" panose="05000000000000000000" pitchFamily="2" charset="2"/>
                        <a:buChar char="q"/>
                      </a:pPr>
                      <a:r>
                        <a:rPr lang="en-US" sz="1100" b="0" u="none">
                          <a:solidFill>
                            <a:schemeClr val="tx1"/>
                          </a:solidFill>
                          <a:latin typeface="+mn-lt"/>
                        </a:rPr>
                        <a:t>Create a comprehensive case study</a:t>
                      </a:r>
                    </a:p>
                    <a:p>
                      <a:pPr marL="0" indent="0">
                        <a:buFont typeface="Wingdings" panose="05000000000000000000" pitchFamily="2" charset="2"/>
                        <a:buNone/>
                      </a:pPr>
                      <a:endParaRPr lang="en-US" sz="1100" b="0" u="none">
                        <a:solidFill>
                          <a:schemeClr val="tx1"/>
                        </a:solidFill>
                        <a:latin typeface="+mn-lt"/>
                      </a:endParaRPr>
                    </a:p>
                    <a:p>
                      <a:pPr marL="171450" indent="-171450">
                        <a:buFont typeface="Wingdings" panose="05000000000000000000" pitchFamily="2" charset="2"/>
                        <a:buChar char="q"/>
                      </a:pPr>
                      <a:r>
                        <a:rPr lang="en-US" sz="1100" b="0" u="none">
                          <a:solidFill>
                            <a:schemeClr val="tx1"/>
                          </a:solidFill>
                          <a:latin typeface="+mn-lt"/>
                        </a:rPr>
                        <a:t>Review and refine the content with stakeholders</a:t>
                      </a: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322030"/>
                  </a:ext>
                </a:extLst>
              </a:tr>
              <a:tr h="0">
                <a:tc>
                  <a:txBody>
                    <a:bodyPr/>
                    <a:lstStyle/>
                    <a:p>
                      <a:pPr marL="0" indent="0">
                        <a:buFont typeface="Wingdings" panose="05000000000000000000" pitchFamily="2" charset="2"/>
                        <a:buNone/>
                      </a:pPr>
                      <a:endParaRPr lang="en-US" sz="1100" b="0" u="none">
                        <a:solidFill>
                          <a:schemeClr val="tx1"/>
                        </a:solidFill>
                        <a:latin typeface="+mn-lt"/>
                      </a:endParaRPr>
                    </a:p>
                  </a:txBody>
                  <a:tcPr marL="0" marR="45720">
                    <a:lnL w="12700" cmpd="sng">
                      <a:noFill/>
                      <a:prstDash val="soli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0621276"/>
                  </a:ext>
                </a:extLst>
              </a:tr>
            </a:tbl>
          </a:graphicData>
        </a:graphic>
      </p:graphicFrame>
    </p:spTree>
    <p:extLst>
      <p:ext uri="{BB962C8B-B14F-4D97-AF65-F5344CB8AC3E}">
        <p14:creationId xmlns:p14="http://schemas.microsoft.com/office/powerpoint/2010/main" val="89502999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04A28D9D-55E8-4BBF-6F1B-8299451BB367}"/>
              </a:ext>
            </a:extLst>
          </p:cNvPr>
          <p:cNvSpPr>
            <a:spLocks noGrp="1"/>
          </p:cNvSpPr>
          <p:nvPr>
            <p:ph sz="quarter" idx="13"/>
          </p:nvPr>
        </p:nvSpPr>
        <p:spPr>
          <a:xfrm>
            <a:off x="610821" y="2988522"/>
            <a:ext cx="11093450" cy="2302169"/>
          </a:xfrm>
        </p:spPr>
        <p:txBody>
          <a:bodyPr/>
          <a:lstStyle/>
          <a:p>
            <a:pPr marL="285750" indent="-285750">
              <a:buFont typeface="Wingdings" panose="05000000000000000000" pitchFamily="2" charset="2"/>
              <a:buChar char="q"/>
            </a:pPr>
            <a:r>
              <a:rPr lang="en-US" sz="1400"/>
              <a:t>Contribution towards M365 Copilot seats, M365 Copilot Chat MAU or Copilot Studio Consumption</a:t>
            </a:r>
          </a:p>
          <a:p>
            <a:pPr marL="285750" indent="-285750">
              <a:buFont typeface="Wingdings" panose="05000000000000000000" pitchFamily="2" charset="2"/>
              <a:buChar char="q"/>
            </a:pPr>
            <a:r>
              <a:rPr lang="en-US" sz="1400"/>
              <a:t>Increased own pipe by x% [define your metric] through organic marketing efforts</a:t>
            </a:r>
          </a:p>
          <a:p>
            <a:pPr marL="285750" indent="-285750">
              <a:buFont typeface="Wingdings" panose="05000000000000000000" pitchFamily="2" charset="2"/>
              <a:buChar char="q"/>
            </a:pPr>
            <a:r>
              <a:rPr lang="en-US" sz="1400"/>
              <a:t>Implemented a continuous learning and development plan for practice resources</a:t>
            </a:r>
          </a:p>
          <a:p>
            <a:pPr marL="285750" indent="-285750">
              <a:buFont typeface="Wingdings" panose="05000000000000000000" pitchFamily="2" charset="2"/>
              <a:buChar char="q"/>
            </a:pPr>
            <a:r>
              <a:rPr lang="en-US" sz="1400"/>
              <a:t>Created at least 3 customer case studies indicating the depth of your expertise in your capability areas</a:t>
            </a:r>
          </a:p>
          <a:p>
            <a:pPr marL="285750" indent="-285750">
              <a:buFont typeface="Wingdings" panose="05000000000000000000" pitchFamily="2" charset="2"/>
              <a:buChar char="q"/>
            </a:pPr>
            <a:r>
              <a:rPr lang="en-US" sz="1400"/>
              <a:t>Created a fully fleshed-out customer zero journey with an aim to get it published on Microsoft website</a:t>
            </a:r>
          </a:p>
          <a:p>
            <a:pPr marL="285750" indent="-285750">
              <a:buFont typeface="Wingdings" panose="05000000000000000000" pitchFamily="2" charset="2"/>
              <a:buChar char="q"/>
            </a:pPr>
            <a:endParaRPr lang="en-US" sz="1400"/>
          </a:p>
          <a:p>
            <a:endParaRPr lang="en-US" sz="1400"/>
          </a:p>
          <a:p>
            <a:endParaRPr lang="en-US" sz="1400"/>
          </a:p>
        </p:txBody>
      </p:sp>
      <p:sp>
        <p:nvSpPr>
          <p:cNvPr id="17" name="Content Placeholder 16">
            <a:extLst>
              <a:ext uri="{FF2B5EF4-FFF2-40B4-BE49-F238E27FC236}">
                <a16:creationId xmlns:a16="http://schemas.microsoft.com/office/drawing/2014/main" id="{7C5F1CF1-D3D9-5E3F-600B-9B2DA6353172}"/>
              </a:ext>
            </a:extLst>
          </p:cNvPr>
          <p:cNvSpPr>
            <a:spLocks noGrp="1"/>
          </p:cNvSpPr>
          <p:nvPr>
            <p:ph sz="quarter" idx="14"/>
          </p:nvPr>
        </p:nvSpPr>
        <p:spPr>
          <a:xfrm>
            <a:off x="610821" y="2018559"/>
            <a:ext cx="11093450" cy="1128480"/>
          </a:xfrm>
          <a:gradFill flip="none" rotWithShape="1">
            <a:lin ang="2700000" scaled="1"/>
            <a:tileRect/>
          </a:gradFill>
        </p:spPr>
        <p:txBody>
          <a:bodyPr vert="horz" wrap="square" lIns="274320" tIns="137160" rIns="274320" bIns="0" rtlCol="0" anchor="t">
            <a:spAutoFit/>
          </a:bodyPr>
          <a:lstStyle/>
          <a:p>
            <a:r>
              <a:rPr lang="en-US">
                <a:solidFill>
                  <a:schemeClr val="bg1"/>
                </a:solidFill>
                <a:cs typeface="Segoe UI"/>
              </a:rPr>
              <a:t>    90-day Success Measure</a:t>
            </a:r>
          </a:p>
          <a:p>
            <a:pPr>
              <a:lnSpc>
                <a:spcPct val="100000"/>
              </a:lnSpc>
              <a:spcAft>
                <a:spcPts val="0"/>
              </a:spcAft>
            </a:pPr>
            <a:endParaRPr lang="en-US">
              <a:solidFill>
                <a:schemeClr val="bg1"/>
              </a:solidFill>
            </a:endParaRPr>
          </a:p>
        </p:txBody>
      </p:sp>
      <p:sp>
        <p:nvSpPr>
          <p:cNvPr id="13" name="Subtitle 12">
            <a:extLst>
              <a:ext uri="{FF2B5EF4-FFF2-40B4-BE49-F238E27FC236}">
                <a16:creationId xmlns:a16="http://schemas.microsoft.com/office/drawing/2014/main" id="{051E441D-7469-116C-6F69-629BB12E6AE6}"/>
              </a:ext>
            </a:extLst>
          </p:cNvPr>
          <p:cNvSpPr>
            <a:spLocks noGrp="1"/>
          </p:cNvSpPr>
          <p:nvPr>
            <p:ph type="subTitle" idx="1"/>
          </p:nvPr>
        </p:nvSpPr>
        <p:spPr>
          <a:xfrm>
            <a:off x="549275" y="1114564"/>
            <a:ext cx="11089217" cy="738664"/>
          </a:xfrm>
        </p:spPr>
        <p:txBody>
          <a:bodyPr/>
          <a:lstStyle/>
          <a:p>
            <a:r>
              <a:rPr lang="en-US" sz="2400"/>
              <a:t>By completing these key activities, the team will have the necessary foundation to proceed, ready for further development and growth</a:t>
            </a:r>
            <a:endParaRPr lang="en-US" sz="4800"/>
          </a:p>
        </p:txBody>
      </p:sp>
      <p:sp>
        <p:nvSpPr>
          <p:cNvPr id="21" name="Arrow: Right 20">
            <a:extLst>
              <a:ext uri="{FF2B5EF4-FFF2-40B4-BE49-F238E27FC236}">
                <a16:creationId xmlns:a16="http://schemas.microsoft.com/office/drawing/2014/main" id="{9F95221D-2977-78DD-C045-5ABDF426D477}"/>
              </a:ext>
              <a:ext uri="{C183D7F6-B498-43B3-948B-1728B52AA6E4}">
                <adec:decorative xmlns:adec="http://schemas.microsoft.com/office/drawing/2017/decorative" val="1"/>
              </a:ext>
            </a:extLst>
          </p:cNvPr>
          <p:cNvSpPr/>
          <p:nvPr/>
        </p:nvSpPr>
        <p:spPr>
          <a:xfrm>
            <a:off x="8560504" y="2683841"/>
            <a:ext cx="3394890" cy="609362"/>
          </a:xfrm>
          <a:prstGeom prst="rightArrow">
            <a:avLst>
              <a:gd name="adj1" fmla="val 56915"/>
              <a:gd name="adj2" fmla="val 70963"/>
            </a:avLst>
          </a:prstGeom>
          <a:gradFill flip="none" rotWithShape="1">
            <a:gsLst>
              <a:gs pos="0">
                <a:schemeClr val="accent6">
                  <a:alpha val="0"/>
                </a:schemeClr>
              </a:gs>
              <a:gs pos="70000">
                <a:schemeClr val="accent4">
                  <a:lumMod val="75000"/>
                </a:schemeClr>
              </a:gs>
            </a:gsLst>
            <a:lin ang="0" scaled="1"/>
            <a:tileRect/>
          </a:gradFill>
          <a:ln>
            <a:noFill/>
          </a:ln>
          <a:effectLst>
            <a:outerShdw blurRad="292100" sx="102000" sy="102000" algn="ctr"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6" name="Group 14">
            <a:extLst>
              <a:ext uri="{FF2B5EF4-FFF2-40B4-BE49-F238E27FC236}">
                <a16:creationId xmlns:a16="http://schemas.microsoft.com/office/drawing/2014/main" id="{EDEC5D6D-B2DF-AC15-884D-8DC6F0871447}"/>
              </a:ext>
              <a:ext uri="{C183D7F6-B498-43B3-948B-1728B52AA6E4}">
                <adec:decorative xmlns:adec="http://schemas.microsoft.com/office/drawing/2017/decorative" val="1"/>
              </a:ext>
            </a:extLst>
          </p:cNvPr>
          <p:cNvGrpSpPr>
            <a:grpSpLocks noChangeAspect="1"/>
          </p:cNvGrpSpPr>
          <p:nvPr/>
        </p:nvGrpSpPr>
        <p:grpSpPr bwMode="auto">
          <a:xfrm>
            <a:off x="797952" y="2224221"/>
            <a:ext cx="408088" cy="360602"/>
            <a:chOff x="4410" y="3609"/>
            <a:chExt cx="275" cy="243"/>
          </a:xfrm>
          <a:solidFill>
            <a:schemeClr val="bg1"/>
          </a:solidFill>
        </p:grpSpPr>
        <p:sp>
          <p:nvSpPr>
            <p:cNvPr id="7" name="Freeform 15">
              <a:extLst>
                <a:ext uri="{FF2B5EF4-FFF2-40B4-BE49-F238E27FC236}">
                  <a16:creationId xmlns:a16="http://schemas.microsoft.com/office/drawing/2014/main" id="{F33B5CED-B7B7-29C1-0429-43FF6E7A417D}"/>
                </a:ext>
              </a:extLst>
            </p:cNvPr>
            <p:cNvSpPr>
              <a:spLocks/>
            </p:cNvSpPr>
            <p:nvPr/>
          </p:nvSpPr>
          <p:spPr bwMode="auto">
            <a:xfrm>
              <a:off x="4410" y="3624"/>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8" name="Freeform 16">
              <a:extLst>
                <a:ext uri="{FF2B5EF4-FFF2-40B4-BE49-F238E27FC236}">
                  <a16:creationId xmlns:a16="http://schemas.microsoft.com/office/drawing/2014/main" id="{489E6431-5B3B-82E1-E31B-903770F9C342}"/>
                </a:ext>
              </a:extLst>
            </p:cNvPr>
            <p:cNvSpPr>
              <a:spLocks/>
            </p:cNvSpPr>
            <p:nvPr/>
          </p:nvSpPr>
          <p:spPr bwMode="auto">
            <a:xfrm>
              <a:off x="4410" y="3713"/>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4" name="Freeform 17">
              <a:extLst>
                <a:ext uri="{FF2B5EF4-FFF2-40B4-BE49-F238E27FC236}">
                  <a16:creationId xmlns:a16="http://schemas.microsoft.com/office/drawing/2014/main" id="{B9E31F57-90D5-AD36-CACE-D00619C1B046}"/>
                </a:ext>
              </a:extLst>
            </p:cNvPr>
            <p:cNvSpPr>
              <a:spLocks/>
            </p:cNvSpPr>
            <p:nvPr/>
          </p:nvSpPr>
          <p:spPr bwMode="auto">
            <a:xfrm>
              <a:off x="4410" y="3802"/>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5" name="Freeform 18">
              <a:extLst>
                <a:ext uri="{FF2B5EF4-FFF2-40B4-BE49-F238E27FC236}">
                  <a16:creationId xmlns:a16="http://schemas.microsoft.com/office/drawing/2014/main" id="{F6E53C2E-E1B9-BCA4-6720-0EA16ED4F317}"/>
                </a:ext>
              </a:extLst>
            </p:cNvPr>
            <p:cNvSpPr>
              <a:spLocks/>
            </p:cNvSpPr>
            <p:nvPr/>
          </p:nvSpPr>
          <p:spPr bwMode="auto">
            <a:xfrm>
              <a:off x="4603" y="3697"/>
              <a:ext cx="82" cy="66"/>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8" name="Freeform 19">
              <a:extLst>
                <a:ext uri="{FF2B5EF4-FFF2-40B4-BE49-F238E27FC236}">
                  <a16:creationId xmlns:a16="http://schemas.microsoft.com/office/drawing/2014/main" id="{E6589C7F-5868-3319-B2DD-46BAD8084B0E}"/>
                </a:ext>
              </a:extLst>
            </p:cNvPr>
            <p:cNvSpPr>
              <a:spLocks/>
            </p:cNvSpPr>
            <p:nvPr/>
          </p:nvSpPr>
          <p:spPr bwMode="auto">
            <a:xfrm>
              <a:off x="4603" y="3786"/>
              <a:ext cx="82" cy="66"/>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19" name="Freeform 20">
              <a:extLst>
                <a:ext uri="{FF2B5EF4-FFF2-40B4-BE49-F238E27FC236}">
                  <a16:creationId xmlns:a16="http://schemas.microsoft.com/office/drawing/2014/main" id="{0425ACAC-F587-C487-F2A5-4BDD240F84C3}"/>
                </a:ext>
              </a:extLst>
            </p:cNvPr>
            <p:cNvSpPr>
              <a:spLocks/>
            </p:cNvSpPr>
            <p:nvPr/>
          </p:nvSpPr>
          <p:spPr bwMode="auto">
            <a:xfrm>
              <a:off x="4603" y="3609"/>
              <a:ext cx="82" cy="65"/>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spTree>
    <p:extLst>
      <p:ext uri="{BB962C8B-B14F-4D97-AF65-F5344CB8AC3E}">
        <p14:creationId xmlns:p14="http://schemas.microsoft.com/office/powerpoint/2010/main" val="139703146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839BB06-A8EC-D193-12FF-CB7BBC13B78B}"/>
              </a:ext>
            </a:extLst>
          </p:cNvPr>
          <p:cNvSpPr/>
          <p:nvPr/>
        </p:nvSpPr>
        <p:spPr bwMode="auto">
          <a:xfrm>
            <a:off x="194441" y="825062"/>
            <a:ext cx="11855669" cy="5607269"/>
          </a:xfrm>
          <a:prstGeom prst="roundRect">
            <a:avLst>
              <a:gd name="adj" fmla="val 8138"/>
            </a:avLst>
          </a:prstGeom>
          <a:noFill/>
          <a:ln w="9525" cap="flat" cmpd="sng" algn="ctr">
            <a:solidFill>
              <a:srgbClr val="603BA1"/>
            </a:solidFill>
            <a:prstDash val="solid"/>
            <a:roun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Title 7">
            <a:extLst>
              <a:ext uri="{FF2B5EF4-FFF2-40B4-BE49-F238E27FC236}">
                <a16:creationId xmlns:a16="http://schemas.microsoft.com/office/drawing/2014/main" id="{BB4B2B8E-C13D-3FA6-B825-F371E6A60AF0}"/>
              </a:ext>
            </a:extLst>
          </p:cNvPr>
          <p:cNvSpPr txBox="1">
            <a:spLocks/>
          </p:cNvSpPr>
          <p:nvPr/>
        </p:nvSpPr>
        <p:spPr>
          <a:xfrm>
            <a:off x="3166875" y="499036"/>
            <a:ext cx="5858249" cy="677108"/>
          </a:xfrm>
          <a:prstGeom prst="rect">
            <a:avLst/>
          </a:prstGeom>
          <a:gradFill flip="none" rotWithShape="1">
            <a:gsLst>
              <a:gs pos="0">
                <a:srgbClr val="0070C0"/>
              </a:gs>
              <a:gs pos="75000">
                <a:srgbClr val="603BA1">
                  <a:lumMod val="60000"/>
                  <a:lumOff val="40000"/>
                </a:srgbClr>
              </a:gs>
              <a:gs pos="100000">
                <a:srgbClr val="603BA1">
                  <a:lumMod val="60000"/>
                  <a:lumOff val="40000"/>
                </a:srgbClr>
              </a:gs>
            </a:gsLst>
            <a:lin ang="2700000" scaled="1"/>
            <a:tileRect/>
          </a:gra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p:spPr>
        <p:txBody>
          <a:bodyPr vert="horz" wrap="square" lIns="91440" tIns="91440" rIns="91440" bIns="91440" rtlCol="0" anchor="t">
            <a:sp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50" normalizeH="0" baseline="0" noProof="0">
                <a:ln w="3175">
                  <a:noFill/>
                </a:ln>
                <a:solidFill>
                  <a:srgbClr val="FFFFFF"/>
                </a:solidFill>
                <a:effectLst/>
                <a:uLnTx/>
                <a:uFillTx/>
                <a:latin typeface="Segoe UI"/>
                <a:ea typeface="+mn-ea"/>
                <a:cs typeface="+mn-cs"/>
              </a:rPr>
              <a:t>Copilot Practice Capability Areas</a:t>
            </a:r>
          </a:p>
        </p:txBody>
      </p:sp>
      <p:sp>
        <p:nvSpPr>
          <p:cNvPr id="6" name="Rectangle 5">
            <a:extLst>
              <a:ext uri="{FF2B5EF4-FFF2-40B4-BE49-F238E27FC236}">
                <a16:creationId xmlns:a16="http://schemas.microsoft.com/office/drawing/2014/main" id="{BCFCAD01-57E8-7E90-D856-861E10B7C007}"/>
              </a:ext>
            </a:extLst>
          </p:cNvPr>
          <p:cNvSpPr/>
          <p:nvPr/>
        </p:nvSpPr>
        <p:spPr bwMode="auto">
          <a:xfrm>
            <a:off x="334928" y="1976892"/>
            <a:ext cx="2763630" cy="3947254"/>
          </a:xfrm>
          <a:prstGeom prst="rect">
            <a:avLst/>
          </a:prstGeom>
          <a:solidFill>
            <a:srgbClr val="0078D4"/>
          </a:solidFill>
          <a:ln w="9525" cap="flat" cmpd="sng" algn="ctr">
            <a:noFill/>
            <a:prstDash val="solid"/>
            <a:headEnd type="none" w="med" len="med"/>
            <a:tailEnd type="none" w="med" len="med"/>
          </a:ln>
          <a:effectLst>
            <a:glow rad="101600">
              <a:srgbClr val="603BA1">
                <a:satMod val="175000"/>
                <a:alpha val="4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AI &amp; Copilot Advisory</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Advise customers on AI strategy, define and demonstrate business value and validate ROI</a:t>
            </a:r>
          </a:p>
        </p:txBody>
      </p:sp>
      <p:sp>
        <p:nvSpPr>
          <p:cNvPr id="7" name="Rectangle 6">
            <a:extLst>
              <a:ext uri="{FF2B5EF4-FFF2-40B4-BE49-F238E27FC236}">
                <a16:creationId xmlns:a16="http://schemas.microsoft.com/office/drawing/2014/main" id="{6A50AA1F-F7D8-2958-951F-62A437273E80}"/>
              </a:ext>
            </a:extLst>
          </p:cNvPr>
          <p:cNvSpPr/>
          <p:nvPr/>
        </p:nvSpPr>
        <p:spPr bwMode="auto">
          <a:xfrm>
            <a:off x="3275087" y="1976892"/>
            <a:ext cx="2763630" cy="3947254"/>
          </a:xfrm>
          <a:prstGeom prst="rect">
            <a:avLst/>
          </a:prstGeom>
          <a:solidFill>
            <a:srgbClr val="0078D4"/>
          </a:solidFill>
          <a:ln w="9525" cap="flat" cmpd="sng" algn="ctr">
            <a:noFill/>
            <a:prstDash val="solid"/>
            <a:headEnd type="none" w="med" len="med"/>
            <a:tailEnd type="none" w="med" len="med"/>
          </a:ln>
          <a:effectLst>
            <a:glow rad="101600">
              <a:srgbClr val="603BA1">
                <a:satMod val="175000"/>
                <a:alpha val="4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742">
              <a:spcBef>
                <a:spcPct val="0"/>
              </a:spcBef>
              <a:defRPr/>
            </a:pPr>
            <a:r>
              <a:rPr lang="en-US" sz="2000" b="1">
                <a:solidFill>
                  <a:srgbClr val="FFFFFF"/>
                </a:solidFill>
                <a:latin typeface="Calibri"/>
              </a:rPr>
              <a:t>Copilot Deployment + Data Governance</a:t>
            </a:r>
          </a:p>
          <a:p>
            <a:pPr lvl="0" algn="ctr" defTabSz="932742">
              <a:spcBef>
                <a:spcPct val="0"/>
              </a:spcBef>
              <a:defRPr/>
            </a:pPr>
            <a:endParaRPr kumimoji="0" lang="en-US" sz="2000" b="1" i="0" u="none" strike="noStrike" kern="0" cap="none" spc="0" normalizeH="0" baseline="0" noProof="0">
              <a:ln>
                <a:noFill/>
              </a:ln>
              <a:solidFill>
                <a:srgbClr val="FFFFFF"/>
              </a:solidFill>
              <a:effectLst/>
              <a:uLnTx/>
              <a:uFillTx/>
              <a:latin typeface="Calibri"/>
              <a:ea typeface="+mn-ea"/>
              <a:cs typeface="Segoe UI" pitchFamily="34" charset="0"/>
            </a:endParaRPr>
          </a:p>
          <a:p>
            <a:pPr lvl="0" algn="ctr" defTabSz="932742">
              <a:spcBef>
                <a:spcPct val="0"/>
              </a:spcBef>
              <a:defRPr/>
            </a:pPr>
            <a:endPar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Prepare and secure customer environment to deploy Copilot licenses and agents compliantly</a:t>
            </a:r>
          </a:p>
        </p:txBody>
      </p:sp>
      <p:sp>
        <p:nvSpPr>
          <p:cNvPr id="8" name="Rectangle 7">
            <a:extLst>
              <a:ext uri="{FF2B5EF4-FFF2-40B4-BE49-F238E27FC236}">
                <a16:creationId xmlns:a16="http://schemas.microsoft.com/office/drawing/2014/main" id="{587AE7CF-C24D-64BB-8322-59E82A64289F}"/>
              </a:ext>
            </a:extLst>
          </p:cNvPr>
          <p:cNvSpPr/>
          <p:nvPr/>
        </p:nvSpPr>
        <p:spPr bwMode="auto">
          <a:xfrm>
            <a:off x="6215246" y="1976892"/>
            <a:ext cx="2763630" cy="3947254"/>
          </a:xfrm>
          <a:prstGeom prst="rect">
            <a:avLst/>
          </a:prstGeom>
          <a:solidFill>
            <a:srgbClr val="0078D4"/>
          </a:solidFill>
          <a:ln w="9525" cap="flat" cmpd="sng" algn="ctr">
            <a:noFill/>
            <a:prstDash val="solid"/>
            <a:headEnd type="none" w="med" len="med"/>
            <a:tailEnd type="none" w="med" len="med"/>
          </a:ln>
          <a:effectLst>
            <a:glow rad="101600">
              <a:srgbClr val="603BA1">
                <a:satMod val="175000"/>
                <a:alpha val="4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Adoption &amp; Change Management</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Plan and execute activities to help organizations realize the benefits of Copilot and help users transition to the new ways of working</a:t>
            </a:r>
            <a:endParaRPr kumimoji="0" lang="en-US" sz="16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9" name="Rectangle 8">
            <a:extLst>
              <a:ext uri="{FF2B5EF4-FFF2-40B4-BE49-F238E27FC236}">
                <a16:creationId xmlns:a16="http://schemas.microsoft.com/office/drawing/2014/main" id="{F6444CF8-5A53-313C-B24C-AC7FC2755604}"/>
              </a:ext>
            </a:extLst>
          </p:cNvPr>
          <p:cNvSpPr/>
          <p:nvPr/>
        </p:nvSpPr>
        <p:spPr bwMode="auto">
          <a:xfrm>
            <a:off x="9155405" y="1976892"/>
            <a:ext cx="2763630" cy="3947254"/>
          </a:xfrm>
          <a:prstGeom prst="rect">
            <a:avLst/>
          </a:prstGeom>
          <a:solidFill>
            <a:srgbClr val="0078D4"/>
          </a:solidFill>
          <a:ln w="9525" cap="flat" cmpd="sng" algn="ctr">
            <a:noFill/>
            <a:prstDash val="solid"/>
            <a:headEnd type="none" w="med" len="med"/>
            <a:tailEnd type="none" w="med" len="med"/>
          </a:ln>
          <a:effectLst>
            <a:glow rad="101600">
              <a:srgbClr val="603BA1">
                <a:satMod val="175000"/>
                <a:alpha val="4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Extensibility</a:t>
            </a: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Extend Copilot to meet functional business needs and integrate Copilot into the flow of work of users</a:t>
            </a:r>
          </a:p>
        </p:txBody>
      </p:sp>
    </p:spTree>
    <p:extLst>
      <p:ext uri="{BB962C8B-B14F-4D97-AF65-F5344CB8AC3E}">
        <p14:creationId xmlns:p14="http://schemas.microsoft.com/office/powerpoint/2010/main" val="239506525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D4AE9E-F5D5-77A0-1F2A-CA8DA882C3D4}"/>
              </a:ext>
            </a:extLst>
          </p:cNvPr>
          <p:cNvSpPr/>
          <p:nvPr/>
        </p:nvSpPr>
        <p:spPr>
          <a:xfrm>
            <a:off x="104399" y="1167877"/>
            <a:ext cx="12011401" cy="40454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 name="Title 2">
            <a:extLst>
              <a:ext uri="{FF2B5EF4-FFF2-40B4-BE49-F238E27FC236}">
                <a16:creationId xmlns:a16="http://schemas.microsoft.com/office/drawing/2014/main" id="{5DAC08D4-4BD3-E50D-0827-5790400ED727}"/>
              </a:ext>
            </a:extLst>
          </p:cNvPr>
          <p:cNvSpPr>
            <a:spLocks noGrp="1"/>
          </p:cNvSpPr>
          <p:nvPr>
            <p:ph type="title"/>
          </p:nvPr>
        </p:nvSpPr>
        <p:spPr/>
        <p:txBody>
          <a:bodyPr>
            <a:normAutofit/>
          </a:bodyPr>
          <a:lstStyle/>
          <a:p>
            <a:r>
              <a:rPr lang="en-US">
                <a:gradFill>
                  <a:gsLst>
                    <a:gs pos="21000">
                      <a:srgbClr val="0078D4"/>
                    </a:gs>
                    <a:gs pos="100000">
                      <a:srgbClr val="C03BC4"/>
                    </a:gs>
                  </a:gsLst>
                  <a:lin ang="2400000" scaled="0"/>
                </a:gradFill>
                <a:latin typeface="Segoe UI Semibold"/>
                <a:cs typeface="Segoe UI Semibold"/>
              </a:rPr>
              <a:t>Mature Practice Attributes</a:t>
            </a:r>
            <a:endParaRPr lang="en-US"/>
          </a:p>
        </p:txBody>
      </p:sp>
      <p:sp>
        <p:nvSpPr>
          <p:cNvPr id="13" name="TextBox 12">
            <a:extLst>
              <a:ext uri="{FF2B5EF4-FFF2-40B4-BE49-F238E27FC236}">
                <a16:creationId xmlns:a16="http://schemas.microsoft.com/office/drawing/2014/main" id="{1FE24B73-5E1A-8379-5222-D26872001F20}"/>
              </a:ext>
            </a:extLst>
          </p:cNvPr>
          <p:cNvSpPr txBox="1"/>
          <p:nvPr/>
        </p:nvSpPr>
        <p:spPr>
          <a:xfrm>
            <a:off x="211887" y="1655891"/>
            <a:ext cx="2879656" cy="4450438"/>
          </a:xfrm>
          <a:prstGeom prst="rect">
            <a:avLst/>
          </a:prstGeom>
          <a:effectLst>
            <a:glow rad="635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8D4"/>
                </a:solidFill>
                <a:effectLst/>
                <a:uLnTx/>
                <a:uFillTx/>
                <a:latin typeface="Segoe UI  "/>
                <a:ea typeface="+mn-ea"/>
                <a:cs typeface="+mn-cs"/>
              </a:rPr>
              <a:t>GenAI Advisory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
                <a:ea typeface="+mn-ea"/>
                <a:cs typeface="+mn-cs"/>
              </a:rPr>
              <a:t>A well-defined </a:t>
            </a:r>
            <a:r>
              <a:rPr lang="en-US" sz="1200">
                <a:solidFill>
                  <a:prstClr val="black"/>
                </a:solidFill>
                <a:latin typeface="Segoe UI  "/>
              </a:rPr>
              <a:t>framework to </a:t>
            </a:r>
            <a:r>
              <a:rPr kumimoji="0" lang="en-US" sz="1200" b="0" i="0" u="none" strike="noStrike" kern="1200" cap="none" spc="0" normalizeH="0" baseline="0" noProof="0">
                <a:ln>
                  <a:noFill/>
                </a:ln>
                <a:solidFill>
                  <a:prstClr val="black"/>
                </a:solidFill>
                <a:effectLst/>
                <a:uLnTx/>
                <a:uFillTx/>
                <a:latin typeface="Segoe UI  "/>
                <a:ea typeface="+mn-ea"/>
                <a:cs typeface="+mn-cs"/>
              </a:rPr>
              <a:t>advise customers on GenAI strategy laddering up to business priorities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8661C5"/>
                </a:solidFill>
                <a:latin typeface="Segoe UI  "/>
                <a:cs typeface="Segoe UI"/>
              </a:rPr>
              <a:t>Functional </a:t>
            </a:r>
            <a:r>
              <a:rPr kumimoji="0" lang="en-US" sz="1200" b="1" i="0" u="none" strike="noStrike" kern="1200" cap="none" spc="0" normalizeH="0" baseline="0" noProof="0">
                <a:ln>
                  <a:noFill/>
                </a:ln>
                <a:solidFill>
                  <a:srgbClr val="8661C5"/>
                </a:solidFill>
                <a:effectLst/>
                <a:uLnTx/>
                <a:uFillTx/>
                <a:latin typeface="Segoe UI  "/>
                <a:ea typeface="+mn-ea"/>
                <a:cs typeface="Segoe UI"/>
              </a:rPr>
              <a:t>Transformation</a:t>
            </a:r>
            <a:r>
              <a:rPr kumimoji="0" lang="en-US" sz="1200" b="1" i="0" u="none" strike="noStrike" kern="1200" cap="none" spc="0" normalizeH="0" baseline="0" noProof="0">
                <a:ln>
                  <a:noFill/>
                </a:ln>
                <a:solidFill>
                  <a:srgbClr val="0078D4"/>
                </a:solidFill>
                <a:effectLst/>
                <a:uLnTx/>
                <a:uFillTx/>
                <a:latin typeface="Segoe UI  "/>
                <a:ea typeface="+mn-ea"/>
                <a:cs typeface="Segoe UI"/>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
                <a:ea typeface="+mn-ea"/>
                <a:cs typeface="Segoe UI"/>
              </a:rPr>
              <a:t>Discover high value use cases and prioritize to transform business processes through AI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8D4"/>
                </a:solidFill>
                <a:effectLst/>
                <a:uLnTx/>
                <a:uFillTx/>
                <a:latin typeface="Segoe UI  "/>
                <a:ea typeface="+mn-ea"/>
                <a:cs typeface="Segoe UI"/>
              </a:rPr>
              <a:t>Business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
                <a:ea typeface="+mn-ea"/>
                <a:cs typeface="Segoe UI"/>
              </a:rPr>
              <a:t>Quantify benefits </a:t>
            </a:r>
            <a:r>
              <a:rPr lang="en-US" sz="1200">
                <a:solidFill>
                  <a:prstClr val="black"/>
                </a:solidFill>
                <a:latin typeface="Segoe UI  "/>
                <a:cs typeface="Segoe UI"/>
              </a:rPr>
              <a:t>of high value use cases and </a:t>
            </a:r>
            <a:r>
              <a:rPr kumimoji="0" lang="en-US" sz="1200" b="0" i="0" u="none" strike="noStrike" kern="1200" cap="none" spc="0" normalizeH="0" baseline="0" noProof="0">
                <a:ln>
                  <a:noFill/>
                </a:ln>
                <a:solidFill>
                  <a:prstClr val="black"/>
                </a:solidFill>
                <a:effectLst/>
                <a:uLnTx/>
                <a:uFillTx/>
                <a:latin typeface="Segoe UI  "/>
                <a:ea typeface="+mn-ea"/>
                <a:cs typeface="Segoe UI"/>
              </a:rPr>
              <a:t>demonstrate ROI of</a:t>
            </a:r>
            <a:r>
              <a:rPr lang="en-US" sz="1200">
                <a:solidFill>
                  <a:prstClr val="black"/>
                </a:solidFill>
                <a:latin typeface="Segoe UI  "/>
                <a:cs typeface="Segoe UI"/>
              </a:rPr>
              <a:t> customer’s </a:t>
            </a:r>
            <a:r>
              <a:rPr kumimoji="0" lang="en-US" sz="1200" b="0" i="0" u="none" strike="noStrike" kern="1200" cap="none" spc="0" normalizeH="0" baseline="0" noProof="0">
                <a:ln>
                  <a:noFill/>
                </a:ln>
                <a:solidFill>
                  <a:prstClr val="black"/>
                </a:solidFill>
                <a:effectLst/>
                <a:uLnTx/>
                <a:uFillTx/>
                <a:latin typeface="Segoe UI  "/>
                <a:ea typeface="+mn-ea"/>
                <a:cs typeface="Segoe UI"/>
              </a:rPr>
              <a:t>Copilot investments leveraging Copilot Analytics</a:t>
            </a:r>
            <a:endParaRPr kumimoji="0" lang="en-US" sz="1200" b="0" i="0" u="none" strike="noStrike" kern="1200" cap="none" spc="0" normalizeH="0" baseline="0" noProof="0">
              <a:ln>
                <a:noFill/>
              </a:ln>
              <a:solidFill>
                <a:srgbClr val="000000"/>
              </a:solidFill>
              <a:effectLst/>
              <a:uLnTx/>
              <a:uFillTx/>
              <a:latin typeface="Segoe UI  "/>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Segoe UI"/>
            </a:endParaRPr>
          </a:p>
        </p:txBody>
      </p:sp>
      <p:sp>
        <p:nvSpPr>
          <p:cNvPr id="17" name="TextBox 16">
            <a:extLst>
              <a:ext uri="{FF2B5EF4-FFF2-40B4-BE49-F238E27FC236}">
                <a16:creationId xmlns:a16="http://schemas.microsoft.com/office/drawing/2014/main" id="{3CF749BE-8093-4084-0CC5-94292921CC47}"/>
              </a:ext>
            </a:extLst>
          </p:cNvPr>
          <p:cNvSpPr txBox="1"/>
          <p:nvPr/>
        </p:nvSpPr>
        <p:spPr>
          <a:xfrm>
            <a:off x="3176397" y="1661891"/>
            <a:ext cx="2902289" cy="4453178"/>
          </a:xfrm>
          <a:prstGeom prst="rect">
            <a:avLst/>
          </a:prstGeom>
          <a:effectLst>
            <a:glow rad="635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661C5"/>
                </a:solidFill>
                <a:effectLst/>
                <a:uLnTx/>
                <a:uFillTx/>
                <a:latin typeface="Segoe UI  "/>
                <a:ea typeface="+mn-ea"/>
                <a:cs typeface="+mn-cs"/>
              </a:rPr>
              <a:t>Readiness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
                <a:ea typeface="+mn-ea"/>
                <a:cs typeface="Segoe UI"/>
              </a:rPr>
              <a:t>Structured methodology to assess customer environment readiness to deploy Copilot; identify &amp; remediate blockers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8D4"/>
                </a:solidFill>
                <a:effectLst/>
                <a:uLnTx/>
                <a:uFillTx/>
                <a:latin typeface="Segoe UI  "/>
                <a:ea typeface="+mn-ea"/>
                <a:cs typeface="Segoe UI"/>
              </a:rPr>
              <a:t>Security and Compliance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
                <a:ea typeface="+mn-ea"/>
                <a:cs typeface="Segoe UI"/>
              </a:rPr>
              <a:t>Establish customer’s security and compliance posture to deploy Copilot</a:t>
            </a:r>
            <a:endParaRPr kumimoji="0" lang="en-US" sz="1200" b="0" i="0" u="none" strike="noStrike" kern="1200" cap="none" spc="0" normalizeH="0" baseline="0" noProof="0">
              <a:ln>
                <a:noFill/>
              </a:ln>
              <a:solidFill>
                <a:srgbClr val="000000"/>
              </a:solidFill>
              <a:effectLst/>
              <a:uLnTx/>
              <a:uFillTx/>
              <a:latin typeface="Segoe UI  "/>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78D4"/>
              </a:solidFill>
              <a:effectLst/>
              <a:uLnTx/>
              <a:uFillTx/>
              <a:latin typeface="Segoe UI  "/>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661C5"/>
                </a:solidFill>
                <a:effectLst/>
                <a:uLnTx/>
                <a:uFillTx/>
                <a:latin typeface="Segoe UI  "/>
                <a:ea typeface="+mn-ea"/>
                <a:cs typeface="Segoe UI"/>
              </a:rPr>
              <a:t>Deployment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
                <a:ea typeface="+mn-ea"/>
                <a:cs typeface="Segoe UI"/>
              </a:rPr>
              <a:t>Execute identified optimization opportunities such as migrating data, consolidating tenants, deploying Microsoft 365 Apps, assigning licenses, and more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Segoe UI"/>
            </a:endParaRPr>
          </a:p>
        </p:txBody>
      </p:sp>
      <p:sp>
        <p:nvSpPr>
          <p:cNvPr id="19" name="TextBox 18">
            <a:extLst>
              <a:ext uri="{FF2B5EF4-FFF2-40B4-BE49-F238E27FC236}">
                <a16:creationId xmlns:a16="http://schemas.microsoft.com/office/drawing/2014/main" id="{F88FC152-D14F-57EA-598E-D9C986F04ECE}"/>
              </a:ext>
            </a:extLst>
          </p:cNvPr>
          <p:cNvSpPr txBox="1"/>
          <p:nvPr/>
        </p:nvSpPr>
        <p:spPr>
          <a:xfrm>
            <a:off x="6159516" y="1661892"/>
            <a:ext cx="2890972" cy="4444994"/>
          </a:xfrm>
          <a:prstGeom prst="rect">
            <a:avLst/>
          </a:prstGeom>
          <a:effectLst>
            <a:glow rad="635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661C5"/>
                </a:solidFill>
                <a:effectLst/>
                <a:uLnTx/>
                <a:uFillTx/>
                <a:latin typeface="Segoe UI"/>
                <a:ea typeface="+mn-ea"/>
                <a:cs typeface="Segoe UI"/>
              </a:rPr>
              <a:t>Engagement Strategy</a:t>
            </a:r>
            <a:endParaRPr lang="en-US" sz="1200" b="1">
              <a:solidFill>
                <a:srgbClr val="8661C5"/>
              </a:solidFill>
              <a:latin typeface="Segoe UI  "/>
              <a:cs typeface="Segoe Sans Display"/>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
                <a:ea typeface="+mn-ea"/>
                <a:cs typeface="Segoe Sans Display"/>
              </a:rPr>
              <a:t>Define an adoption plan that outlines the goals, objectives, audience, messages, channels, and methods of communicating effectively with stakeholders</a:t>
            </a:r>
            <a:endParaRPr kumimoji="0" lang="en-US" sz="1600" b="0" i="0" u="none" strike="noStrike" kern="1200" cap="none" spc="0" normalizeH="0" baseline="0" noProof="0">
              <a:ln>
                <a:noFill/>
              </a:ln>
              <a:solidFill>
                <a:prstClr val="black"/>
              </a:solidFill>
              <a:effectLst/>
              <a:uLnTx/>
              <a:uFillTx/>
              <a:latin typeface="Segoe UI"/>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
              <a:ea typeface="+mn-ea"/>
              <a:cs typeface="Segoe Sans Display"/>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8D4"/>
                </a:solidFill>
                <a:effectLst/>
                <a:uLnTx/>
                <a:uFillTx/>
                <a:latin typeface="Segoe UI  "/>
                <a:ea typeface="+mn-ea"/>
                <a:cs typeface="Segoe UI"/>
              </a:rPr>
              <a:t>People Transformation </a:t>
            </a:r>
            <a:endParaRPr lang="en-US" sz="1200" b="1">
              <a:solidFill>
                <a:srgbClr val="0078D4"/>
              </a:solidFill>
              <a:latin typeface="Segoe UI  "/>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
                <a:ea typeface="+mn-ea"/>
                <a:cs typeface="Segoe Sans Display"/>
              </a:rPr>
              <a:t>Execute a c</a:t>
            </a:r>
            <a:r>
              <a:rPr kumimoji="0" lang="en-US" sz="1200" b="0" i="0" u="none" strike="noStrike" kern="1200" cap="none" spc="0" normalizeH="0" baseline="0" noProof="0">
                <a:ln>
                  <a:noFill/>
                </a:ln>
                <a:solidFill>
                  <a:prstClr val="black"/>
                </a:solidFill>
                <a:effectLst/>
                <a:uLnTx/>
                <a:uFillTx/>
                <a:latin typeface="Segoe UI"/>
                <a:ea typeface="+mn-ea"/>
                <a:cs typeface="Segoe UI"/>
              </a:rPr>
              <a:t>hange program to build skills, knowledge and mindsets necessary to transform users work using AI</a:t>
            </a:r>
            <a:endParaRPr kumimoji="0" lang="en-US" sz="1200" b="0" i="0" u="none" strike="noStrike" kern="1200" cap="none" spc="0" normalizeH="0" baseline="0" noProof="0">
              <a:ln>
                <a:noFill/>
              </a:ln>
              <a:solidFill>
                <a:prstClr val="black"/>
              </a:solidFill>
              <a:effectLst/>
              <a:uLnTx/>
              <a:uFillTx/>
              <a:latin typeface="Segoe UI  "/>
              <a:ea typeface="+mn-ea"/>
              <a:cs typeface="Segoe Sans Display"/>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661C5"/>
                </a:solidFill>
                <a:effectLst/>
                <a:uLnTx/>
                <a:uFillTx/>
                <a:latin typeface="Segoe UI"/>
                <a:ea typeface="+mn-ea"/>
                <a:cs typeface="Segoe UI"/>
              </a:rPr>
              <a:t>Impact Measurement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Segoe UI"/>
              </a:rPr>
              <a:t>Track usage and impact utilizing Copilot Analytics and engage with business decisions makers to show value realization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a:ea typeface="+mn-ea"/>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8D4"/>
                </a:solidFill>
                <a:effectLst/>
                <a:uLnTx/>
                <a:uFillTx/>
                <a:latin typeface="Segoe UI"/>
                <a:ea typeface="+mn-ea"/>
                <a:cs typeface="Segoe UI"/>
              </a:rPr>
              <a:t>End-user Training</a:t>
            </a:r>
            <a:endParaRPr lang="en-US" sz="1200" b="1">
              <a:solidFill>
                <a:srgbClr val="000000"/>
              </a:solidFill>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a:rPr>
              <a:t>Ensure end users training on Copilot along with role-specific training for an immersive experience</a:t>
            </a:r>
            <a:endParaRPr kumimoji="0" lang="en-US" sz="160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Segoe UI"/>
            </a:endParaRPr>
          </a:p>
        </p:txBody>
      </p:sp>
      <p:sp>
        <p:nvSpPr>
          <p:cNvPr id="20" name="TextBox 19">
            <a:extLst>
              <a:ext uri="{FF2B5EF4-FFF2-40B4-BE49-F238E27FC236}">
                <a16:creationId xmlns:a16="http://schemas.microsoft.com/office/drawing/2014/main" id="{59D9DD35-158E-1B02-9BCD-E613F15B7DA4}"/>
              </a:ext>
            </a:extLst>
          </p:cNvPr>
          <p:cNvSpPr txBox="1"/>
          <p:nvPr/>
        </p:nvSpPr>
        <p:spPr>
          <a:xfrm>
            <a:off x="9120002" y="1653195"/>
            <a:ext cx="2860111" cy="4453178"/>
          </a:xfrm>
          <a:prstGeom prst="rect">
            <a:avLst/>
          </a:prstGeom>
          <a:effectLst>
            <a:glow rad="635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661C5"/>
                </a:solidFill>
                <a:effectLst/>
                <a:uLnTx/>
                <a:uFillTx/>
                <a:latin typeface="Segoe UI"/>
                <a:ea typeface="+mn-ea"/>
                <a:cs typeface="Segoe UI"/>
              </a:rPr>
              <a:t>Agent Development</a:t>
            </a:r>
            <a:endParaRPr kumimoji="0" lang="en-US" sz="1200" b="1" i="0" u="none" strike="noStrike" kern="1200" cap="none" spc="0" normalizeH="0" baseline="0" noProof="0">
              <a:ln>
                <a:noFill/>
              </a:ln>
              <a:solidFill>
                <a:srgbClr val="8661C5"/>
              </a:solidFill>
              <a:effectLst/>
              <a:uLnTx/>
              <a:uFillTx/>
              <a:latin typeface="Segoe UI  "/>
              <a:ea typeface="+mn-lt"/>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
                <a:ea typeface="+mn-lt"/>
                <a:cs typeface="Segoe UI"/>
              </a:rPr>
              <a:t>Proficiency with tools like M365 Agent Builder and Copilot Studio to create declarative and custom Copilot agents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C5B4E3"/>
              </a:solidFill>
              <a:effectLst/>
              <a:uLnTx/>
              <a:uFillTx/>
              <a:latin typeface="Segoe UI  "/>
              <a:ea typeface="+mn-lt"/>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200" b="1" i="0" u="none" strike="noStrike" kern="1200" cap="none" spc="0" normalizeH="0" baseline="0" noProof="0">
                <a:ln>
                  <a:noFill/>
                </a:ln>
                <a:solidFill>
                  <a:srgbClr val="0078D4"/>
                </a:solidFill>
                <a:effectLst/>
                <a:uLnTx/>
                <a:uFillTx/>
                <a:latin typeface="Segoe UI"/>
                <a:ea typeface="+mn-ea"/>
                <a:cs typeface="Segoe UI"/>
              </a:rPr>
              <a:t>Plugins &amp; API Integration</a:t>
            </a:r>
            <a:endParaRPr kumimoji="0" lang="en-US" sz="1200" b="1" i="0" u="none" strike="noStrike" kern="1200" cap="none" spc="0" normalizeH="0" baseline="0" noProof="0">
              <a:ln>
                <a:noFill/>
              </a:ln>
              <a:solidFill>
                <a:srgbClr val="424242"/>
              </a:solidFill>
              <a:effectLst/>
              <a:uLnTx/>
              <a:uFillTx/>
              <a:latin typeface="Segoe UI  "/>
              <a:ea typeface="+mn-lt"/>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a:ln>
                  <a:noFill/>
                </a:ln>
                <a:solidFill>
                  <a:srgbClr val="424242"/>
                </a:solidFill>
                <a:effectLst/>
                <a:uLnTx/>
                <a:uFillTx/>
                <a:latin typeface="Segoe UI  "/>
                <a:ea typeface="+mn-lt"/>
                <a:cs typeface="Segoe UI"/>
              </a:rPr>
              <a:t>Extend Copilot capabilities using Microsoft Graph API, custom plug-ins and Power Automate to meet business needs</a:t>
            </a:r>
            <a:endParaRPr kumimoji="0" lang="en-US" sz="1200" b="0" i="0" u="none" strike="noStrike" kern="1200" cap="none" spc="0" normalizeH="0" baseline="0" noProof="0">
              <a:ln>
                <a:noFill/>
              </a:ln>
              <a:solidFill>
                <a:prstClr val="black"/>
              </a:solidFill>
              <a:effectLst/>
              <a:uLnTx/>
              <a:uFillTx/>
              <a:latin typeface="Segoe UI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C5B4E3"/>
              </a:solidFill>
              <a:effectLst/>
              <a:uLnTx/>
              <a:uFillTx/>
              <a:latin typeface="Segoe UI  "/>
              <a:ea typeface="+mn-lt"/>
              <a:cs typeface="Segoe UI"/>
            </a:endParaRP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200" b="1" i="0" u="none" strike="noStrike" kern="1200" cap="none" spc="0" normalizeH="0" baseline="0" noProof="0">
                <a:ln>
                  <a:noFill/>
                </a:ln>
                <a:solidFill>
                  <a:srgbClr val="8661C5"/>
                </a:solidFill>
                <a:effectLst/>
                <a:uLnTx/>
                <a:uFillTx/>
                <a:latin typeface="Segoe UI"/>
                <a:ea typeface="+mn-ea"/>
                <a:cs typeface="Segoe UI"/>
              </a:rPr>
              <a:t>Custom AI Agents</a:t>
            </a:r>
          </a:p>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a:ln>
                  <a:noFill/>
                </a:ln>
                <a:solidFill>
                  <a:srgbClr val="424242"/>
                </a:solidFill>
                <a:effectLst/>
                <a:uLnTx/>
                <a:uFillTx/>
                <a:latin typeface="Segoe UI  "/>
                <a:ea typeface="+mn-lt"/>
                <a:cs typeface="Segoe UI"/>
              </a:rPr>
              <a:t>Develop advanced Copilot agents with Power Platform, Azure AI, OpenAI models, and Cognitive Services to support complex enterprise scenarios</a:t>
            </a:r>
            <a:endParaRPr kumimoji="0" lang="en-US" sz="1200" b="0" i="0" u="none" strike="noStrike" kern="1200" cap="none" spc="0" normalizeH="0" baseline="0" noProof="0">
              <a:ln>
                <a:noFill/>
              </a:ln>
              <a:solidFill>
                <a:prstClr val="black"/>
              </a:solidFill>
              <a:effectLst/>
              <a:uLnTx/>
              <a:uFillTx/>
              <a:latin typeface="Segoe UI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24242"/>
              </a:solidFill>
              <a:effectLst/>
              <a:uLnTx/>
              <a:uFillTx/>
              <a:latin typeface="Segoe UI  "/>
              <a:ea typeface="+mn-lt"/>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8D4"/>
                </a:solidFill>
                <a:effectLst/>
                <a:uLnTx/>
                <a:uFillTx/>
                <a:latin typeface="Segoe UI"/>
                <a:ea typeface="+mn-ea"/>
                <a:cs typeface="Segoe UI"/>
              </a:rPr>
              <a:t>Data Privacy &amp; Compliance</a:t>
            </a:r>
            <a:endParaRPr kumimoji="0" lang="en-US" sz="1200" b="1" i="0" u="none" strike="noStrike" kern="1200" cap="none" spc="0" normalizeH="0" baseline="0" noProof="0">
              <a:ln>
                <a:noFill/>
              </a:ln>
              <a:solidFill>
                <a:srgbClr val="C5B4E3"/>
              </a:solidFill>
              <a:effectLst/>
              <a:uLnTx/>
              <a:uFillTx/>
              <a:latin typeface="Segoe UI  "/>
              <a:ea typeface="+mn-lt"/>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24242"/>
                </a:solidFill>
                <a:effectLst/>
                <a:uLnTx/>
                <a:uFillTx/>
                <a:latin typeface="Segoe UI  "/>
                <a:ea typeface="+mn-lt"/>
                <a:cs typeface="Segoe UI"/>
              </a:rPr>
              <a:t>Guide customers on best practices for secure, compliant Copilot extensibility</a:t>
            </a:r>
            <a:r>
              <a:rPr lang="en-US" sz="1200">
                <a:solidFill>
                  <a:srgbClr val="424242"/>
                </a:solidFill>
                <a:latin typeface="Segoe UI  "/>
                <a:ea typeface="+mn-lt"/>
                <a:cs typeface="Segoe UI"/>
              </a:rPr>
              <a:t> </a:t>
            </a:r>
            <a:r>
              <a:rPr kumimoji="0" lang="en-US" sz="1200" b="0" i="0" u="none" strike="noStrike" kern="1200" cap="none" spc="0" normalizeH="0" baseline="0" noProof="0">
                <a:ln>
                  <a:noFill/>
                </a:ln>
                <a:solidFill>
                  <a:srgbClr val="424242"/>
                </a:solidFill>
                <a:effectLst/>
                <a:uLnTx/>
                <a:uFillTx/>
                <a:latin typeface="Segoe UI  "/>
                <a:ea typeface="+mn-lt"/>
                <a:cs typeface="Segoe UI"/>
              </a:rPr>
              <a:t>including AI governance and data integrity</a:t>
            </a:r>
            <a:endParaRPr kumimoji="0" lang="en-US" sz="1200" b="0" i="0" u="none" strike="noStrike" kern="1200" cap="none" spc="0" normalizeH="0" baseline="0" noProof="0">
              <a:ln>
                <a:noFill/>
              </a:ln>
              <a:solidFill>
                <a:prstClr val="black"/>
              </a:solidFill>
              <a:effectLst/>
              <a:uLnTx/>
              <a:uFillTx/>
              <a:latin typeface="Segoe UI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24242"/>
              </a:solidFill>
              <a:effectLst/>
              <a:uLnTx/>
              <a:uFillTx/>
              <a:latin typeface="Segoe UI  "/>
              <a:ea typeface="+mn-ea"/>
              <a:cs typeface="Segoe UI"/>
            </a:endParaRPr>
          </a:p>
        </p:txBody>
      </p:sp>
      <p:sp>
        <p:nvSpPr>
          <p:cNvPr id="15" name="TextBox 14">
            <a:extLst>
              <a:ext uri="{FF2B5EF4-FFF2-40B4-BE49-F238E27FC236}">
                <a16:creationId xmlns:a16="http://schemas.microsoft.com/office/drawing/2014/main" id="{0D0553B3-212F-538F-CEBC-E4C4DC6EDECF}"/>
              </a:ext>
            </a:extLst>
          </p:cNvPr>
          <p:cNvSpPr txBox="1"/>
          <p:nvPr/>
        </p:nvSpPr>
        <p:spPr>
          <a:xfrm>
            <a:off x="464488" y="6422120"/>
            <a:ext cx="3068075"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Segoe UI Semibold"/>
              </a:rPr>
              <a:t>Must-haves capabilities for Prioritized tier</a:t>
            </a:r>
            <a:endParaRPr kumimoji="0" lang="en-US" sz="1200" b="0" i="0" u="none" strike="noStrike" kern="1200" cap="none" spc="0" normalizeH="0" baseline="0" noProof="0">
              <a:ln>
                <a:noFill/>
              </a:ln>
              <a:solidFill>
                <a:prstClr val="black"/>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D34BDB73-F20C-06DD-8E4D-A8DA3981E2FF}"/>
              </a:ext>
            </a:extLst>
          </p:cNvPr>
          <p:cNvSpPr/>
          <p:nvPr/>
        </p:nvSpPr>
        <p:spPr>
          <a:xfrm>
            <a:off x="-284997" y="1086977"/>
            <a:ext cx="530914" cy="420132"/>
          </a:xfrm>
          <a:prstGeom prst="rect">
            <a:avLst/>
          </a:prstGeom>
          <a:scene3d>
            <a:camera prst="isometricOffAxis1Left"/>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6" name="Title 7">
            <a:extLst>
              <a:ext uri="{FF2B5EF4-FFF2-40B4-BE49-F238E27FC236}">
                <a16:creationId xmlns:a16="http://schemas.microsoft.com/office/drawing/2014/main" id="{0D53060E-519A-99A7-1176-427C3CE8B75C}"/>
              </a:ext>
            </a:extLst>
          </p:cNvPr>
          <p:cNvSpPr txBox="1">
            <a:spLocks/>
          </p:cNvSpPr>
          <p:nvPr/>
        </p:nvSpPr>
        <p:spPr>
          <a:xfrm>
            <a:off x="211886" y="1152293"/>
            <a:ext cx="2879657" cy="400110"/>
          </a:xfrm>
          <a:prstGeom prst="rect">
            <a:avLst/>
          </a:prstGeom>
          <a:gradFill flip="none" rotWithShape="1">
            <a:gsLst>
              <a:gs pos="0">
                <a:srgbClr val="0070C0"/>
              </a:gs>
              <a:gs pos="75000">
                <a:srgbClr val="603BA1">
                  <a:lumMod val="60000"/>
                  <a:lumOff val="40000"/>
                </a:srgbClr>
              </a:gs>
              <a:gs pos="100000">
                <a:srgbClr val="603BA1">
                  <a:lumMod val="60000"/>
                  <a:lumOff val="40000"/>
                </a:srgbClr>
              </a:gs>
            </a:gsLst>
            <a:lin ang="2700000" scaled="1"/>
            <a:tileRect/>
          </a:gra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p:spPr>
        <p:txBody>
          <a:bodyPr vert="horz" wrap="square" lIns="91440" tIns="91440" rIns="91440" bIns="91440" rtlCol="0" anchor="t">
            <a:sp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32742" rtl="0" eaLnBrk="1" fontAlgn="auto" latinLnBrk="0" hangingPunct="1">
              <a:lnSpc>
                <a:spcPct val="100000"/>
              </a:lnSpc>
              <a:spcBef>
                <a:spcPct val="0"/>
              </a:spcBef>
              <a:spcAft>
                <a:spcPts val="0"/>
              </a:spcAft>
              <a:buClrTx/>
              <a:buSzTx/>
              <a:buFontTx/>
              <a:buNone/>
              <a:tabLst/>
              <a:defRPr/>
            </a:pPr>
            <a:r>
              <a:rPr lang="en-US" sz="1400" b="1">
                <a:solidFill>
                  <a:srgbClr val="FFFFFF"/>
                </a:solidFill>
                <a:latin typeface="Calibri"/>
              </a:rPr>
              <a:t>AI &amp; Copilot Advisory</a:t>
            </a:r>
          </a:p>
        </p:txBody>
      </p:sp>
      <p:sp>
        <p:nvSpPr>
          <p:cNvPr id="18" name="Title 7">
            <a:extLst>
              <a:ext uri="{FF2B5EF4-FFF2-40B4-BE49-F238E27FC236}">
                <a16:creationId xmlns:a16="http://schemas.microsoft.com/office/drawing/2014/main" id="{E3491361-E31E-5731-B1D1-C83352FAD6FE}"/>
              </a:ext>
            </a:extLst>
          </p:cNvPr>
          <p:cNvSpPr txBox="1">
            <a:spLocks/>
          </p:cNvSpPr>
          <p:nvPr/>
        </p:nvSpPr>
        <p:spPr>
          <a:xfrm>
            <a:off x="3199030" y="1152293"/>
            <a:ext cx="2879657" cy="400110"/>
          </a:xfrm>
          <a:prstGeom prst="rect">
            <a:avLst/>
          </a:prstGeom>
          <a:gradFill flip="none" rotWithShape="1">
            <a:gsLst>
              <a:gs pos="0">
                <a:srgbClr val="0070C0"/>
              </a:gs>
              <a:gs pos="75000">
                <a:srgbClr val="603BA1">
                  <a:lumMod val="60000"/>
                  <a:lumOff val="40000"/>
                </a:srgbClr>
              </a:gs>
              <a:gs pos="100000">
                <a:srgbClr val="603BA1">
                  <a:lumMod val="60000"/>
                  <a:lumOff val="40000"/>
                </a:srgbClr>
              </a:gs>
            </a:gsLst>
            <a:lin ang="2700000" scaled="1"/>
            <a:tileRect/>
          </a:gra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p:spPr>
        <p:txBody>
          <a:bodyPr vert="horz" wrap="square" lIns="0" tIns="91440" rIns="0" bIns="91440" rtlCol="0" anchor="t">
            <a:sp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32742" rtl="0" eaLnBrk="1" fontAlgn="auto" latinLnBrk="0" hangingPunct="1">
              <a:lnSpc>
                <a:spcPct val="100000"/>
              </a:lnSpc>
              <a:spcBef>
                <a:spcPct val="0"/>
              </a:spcBef>
              <a:spcAft>
                <a:spcPts val="0"/>
              </a:spcAft>
              <a:buClrTx/>
              <a:buSzTx/>
              <a:buFontTx/>
              <a:buNone/>
              <a:tabLst/>
              <a:defRPr/>
            </a:pPr>
            <a:r>
              <a:rPr lang="en-US" sz="1400" b="1">
                <a:solidFill>
                  <a:srgbClr val="FFFFFF"/>
                </a:solidFill>
                <a:latin typeface="Calibri"/>
              </a:rPr>
              <a:t>Copilot Deployment + Data Governance</a:t>
            </a:r>
          </a:p>
        </p:txBody>
      </p:sp>
      <p:sp>
        <p:nvSpPr>
          <p:cNvPr id="21" name="Title 7">
            <a:extLst>
              <a:ext uri="{FF2B5EF4-FFF2-40B4-BE49-F238E27FC236}">
                <a16:creationId xmlns:a16="http://schemas.microsoft.com/office/drawing/2014/main" id="{39A0085D-0D7F-3F49-3021-81E10039ACAC}"/>
              </a:ext>
            </a:extLst>
          </p:cNvPr>
          <p:cNvSpPr txBox="1">
            <a:spLocks/>
          </p:cNvSpPr>
          <p:nvPr/>
        </p:nvSpPr>
        <p:spPr>
          <a:xfrm>
            <a:off x="6159516" y="1152293"/>
            <a:ext cx="2879657" cy="400110"/>
          </a:xfrm>
          <a:prstGeom prst="rect">
            <a:avLst/>
          </a:prstGeom>
          <a:gradFill flip="none" rotWithShape="1">
            <a:gsLst>
              <a:gs pos="0">
                <a:srgbClr val="0070C0"/>
              </a:gs>
              <a:gs pos="75000">
                <a:srgbClr val="603BA1">
                  <a:lumMod val="60000"/>
                  <a:lumOff val="40000"/>
                </a:srgbClr>
              </a:gs>
              <a:gs pos="100000">
                <a:srgbClr val="603BA1">
                  <a:lumMod val="60000"/>
                  <a:lumOff val="40000"/>
                </a:srgbClr>
              </a:gs>
            </a:gsLst>
            <a:lin ang="2700000" scaled="1"/>
            <a:tileRect/>
          </a:gra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p:spPr>
        <p:txBody>
          <a:bodyPr vert="horz" wrap="square" lIns="91440" tIns="91440" rIns="91440" bIns="91440" rtlCol="0" anchor="t">
            <a:sp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32742" rtl="0" eaLnBrk="1" fontAlgn="auto" latinLnBrk="0" hangingPunct="1">
              <a:lnSpc>
                <a:spcPct val="100000"/>
              </a:lnSpc>
              <a:spcBef>
                <a:spcPct val="0"/>
              </a:spcBef>
              <a:spcAft>
                <a:spcPts val="0"/>
              </a:spcAft>
              <a:buClrTx/>
              <a:buSzTx/>
              <a:buFontTx/>
              <a:buNone/>
              <a:tabLst/>
              <a:defRPr/>
            </a:pPr>
            <a:r>
              <a:rPr lang="en-US" sz="1400" b="1">
                <a:solidFill>
                  <a:srgbClr val="FFFFFF"/>
                </a:solidFill>
                <a:latin typeface="Calibri"/>
              </a:rPr>
              <a:t>Adoption &amp; Change Mgmt.</a:t>
            </a:r>
          </a:p>
        </p:txBody>
      </p:sp>
      <p:sp>
        <p:nvSpPr>
          <p:cNvPr id="22" name="Title 7">
            <a:extLst>
              <a:ext uri="{FF2B5EF4-FFF2-40B4-BE49-F238E27FC236}">
                <a16:creationId xmlns:a16="http://schemas.microsoft.com/office/drawing/2014/main" id="{480BAE32-B034-758A-73A9-0666BBF83141}"/>
              </a:ext>
            </a:extLst>
          </p:cNvPr>
          <p:cNvSpPr txBox="1">
            <a:spLocks/>
          </p:cNvSpPr>
          <p:nvPr/>
        </p:nvSpPr>
        <p:spPr>
          <a:xfrm>
            <a:off x="9120002" y="1152293"/>
            <a:ext cx="2879657" cy="400110"/>
          </a:xfrm>
          <a:prstGeom prst="rect">
            <a:avLst/>
          </a:prstGeom>
          <a:gradFill flip="none" rotWithShape="1">
            <a:gsLst>
              <a:gs pos="0">
                <a:srgbClr val="0070C0"/>
              </a:gs>
              <a:gs pos="75000">
                <a:srgbClr val="603BA1">
                  <a:lumMod val="60000"/>
                  <a:lumOff val="40000"/>
                </a:srgbClr>
              </a:gs>
              <a:gs pos="100000">
                <a:srgbClr val="603BA1">
                  <a:lumMod val="60000"/>
                  <a:lumOff val="40000"/>
                </a:srgbClr>
              </a:gs>
            </a:gsLst>
            <a:lin ang="2700000" scaled="1"/>
            <a:tileRect/>
          </a:gra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p:spPr>
        <p:txBody>
          <a:bodyPr vert="horz" wrap="square" lIns="91440" tIns="91440" rIns="91440" bIns="91440" rtlCol="0" anchor="t">
            <a:sp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32742" rtl="0" eaLnBrk="1" fontAlgn="auto" latinLnBrk="0" hangingPunct="1">
              <a:lnSpc>
                <a:spcPct val="100000"/>
              </a:lnSpc>
              <a:spcBef>
                <a:spcPct val="0"/>
              </a:spcBef>
              <a:spcAft>
                <a:spcPts val="0"/>
              </a:spcAft>
              <a:buClrTx/>
              <a:buSzTx/>
              <a:buFontTx/>
              <a:buNone/>
              <a:tabLst/>
              <a:defRPr/>
            </a:pPr>
            <a:r>
              <a:rPr lang="en-US" sz="1400" b="1">
                <a:solidFill>
                  <a:srgbClr val="FFFFFF"/>
                </a:solidFill>
                <a:latin typeface="Calibri"/>
              </a:rPr>
              <a:t>Extensibility</a:t>
            </a:r>
          </a:p>
        </p:txBody>
      </p:sp>
      <p:sp>
        <p:nvSpPr>
          <p:cNvPr id="23" name="Rectangle 22">
            <a:extLst>
              <a:ext uri="{FF2B5EF4-FFF2-40B4-BE49-F238E27FC236}">
                <a16:creationId xmlns:a16="http://schemas.microsoft.com/office/drawing/2014/main" id="{08ACEB23-576D-A656-E4D5-F204588AE5A1}"/>
              </a:ext>
            </a:extLst>
          </p:cNvPr>
          <p:cNvSpPr/>
          <p:nvPr/>
        </p:nvSpPr>
        <p:spPr>
          <a:xfrm>
            <a:off x="11984189" y="1083686"/>
            <a:ext cx="530914" cy="420132"/>
          </a:xfrm>
          <a:prstGeom prst="rect">
            <a:avLst/>
          </a:prstGeom>
          <a:scene3d>
            <a:camera prst="isometricOffAxis2Right"/>
            <a:lightRig rig="threePt" dir="t"/>
          </a:scene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Star: 5 Points 23">
            <a:extLst>
              <a:ext uri="{FF2B5EF4-FFF2-40B4-BE49-F238E27FC236}">
                <a16:creationId xmlns:a16="http://schemas.microsoft.com/office/drawing/2014/main" id="{3702BAF9-217A-E73A-43B7-6FD51A8AC314}"/>
              </a:ext>
            </a:extLst>
          </p:cNvPr>
          <p:cNvSpPr/>
          <p:nvPr/>
        </p:nvSpPr>
        <p:spPr>
          <a:xfrm>
            <a:off x="242319" y="1250171"/>
            <a:ext cx="222169" cy="235131"/>
          </a:xfrm>
          <a:prstGeom prst="star5">
            <a:avLst/>
          </a:prstGeom>
          <a:solidFill>
            <a:srgbClr val="7030A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 name="Star: 5 Points 24">
            <a:extLst>
              <a:ext uri="{FF2B5EF4-FFF2-40B4-BE49-F238E27FC236}">
                <a16:creationId xmlns:a16="http://schemas.microsoft.com/office/drawing/2014/main" id="{9BC7955A-3BAC-F2D3-E0C7-33B97A1E89D7}"/>
              </a:ext>
            </a:extLst>
          </p:cNvPr>
          <p:cNvSpPr/>
          <p:nvPr/>
        </p:nvSpPr>
        <p:spPr>
          <a:xfrm>
            <a:off x="6194014" y="1250171"/>
            <a:ext cx="222169" cy="235131"/>
          </a:xfrm>
          <a:prstGeom prst="star5">
            <a:avLst/>
          </a:prstGeom>
          <a:solidFill>
            <a:srgbClr val="7030A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6" name="Star: 5 Points 25">
            <a:extLst>
              <a:ext uri="{FF2B5EF4-FFF2-40B4-BE49-F238E27FC236}">
                <a16:creationId xmlns:a16="http://schemas.microsoft.com/office/drawing/2014/main" id="{AD0E0F6E-48B7-157C-1772-10AD0860FA36}"/>
              </a:ext>
            </a:extLst>
          </p:cNvPr>
          <p:cNvSpPr/>
          <p:nvPr/>
        </p:nvSpPr>
        <p:spPr>
          <a:xfrm>
            <a:off x="9154922" y="1250171"/>
            <a:ext cx="222169" cy="235131"/>
          </a:xfrm>
          <a:prstGeom prst="star5">
            <a:avLst/>
          </a:prstGeom>
          <a:solidFill>
            <a:srgbClr val="7030A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7" name="Star: 5 Points 26">
            <a:extLst>
              <a:ext uri="{FF2B5EF4-FFF2-40B4-BE49-F238E27FC236}">
                <a16:creationId xmlns:a16="http://schemas.microsoft.com/office/drawing/2014/main" id="{69C4F1E3-CC7D-BF45-2D36-7EC1959E6949}"/>
              </a:ext>
            </a:extLst>
          </p:cNvPr>
          <p:cNvSpPr/>
          <p:nvPr/>
        </p:nvSpPr>
        <p:spPr>
          <a:xfrm>
            <a:off x="232001" y="6385560"/>
            <a:ext cx="222169" cy="235131"/>
          </a:xfrm>
          <a:prstGeom prst="star5">
            <a:avLst/>
          </a:prstGeom>
          <a:solidFill>
            <a:srgbClr val="7030A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29627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I Copilot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I Copilot Theme" id="{5AD6213E-5116-4710-BDFF-7985ACB9011C}" vid="{511A574E-0C6D-45AF-A535-48803E059699}"/>
    </a:ext>
  </a:extLst>
</a:theme>
</file>

<file path=ppt/theme/theme2.xml><?xml version="1.0" encoding="utf-8"?>
<a:theme xmlns:a="http://schemas.openxmlformats.org/drawingml/2006/main" name="M365 Copilot Theme">
  <a:themeElements>
    <a:clrScheme name="Copilot pallet">
      <a:dk1>
        <a:sysClr val="windowText" lastClr="000000"/>
      </a:dk1>
      <a:lt1>
        <a:sysClr val="window" lastClr="FFFFFF"/>
      </a:lt1>
      <a:dk2>
        <a:srgbClr val="091F2C"/>
      </a:dk2>
      <a:lt2>
        <a:srgbClr val="F4F3F5"/>
      </a:lt2>
      <a:accent1>
        <a:srgbClr val="C5B4E3"/>
      </a:accent1>
      <a:accent2>
        <a:srgbClr val="8661C5"/>
      </a:accent2>
      <a:accent3>
        <a:srgbClr val="463668"/>
      </a:accent3>
      <a:accent4>
        <a:srgbClr val="0078D4"/>
      </a:accent4>
      <a:accent5>
        <a:srgbClr val="2A446F"/>
      </a:accent5>
      <a:accent6>
        <a:srgbClr val="C03BC4"/>
      </a:accent6>
      <a:hlink>
        <a:srgbClr val="FFA38B"/>
      </a:hlink>
      <a:folHlink>
        <a:srgbClr val="FFE399"/>
      </a:folHlink>
    </a:clrScheme>
    <a:fontScheme name="Segoe UI">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icrosoft Viva Template">
  <a:themeElements>
    <a:clrScheme name="Viva_v04">
      <a:dk1>
        <a:srgbClr val="000000"/>
      </a:dk1>
      <a:lt1>
        <a:srgbClr val="FFFFFF"/>
      </a:lt1>
      <a:dk2>
        <a:srgbClr val="463668"/>
      </a:dk2>
      <a:lt2>
        <a:srgbClr val="F4F3F5"/>
      </a:lt2>
      <a:accent1>
        <a:srgbClr val="0078D4"/>
      </a:accent1>
      <a:accent2>
        <a:srgbClr val="49C5B1"/>
      </a:accent2>
      <a:accent3>
        <a:srgbClr val="8661C5"/>
      </a:accent3>
      <a:accent4>
        <a:srgbClr val="2A446F"/>
      </a:accent4>
      <a:accent5>
        <a:srgbClr val="225B62"/>
      </a:accent5>
      <a:accent6>
        <a:srgbClr val="F9EBC6"/>
      </a:accent6>
      <a:hlink>
        <a:srgbClr val="0078D4"/>
      </a:hlink>
      <a:folHlink>
        <a:srgbClr val="8661C5"/>
      </a:folHlink>
    </a:clrScheme>
    <a:fontScheme name="xfest_v02">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White">
      <a:srgbClr val="FFFFFF"/>
    </a:custClr>
    <a:custClr name="Off-White">
      <a:srgbClr val="F4F3F5"/>
    </a:custClr>
    <a:custClr name="Warm Light">
      <a:srgbClr val="F9EBC6"/>
    </a:custClr>
    <a:custClr name="Rich Black">
      <a:srgbClr val="000000"/>
    </a:custClr>
    <a:custClr name="Blue">
      <a:srgbClr val="0078D4"/>
    </a:custClr>
    <a:custClr name="Teal">
      <a:srgbClr val="49C5B1"/>
    </a:custClr>
    <a:custClr name="Purple">
      <a:srgbClr val="8661C5"/>
    </a:custClr>
    <a:custClr name="Dark Blue">
      <a:srgbClr val="2A446F"/>
    </a:custClr>
    <a:custClr name="Dark Teal">
      <a:srgbClr val="225B62"/>
    </a:custClr>
    <a:custClr name="Dark Purle">
      <a:srgbClr val="463668"/>
    </a:custClr>
    <a:custClr name="Light Gradient Start">
      <a:srgbClr val="F4F3F5"/>
    </a:custClr>
    <a:custClr name="Light Gradient Blue">
      <a:srgbClr val="8CC7E7"/>
    </a:custClr>
    <a:custClr name="Light Gradient Teal">
      <a:srgbClr val="95E3D7"/>
    </a:custClr>
    <a:custClr name="Light Gradient Purple">
      <a:srgbClr val="C5B4E3"/>
    </a:custClr>
    <a:custClr name="Type Gradient Start">
      <a:srgbClr val="FFEF86"/>
    </a:custClr>
    <a:custClr name="Type Gradient Midpoint Blue">
      <a:srgbClr val="75C5A6"/>
    </a:custClr>
    <a:custClr name="Type Gradient Bright Blue">
      <a:srgbClr val="28AFE9"/>
    </a:custClr>
    <a:custClr name="Type Gradient Bright Green">
      <a:srgbClr val="1CD278"/>
    </a:custClr>
    <a:custClr name="Type Gradient Bright Magenta">
      <a:srgbClr val="E535E5"/>
    </a:custClr>
  </a:custClrLst>
  <a:extLst>
    <a:ext uri="{05A4C25C-085E-4340-85A3-A5531E510DB2}">
      <thm15:themeFamily xmlns:thm15="http://schemas.microsoft.com/office/thememl/2012/main" name="MicrosoftViva_Template_v07.potx" id="{AF30887B-360C-44A1-9C8A-F67AA642F696}" vid="{32BDEA9E-A29D-4845-9631-8E328712438E}"/>
    </a:ext>
  </a:extLst>
</a:theme>
</file>

<file path=ppt/theme/theme4.xml><?xml version="1.0" encoding="utf-8"?>
<a:theme xmlns:a="http://schemas.openxmlformats.org/drawingml/2006/main" name="Microsoft 365 Copilot Template">
  <a:themeElements>
    <a:clrScheme name="Copilot template">
      <a:dk1>
        <a:srgbClr val="000000"/>
      </a:dk1>
      <a:lt1>
        <a:srgbClr val="FFFFFF"/>
      </a:lt1>
      <a:dk2>
        <a:srgbClr val="243A5E"/>
      </a:dk2>
      <a:lt2>
        <a:srgbClr val="E6E6E6"/>
      </a:lt2>
      <a:accent1>
        <a:srgbClr val="0078D4"/>
      </a:accent1>
      <a:accent2>
        <a:srgbClr val="243A5E"/>
      </a:accent2>
      <a:accent3>
        <a:srgbClr val="50E6FF"/>
      </a:accent3>
      <a:accent4>
        <a:srgbClr val="D59DFF"/>
      </a:accent4>
      <a:accent5>
        <a:srgbClr val="8661C5"/>
      </a:accent5>
      <a:accent6>
        <a:srgbClr val="3B2E58"/>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70000"/>
          </a:schemeClr>
        </a:solidFill>
        <a:ln>
          <a:noFill/>
          <a:headEnd type="none" w="med" len="med"/>
          <a:tailEnd type="none" w="med" len="med"/>
        </a:ln>
        <a:effectLst>
          <a:outerShdw blurRad="190500" algn="ctr" rotWithShape="0">
            <a:prstClr val="black">
              <a:alpha val="10000"/>
            </a:prstClr>
          </a:outerShdw>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solidFill>
              <a:schemeClr val="tx1"/>
            </a:solidFill>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15875" cap="rnd">
          <a:gradFill>
            <a:gsLst>
              <a:gs pos="0">
                <a:schemeClr val="accent1"/>
              </a:gs>
              <a:gs pos="100000">
                <a:schemeClr val="accent5"/>
              </a:gs>
            </a:gsLst>
            <a:lin ang="5400000" scaled="1"/>
          </a:gradFill>
          <a:headEnd type="none" w="lg" len="med"/>
          <a:tailEnd type="none" w="lg" len="med"/>
        </a:ln>
        <a:effectLst>
          <a:outerShdw blurRad="127000" algn="ctr" rotWithShape="0">
            <a:prstClr val="black">
              <a:alpha val="15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WHITE TEMPLATE" id="{BCE1B1BA-E145-46C3-8E48-0850F89F7591}" vid="{C1CE331C-CE2D-43E3-8554-232551EF536D}"/>
    </a:ext>
  </a:extLst>
</a:theme>
</file>

<file path=ppt/theme/theme5.xml><?xml version="1.0" encoding="utf-8"?>
<a:theme xmlns:a="http://schemas.openxmlformats.org/drawingml/2006/main" name="2_Copilot">
  <a:themeElements>
    <a:clrScheme name="Microsoft Teams 2024">
      <a:dk1>
        <a:srgbClr val="000000"/>
      </a:dk1>
      <a:lt1>
        <a:srgbClr val="FFFFFF"/>
      </a:lt1>
      <a:dk2>
        <a:srgbClr val="444791"/>
      </a:dk2>
      <a:lt2>
        <a:srgbClr val="F1F2F1"/>
      </a:lt2>
      <a:accent1>
        <a:srgbClr val="5B5FC7"/>
      </a:accent1>
      <a:accent2>
        <a:srgbClr val="444791"/>
      </a:accent2>
      <a:accent3>
        <a:srgbClr val="9299F7"/>
      </a:accent3>
      <a:accent4>
        <a:srgbClr val="FFF8F3"/>
      </a:accent4>
      <a:accent5>
        <a:srgbClr val="000000"/>
      </a:accent5>
      <a:accent6>
        <a:srgbClr val="FFFFFF"/>
      </a:accent6>
      <a:hlink>
        <a:srgbClr val="5B5FC7"/>
      </a:hlink>
      <a:folHlink>
        <a:srgbClr val="5B5FC7"/>
      </a:folHlink>
    </a:clrScheme>
    <a:fontScheme name="Microsoft 2024">
      <a:majorFont>
        <a:latin typeface="Segoe Sans Display Semibold"/>
        <a:ea typeface=""/>
        <a:cs typeface=""/>
      </a:majorFont>
      <a:minorFont>
        <a:latin typeface="Segoe San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a:spAutoFit/>
      </a:bodyPr>
      <a:lstStyle>
        <a:defPPr marL="0" marR="0" indent="0" algn="l" defTabSz="932563" rtl="0" eaLnBrk="1" fontAlgn="t" latinLnBrk="0" hangingPunct="1">
          <a:lnSpc>
            <a:spcPct val="100000"/>
          </a:lnSpc>
          <a:spcBef>
            <a:spcPts val="0"/>
          </a:spcBef>
          <a:spcAft>
            <a:spcPts val="0"/>
          </a:spcAft>
          <a:buClrTx/>
          <a:buSzTx/>
          <a:buFontTx/>
          <a:buNone/>
          <a:tabLst/>
          <a:defRPr sz="1200" b="0" u="none" strike="noStrike" kern="1200" dirty="0">
            <a:effectLst/>
            <a:latin typeface="+mj-lt"/>
            <a:ea typeface="+mn-ea"/>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cbf19d9c-79bf-4a0e-8372-1ddc31056594">
      <Terms xmlns="http://schemas.microsoft.com/office/infopath/2007/PartnerControls"/>
    </lcf76f155ced4ddcb4097134ff3c332f>
    <TaxCatchAll xmlns="82c9b6bc-f466-41b0-a79d-3cd02aa4996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0399B4BB10B024F9E4CD006D3A2CF1C" ma:contentTypeVersion="17" ma:contentTypeDescription="Create a new document." ma:contentTypeScope="" ma:versionID="39a607acae145bbd07f76374e737882f">
  <xsd:schema xmlns:xsd="http://www.w3.org/2001/XMLSchema" xmlns:xs="http://www.w3.org/2001/XMLSchema" xmlns:p="http://schemas.microsoft.com/office/2006/metadata/properties" xmlns:ns1="http://schemas.microsoft.com/sharepoint/v3" xmlns:ns2="cbf19d9c-79bf-4a0e-8372-1ddc31056594" xmlns:ns3="82c9b6bc-f466-41b0-a79d-3cd02aa4996e" targetNamespace="http://schemas.microsoft.com/office/2006/metadata/properties" ma:root="true" ma:fieldsID="19f903a70fc873d1cef6e0a458ac7b76" ns1:_="" ns2:_="" ns3:_="">
    <xsd:import namespace="http://schemas.microsoft.com/sharepoint/v3"/>
    <xsd:import namespace="cbf19d9c-79bf-4a0e-8372-1ddc31056594"/>
    <xsd:import namespace="82c9b6bc-f466-41b0-a79d-3cd02aa4996e"/>
    <xsd:element name="properties">
      <xsd:complexType>
        <xsd:sequence>
          <xsd:element name="documentManagement">
            <xsd:complexType>
              <xsd:all>
                <xsd:element ref="ns2:MediaService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MediaServiceFastMetadata"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bf19d9c-79bf-4a0e-8372-1ddc310565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SearchProperties" ma:index="9" nillable="true" ma:displayName="MediaServiceSearchProperties" ma:hidden="true" ma:internalName="MediaServiceSearchProperties"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c9b6bc-f466-41b0-a79d-3cd02aa4996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35214d67-09d2-4bcc-8b56-62de3680ecfc}" ma:internalName="TaxCatchAll" ma:showField="CatchAllData" ma:web="82c9b6bc-f466-41b0-a79d-3cd02aa499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1D10C0-153C-4F68-8056-0E684591A62A}">
  <ds:schemaRefs>
    <ds:schemaRef ds:uri="http://schemas.microsoft.com/sharepoint/v3/contenttype/forms"/>
  </ds:schemaRefs>
</ds:datastoreItem>
</file>

<file path=customXml/itemProps2.xml><?xml version="1.0" encoding="utf-8"?>
<ds:datastoreItem xmlns:ds="http://schemas.openxmlformats.org/officeDocument/2006/customXml" ds:itemID="{07B7EEEF-E781-4C3B-9CB0-15DAC1AE3626}">
  <ds:schemaRefs>
    <ds:schemaRef ds:uri="82c9b6bc-f466-41b0-a79d-3cd02aa4996e"/>
    <ds:schemaRef ds:uri="cbf19d9c-79bf-4a0e-8372-1ddc3105659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8041C9D-104E-4EE7-908E-88D441C5F51C}">
  <ds:schemaRefs>
    <ds:schemaRef ds:uri="82c9b6bc-f466-41b0-a79d-3cd02aa4996e"/>
    <ds:schemaRef ds:uri="cbf19d9c-79bf-4a0e-8372-1ddc310565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PI Copilot Theme</Template>
  <Application>Microsoft Office PowerPoint</Application>
  <PresentationFormat>Widescreen</PresentationFormat>
  <Slides>26</Slides>
  <Notes>23</Notes>
  <HiddenSlides>0</HiddenSlides>
  <ScaleCrop>false</ScaleCrop>
  <HeadingPairs>
    <vt:vector size="4" baseType="variant">
      <vt:variant>
        <vt:lpstr>Theme</vt:lpstr>
      </vt:variant>
      <vt:variant>
        <vt:i4>5</vt:i4>
      </vt:variant>
      <vt:variant>
        <vt:lpstr>Slide Titles</vt:lpstr>
      </vt:variant>
      <vt:variant>
        <vt:i4>26</vt:i4>
      </vt:variant>
    </vt:vector>
  </HeadingPairs>
  <TitlesOfParts>
    <vt:vector size="31" baseType="lpstr">
      <vt:lpstr>PI Copilot Theme</vt:lpstr>
      <vt:lpstr>M365 Copilot Theme</vt:lpstr>
      <vt:lpstr>Microsoft Viva Template</vt:lpstr>
      <vt:lpstr>Microsoft 365 Copilot Template</vt:lpstr>
      <vt:lpstr>2_Copilot</vt:lpstr>
      <vt:lpstr>Copilot Practice Development Plan</vt:lpstr>
      <vt:lpstr>Copilot Practice Development Plan</vt:lpstr>
      <vt:lpstr>Copilot Practice Development Journey</vt:lpstr>
      <vt:lpstr>Copilot Practice Development Plan</vt:lpstr>
      <vt:lpstr>Copilot | Develop Capability Areas</vt:lpstr>
      <vt:lpstr>Copilot | Allocate and Onboard Resources </vt:lpstr>
      <vt:lpstr>Copilot | Develop Skilling Plan </vt:lpstr>
      <vt:lpstr>Copilot | Define GTM Strategy and Offers </vt:lpstr>
      <vt:lpstr>Copilot | Define Customer-Zero Journey </vt:lpstr>
      <vt:lpstr>PowerPoint Presentation</vt:lpstr>
      <vt:lpstr>Copilot Practice Development Plan</vt:lpstr>
      <vt:lpstr>Copilot | Customer Engagement and Validation </vt:lpstr>
      <vt:lpstr>Copilot | Execute GTM Strategy </vt:lpstr>
      <vt:lpstr>Copilot | Develop Pipeline </vt:lpstr>
      <vt:lpstr>Copilot | Initiate Co-sell Activation </vt:lpstr>
      <vt:lpstr>Copilot | Implement Customer Zero Journey </vt:lpstr>
      <vt:lpstr>PowerPoint Presentation</vt:lpstr>
      <vt:lpstr>Copilot Practice Development Plan</vt:lpstr>
      <vt:lpstr>Copilot | Co-sell Activated </vt:lpstr>
      <vt:lpstr>Copilot | GTM Strategy Executed at Scale </vt:lpstr>
      <vt:lpstr>Copilot | Continuous learning and skilling plan enabled  </vt:lpstr>
      <vt:lpstr>Copilot | Create Customer Case Studies </vt:lpstr>
      <vt:lpstr>Copilot | Develop Customer Zero Case Study </vt:lpstr>
      <vt:lpstr>PowerPoint Presentation</vt:lpstr>
      <vt:lpstr>PowerPoint Presentation</vt:lpstr>
      <vt:lpstr>Mature Practice Attributes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 Bhandari</dc:creator>
  <cp:revision>1</cp:revision>
  <dcterms:created xsi:type="dcterms:W3CDTF">2025-03-07T00:46:32Z</dcterms:created>
  <dcterms:modified xsi:type="dcterms:W3CDTF">2025-09-10T17:06:48Z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0x01010020399B4BB10B024F9E4CD006D3A2CF1C</vt:lpwstr>
  </property>
  <property fmtid="{D5CDD505-2E9C-101B-9397-08002B2CF9AE}" pid="3" name="MediaServiceImageTags">
    <vt:lpwstr/>
  </property>
</Properties>
</file>